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44.xml" ContentType="application/vnd.openxmlformats-officedocument.presentationml.tags+xml"/>
  <Override PartName="/ppt/tags/tag45.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3.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notesSlides/notesSlide4.xml" ContentType="application/vnd.openxmlformats-officedocument.presentationml.notesSlide+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notesSlides/notesSlide5.xml" ContentType="application/vnd.openxmlformats-officedocument.presentationml.notesSlide+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notesSlides/notesSlide6.xml" ContentType="application/vnd.openxmlformats-officedocument.presentationml.notesSlide+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notesSlides/notesSlide7.xml" ContentType="application/vnd.openxmlformats-officedocument.presentationml.notesSlide+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notesSlides/notesSlide8.xml" ContentType="application/vnd.openxmlformats-officedocument.presentationml.notesSlide+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notesSlides/notesSlide9.xml" ContentType="application/vnd.openxmlformats-officedocument.presentationml.notesSlide+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notesSlides/notesSlide10.xml" ContentType="application/vnd.openxmlformats-officedocument.presentationml.notesSlide+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notesSlides/notesSlide11.xml" ContentType="application/vnd.openxmlformats-officedocument.presentationml.notesSlide+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notesSlides/notesSlide12.xml" ContentType="application/vnd.openxmlformats-officedocument.presentationml.notesSlide+xml"/>
  <Override PartName="/ppt/tags/tag412.xml" ContentType="application/vnd.openxmlformats-officedocument.presentationml.tags+xml"/>
  <Override PartName="/ppt/tags/tag413.xml" ContentType="application/vnd.openxmlformats-officedocument.presentationml.tags+xml"/>
  <Override PartName="/ppt/comments/modernComment_7FFFE315_29B06FA4.xml" ContentType="application/vnd.ms-powerpoint.comment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comments/modernComment_7FFFE322_E7CD5CC0.xml" ContentType="application/vnd.ms-powerpoint.comments+xml"/>
  <Override PartName="/ppt/comments/modernComment_7FFFE318_BA6765F9.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4"/>
    <p:sldMasterId id="2147483792" r:id="rId5"/>
  </p:sldMasterIdLst>
  <p:notesMasterIdLst>
    <p:notesMasterId r:id="rId46"/>
  </p:notesMasterIdLst>
  <p:handoutMasterIdLst>
    <p:handoutMasterId r:id="rId47"/>
  </p:handoutMasterIdLst>
  <p:sldIdLst>
    <p:sldId id="380" r:id="rId6"/>
    <p:sldId id="2147476277" r:id="rId7"/>
    <p:sldId id="2147476281" r:id="rId8"/>
    <p:sldId id="2147476284" r:id="rId9"/>
    <p:sldId id="2147308670" r:id="rId10"/>
    <p:sldId id="2147476272" r:id="rId11"/>
    <p:sldId id="2147476259" r:id="rId12"/>
    <p:sldId id="2147476230" r:id="rId13"/>
    <p:sldId id="2147476243" r:id="rId14"/>
    <p:sldId id="2147476275" r:id="rId15"/>
    <p:sldId id="256" r:id="rId16"/>
    <p:sldId id="2147308716" r:id="rId17"/>
    <p:sldId id="2147476285" r:id="rId18"/>
    <p:sldId id="2147476296" r:id="rId19"/>
    <p:sldId id="2147476286" r:id="rId20"/>
    <p:sldId id="2147308675" r:id="rId21"/>
    <p:sldId id="2147308700" r:id="rId22"/>
    <p:sldId id="2147308701" r:id="rId23"/>
    <p:sldId id="2147308704" r:id="rId24"/>
    <p:sldId id="2147308706" r:id="rId25"/>
    <p:sldId id="2147308693" r:id="rId26"/>
    <p:sldId id="2147308694" r:id="rId27"/>
    <p:sldId id="2147308686" r:id="rId28"/>
    <p:sldId id="2147308708" r:id="rId29"/>
    <p:sldId id="2147476292" r:id="rId30"/>
    <p:sldId id="2147476290" r:id="rId31"/>
    <p:sldId id="2147476287" r:id="rId32"/>
    <p:sldId id="2147476294" r:id="rId33"/>
    <p:sldId id="2147476276" r:id="rId34"/>
    <p:sldId id="2147476195" r:id="rId35"/>
    <p:sldId id="2147476279" r:id="rId36"/>
    <p:sldId id="2147476295" r:id="rId37"/>
    <p:sldId id="371" r:id="rId38"/>
    <p:sldId id="362" r:id="rId39"/>
    <p:sldId id="2147476288" r:id="rId40"/>
    <p:sldId id="2147476245" r:id="rId41"/>
    <p:sldId id="2147476242" r:id="rId42"/>
    <p:sldId id="2147476260" r:id="rId43"/>
    <p:sldId id="2147476258" r:id="rId44"/>
    <p:sldId id="2147476248" r:id="rId45"/>
  </p:sldIdLst>
  <p:sldSz cx="12192000" cy="6858000"/>
  <p:notesSz cx="6670675" cy="9777413"/>
  <p:custDataLst>
    <p:tags r:id="rId4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Wavestone template May 24" id="{728B07F6-C1AB-407F-BC05-713D7F0E64F6}">
          <p14:sldIdLst>
            <p14:sldId id="380"/>
            <p14:sldId id="2147476277"/>
            <p14:sldId id="2147476281"/>
          </p14:sldIdLst>
        </p14:section>
        <p14:section name="Introduction à la REC" id="{EBB332F5-74BB-4C69-A372-8F522BF27D6A}">
          <p14:sldIdLst>
            <p14:sldId id="2147476284"/>
            <p14:sldId id="2147308670"/>
            <p14:sldId id="2147476272"/>
            <p14:sldId id="2147476259"/>
            <p14:sldId id="2147476230"/>
            <p14:sldId id="2147476243"/>
            <p14:sldId id="2147476275"/>
            <p14:sldId id="256"/>
            <p14:sldId id="2147308716"/>
          </p14:sldIdLst>
        </p14:section>
        <p14:section name="Périmètre d'application" id="{E26C1307-D249-4FCF-BEA5-BB2739283580}">
          <p14:sldIdLst>
            <p14:sldId id="2147476285"/>
            <p14:sldId id="2147476296"/>
          </p14:sldIdLst>
        </p14:section>
        <p14:section name="Mise en conformité à la NIS 2" id="{1DA5C3A6-5D29-48E4-923D-E93F2200FB29}">
          <p14:sldIdLst>
            <p14:sldId id="2147476286"/>
            <p14:sldId id="2147308675"/>
            <p14:sldId id="2147308700"/>
            <p14:sldId id="2147308701"/>
            <p14:sldId id="2147308704"/>
            <p14:sldId id="2147308706"/>
            <p14:sldId id="2147308693"/>
            <p14:sldId id="2147308694"/>
            <p14:sldId id="2147308686"/>
            <p14:sldId id="2147308708"/>
          </p14:sldIdLst>
        </p14:section>
        <p14:section name="Protection des SIIV" id="{23A7FA7F-3469-42BE-A225-259FC9C31A1B}">
          <p14:sldIdLst>
            <p14:sldId id="2147476292"/>
            <p14:sldId id="2147476290"/>
          </p14:sldIdLst>
        </p14:section>
        <p14:section name="Protection des PIV" id="{AF9EECE2-A5CC-4480-8B98-9AC343427AF5}">
          <p14:sldIdLst>
            <p14:sldId id="2147476287"/>
            <p14:sldId id="2147476294"/>
            <p14:sldId id="2147476276"/>
            <p14:sldId id="2147476195"/>
            <p14:sldId id="2147476279"/>
          </p14:sldIdLst>
        </p14:section>
        <p14:section name="Mesures transverses de mise en conformité à la REC" id="{36369FD2-7E46-419F-84EB-D1D941C6B8A9}">
          <p14:sldIdLst>
            <p14:sldId id="2147476295"/>
            <p14:sldId id="371"/>
            <p14:sldId id="362"/>
          </p14:sldIdLst>
        </p14:section>
        <p14:section name="Annexe" id="{BD4D34CF-D685-4BBF-B9CF-3403B1BE26EB}">
          <p14:sldIdLst>
            <p14:sldId id="2147476288"/>
            <p14:sldId id="2147476245"/>
            <p14:sldId id="2147476242"/>
            <p14:sldId id="2147476260"/>
            <p14:sldId id="2147476258"/>
            <p14:sldId id="214747624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080" userDrawn="1">
          <p15:clr>
            <a:srgbClr val="A4A3A4"/>
          </p15:clr>
        </p15:guide>
        <p15:guide id="2" pos="2101"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FD1BF20-BF74-2178-E5A7-533430060360}" name="ALIDRA Wassim" initials="AW" userId="S::wassim.alidra@wavestone.com::3f1b077a-dc4f-4f70-a199-20af779c04aa" providerId="AD"/>
  <p188:author id="{8AD4CAEE-CEC4-97E2-1CB5-39BD29947451}" name="FOURRE Pierre-Alexandre" initials="PF" userId="S::pa.fourre@wavestone.com::4bebaa0c-d09e-417a-85a6-249da839f7c9"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D6F9"/>
    <a:srgbClr val="CFC3F7"/>
    <a:srgbClr val="E7FFF1"/>
    <a:srgbClr val="CEFEE3"/>
    <a:srgbClr val="3AAA35"/>
    <a:srgbClr val="F5F5F5"/>
    <a:srgbClr val="FFFFFF"/>
    <a:srgbClr val="503078"/>
    <a:srgbClr val="5F5F5F"/>
    <a:srgbClr val="5037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Style moyen 3 - Accentuation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5" d="100"/>
          <a:sy n="135" d="100"/>
        </p:scale>
        <p:origin x="120" y="408"/>
      </p:cViewPr>
      <p:guideLst/>
    </p:cSldViewPr>
  </p:slideViewPr>
  <p:notesTextViewPr>
    <p:cViewPr>
      <p:scale>
        <a:sx n="1" d="1"/>
        <a:sy n="1" d="1"/>
      </p:scale>
      <p:origin x="0" y="0"/>
    </p:cViewPr>
  </p:notesTextViewPr>
  <p:notesViewPr>
    <p:cSldViewPr snapToGrid="0">
      <p:cViewPr>
        <p:scale>
          <a:sx n="1" d="2"/>
          <a:sy n="1" d="2"/>
        </p:scale>
        <p:origin x="0" y="0"/>
      </p:cViewPr>
      <p:guideLst>
        <p:guide orient="horz" pos="3080"/>
        <p:guide pos="210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microsoft.com/office/2018/10/relationships/authors" Target="authors.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gs" Target="tags/tag1.xml"/><Relationship Id="rId8" Type="http://schemas.openxmlformats.org/officeDocument/2006/relationships/slide" Target="slides/slide3.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s>
</file>

<file path=ppt/comments/modernComment_7FFFE315_29B06FA4.xml><?xml version="1.0" encoding="utf-8"?>
<p188:cmLst xmlns:a="http://schemas.openxmlformats.org/drawingml/2006/main" xmlns:r="http://schemas.openxmlformats.org/officeDocument/2006/relationships" xmlns:p188="http://schemas.microsoft.com/office/powerpoint/2018/8/main">
  <p188:cm id="{51CF0D9D-1C8F-43BD-8AF0-3615E8E6AC90}" authorId="{8AD4CAEE-CEC4-97E2-1CB5-39BD29947451}" created="2024-07-23T12:50:50.722">
    <ac:deMkLst xmlns:ac="http://schemas.microsoft.com/office/drawing/2013/main/command">
      <pc:docMk xmlns:pc="http://schemas.microsoft.com/office/powerpoint/2013/main/command"/>
      <pc:sldMk xmlns:pc="http://schemas.microsoft.com/office/powerpoint/2013/main/command" cId="699428772" sldId="2147476245"/>
      <ac:spMk id="154" creationId="{4B7DC9F6-D9A1-8A26-49D6-8B7A8DA950E2}"/>
    </ac:deMkLst>
    <p188:txBody>
      <a:bodyPr/>
      <a:lstStyle/>
      <a:p>
        <a:r>
          <a:rPr lang="fr-FR"/>
          <a:t>Article 12 deuxieme paragraphe ; corriger la coquille</a:t>
        </a:r>
      </a:p>
    </p188:txBody>
    <p188:extLst>
      <p:ext xmlns:p="http://schemas.openxmlformats.org/presentationml/2006/main" uri="{57CB4572-C831-44C2-8A1C-0ADB6CCDFE69}">
        <p223:reactions xmlns:p223="http://schemas.microsoft.com/office/powerpoint/2022/03/main">
          <p223:rxn type="👍">
            <p223:instance time="2024-07-23T15:58:03.299" authorId="{8AD4CAEE-CEC4-97E2-1CB5-39BD29947451}"/>
          </p223:rxn>
        </p223:reactions>
      </p:ext>
    </p188:extLst>
  </p188:cm>
  <p188:cm id="{94E489DD-435B-4459-AF28-98A9529A56E3}" authorId="{8AD4CAEE-CEC4-97E2-1CB5-39BD29947451}" created="2024-07-23T12:52:02.223">
    <ac:deMkLst xmlns:ac="http://schemas.microsoft.com/office/drawing/2013/main/command">
      <pc:docMk xmlns:pc="http://schemas.microsoft.com/office/powerpoint/2013/main/command"/>
      <pc:sldMk xmlns:pc="http://schemas.microsoft.com/office/powerpoint/2013/main/command" cId="699428772" sldId="2147476245"/>
      <ac:spMk id="154" creationId="{4B7DC9F6-D9A1-8A26-49D6-8B7A8DA950E2}"/>
    </ac:deMkLst>
    <p188:txBody>
      <a:bodyPr/>
      <a:lstStyle/>
      <a:p>
        <a:r>
          <a:rPr lang="fr-FR"/>
          <a:t>Remettre en encadré la citation du texte de loi de la REC au dessus</a:t>
        </a:r>
      </a:p>
    </p188:txBody>
    <p188:extLst>
      <p:ext xmlns:p="http://schemas.openxmlformats.org/presentationml/2006/main" uri="{57CB4572-C831-44C2-8A1C-0ADB6CCDFE69}">
        <p223:reactions xmlns:p223="http://schemas.microsoft.com/office/powerpoint/2022/03/main">
          <p223:rxn type="👍">
            <p223:instance time="2024-07-23T15:57:06.391" authorId="{8AD4CAEE-CEC4-97E2-1CB5-39BD29947451}"/>
          </p223:rxn>
        </p223:reactions>
      </p:ext>
    </p188:extLst>
  </p188:cm>
  <p188:cm id="{664CF7A9-BBCF-4D67-BA79-E76A40FAAFF4}" authorId="{8AD4CAEE-CEC4-97E2-1CB5-39BD29947451}" created="2024-07-23T12:52:23.493">
    <ac:deMkLst xmlns:ac="http://schemas.microsoft.com/office/drawing/2013/main/command">
      <pc:docMk xmlns:pc="http://schemas.microsoft.com/office/powerpoint/2013/main/command"/>
      <pc:sldMk xmlns:pc="http://schemas.microsoft.com/office/powerpoint/2013/main/command" cId="699428772" sldId="2147476245"/>
      <ac:spMk id="154" creationId="{4B7DC9F6-D9A1-8A26-49D6-8B7A8DA950E2}"/>
    </ac:deMkLst>
    <p188:txBody>
      <a:bodyPr/>
      <a:lstStyle/>
      <a:p>
        <a:r>
          <a:rPr lang="fr-FR"/>
          <a:t>Equilibrer les encadrés</a:t>
        </a:r>
      </a:p>
    </p188:txBody>
    <p188:extLst>
      <p:ext xmlns:p="http://schemas.openxmlformats.org/presentationml/2006/main" uri="{57CB4572-C831-44C2-8A1C-0ADB6CCDFE69}">
        <p223:reactions xmlns:p223="http://schemas.microsoft.com/office/powerpoint/2022/03/main">
          <p223:rxn type="👍">
            <p223:instance time="2024-07-24T12:51:45.684" authorId="{8AD4CAEE-CEC4-97E2-1CB5-39BD29947451}"/>
          </p223:rxn>
        </p223:reactions>
      </p:ext>
    </p188:extLst>
  </p188:cm>
  <p188:cm id="{4A2927D8-1CD7-4EC8-AA55-2CAF4F096D3B}" authorId="{8AD4CAEE-CEC4-97E2-1CB5-39BD29947451}" created="2024-07-24T15:18:29.136">
    <ac:deMkLst xmlns:ac="http://schemas.microsoft.com/office/drawing/2013/main/command">
      <pc:docMk xmlns:pc="http://schemas.microsoft.com/office/powerpoint/2013/main/command"/>
      <pc:sldMk xmlns:pc="http://schemas.microsoft.com/office/powerpoint/2013/main/command" cId="699428772" sldId="2147476245"/>
      <ac:spMk id="6" creationId="{4D29EF8B-23BF-CDD1-7615-04588FCAA1EE}"/>
    </ac:deMkLst>
    <p188:txBody>
      <a:bodyPr/>
      <a:lstStyle/>
      <a:p>
        <a:r>
          <a:rPr lang="fr-FR"/>
          <a:t>Retrouver la citation dans la loi, mentionner l'article</a:t>
        </a:r>
      </a:p>
    </p188:txBody>
    <p188:extLst>
      <p:ext xmlns:p="http://schemas.openxmlformats.org/presentationml/2006/main" uri="{57CB4572-C831-44C2-8A1C-0ADB6CCDFE69}">
        <p223:reactions xmlns:p223="http://schemas.microsoft.com/office/powerpoint/2022/03/main">
          <p223:rxn type="👍">
            <p223:instance time="2024-07-24T16:02:56.899" authorId="{8AD4CAEE-CEC4-97E2-1CB5-39BD29947451}"/>
          </p223:rxn>
        </p223:reactions>
      </p:ext>
    </p188:extLst>
  </p188:cm>
  <p188:cm id="{87678642-D322-4C00-B15A-DEFBDA97A416}" authorId="{8AD4CAEE-CEC4-97E2-1CB5-39BD29947451}" created="2024-07-25T13:35:14.219">
    <ac:deMkLst xmlns:ac="http://schemas.microsoft.com/office/drawing/2013/main/command">
      <pc:docMk xmlns:pc="http://schemas.microsoft.com/office/powerpoint/2013/main/command"/>
      <pc:sldMk xmlns:pc="http://schemas.microsoft.com/office/powerpoint/2013/main/command" cId="699428772" sldId="2147476245"/>
      <ac:spMk id="154" creationId="{4B7DC9F6-D9A1-8A26-49D6-8B7A8DA950E2}"/>
    </ac:deMkLst>
    <p188:txBody>
      <a:bodyPr/>
      <a:lstStyle/>
      <a:p>
        <a:r>
          <a:rPr lang="fr-FR"/>
          <a:t>Ajouter dans la colonne : article 12 exigeances spécifiques au PM</a:t>
        </a:r>
      </a:p>
    </p188:txBody>
    <p188:extLst>
      <p:ext xmlns:p="http://schemas.openxmlformats.org/presentationml/2006/main" uri="{57CB4572-C831-44C2-8A1C-0ADB6CCDFE69}">
        <p223:reactions xmlns:p223="http://schemas.microsoft.com/office/powerpoint/2022/03/main">
          <p223:rxn type="👍">
            <p223:instance time="2024-07-26T06:44:27.759" authorId="{8AD4CAEE-CEC4-97E2-1CB5-39BD29947451}"/>
          </p223:rxn>
        </p223:reactions>
      </p:ext>
    </p188:extLst>
  </p188:cm>
</p188:cmLst>
</file>

<file path=ppt/comments/modernComment_7FFFE318_BA6765F9.xml><?xml version="1.0" encoding="utf-8"?>
<p188:cmLst xmlns:a="http://schemas.openxmlformats.org/drawingml/2006/main" xmlns:r="http://schemas.openxmlformats.org/officeDocument/2006/relationships" xmlns:p188="http://schemas.microsoft.com/office/powerpoint/2018/8/main">
  <p188:cm id="{3BB3E60E-4803-4030-AA12-2628BE2CE2BF}" authorId="{8AD4CAEE-CEC4-97E2-1CB5-39BD29947451}" status="resolved" created="2024-07-29T12:29:48.518" complete="100000">
    <ac:txMkLst xmlns:ac="http://schemas.microsoft.com/office/drawing/2013/main/command">
      <pc:docMk xmlns:pc="http://schemas.microsoft.com/office/powerpoint/2013/main/command"/>
      <pc:sldMk xmlns:pc="http://schemas.microsoft.com/office/powerpoint/2013/main/command" cId="3127338489" sldId="2147476248"/>
      <ac:spMk id="27" creationId="{1DA54A6D-59AF-625B-FAE1-8B1A65A0A0BC}"/>
      <ac:txMk cp="19" len="1">
        <ac:context len="118" hash="58205402"/>
      </ac:txMk>
    </ac:txMkLst>
    <p188:txBody>
      <a:bodyPr/>
      <a:lstStyle/>
      <a:p>
        <a:r>
          <a:rPr lang="fr-FR"/>
          <a:t>Exemple plus concrets de systèmes de contrôle d'accès ; systèmes de badge, sas unipersonnel, processus et systèmes de traçabilité</a:t>
        </a:r>
      </a:p>
    </p188:txBody>
    <p188:extLst>
      <p:ext xmlns:p="http://schemas.openxmlformats.org/presentationml/2006/main" uri="{57CB4572-C831-44C2-8A1C-0ADB6CCDFE69}">
        <p223:reactions xmlns:p223="http://schemas.microsoft.com/office/powerpoint/2022/03/main">
          <p223:rxn type="👍">
            <p223:instance time="2024-07-29T15:49:39.434" authorId="{8AD4CAEE-CEC4-97E2-1CB5-39BD29947451}"/>
          </p223:rxn>
        </p223:reactions>
      </p:ext>
    </p188:extLst>
  </p188:cm>
  <p188:cm id="{006D3322-A1A8-4AB0-9204-E402065D432A}" authorId="{8AD4CAEE-CEC4-97E2-1CB5-39BD29947451}" status="resolved" created="2024-07-29T12:32:00.274" complete="100000">
    <ac:deMkLst xmlns:ac="http://schemas.microsoft.com/office/drawing/2013/main/command">
      <pc:docMk xmlns:pc="http://schemas.microsoft.com/office/powerpoint/2013/main/command"/>
      <pc:sldMk xmlns:pc="http://schemas.microsoft.com/office/powerpoint/2013/main/command" cId="3127338489" sldId="2147476248"/>
      <ac:spMk id="4" creationId="{64FFCD7A-1E43-F327-E208-80FD1F7D6CB3}"/>
    </ac:deMkLst>
    <p188:txBody>
      <a:bodyPr/>
      <a:lstStyle/>
      <a:p>
        <a:r>
          <a:rPr lang="fr-FR"/>
          <a:t>Mise en page plus horizontale</a:t>
        </a:r>
      </a:p>
    </p188:txBody>
    <p188:extLst>
      <p:ext xmlns:p="http://schemas.openxmlformats.org/presentationml/2006/main" uri="{57CB4572-C831-44C2-8A1C-0ADB6CCDFE69}">
        <p223:reactions xmlns:p223="http://schemas.microsoft.com/office/powerpoint/2022/03/main">
          <p223:rxn type="👍">
            <p223:instance time="2024-07-30T12:13:26.777" authorId="{8AD4CAEE-CEC4-97E2-1CB5-39BD29947451}"/>
          </p223:rxn>
        </p223:reactions>
      </p:ext>
    </p188:extLst>
  </p188:cm>
  <p188:cm id="{D37561D6-F4C6-4299-9061-31E27DE192FB}" authorId="{8AD4CAEE-CEC4-97E2-1CB5-39BD29947451}" status="resolved" created="2024-07-29T12:32:33.738" complete="100000">
    <ac:deMkLst xmlns:ac="http://schemas.microsoft.com/office/drawing/2013/main/command">
      <pc:docMk xmlns:pc="http://schemas.microsoft.com/office/powerpoint/2013/main/command"/>
      <pc:sldMk xmlns:pc="http://schemas.microsoft.com/office/powerpoint/2013/main/command" cId="3127338489" sldId="2147476248"/>
      <ac:spMk id="25" creationId="{AC6B8A6B-51D3-072D-4088-18E3790F769D}"/>
    </ac:deMkLst>
    <p188:txBody>
      <a:bodyPr/>
      <a:lstStyle/>
      <a:p>
        <a:r>
          <a:rPr lang="fr-FR"/>
          <a:t>Reformuler (répétition)</a:t>
        </a:r>
      </a:p>
    </p188:txBody>
    <p188:extLst>
      <p:ext xmlns:p="http://schemas.openxmlformats.org/presentationml/2006/main" uri="{57CB4572-C831-44C2-8A1C-0ADB6CCDFE69}">
        <p223:reactions xmlns:p223="http://schemas.microsoft.com/office/powerpoint/2022/03/main">
          <p223:rxn type="👍">
            <p223:instance time="2024-07-29T15:47:00.746" authorId="{8AD4CAEE-CEC4-97E2-1CB5-39BD29947451}"/>
          </p223:rxn>
        </p223:reactions>
      </p:ext>
    </p188:extLst>
  </p188:cm>
</p188:cmLst>
</file>

<file path=ppt/comments/modernComment_7FFFE322_E7CD5CC0.xml><?xml version="1.0" encoding="utf-8"?>
<p188:cmLst xmlns:a="http://schemas.openxmlformats.org/drawingml/2006/main" xmlns:r="http://schemas.openxmlformats.org/officeDocument/2006/relationships" xmlns:p188="http://schemas.microsoft.com/office/powerpoint/2018/8/main">
  <p188:cm id="{C2B29272-E3A2-4132-B68D-6D031AD1A7D7}" authorId="{8AD4CAEE-CEC4-97E2-1CB5-39BD29947451}" created="2024-07-26T16:10:45.649">
    <pc:sldMkLst xmlns:pc="http://schemas.microsoft.com/office/powerpoint/2013/main/command">
      <pc:docMk/>
      <pc:sldMk cId="3888995520" sldId="2147476258"/>
    </pc:sldMkLst>
    <p188:txBody>
      <a:bodyPr/>
      <a:lstStyle/>
      <a:p>
        <a:r>
          <a:rPr lang="fr-FR"/>
          <a:t>Ne pas conserver</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A9A704-EA0E-4D1E-AF44-B02B94D68BA0}"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US"/>
        </a:p>
      </dgm:t>
    </dgm:pt>
    <dgm:pt modelId="{7D9D6BA2-84A8-45A3-BA1F-916B3489AA14}">
      <dgm:prSet phldrT="[Texte]" custT="1"/>
      <dgm:spPr>
        <a:solidFill>
          <a:schemeClr val="accent1"/>
        </a:solidFill>
      </dgm:spPr>
      <dgm:t>
        <a:bodyPr/>
        <a:lstStyle/>
        <a:p>
          <a:r>
            <a:rPr lang="fr-FR" sz="900" b="0">
              <a:solidFill>
                <a:schemeClr val="tx1"/>
              </a:solidFill>
            </a:rPr>
            <a:t>Extérieur du PIV (zone public)</a:t>
          </a:r>
        </a:p>
      </dgm:t>
    </dgm:pt>
    <dgm:pt modelId="{C2FB28E6-815A-4D59-995A-31F885FFC4E8}" type="parTrans" cxnId="{4158E29A-FD47-4C45-97D5-E45BF8A061B3}">
      <dgm:prSet/>
      <dgm:spPr/>
      <dgm:t>
        <a:bodyPr/>
        <a:lstStyle/>
        <a:p>
          <a:endParaRPr lang="en-US"/>
        </a:p>
      </dgm:t>
    </dgm:pt>
    <dgm:pt modelId="{59CCF637-8BC6-4CEE-81BE-99447C4CB180}" type="sibTrans" cxnId="{4158E29A-FD47-4C45-97D5-E45BF8A061B3}">
      <dgm:prSet/>
      <dgm:spPr/>
      <dgm:t>
        <a:bodyPr/>
        <a:lstStyle/>
        <a:p>
          <a:endParaRPr lang="en-US"/>
        </a:p>
      </dgm:t>
    </dgm:pt>
    <dgm:pt modelId="{8CDB4620-23AA-4084-B9CE-1F53CEE973C4}">
      <dgm:prSet phldrT="[Texte]" custT="1"/>
      <dgm:spPr>
        <a:solidFill>
          <a:srgbClr val="FFFF00"/>
        </a:solidFill>
      </dgm:spPr>
      <dgm:t>
        <a:bodyPr/>
        <a:lstStyle/>
        <a:p>
          <a:r>
            <a:rPr lang="fr-FR" sz="900" b="0">
              <a:solidFill>
                <a:schemeClr val="tx1"/>
              </a:solidFill>
            </a:rPr>
            <a:t>Extérieur des bâtiments du PIV</a:t>
          </a:r>
        </a:p>
      </dgm:t>
    </dgm:pt>
    <dgm:pt modelId="{27C807A0-FCD6-4179-98AC-323FBF2B9F7B}" type="parTrans" cxnId="{BF1CFA60-8CFC-470C-88D8-59FCA9898B39}">
      <dgm:prSet/>
      <dgm:spPr/>
      <dgm:t>
        <a:bodyPr/>
        <a:lstStyle/>
        <a:p>
          <a:endParaRPr lang="en-US"/>
        </a:p>
      </dgm:t>
    </dgm:pt>
    <dgm:pt modelId="{00AEFE0E-4EEC-4088-9362-E38B42B3A3AE}" type="sibTrans" cxnId="{BF1CFA60-8CFC-470C-88D8-59FCA9898B39}">
      <dgm:prSet/>
      <dgm:spPr/>
      <dgm:t>
        <a:bodyPr/>
        <a:lstStyle/>
        <a:p>
          <a:endParaRPr lang="en-US"/>
        </a:p>
      </dgm:t>
    </dgm:pt>
    <dgm:pt modelId="{69ABA4D4-9FCC-4CC4-BA74-6B1F68A3EB0F}">
      <dgm:prSet phldrT="[Texte]" custT="1"/>
      <dgm:spPr>
        <a:solidFill>
          <a:srgbClr val="FFC000"/>
        </a:solidFill>
      </dgm:spPr>
      <dgm:t>
        <a:bodyPr/>
        <a:lstStyle/>
        <a:p>
          <a:r>
            <a:rPr lang="fr-FR" sz="900" b="0">
              <a:solidFill>
                <a:schemeClr val="tx1"/>
              </a:solidFill>
            </a:rPr>
            <a:t>Intérieur des bâtiments du PIV</a:t>
          </a:r>
        </a:p>
      </dgm:t>
    </dgm:pt>
    <dgm:pt modelId="{5E35E87E-07C1-4B36-B2D2-DB631A38FF98}" type="parTrans" cxnId="{64521067-8036-4366-9301-89687ECC7C63}">
      <dgm:prSet/>
      <dgm:spPr/>
      <dgm:t>
        <a:bodyPr/>
        <a:lstStyle/>
        <a:p>
          <a:endParaRPr lang="en-US"/>
        </a:p>
      </dgm:t>
    </dgm:pt>
    <dgm:pt modelId="{04A256CA-8A77-4E16-8C43-D005470EAE84}" type="sibTrans" cxnId="{64521067-8036-4366-9301-89687ECC7C63}">
      <dgm:prSet/>
      <dgm:spPr/>
      <dgm:t>
        <a:bodyPr/>
        <a:lstStyle/>
        <a:p>
          <a:endParaRPr lang="en-US"/>
        </a:p>
      </dgm:t>
    </dgm:pt>
    <dgm:pt modelId="{A3E5C18A-67B4-4B69-8808-001741539385}">
      <dgm:prSet phldrT="[Texte]" custT="1"/>
      <dgm:spPr>
        <a:solidFill>
          <a:srgbClr val="FF0000"/>
        </a:solidFill>
      </dgm:spPr>
      <dgm:t>
        <a:bodyPr/>
        <a:lstStyle/>
        <a:p>
          <a:r>
            <a:rPr lang="fr-FR" sz="900" b="0">
              <a:solidFill>
                <a:schemeClr val="tx1"/>
              </a:solidFill>
            </a:rPr>
            <a:t>Centre névralgique</a:t>
          </a:r>
        </a:p>
      </dgm:t>
    </dgm:pt>
    <dgm:pt modelId="{E29BEAF3-5EA0-4E6E-AEC7-26A7FE8A90D2}" type="parTrans" cxnId="{8B0F42F1-AD10-4210-A6EC-3177D5F4CD0D}">
      <dgm:prSet/>
      <dgm:spPr/>
      <dgm:t>
        <a:bodyPr/>
        <a:lstStyle/>
        <a:p>
          <a:endParaRPr lang="en-US"/>
        </a:p>
      </dgm:t>
    </dgm:pt>
    <dgm:pt modelId="{A6E74757-58BD-4D8B-B74C-09FB9C2601B8}" type="sibTrans" cxnId="{8B0F42F1-AD10-4210-A6EC-3177D5F4CD0D}">
      <dgm:prSet/>
      <dgm:spPr/>
      <dgm:t>
        <a:bodyPr/>
        <a:lstStyle/>
        <a:p>
          <a:endParaRPr lang="en-US"/>
        </a:p>
      </dgm:t>
    </dgm:pt>
    <dgm:pt modelId="{E4B5F4DD-6B51-4C34-BD67-858F201538B1}" type="pres">
      <dgm:prSet presAssocID="{A8A9A704-EA0E-4D1E-AF44-B02B94D68BA0}" presName="Name0" presStyleCnt="0">
        <dgm:presLayoutVars>
          <dgm:chMax val="7"/>
          <dgm:resizeHandles val="exact"/>
        </dgm:presLayoutVars>
      </dgm:prSet>
      <dgm:spPr/>
    </dgm:pt>
    <dgm:pt modelId="{6AB6A6DC-A846-4644-A845-BBCBB5BD2E5B}" type="pres">
      <dgm:prSet presAssocID="{A8A9A704-EA0E-4D1E-AF44-B02B94D68BA0}" presName="comp1" presStyleCnt="0"/>
      <dgm:spPr/>
    </dgm:pt>
    <dgm:pt modelId="{48B09128-620D-4F2F-A795-9B058C67B9E6}" type="pres">
      <dgm:prSet presAssocID="{A8A9A704-EA0E-4D1E-AF44-B02B94D68BA0}" presName="circle1" presStyleLbl="node1" presStyleIdx="0" presStyleCnt="4"/>
      <dgm:spPr/>
    </dgm:pt>
    <dgm:pt modelId="{71C1BD23-DC92-4D57-BC35-773F96F576FA}" type="pres">
      <dgm:prSet presAssocID="{A8A9A704-EA0E-4D1E-AF44-B02B94D68BA0}" presName="c1text" presStyleLbl="node1" presStyleIdx="0" presStyleCnt="4">
        <dgm:presLayoutVars>
          <dgm:bulletEnabled val="1"/>
        </dgm:presLayoutVars>
      </dgm:prSet>
      <dgm:spPr/>
    </dgm:pt>
    <dgm:pt modelId="{E4BA0B6C-625D-4584-9083-7DC3C4A6E6CD}" type="pres">
      <dgm:prSet presAssocID="{A8A9A704-EA0E-4D1E-AF44-B02B94D68BA0}" presName="comp2" presStyleCnt="0"/>
      <dgm:spPr/>
    </dgm:pt>
    <dgm:pt modelId="{AB85648E-FF76-4579-894B-48F700BDF152}" type="pres">
      <dgm:prSet presAssocID="{A8A9A704-EA0E-4D1E-AF44-B02B94D68BA0}" presName="circle2" presStyleLbl="node1" presStyleIdx="1" presStyleCnt="4"/>
      <dgm:spPr/>
    </dgm:pt>
    <dgm:pt modelId="{38702AB8-6ACF-4102-895B-4E590027C71B}" type="pres">
      <dgm:prSet presAssocID="{A8A9A704-EA0E-4D1E-AF44-B02B94D68BA0}" presName="c2text" presStyleLbl="node1" presStyleIdx="1" presStyleCnt="4">
        <dgm:presLayoutVars>
          <dgm:bulletEnabled val="1"/>
        </dgm:presLayoutVars>
      </dgm:prSet>
      <dgm:spPr/>
    </dgm:pt>
    <dgm:pt modelId="{6495E9AE-2B5A-43B7-8758-232CD744A239}" type="pres">
      <dgm:prSet presAssocID="{A8A9A704-EA0E-4D1E-AF44-B02B94D68BA0}" presName="comp3" presStyleCnt="0"/>
      <dgm:spPr/>
    </dgm:pt>
    <dgm:pt modelId="{4907552B-4014-4259-AC35-9A6B1A870B6E}" type="pres">
      <dgm:prSet presAssocID="{A8A9A704-EA0E-4D1E-AF44-B02B94D68BA0}" presName="circle3" presStyleLbl="node1" presStyleIdx="2" presStyleCnt="4"/>
      <dgm:spPr/>
    </dgm:pt>
    <dgm:pt modelId="{8BFCA56E-4EE4-44FA-8549-8ECB8C8F79FE}" type="pres">
      <dgm:prSet presAssocID="{A8A9A704-EA0E-4D1E-AF44-B02B94D68BA0}" presName="c3text" presStyleLbl="node1" presStyleIdx="2" presStyleCnt="4">
        <dgm:presLayoutVars>
          <dgm:bulletEnabled val="1"/>
        </dgm:presLayoutVars>
      </dgm:prSet>
      <dgm:spPr/>
    </dgm:pt>
    <dgm:pt modelId="{D929F275-7C4B-4BB2-8DEF-26ACACCCBF7F}" type="pres">
      <dgm:prSet presAssocID="{A8A9A704-EA0E-4D1E-AF44-B02B94D68BA0}" presName="comp4" presStyleCnt="0"/>
      <dgm:spPr/>
    </dgm:pt>
    <dgm:pt modelId="{5A5C5B62-7E1C-45A9-BC5D-D918E14208FF}" type="pres">
      <dgm:prSet presAssocID="{A8A9A704-EA0E-4D1E-AF44-B02B94D68BA0}" presName="circle4" presStyleLbl="node1" presStyleIdx="3" presStyleCnt="4"/>
      <dgm:spPr/>
    </dgm:pt>
    <dgm:pt modelId="{94624727-48EA-44EE-B2A8-B80AE3A9DA80}" type="pres">
      <dgm:prSet presAssocID="{A8A9A704-EA0E-4D1E-AF44-B02B94D68BA0}" presName="c4text" presStyleLbl="node1" presStyleIdx="3" presStyleCnt="4">
        <dgm:presLayoutVars>
          <dgm:bulletEnabled val="1"/>
        </dgm:presLayoutVars>
      </dgm:prSet>
      <dgm:spPr/>
    </dgm:pt>
  </dgm:ptLst>
  <dgm:cxnLst>
    <dgm:cxn modelId="{76968C07-123A-4DA9-97BC-776C1D6B2EB0}" type="presOf" srcId="{7D9D6BA2-84A8-45A3-BA1F-916B3489AA14}" destId="{48B09128-620D-4F2F-A795-9B058C67B9E6}" srcOrd="0" destOrd="0" presId="urn:microsoft.com/office/officeart/2005/8/layout/venn2"/>
    <dgm:cxn modelId="{FE792A0C-D55B-4CBC-B7D6-2B7D81961224}" type="presOf" srcId="{8CDB4620-23AA-4084-B9CE-1F53CEE973C4}" destId="{AB85648E-FF76-4579-894B-48F700BDF152}" srcOrd="0" destOrd="0" presId="urn:microsoft.com/office/officeart/2005/8/layout/venn2"/>
    <dgm:cxn modelId="{E8578C10-627C-4552-B6C0-BB66675BBFAA}" type="presOf" srcId="{69ABA4D4-9FCC-4CC4-BA74-6B1F68A3EB0F}" destId="{8BFCA56E-4EE4-44FA-8549-8ECB8C8F79FE}" srcOrd="1" destOrd="0" presId="urn:microsoft.com/office/officeart/2005/8/layout/venn2"/>
    <dgm:cxn modelId="{B22DC511-CE0F-49C3-BE49-D64A5349B7F2}" type="presOf" srcId="{69ABA4D4-9FCC-4CC4-BA74-6B1F68A3EB0F}" destId="{4907552B-4014-4259-AC35-9A6B1A870B6E}" srcOrd="0" destOrd="0" presId="urn:microsoft.com/office/officeart/2005/8/layout/venn2"/>
    <dgm:cxn modelId="{BF1CFA60-8CFC-470C-88D8-59FCA9898B39}" srcId="{A8A9A704-EA0E-4D1E-AF44-B02B94D68BA0}" destId="{8CDB4620-23AA-4084-B9CE-1F53CEE973C4}" srcOrd="1" destOrd="0" parTransId="{27C807A0-FCD6-4179-98AC-323FBF2B9F7B}" sibTransId="{00AEFE0E-4EEC-4088-9362-E38B42B3A3AE}"/>
    <dgm:cxn modelId="{64521067-8036-4366-9301-89687ECC7C63}" srcId="{A8A9A704-EA0E-4D1E-AF44-B02B94D68BA0}" destId="{69ABA4D4-9FCC-4CC4-BA74-6B1F68A3EB0F}" srcOrd="2" destOrd="0" parTransId="{5E35E87E-07C1-4B36-B2D2-DB631A38FF98}" sibTransId="{04A256CA-8A77-4E16-8C43-D005470EAE84}"/>
    <dgm:cxn modelId="{4158E29A-FD47-4C45-97D5-E45BF8A061B3}" srcId="{A8A9A704-EA0E-4D1E-AF44-B02B94D68BA0}" destId="{7D9D6BA2-84A8-45A3-BA1F-916B3489AA14}" srcOrd="0" destOrd="0" parTransId="{C2FB28E6-815A-4D59-995A-31F885FFC4E8}" sibTransId="{59CCF637-8BC6-4CEE-81BE-99447C4CB180}"/>
    <dgm:cxn modelId="{955967A3-F443-4BA7-813B-D5F0D256C220}" type="presOf" srcId="{A3E5C18A-67B4-4B69-8808-001741539385}" destId="{94624727-48EA-44EE-B2A8-B80AE3A9DA80}" srcOrd="1" destOrd="0" presId="urn:microsoft.com/office/officeart/2005/8/layout/venn2"/>
    <dgm:cxn modelId="{B89A7FA6-0B9B-4A83-B4E0-83FC0746327D}" type="presOf" srcId="{A8A9A704-EA0E-4D1E-AF44-B02B94D68BA0}" destId="{E4B5F4DD-6B51-4C34-BD67-858F201538B1}" srcOrd="0" destOrd="0" presId="urn:microsoft.com/office/officeart/2005/8/layout/venn2"/>
    <dgm:cxn modelId="{2FABB0C0-216B-43F8-AD26-F8ADE2A6537A}" type="presOf" srcId="{8CDB4620-23AA-4084-B9CE-1F53CEE973C4}" destId="{38702AB8-6ACF-4102-895B-4E590027C71B}" srcOrd="1" destOrd="0" presId="urn:microsoft.com/office/officeart/2005/8/layout/venn2"/>
    <dgm:cxn modelId="{A1930BD3-D5F9-4268-9EDA-E14AF4F868AB}" type="presOf" srcId="{A3E5C18A-67B4-4B69-8808-001741539385}" destId="{5A5C5B62-7E1C-45A9-BC5D-D918E14208FF}" srcOrd="0" destOrd="0" presId="urn:microsoft.com/office/officeart/2005/8/layout/venn2"/>
    <dgm:cxn modelId="{FB1C3CF1-B9C5-464E-B863-FEDBAA2707E5}" type="presOf" srcId="{7D9D6BA2-84A8-45A3-BA1F-916B3489AA14}" destId="{71C1BD23-DC92-4D57-BC35-773F96F576FA}" srcOrd="1" destOrd="0" presId="urn:microsoft.com/office/officeart/2005/8/layout/venn2"/>
    <dgm:cxn modelId="{8B0F42F1-AD10-4210-A6EC-3177D5F4CD0D}" srcId="{A8A9A704-EA0E-4D1E-AF44-B02B94D68BA0}" destId="{A3E5C18A-67B4-4B69-8808-001741539385}" srcOrd="3" destOrd="0" parTransId="{E29BEAF3-5EA0-4E6E-AEC7-26A7FE8A90D2}" sibTransId="{A6E74757-58BD-4D8B-B74C-09FB9C2601B8}"/>
    <dgm:cxn modelId="{2E092FCE-4B58-4D63-8B9A-02811123171C}" type="presParOf" srcId="{E4B5F4DD-6B51-4C34-BD67-858F201538B1}" destId="{6AB6A6DC-A846-4644-A845-BBCBB5BD2E5B}" srcOrd="0" destOrd="0" presId="urn:microsoft.com/office/officeart/2005/8/layout/venn2"/>
    <dgm:cxn modelId="{C1888FB3-114A-4FC7-B520-AC5D26A8A834}" type="presParOf" srcId="{6AB6A6DC-A846-4644-A845-BBCBB5BD2E5B}" destId="{48B09128-620D-4F2F-A795-9B058C67B9E6}" srcOrd="0" destOrd="0" presId="urn:microsoft.com/office/officeart/2005/8/layout/venn2"/>
    <dgm:cxn modelId="{84FA69C2-F1E5-4B42-869D-62FA81F63473}" type="presParOf" srcId="{6AB6A6DC-A846-4644-A845-BBCBB5BD2E5B}" destId="{71C1BD23-DC92-4D57-BC35-773F96F576FA}" srcOrd="1" destOrd="0" presId="urn:microsoft.com/office/officeart/2005/8/layout/venn2"/>
    <dgm:cxn modelId="{8A7B192C-D77A-4B1D-8DA6-2960E972DF10}" type="presParOf" srcId="{E4B5F4DD-6B51-4C34-BD67-858F201538B1}" destId="{E4BA0B6C-625D-4584-9083-7DC3C4A6E6CD}" srcOrd="1" destOrd="0" presId="urn:microsoft.com/office/officeart/2005/8/layout/venn2"/>
    <dgm:cxn modelId="{B619C968-AB81-4B83-AEAF-F8A0D32E3B2D}" type="presParOf" srcId="{E4BA0B6C-625D-4584-9083-7DC3C4A6E6CD}" destId="{AB85648E-FF76-4579-894B-48F700BDF152}" srcOrd="0" destOrd="0" presId="urn:microsoft.com/office/officeart/2005/8/layout/venn2"/>
    <dgm:cxn modelId="{35DAC07D-FF2B-43BD-84BF-6C939D6D9C1E}" type="presParOf" srcId="{E4BA0B6C-625D-4584-9083-7DC3C4A6E6CD}" destId="{38702AB8-6ACF-4102-895B-4E590027C71B}" srcOrd="1" destOrd="0" presId="urn:microsoft.com/office/officeart/2005/8/layout/venn2"/>
    <dgm:cxn modelId="{7D9973F8-169A-48DE-9E3B-320D722DC655}" type="presParOf" srcId="{E4B5F4DD-6B51-4C34-BD67-858F201538B1}" destId="{6495E9AE-2B5A-43B7-8758-232CD744A239}" srcOrd="2" destOrd="0" presId="urn:microsoft.com/office/officeart/2005/8/layout/venn2"/>
    <dgm:cxn modelId="{EBFC9C16-3551-46B6-BD2D-EDAF2FFB9F53}" type="presParOf" srcId="{6495E9AE-2B5A-43B7-8758-232CD744A239}" destId="{4907552B-4014-4259-AC35-9A6B1A870B6E}" srcOrd="0" destOrd="0" presId="urn:microsoft.com/office/officeart/2005/8/layout/venn2"/>
    <dgm:cxn modelId="{B148D061-83A0-4CA6-8B4B-7FB87A8C672D}" type="presParOf" srcId="{6495E9AE-2B5A-43B7-8758-232CD744A239}" destId="{8BFCA56E-4EE4-44FA-8549-8ECB8C8F79FE}" srcOrd="1" destOrd="0" presId="urn:microsoft.com/office/officeart/2005/8/layout/venn2"/>
    <dgm:cxn modelId="{CE5AF872-ED2B-4A39-9291-F635E855FDD2}" type="presParOf" srcId="{E4B5F4DD-6B51-4C34-BD67-858F201538B1}" destId="{D929F275-7C4B-4BB2-8DEF-26ACACCCBF7F}" srcOrd="3" destOrd="0" presId="urn:microsoft.com/office/officeart/2005/8/layout/venn2"/>
    <dgm:cxn modelId="{F4AC4C12-02EF-4545-A7A2-C77109739BEE}" type="presParOf" srcId="{D929F275-7C4B-4BB2-8DEF-26ACACCCBF7F}" destId="{5A5C5B62-7E1C-45A9-BC5D-D918E14208FF}" srcOrd="0" destOrd="0" presId="urn:microsoft.com/office/officeart/2005/8/layout/venn2"/>
    <dgm:cxn modelId="{BCF3D09D-3C24-49DF-89E0-C8B1292ED106}" type="presParOf" srcId="{D929F275-7C4B-4BB2-8DEF-26ACACCCBF7F}" destId="{94624727-48EA-44EE-B2A8-B80AE3A9DA80}" srcOrd="1" destOrd="0" presId="urn:microsoft.com/office/officeart/2005/8/layout/venn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B09128-620D-4F2F-A795-9B058C67B9E6}">
      <dsp:nvSpPr>
        <dsp:cNvPr id="0" name=""/>
        <dsp:cNvSpPr/>
      </dsp:nvSpPr>
      <dsp:spPr>
        <a:xfrm>
          <a:off x="1096324" y="0"/>
          <a:ext cx="3108845" cy="3108845"/>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fr-FR" sz="900" b="0" kern="1200">
              <a:solidFill>
                <a:schemeClr val="tx1"/>
              </a:solidFill>
            </a:rPr>
            <a:t>Extérieur du PIV (zone public)</a:t>
          </a:r>
        </a:p>
      </dsp:txBody>
      <dsp:txXfrm>
        <a:off x="2216130" y="155442"/>
        <a:ext cx="869233" cy="466326"/>
      </dsp:txXfrm>
    </dsp:sp>
    <dsp:sp modelId="{AB85648E-FF76-4579-894B-48F700BDF152}">
      <dsp:nvSpPr>
        <dsp:cNvPr id="0" name=""/>
        <dsp:cNvSpPr/>
      </dsp:nvSpPr>
      <dsp:spPr>
        <a:xfrm>
          <a:off x="1407208" y="621768"/>
          <a:ext cx="2487076" cy="2487076"/>
        </a:xfrm>
        <a:prstGeom prst="ellipse">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fr-FR" sz="900" b="0" kern="1200">
              <a:solidFill>
                <a:schemeClr val="tx1"/>
              </a:solidFill>
            </a:rPr>
            <a:t>Extérieur des bâtiments du PIV</a:t>
          </a:r>
        </a:p>
      </dsp:txBody>
      <dsp:txXfrm>
        <a:off x="2216130" y="770993"/>
        <a:ext cx="869233" cy="447673"/>
      </dsp:txXfrm>
    </dsp:sp>
    <dsp:sp modelId="{4907552B-4014-4259-AC35-9A6B1A870B6E}">
      <dsp:nvSpPr>
        <dsp:cNvPr id="0" name=""/>
        <dsp:cNvSpPr/>
      </dsp:nvSpPr>
      <dsp:spPr>
        <a:xfrm>
          <a:off x="1718093" y="1243537"/>
          <a:ext cx="1865307" cy="1865307"/>
        </a:xfrm>
        <a:prstGeom prst="ellipse">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fr-FR" sz="900" b="0" kern="1200">
              <a:solidFill>
                <a:schemeClr val="tx1"/>
              </a:solidFill>
            </a:rPr>
            <a:t>Intérieur des bâtiments du PIV</a:t>
          </a:r>
        </a:p>
      </dsp:txBody>
      <dsp:txXfrm>
        <a:off x="2216130" y="1383436"/>
        <a:ext cx="869233" cy="419694"/>
      </dsp:txXfrm>
    </dsp:sp>
    <dsp:sp modelId="{5A5C5B62-7E1C-45A9-BC5D-D918E14208FF}">
      <dsp:nvSpPr>
        <dsp:cNvPr id="0" name=""/>
        <dsp:cNvSpPr/>
      </dsp:nvSpPr>
      <dsp:spPr>
        <a:xfrm>
          <a:off x="2028977" y="1865307"/>
          <a:ext cx="1243538" cy="1243538"/>
        </a:xfrm>
        <a:prstGeom prst="ellipse">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fr-FR" sz="900" b="0" kern="1200">
              <a:solidFill>
                <a:schemeClr val="tx1"/>
              </a:solidFill>
            </a:rPr>
            <a:t>Centre névralgique</a:t>
          </a:r>
        </a:p>
      </dsp:txBody>
      <dsp:txXfrm>
        <a:off x="2211089" y="2176191"/>
        <a:ext cx="879314" cy="621769"/>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2"/>
            <a:ext cx="2890050" cy="488871"/>
          </a:xfrm>
          <a:prstGeom prst="rect">
            <a:avLst/>
          </a:prstGeom>
        </p:spPr>
        <p:txBody>
          <a:bodyPr vert="horz" lIns="90494" tIns="45248" rIns="90494" bIns="45248" rtlCol="0"/>
          <a:lstStyle>
            <a:lvl1pPr algn="l">
              <a:defRPr sz="1200"/>
            </a:lvl1pPr>
          </a:lstStyle>
          <a:p>
            <a:endParaRPr lang="fr-FR"/>
          </a:p>
        </p:txBody>
      </p:sp>
      <p:sp>
        <p:nvSpPr>
          <p:cNvPr id="3" name="Espace réservé de la date 2"/>
          <p:cNvSpPr>
            <a:spLocks noGrp="1"/>
          </p:cNvSpPr>
          <p:nvPr>
            <p:ph type="dt" sz="quarter" idx="1"/>
          </p:nvPr>
        </p:nvSpPr>
        <p:spPr>
          <a:xfrm>
            <a:off x="3779054" y="2"/>
            <a:ext cx="2890050" cy="488871"/>
          </a:xfrm>
          <a:prstGeom prst="rect">
            <a:avLst/>
          </a:prstGeom>
        </p:spPr>
        <p:txBody>
          <a:bodyPr vert="horz" lIns="90494" tIns="45248" rIns="90494" bIns="45248" rtlCol="0"/>
          <a:lstStyle>
            <a:lvl1pPr algn="r">
              <a:defRPr sz="1200"/>
            </a:lvl1pPr>
          </a:lstStyle>
          <a:p>
            <a:fld id="{FC44EC18-4EEB-4D5B-B082-BF8D68984CE6}" type="datetimeFigureOut">
              <a:rPr lang="fr-FR" smtClean="0"/>
              <a:t>21/10/2025</a:t>
            </a:fld>
            <a:endParaRPr lang="fr-FR"/>
          </a:p>
        </p:txBody>
      </p:sp>
      <p:sp>
        <p:nvSpPr>
          <p:cNvPr id="4" name="Espace réservé du pied de page 3"/>
          <p:cNvSpPr>
            <a:spLocks noGrp="1"/>
          </p:cNvSpPr>
          <p:nvPr>
            <p:ph type="ftr" sz="quarter" idx="2"/>
          </p:nvPr>
        </p:nvSpPr>
        <p:spPr>
          <a:xfrm>
            <a:off x="0" y="9286972"/>
            <a:ext cx="2890050" cy="488871"/>
          </a:xfrm>
          <a:prstGeom prst="rect">
            <a:avLst/>
          </a:prstGeom>
        </p:spPr>
        <p:txBody>
          <a:bodyPr vert="horz" lIns="90494" tIns="45248" rIns="90494" bIns="45248"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779054" y="9286972"/>
            <a:ext cx="2890050" cy="488871"/>
          </a:xfrm>
          <a:prstGeom prst="rect">
            <a:avLst/>
          </a:prstGeom>
        </p:spPr>
        <p:txBody>
          <a:bodyPr vert="horz" lIns="90494" tIns="45248" rIns="90494" bIns="45248" rtlCol="0" anchor="b"/>
          <a:lstStyle>
            <a:lvl1pPr algn="r">
              <a:defRPr sz="1200"/>
            </a:lvl1pPr>
          </a:lstStyle>
          <a:p>
            <a:fld id="{4818EC42-CF38-4915-8739-8E434A48C1AE}" type="slidenum">
              <a:rPr lang="fr-FR" smtClean="0"/>
              <a:t>‹N°›</a:t>
            </a:fld>
            <a:endParaRPr lang="fr-FR"/>
          </a:p>
        </p:txBody>
      </p:sp>
    </p:spTree>
    <p:extLst>
      <p:ext uri="{BB962C8B-B14F-4D97-AF65-F5344CB8AC3E}">
        <p14:creationId xmlns:p14="http://schemas.microsoft.com/office/powerpoint/2010/main" val="98760646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080" userDrawn="1">
          <p15:clr>
            <a:srgbClr val="F26B43"/>
          </p15:clr>
        </p15:guide>
        <p15:guide id="2" pos="210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2"/>
            <a:ext cx="2890626" cy="490569"/>
          </a:xfrm>
          <a:prstGeom prst="rect">
            <a:avLst/>
          </a:prstGeom>
        </p:spPr>
        <p:txBody>
          <a:bodyPr vert="horz" lIns="89894" tIns="44948" rIns="89894" bIns="44948" rtlCol="0"/>
          <a:lstStyle>
            <a:lvl1pPr algn="l">
              <a:defRPr sz="1200"/>
            </a:lvl1pPr>
          </a:lstStyle>
          <a:p>
            <a:endParaRPr lang="en-US"/>
          </a:p>
        </p:txBody>
      </p:sp>
      <p:sp>
        <p:nvSpPr>
          <p:cNvPr id="3" name="Date Placeholder 2"/>
          <p:cNvSpPr>
            <a:spLocks noGrp="1"/>
          </p:cNvSpPr>
          <p:nvPr>
            <p:ph type="dt" idx="1"/>
          </p:nvPr>
        </p:nvSpPr>
        <p:spPr>
          <a:xfrm>
            <a:off x="3778506" y="2"/>
            <a:ext cx="2890626" cy="490569"/>
          </a:xfrm>
          <a:prstGeom prst="rect">
            <a:avLst/>
          </a:prstGeom>
        </p:spPr>
        <p:txBody>
          <a:bodyPr vert="horz" lIns="89894" tIns="44948" rIns="89894" bIns="44948" rtlCol="0"/>
          <a:lstStyle>
            <a:lvl1pPr algn="r">
              <a:defRPr sz="1200"/>
            </a:lvl1pPr>
          </a:lstStyle>
          <a:p>
            <a:fld id="{8C39B519-6E1F-411A-A29D-D1E1AD04C97D}" type="datetimeFigureOut">
              <a:rPr lang="en-US" smtClean="0"/>
              <a:t>10/21/2025</a:t>
            </a:fld>
            <a:endParaRPr lang="en-US"/>
          </a:p>
        </p:txBody>
      </p:sp>
      <p:sp>
        <p:nvSpPr>
          <p:cNvPr id="4" name="Slide Image Placeholder 3"/>
          <p:cNvSpPr>
            <a:spLocks noGrp="1" noRot="1" noChangeAspect="1"/>
          </p:cNvSpPr>
          <p:nvPr>
            <p:ph type="sldImg" idx="2"/>
          </p:nvPr>
        </p:nvSpPr>
        <p:spPr>
          <a:xfrm>
            <a:off x="401638" y="1222375"/>
            <a:ext cx="5867400" cy="3300413"/>
          </a:xfrm>
          <a:prstGeom prst="rect">
            <a:avLst/>
          </a:prstGeom>
          <a:noFill/>
          <a:ln w="12700">
            <a:solidFill>
              <a:prstClr val="black"/>
            </a:solidFill>
          </a:ln>
        </p:spPr>
        <p:txBody>
          <a:bodyPr vert="horz" lIns="89894" tIns="44948" rIns="89894" bIns="44948" rtlCol="0" anchor="ctr"/>
          <a:lstStyle/>
          <a:p>
            <a:endParaRPr lang="en-US"/>
          </a:p>
        </p:txBody>
      </p:sp>
      <p:sp>
        <p:nvSpPr>
          <p:cNvPr id="5" name="Notes Placeholder 4"/>
          <p:cNvSpPr>
            <a:spLocks noGrp="1"/>
          </p:cNvSpPr>
          <p:nvPr>
            <p:ph type="body" sz="quarter" idx="3"/>
          </p:nvPr>
        </p:nvSpPr>
        <p:spPr>
          <a:xfrm>
            <a:off x="667068" y="4705379"/>
            <a:ext cx="5336540" cy="3849856"/>
          </a:xfrm>
          <a:prstGeom prst="rect">
            <a:avLst/>
          </a:prstGeom>
        </p:spPr>
        <p:txBody>
          <a:bodyPr vert="horz" lIns="89894" tIns="44948" rIns="89894" bIns="4494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3" y="9286849"/>
            <a:ext cx="2890626" cy="490568"/>
          </a:xfrm>
          <a:prstGeom prst="rect">
            <a:avLst/>
          </a:prstGeom>
        </p:spPr>
        <p:txBody>
          <a:bodyPr vert="horz" lIns="89894" tIns="44948" rIns="89894" bIns="44948" rtlCol="0" anchor="b"/>
          <a:lstStyle>
            <a:lvl1pPr algn="l">
              <a:defRPr sz="1200"/>
            </a:lvl1pPr>
          </a:lstStyle>
          <a:p>
            <a:endParaRPr lang="en-US"/>
          </a:p>
        </p:txBody>
      </p:sp>
      <p:sp>
        <p:nvSpPr>
          <p:cNvPr id="7" name="Slide Number Placeholder 6"/>
          <p:cNvSpPr>
            <a:spLocks noGrp="1"/>
          </p:cNvSpPr>
          <p:nvPr>
            <p:ph type="sldNum" sz="quarter" idx="5"/>
          </p:nvPr>
        </p:nvSpPr>
        <p:spPr>
          <a:xfrm>
            <a:off x="3778506" y="9286849"/>
            <a:ext cx="2890626" cy="490568"/>
          </a:xfrm>
          <a:prstGeom prst="rect">
            <a:avLst/>
          </a:prstGeom>
        </p:spPr>
        <p:txBody>
          <a:bodyPr vert="horz" lIns="89894" tIns="44948" rIns="89894" bIns="44948" rtlCol="0" anchor="b"/>
          <a:lstStyle>
            <a:lvl1pPr algn="r">
              <a:defRPr sz="1200"/>
            </a:lvl1pPr>
          </a:lstStyle>
          <a:p>
            <a:fld id="{F9168828-14A0-412B-94BC-241CF3A039BF}" type="slidenum">
              <a:rPr lang="en-US" smtClean="0"/>
              <a:t>‹N°›</a:t>
            </a:fld>
            <a:endParaRPr lang="en-US"/>
          </a:p>
        </p:txBody>
      </p:sp>
    </p:spTree>
    <p:extLst>
      <p:ext uri="{BB962C8B-B14F-4D97-AF65-F5344CB8AC3E}">
        <p14:creationId xmlns:p14="http://schemas.microsoft.com/office/powerpoint/2010/main" val="779814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a:p>
        </p:txBody>
      </p:sp>
      <p:sp>
        <p:nvSpPr>
          <p:cNvPr id="4" name="Espace réservé du numéro de diapositive 3"/>
          <p:cNvSpPr>
            <a:spLocks noGrp="1"/>
          </p:cNvSpPr>
          <p:nvPr>
            <p:ph type="sldNum" sz="quarter" idx="5"/>
          </p:nvPr>
        </p:nvSpPr>
        <p:spPr/>
        <p:txBody>
          <a:bodyPr/>
          <a:lstStyle/>
          <a:p>
            <a:fld id="{F9168828-14A0-412B-94BC-241CF3A039BF}" type="slidenum">
              <a:rPr lang="en-US" smtClean="0"/>
              <a:t>1</a:t>
            </a:fld>
            <a:endParaRPr lang="en-US"/>
          </a:p>
        </p:txBody>
      </p:sp>
    </p:spTree>
    <p:extLst>
      <p:ext uri="{BB962C8B-B14F-4D97-AF65-F5344CB8AC3E}">
        <p14:creationId xmlns:p14="http://schemas.microsoft.com/office/powerpoint/2010/main" val="3489735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F9168828-14A0-412B-94BC-241CF3A039BF}" type="slidenum">
              <a:rPr lang="en-US" smtClean="0"/>
              <a:t>2</a:t>
            </a:fld>
            <a:endParaRPr lang="en-US"/>
          </a:p>
        </p:txBody>
      </p:sp>
    </p:spTree>
    <p:extLst>
      <p:ext uri="{BB962C8B-B14F-4D97-AF65-F5344CB8AC3E}">
        <p14:creationId xmlns:p14="http://schemas.microsoft.com/office/powerpoint/2010/main" val="1882016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F9168828-14A0-412B-94BC-241CF3A039BF}" type="slidenum">
              <a:rPr lang="en-US" smtClean="0"/>
              <a:t>5</a:t>
            </a:fld>
            <a:endParaRPr lang="en-US"/>
          </a:p>
        </p:txBody>
      </p:sp>
    </p:spTree>
    <p:extLst>
      <p:ext uri="{BB962C8B-B14F-4D97-AF65-F5344CB8AC3E}">
        <p14:creationId xmlns:p14="http://schemas.microsoft.com/office/powerpoint/2010/main" val="1388399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F9168828-14A0-412B-94BC-241CF3A039BF}" type="slidenum">
              <a:rPr lang="en-US" smtClean="0"/>
              <a:t>12</a:t>
            </a:fld>
            <a:endParaRPr lang="en-US"/>
          </a:p>
        </p:txBody>
      </p:sp>
    </p:spTree>
    <p:extLst>
      <p:ext uri="{BB962C8B-B14F-4D97-AF65-F5344CB8AC3E}">
        <p14:creationId xmlns:p14="http://schemas.microsoft.com/office/powerpoint/2010/main" val="2173395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68828-14A0-412B-94BC-241CF3A039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1985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68828-14A0-412B-94BC-241CF3A039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8766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68828-14A0-412B-94BC-241CF3A039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1483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68828-14A0-412B-94BC-241CF3A039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05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168828-14A0-412B-94BC-241CF3A039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8576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F9168828-14A0-412B-94BC-241CF3A039BF}" type="slidenum">
              <a:rPr lang="en-US" smtClean="0"/>
              <a:t>30</a:t>
            </a:fld>
            <a:endParaRPr lang="en-US"/>
          </a:p>
        </p:txBody>
      </p:sp>
    </p:spTree>
    <p:extLst>
      <p:ext uri="{BB962C8B-B14F-4D97-AF65-F5344CB8AC3E}">
        <p14:creationId xmlns:p14="http://schemas.microsoft.com/office/powerpoint/2010/main" val="899617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F9168828-14A0-412B-94BC-241CF3A039BF}" type="slidenum">
              <a:rPr lang="en-US" smtClean="0"/>
              <a:t>31</a:t>
            </a:fld>
            <a:endParaRPr lang="en-US"/>
          </a:p>
        </p:txBody>
      </p:sp>
    </p:spTree>
    <p:extLst>
      <p:ext uri="{BB962C8B-B14F-4D97-AF65-F5344CB8AC3E}">
        <p14:creationId xmlns:p14="http://schemas.microsoft.com/office/powerpoint/2010/main" val="424446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F9168828-14A0-412B-94BC-241CF3A039BF}" type="slidenum">
              <a:rPr lang="en-US" smtClean="0"/>
              <a:t>32</a:t>
            </a:fld>
            <a:endParaRPr lang="en-US"/>
          </a:p>
        </p:txBody>
      </p:sp>
    </p:spTree>
    <p:extLst>
      <p:ext uri="{BB962C8B-B14F-4D97-AF65-F5344CB8AC3E}">
        <p14:creationId xmlns:p14="http://schemas.microsoft.com/office/powerpoint/2010/main" val="10875279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wavestone.com/en/" TargetMode="External"/><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wavestone.com/en/" TargetMode="External"/><Relationship Id="rId5" Type="http://schemas.openxmlformats.org/officeDocument/2006/relationships/image" Target="../media/image4.sv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15.jpeg"/><Relationship Id="rId13" Type="http://schemas.openxmlformats.org/officeDocument/2006/relationships/image" Target="../media/image20.jpeg"/><Relationship Id="rId3" Type="http://schemas.openxmlformats.org/officeDocument/2006/relationships/image" Target="../media/image10.jpeg"/><Relationship Id="rId7" Type="http://schemas.openxmlformats.org/officeDocument/2006/relationships/image" Target="../media/image14.jpeg"/><Relationship Id="rId12" Type="http://schemas.openxmlformats.org/officeDocument/2006/relationships/image" Target="../media/image19.jpeg"/><Relationship Id="rId2" Type="http://schemas.openxmlformats.org/officeDocument/2006/relationships/image" Target="../media/image9.jpeg"/><Relationship Id="rId16" Type="http://schemas.openxmlformats.org/officeDocument/2006/relationships/image" Target="../media/image23.jpeg"/><Relationship Id="rId1" Type="http://schemas.openxmlformats.org/officeDocument/2006/relationships/slideMaster" Target="../slideMasters/slideMaster1.xml"/><Relationship Id="rId6" Type="http://schemas.openxmlformats.org/officeDocument/2006/relationships/image" Target="../media/image13.jpeg"/><Relationship Id="rId11" Type="http://schemas.openxmlformats.org/officeDocument/2006/relationships/image" Target="../media/image18.jpeg"/><Relationship Id="rId5" Type="http://schemas.openxmlformats.org/officeDocument/2006/relationships/image" Target="../media/image12.jpeg"/><Relationship Id="rId15" Type="http://schemas.openxmlformats.org/officeDocument/2006/relationships/image" Target="../media/image22.jpeg"/><Relationship Id="rId10" Type="http://schemas.openxmlformats.org/officeDocument/2006/relationships/image" Target="../media/image17.jpeg"/><Relationship Id="rId4" Type="http://schemas.openxmlformats.org/officeDocument/2006/relationships/image" Target="../media/image11.jpeg"/><Relationship Id="rId9" Type="http://schemas.openxmlformats.org/officeDocument/2006/relationships/image" Target="../media/image16.jpeg"/><Relationship Id="rId14" Type="http://schemas.openxmlformats.org/officeDocument/2006/relationships/image" Target="../media/image21.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wavestone.com/en/" TargetMode="External"/><Relationship Id="rId1" Type="http://schemas.openxmlformats.org/officeDocument/2006/relationships/slideMaster" Target="../slideMasters/slideMaster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hyperlink" Target="https://www.wavestone.com/en/" TargetMode="External"/><Relationship Id="rId5" Type="http://schemas.openxmlformats.org/officeDocument/2006/relationships/image" Target="../media/image4.svg"/><Relationship Id="rId4" Type="http://schemas.openxmlformats.org/officeDocument/2006/relationships/image" Target="../media/image3.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8" Type="http://schemas.openxmlformats.org/officeDocument/2006/relationships/image" Target="../media/image32.jpeg"/><Relationship Id="rId13" Type="http://schemas.openxmlformats.org/officeDocument/2006/relationships/image" Target="../media/image37.jpeg"/><Relationship Id="rId3" Type="http://schemas.openxmlformats.org/officeDocument/2006/relationships/image" Target="../media/image27.jpeg"/><Relationship Id="rId7" Type="http://schemas.openxmlformats.org/officeDocument/2006/relationships/image" Target="../media/image31.jpeg"/><Relationship Id="rId12" Type="http://schemas.openxmlformats.org/officeDocument/2006/relationships/image" Target="../media/image36.jpeg"/><Relationship Id="rId2" Type="http://schemas.openxmlformats.org/officeDocument/2006/relationships/image" Target="../media/image26.jpeg"/><Relationship Id="rId16" Type="http://schemas.openxmlformats.org/officeDocument/2006/relationships/image" Target="../media/image40.jpeg"/><Relationship Id="rId1" Type="http://schemas.openxmlformats.org/officeDocument/2006/relationships/slideMaster" Target="../slideMasters/slideMaster2.xml"/><Relationship Id="rId6" Type="http://schemas.openxmlformats.org/officeDocument/2006/relationships/image" Target="../media/image30.jpeg"/><Relationship Id="rId11" Type="http://schemas.openxmlformats.org/officeDocument/2006/relationships/image" Target="../media/image35.jpeg"/><Relationship Id="rId5" Type="http://schemas.openxmlformats.org/officeDocument/2006/relationships/image" Target="../media/image29.jpeg"/><Relationship Id="rId15" Type="http://schemas.openxmlformats.org/officeDocument/2006/relationships/image" Target="../media/image39.jpeg"/><Relationship Id="rId10" Type="http://schemas.openxmlformats.org/officeDocument/2006/relationships/image" Target="../media/image34.jpeg"/><Relationship Id="rId4" Type="http://schemas.openxmlformats.org/officeDocument/2006/relationships/image" Target="../media/image28.jpeg"/><Relationship Id="rId9" Type="http://schemas.openxmlformats.org/officeDocument/2006/relationships/image" Target="../media/image33.jpeg"/><Relationship Id="rId14" Type="http://schemas.openxmlformats.org/officeDocument/2006/relationships/image" Target="../media/image38.jpe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full blue with picture">
    <p:bg>
      <p:bgPr>
        <a:gradFill flip="none" rotWithShape="1">
          <a:gsLst>
            <a:gs pos="100000">
              <a:schemeClr val="accent3"/>
            </a:gs>
            <a:gs pos="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4" name="Subtitle 1" descr="&#10;">
            <a:extLst>
              <a:ext uri="{FF2B5EF4-FFF2-40B4-BE49-F238E27FC236}">
                <a16:creationId xmlns:a16="http://schemas.microsoft.com/office/drawing/2014/main" id="{DB0B5B0D-2EF3-BA23-C0A8-42E00367118C}"/>
              </a:ext>
            </a:extLst>
          </p:cNvPr>
          <p:cNvSpPr>
            <a:spLocks noGrp="1"/>
          </p:cNvSpPr>
          <p:nvPr>
            <p:ph type="body" sz="quarter" idx="15" hasCustomPrompt="1"/>
          </p:nvPr>
        </p:nvSpPr>
        <p:spPr bwMode="gray">
          <a:xfrm>
            <a:off x="423863" y="2116003"/>
            <a:ext cx="6815137" cy="495108"/>
          </a:xfrm>
          <a:prstGeom prst="rect">
            <a:avLst/>
          </a:prstGeom>
        </p:spPr>
        <p:txBody>
          <a:bodyPr lIns="0" tIns="0" rIns="0" bIns="0" anchor="t">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i="0">
                <a:solidFill>
                  <a:schemeClr val="bg1"/>
                </a:solidFill>
                <a:latin typeface="+mn-lt"/>
              </a:defRPr>
            </a:lvl1pPr>
          </a:lstStyle>
          <a:p>
            <a:pPr lvl="0"/>
            <a:r>
              <a:rPr lang="fr-FR" noProof="0"/>
              <a:t>Placeholder for your sub headline</a:t>
            </a:r>
          </a:p>
        </p:txBody>
      </p:sp>
      <p:sp>
        <p:nvSpPr>
          <p:cNvPr id="8" name="Client logo placeholder">
            <a:extLst>
              <a:ext uri="{FF2B5EF4-FFF2-40B4-BE49-F238E27FC236}">
                <a16:creationId xmlns:a16="http://schemas.microsoft.com/office/drawing/2014/main" id="{5CB54D1B-30FC-650C-4FB0-89F95343E7A8}"/>
              </a:ext>
            </a:extLst>
          </p:cNvPr>
          <p:cNvSpPr>
            <a:spLocks noGrp="1"/>
          </p:cNvSpPr>
          <p:nvPr>
            <p:ph type="pic" sz="quarter" idx="19" hasCustomPrompt="1"/>
          </p:nvPr>
        </p:nvSpPr>
        <p:spPr>
          <a:xfrm>
            <a:off x="423862" y="3448559"/>
            <a:ext cx="2627312" cy="782638"/>
          </a:xfrm>
        </p:spPr>
        <p:txBody>
          <a:bodyPr lIns="0" tIns="0" rIns="0" bIns="0"/>
          <a:lstStyle>
            <a:lvl1pPr>
              <a:defRPr>
                <a:solidFill>
                  <a:schemeClr val="bg1">
                    <a:lumMod val="100000"/>
                  </a:schemeClr>
                </a:solidFill>
              </a:defRPr>
            </a:lvl1pPr>
          </a:lstStyle>
          <a:p>
            <a:r>
              <a:rPr lang="fr-FR"/>
              <a:t>Insert logo client</a:t>
            </a:r>
          </a:p>
        </p:txBody>
      </p:sp>
      <p:sp>
        <p:nvSpPr>
          <p:cNvPr id="4" name="Date Author Internal placeholer">
            <a:extLst>
              <a:ext uri="{FF2B5EF4-FFF2-40B4-BE49-F238E27FC236}">
                <a16:creationId xmlns:a16="http://schemas.microsoft.com/office/drawing/2014/main" id="{E64DDF60-6EAD-3BAE-1343-0BEE0FEA54D6}"/>
              </a:ext>
            </a:extLst>
          </p:cNvPr>
          <p:cNvSpPr>
            <a:spLocks noGrp="1"/>
          </p:cNvSpPr>
          <p:nvPr>
            <p:ph type="body" sz="quarter" idx="18" hasCustomPrompt="1"/>
          </p:nvPr>
        </p:nvSpPr>
        <p:spPr>
          <a:xfrm>
            <a:off x="423863" y="2617739"/>
            <a:ext cx="6815137" cy="481013"/>
          </a:xfrm>
        </p:spPr>
        <p:txBody>
          <a:bodyPr lIns="0" tIns="0" rIns="0" bIns="0"/>
          <a:lstStyle>
            <a:lvl1pPr>
              <a:defRPr sz="1200">
                <a:solidFill>
                  <a:schemeClr val="bg1">
                    <a:lumMod val="100000"/>
                  </a:schemeClr>
                </a:solidFill>
                <a:latin typeface="Aptos Light" panose="020B0004020202020204" pitchFamily="34" charset="0"/>
                <a:cs typeface="Poppins Light" panose="00000400000000000000" pitchFamily="2" charset="0"/>
              </a:defRPr>
            </a:lvl1pPr>
          </a:lstStyle>
          <a:p>
            <a:pPr lvl="0"/>
            <a:r>
              <a:rPr lang="fr-FR"/>
              <a:t>Date | Author | Internal</a:t>
            </a:r>
          </a:p>
        </p:txBody>
      </p:sp>
      <p:pic>
        <p:nvPicPr>
          <p:cNvPr id="2" name="Blue Wavestone logo">
            <a:extLst>
              <a:ext uri="{FF2B5EF4-FFF2-40B4-BE49-F238E27FC236}">
                <a16:creationId xmlns:a16="http://schemas.microsoft.com/office/drawing/2014/main" id="{BE512CCC-1695-61D7-A3AD-CD8A1F887DC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95789" y="6071526"/>
            <a:ext cx="2743199" cy="684590"/>
          </a:xfrm>
          <a:prstGeom prst="rect">
            <a:avLst/>
          </a:prstGeom>
        </p:spPr>
      </p:pic>
      <p:pic>
        <p:nvPicPr>
          <p:cNvPr id="3" name="White Wavestone logo" descr="Wavestone logo">
            <a:extLst>
              <a:ext uri="{FF2B5EF4-FFF2-40B4-BE49-F238E27FC236}">
                <a16:creationId xmlns:a16="http://schemas.microsoft.com/office/drawing/2014/main" id="{76ADC0A5-1067-2CB4-29A2-83253A1B9832}"/>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95789" y="6071526"/>
            <a:ext cx="2743200" cy="684590"/>
          </a:xfrm>
          <a:prstGeom prst="rect">
            <a:avLst/>
          </a:prstGeom>
        </p:spPr>
      </p:pic>
      <p:grpSp>
        <p:nvGrpSpPr>
          <p:cNvPr id="19" name="Strokes">
            <a:extLst>
              <a:ext uri="{FF2B5EF4-FFF2-40B4-BE49-F238E27FC236}">
                <a16:creationId xmlns:a16="http://schemas.microsoft.com/office/drawing/2014/main" id="{9D66CEAF-5896-9678-2399-77CD601EFBF8}"/>
              </a:ext>
              <a:ext uri="{C183D7F6-B498-43B3-948B-1728B52AA6E4}">
                <adec:decorative xmlns:adec="http://schemas.microsoft.com/office/drawing/2017/decorative" val="1"/>
              </a:ext>
            </a:extLst>
          </p:cNvPr>
          <p:cNvGrpSpPr/>
          <p:nvPr userDrawn="1"/>
        </p:nvGrpSpPr>
        <p:grpSpPr>
          <a:xfrm>
            <a:off x="-21100" y="2362201"/>
            <a:ext cx="12236484" cy="4500730"/>
            <a:chOff x="7485" y="2372714"/>
            <a:chExt cx="12179313" cy="4479703"/>
          </a:xfrm>
        </p:grpSpPr>
        <p:sp>
          <p:nvSpPr>
            <p:cNvPr id="17" name="Freeform: Shape 16">
              <a:extLst>
                <a:ext uri="{FF2B5EF4-FFF2-40B4-BE49-F238E27FC236}">
                  <a16:creationId xmlns:a16="http://schemas.microsoft.com/office/drawing/2014/main" id="{E4A3BFA1-BB6F-72A8-622E-01414B797B3E}"/>
                </a:ext>
                <a:ext uri="{C183D7F6-B498-43B3-948B-1728B52AA6E4}">
                  <adec:decorative xmlns:adec="http://schemas.microsoft.com/office/drawing/2017/decorative" val="1"/>
                </a:ext>
              </a:extLst>
            </p:cNvPr>
            <p:cNvSpPr/>
            <p:nvPr/>
          </p:nvSpPr>
          <p:spPr>
            <a:xfrm>
              <a:off x="7485" y="3916442"/>
              <a:ext cx="12179313" cy="2600047"/>
            </a:xfrm>
            <a:custGeom>
              <a:avLst/>
              <a:gdLst>
                <a:gd name="connsiteX0" fmla="*/ 0 w 12179313"/>
                <a:gd name="connsiteY0" fmla="*/ 341972 h 2600047"/>
                <a:gd name="connsiteX1" fmla="*/ 8343401 w 12179313"/>
                <a:gd name="connsiteY1" fmla="*/ 2235348 h 2600047"/>
                <a:gd name="connsiteX2" fmla="*/ 12179314 w 12179313"/>
                <a:gd name="connsiteY2" fmla="*/ 0 h 2600047"/>
              </a:gdLst>
              <a:ahLst/>
              <a:cxnLst>
                <a:cxn ang="0">
                  <a:pos x="connsiteX0" y="connsiteY0"/>
                </a:cxn>
                <a:cxn ang="0">
                  <a:pos x="connsiteX1" y="connsiteY1"/>
                </a:cxn>
                <a:cxn ang="0">
                  <a:pos x="connsiteX2" y="connsiteY2"/>
                </a:cxn>
              </a:cxnLst>
              <a:rect l="l" t="t" r="r" b="b"/>
              <a:pathLst>
                <a:path w="12179313" h="2600047">
                  <a:moveTo>
                    <a:pt x="0" y="341972"/>
                  </a:moveTo>
                  <a:cubicBezTo>
                    <a:pt x="593424" y="835996"/>
                    <a:pt x="4005852" y="3573297"/>
                    <a:pt x="8343401" y="2235348"/>
                  </a:cubicBezTo>
                  <a:cubicBezTo>
                    <a:pt x="9562981" y="1859185"/>
                    <a:pt x="10855574" y="1160904"/>
                    <a:pt x="12179314" y="0"/>
                  </a:cubicBezTo>
                </a:path>
              </a:pathLst>
            </a:custGeom>
            <a:noFill/>
            <a:ln w="28575" cap="flat">
              <a:solidFill>
                <a:srgbClr val="04F06A"/>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6BAEA99-B6B7-C0A7-81D8-2B72AB61ECC5}"/>
                </a:ext>
                <a:ext uri="{C183D7F6-B498-43B3-948B-1728B52AA6E4}">
                  <adec:decorative xmlns:adec="http://schemas.microsoft.com/office/drawing/2017/decorative" val="1"/>
                </a:ext>
              </a:extLst>
            </p:cNvPr>
            <p:cNvSpPr/>
            <p:nvPr/>
          </p:nvSpPr>
          <p:spPr>
            <a:xfrm>
              <a:off x="8093216" y="2372714"/>
              <a:ext cx="4093581" cy="4479703"/>
            </a:xfrm>
            <a:custGeom>
              <a:avLst/>
              <a:gdLst>
                <a:gd name="connsiteX0" fmla="*/ 4093582 w 4093581"/>
                <a:gd name="connsiteY0" fmla="*/ 0 h 4479703"/>
                <a:gd name="connsiteX1" fmla="*/ 257669 w 4093581"/>
                <a:gd name="connsiteY1" fmla="*/ 3779076 h 4479703"/>
                <a:gd name="connsiteX2" fmla="*/ 0 w 4093581"/>
                <a:gd name="connsiteY2" fmla="*/ 4479704 h 4479703"/>
              </a:gdLst>
              <a:ahLst/>
              <a:cxnLst>
                <a:cxn ang="0">
                  <a:pos x="connsiteX0" y="connsiteY0"/>
                </a:cxn>
                <a:cxn ang="0">
                  <a:pos x="connsiteX1" y="connsiteY1"/>
                </a:cxn>
                <a:cxn ang="0">
                  <a:pos x="connsiteX2" y="connsiteY2"/>
                </a:cxn>
              </a:cxnLst>
              <a:rect l="l" t="t" r="r" b="b"/>
              <a:pathLst>
                <a:path w="4093581" h="4479703">
                  <a:moveTo>
                    <a:pt x="4093582" y="0"/>
                  </a:moveTo>
                  <a:cubicBezTo>
                    <a:pt x="3611294" y="167529"/>
                    <a:pt x="1403920" y="1064612"/>
                    <a:pt x="257669" y="3779076"/>
                  </a:cubicBezTo>
                  <a:cubicBezTo>
                    <a:pt x="164231" y="4000333"/>
                    <a:pt x="77834" y="4233707"/>
                    <a:pt x="0" y="4479704"/>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sp>
        <p:nvSpPr>
          <p:cNvPr id="24" name="Picture Placeholder 1">
            <a:extLst>
              <a:ext uri="{FF2B5EF4-FFF2-40B4-BE49-F238E27FC236}">
                <a16:creationId xmlns:a16="http://schemas.microsoft.com/office/drawing/2014/main" id="{27DB79B2-30B9-24F2-E432-CF955CDC613F}"/>
              </a:ext>
              <a:ext uri="{C183D7F6-B498-43B3-948B-1728B52AA6E4}">
                <adec:decorative xmlns:adec="http://schemas.microsoft.com/office/drawing/2017/decorative" val="1"/>
              </a:ext>
            </a:extLst>
          </p:cNvPr>
          <p:cNvSpPr>
            <a:spLocks noGrp="1"/>
          </p:cNvSpPr>
          <p:nvPr>
            <p:ph type="pic" sz="quarter" idx="20" hasCustomPrompt="1"/>
          </p:nvPr>
        </p:nvSpPr>
        <p:spPr>
          <a:xfrm>
            <a:off x="7416801" y="0"/>
            <a:ext cx="4775201" cy="6858000"/>
          </a:xfrm>
          <a:custGeom>
            <a:avLst/>
            <a:gdLst>
              <a:gd name="connsiteX0" fmla="*/ 1517945 w 4775201"/>
              <a:gd name="connsiteY0" fmla="*/ 0 h 6858000"/>
              <a:gd name="connsiteX1" fmla="*/ 4775201 w 4775201"/>
              <a:gd name="connsiteY1" fmla="*/ 0 h 6858000"/>
              <a:gd name="connsiteX2" fmla="*/ 4775201 w 4775201"/>
              <a:gd name="connsiteY2" fmla="*/ 6858000 h 6858000"/>
              <a:gd name="connsiteX3" fmla="*/ 1517945 w 4775201"/>
              <a:gd name="connsiteY3" fmla="*/ 6858000 h 6858000"/>
              <a:gd name="connsiteX4" fmla="*/ 1435478 w 4775201"/>
              <a:gd name="connsiteY4" fmla="*/ 6784103 h 6858000"/>
              <a:gd name="connsiteX5" fmla="*/ 0 w 4775201"/>
              <a:gd name="connsiteY5" fmla="*/ 3429000 h 6858000"/>
              <a:gd name="connsiteX6" fmla="*/ 1435478 w 4775201"/>
              <a:gd name="connsiteY6" fmla="*/ 7389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75201" h="6858000">
                <a:moveTo>
                  <a:pt x="1517945" y="0"/>
                </a:moveTo>
                <a:lnTo>
                  <a:pt x="4775201" y="0"/>
                </a:lnTo>
                <a:lnTo>
                  <a:pt x="4775201" y="6858000"/>
                </a:lnTo>
                <a:lnTo>
                  <a:pt x="1517945" y="6858000"/>
                </a:lnTo>
                <a:lnTo>
                  <a:pt x="1435478" y="6784103"/>
                </a:lnTo>
                <a:cubicBezTo>
                  <a:pt x="553634" y="5954966"/>
                  <a:pt x="0" y="4758867"/>
                  <a:pt x="0" y="3429000"/>
                </a:cubicBezTo>
                <a:cubicBezTo>
                  <a:pt x="0" y="2099134"/>
                  <a:pt x="553634" y="903034"/>
                  <a:pt x="1435478" y="73898"/>
                </a:cubicBezTo>
                <a:close/>
              </a:path>
            </a:pathLst>
          </a:custGeom>
        </p:spPr>
        <p:txBody>
          <a:bodyPr wrap="square" lIns="108000" tIns="0" rIns="108000" bIns="0" anchor="ctr">
            <a:noAutofit/>
          </a:bodyPr>
          <a:lstStyle>
            <a:lvl1pPr>
              <a:defRPr>
                <a:solidFill>
                  <a:schemeClr val="bg1">
                    <a:lumMod val="100000"/>
                  </a:schemeClr>
                </a:solidFill>
              </a:defRPr>
            </a:lvl1pPr>
          </a:lstStyle>
          <a:p>
            <a:r>
              <a:rPr lang="fr-FR"/>
              <a:t>Insert image</a:t>
            </a:r>
          </a:p>
        </p:txBody>
      </p:sp>
      <p:sp>
        <p:nvSpPr>
          <p:cNvPr id="10" name="Title 9">
            <a:extLst>
              <a:ext uri="{FF2B5EF4-FFF2-40B4-BE49-F238E27FC236}">
                <a16:creationId xmlns:a16="http://schemas.microsoft.com/office/drawing/2014/main" id="{82FD9D35-5265-AC61-DA20-E908CED92EB3}"/>
              </a:ext>
            </a:extLst>
          </p:cNvPr>
          <p:cNvSpPr>
            <a:spLocks noGrp="1"/>
          </p:cNvSpPr>
          <p:nvPr>
            <p:ph type="title" hasCustomPrompt="1"/>
          </p:nvPr>
        </p:nvSpPr>
        <p:spPr>
          <a:xfrm>
            <a:off x="423985" y="404663"/>
            <a:ext cx="6815016" cy="1704711"/>
          </a:xfrm>
        </p:spPr>
        <p:txBody>
          <a:bodyPr/>
          <a:lstStyle>
            <a:lvl1pPr>
              <a:defRPr sz="3400">
                <a:solidFill>
                  <a:schemeClr val="bg1">
                    <a:lumMod val="100000"/>
                  </a:schemeClr>
                </a:solidFill>
              </a:defRPr>
            </a:lvl1pPr>
          </a:lstStyle>
          <a:p>
            <a:pPr lvl="0"/>
            <a:r>
              <a:rPr lang="fr-FR"/>
              <a:t>Complete here with the title of your presentation</a:t>
            </a:r>
            <a:r>
              <a:rPr lang="fr-FR" noProof="0"/>
              <a:t> of maximum 3 lines</a:t>
            </a:r>
            <a:endParaRPr lang="fr-FR"/>
          </a:p>
        </p:txBody>
      </p:sp>
    </p:spTree>
    <p:extLst>
      <p:ext uri="{BB962C8B-B14F-4D97-AF65-F5344CB8AC3E}">
        <p14:creationId xmlns:p14="http://schemas.microsoft.com/office/powerpoint/2010/main" val="213544545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full blue without picture">
    <p:bg>
      <p:bgPr>
        <a:gradFill flip="none" rotWithShape="1">
          <a:gsLst>
            <a:gs pos="100000">
              <a:schemeClr val="accent3"/>
            </a:gs>
            <a:gs pos="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id="{8E7C07B8-761D-5B0A-BBA4-2509B93128DD}"/>
              </a:ext>
            </a:extLst>
          </p:cNvPr>
          <p:cNvSpPr>
            <a:spLocks noGrp="1"/>
          </p:cNvSpPr>
          <p:nvPr>
            <p:ph type="body" sz="quarter" idx="15" hasCustomPrompt="1"/>
          </p:nvPr>
        </p:nvSpPr>
        <p:spPr bwMode="gray">
          <a:xfrm>
            <a:off x="423863" y="2116003"/>
            <a:ext cx="6815137" cy="495108"/>
          </a:xfrm>
          <a:prstGeom prst="rect">
            <a:avLst/>
          </a:prstGeom>
        </p:spPr>
        <p:txBody>
          <a:bodyPr lIns="0" tIns="0" rIns="0" bIns="0" anchor="t">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i="0">
                <a:solidFill>
                  <a:schemeClr val="bg1"/>
                </a:solidFill>
                <a:latin typeface="+mn-lt"/>
              </a:defRPr>
            </a:lvl1pPr>
          </a:lstStyle>
          <a:p>
            <a:pPr lvl="0"/>
            <a:r>
              <a:rPr lang="fr-FR" noProof="0"/>
              <a:t>Placeholder for your sub headline</a:t>
            </a:r>
          </a:p>
        </p:txBody>
      </p:sp>
      <p:sp>
        <p:nvSpPr>
          <p:cNvPr id="15" name="Client logo placeholder">
            <a:extLst>
              <a:ext uri="{FF2B5EF4-FFF2-40B4-BE49-F238E27FC236}">
                <a16:creationId xmlns:a16="http://schemas.microsoft.com/office/drawing/2014/main" id="{0E0467A6-A3B4-56CE-4A41-A359642DF55D}"/>
              </a:ext>
            </a:extLst>
          </p:cNvPr>
          <p:cNvSpPr>
            <a:spLocks noGrp="1"/>
          </p:cNvSpPr>
          <p:nvPr>
            <p:ph type="pic" sz="quarter" idx="19" hasCustomPrompt="1"/>
          </p:nvPr>
        </p:nvSpPr>
        <p:spPr>
          <a:xfrm>
            <a:off x="423862" y="3448559"/>
            <a:ext cx="2627312" cy="782638"/>
          </a:xfrm>
        </p:spPr>
        <p:txBody>
          <a:bodyPr lIns="0" tIns="0" rIns="0" bIns="0"/>
          <a:lstStyle>
            <a:lvl1pPr>
              <a:defRPr>
                <a:solidFill>
                  <a:schemeClr val="bg1">
                    <a:lumMod val="100000"/>
                  </a:schemeClr>
                </a:solidFill>
              </a:defRPr>
            </a:lvl1pPr>
          </a:lstStyle>
          <a:p>
            <a:r>
              <a:rPr lang="fr-FR"/>
              <a:t>Insert logo client</a:t>
            </a:r>
          </a:p>
        </p:txBody>
      </p:sp>
      <p:sp>
        <p:nvSpPr>
          <p:cNvPr id="7" name="Date Author Internal placeholer">
            <a:extLst>
              <a:ext uri="{FF2B5EF4-FFF2-40B4-BE49-F238E27FC236}">
                <a16:creationId xmlns:a16="http://schemas.microsoft.com/office/drawing/2014/main" id="{5D7C9DCD-FBB0-1A0D-19DB-017C19EFBAC6}"/>
              </a:ext>
            </a:extLst>
          </p:cNvPr>
          <p:cNvSpPr>
            <a:spLocks noGrp="1"/>
          </p:cNvSpPr>
          <p:nvPr>
            <p:ph type="body" sz="quarter" idx="18" hasCustomPrompt="1"/>
          </p:nvPr>
        </p:nvSpPr>
        <p:spPr>
          <a:xfrm>
            <a:off x="423863" y="2617739"/>
            <a:ext cx="6815137" cy="481013"/>
          </a:xfrm>
        </p:spPr>
        <p:txBody>
          <a:bodyPr lIns="0" tIns="0" rIns="0" bIns="0"/>
          <a:lstStyle>
            <a:lvl1pPr>
              <a:defRPr sz="1200">
                <a:solidFill>
                  <a:schemeClr val="bg1">
                    <a:lumMod val="100000"/>
                  </a:schemeClr>
                </a:solidFill>
                <a:latin typeface="Aptos Light" panose="020B0004020202020204" pitchFamily="34" charset="0"/>
                <a:cs typeface="Poppins Light" panose="00000400000000000000" pitchFamily="2" charset="0"/>
              </a:defRPr>
            </a:lvl1pPr>
          </a:lstStyle>
          <a:p>
            <a:pPr lvl="0"/>
            <a:r>
              <a:rPr lang="fr-FR"/>
              <a:t>Date | Author | Internal</a:t>
            </a:r>
          </a:p>
        </p:txBody>
      </p:sp>
      <p:grpSp>
        <p:nvGrpSpPr>
          <p:cNvPr id="9" name="Strokes">
            <a:extLst>
              <a:ext uri="{FF2B5EF4-FFF2-40B4-BE49-F238E27FC236}">
                <a16:creationId xmlns:a16="http://schemas.microsoft.com/office/drawing/2014/main" id="{E65E3B24-C0B4-8C53-E4AC-190D0A39FE93}"/>
              </a:ext>
              <a:ext uri="{C183D7F6-B498-43B3-948B-1728B52AA6E4}">
                <adec:decorative xmlns:adec="http://schemas.microsoft.com/office/drawing/2017/decorative" val="1"/>
              </a:ext>
            </a:extLst>
          </p:cNvPr>
          <p:cNvGrpSpPr/>
          <p:nvPr userDrawn="1"/>
        </p:nvGrpSpPr>
        <p:grpSpPr>
          <a:xfrm>
            <a:off x="-21100" y="2374901"/>
            <a:ext cx="12236484" cy="4500730"/>
            <a:chOff x="7485" y="2372714"/>
            <a:chExt cx="12179313" cy="4479703"/>
          </a:xfrm>
        </p:grpSpPr>
        <p:sp>
          <p:nvSpPr>
            <p:cNvPr id="12" name="Freeform: Shape 11">
              <a:extLst>
                <a:ext uri="{FF2B5EF4-FFF2-40B4-BE49-F238E27FC236}">
                  <a16:creationId xmlns:a16="http://schemas.microsoft.com/office/drawing/2014/main" id="{BA32A3AB-4385-E96C-6A06-A57A3095A459}"/>
                </a:ext>
              </a:extLst>
            </p:cNvPr>
            <p:cNvSpPr/>
            <p:nvPr/>
          </p:nvSpPr>
          <p:spPr>
            <a:xfrm>
              <a:off x="7485" y="3916442"/>
              <a:ext cx="12179313" cy="2600047"/>
            </a:xfrm>
            <a:custGeom>
              <a:avLst/>
              <a:gdLst>
                <a:gd name="connsiteX0" fmla="*/ 0 w 12179313"/>
                <a:gd name="connsiteY0" fmla="*/ 341972 h 2600047"/>
                <a:gd name="connsiteX1" fmla="*/ 8343401 w 12179313"/>
                <a:gd name="connsiteY1" fmla="*/ 2235348 h 2600047"/>
                <a:gd name="connsiteX2" fmla="*/ 12179314 w 12179313"/>
                <a:gd name="connsiteY2" fmla="*/ 0 h 2600047"/>
              </a:gdLst>
              <a:ahLst/>
              <a:cxnLst>
                <a:cxn ang="0">
                  <a:pos x="connsiteX0" y="connsiteY0"/>
                </a:cxn>
                <a:cxn ang="0">
                  <a:pos x="connsiteX1" y="connsiteY1"/>
                </a:cxn>
                <a:cxn ang="0">
                  <a:pos x="connsiteX2" y="connsiteY2"/>
                </a:cxn>
              </a:cxnLst>
              <a:rect l="l" t="t" r="r" b="b"/>
              <a:pathLst>
                <a:path w="12179313" h="2600047">
                  <a:moveTo>
                    <a:pt x="0" y="341972"/>
                  </a:moveTo>
                  <a:cubicBezTo>
                    <a:pt x="593424" y="835996"/>
                    <a:pt x="4005852" y="3573297"/>
                    <a:pt x="8343401" y="2235348"/>
                  </a:cubicBezTo>
                  <a:cubicBezTo>
                    <a:pt x="9562981" y="1859185"/>
                    <a:pt x="10855574" y="1160904"/>
                    <a:pt x="12179314" y="0"/>
                  </a:cubicBezTo>
                </a:path>
              </a:pathLst>
            </a:custGeom>
            <a:noFill/>
            <a:ln w="28575" cap="flat">
              <a:solidFill>
                <a:srgbClr val="04F06A"/>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A1E8959A-D255-2D9E-6E80-07ECD5223A99}"/>
                </a:ext>
              </a:extLst>
            </p:cNvPr>
            <p:cNvSpPr/>
            <p:nvPr/>
          </p:nvSpPr>
          <p:spPr>
            <a:xfrm>
              <a:off x="8093216" y="2372714"/>
              <a:ext cx="4093581" cy="4479703"/>
            </a:xfrm>
            <a:custGeom>
              <a:avLst/>
              <a:gdLst>
                <a:gd name="connsiteX0" fmla="*/ 4093582 w 4093581"/>
                <a:gd name="connsiteY0" fmla="*/ 0 h 4479703"/>
                <a:gd name="connsiteX1" fmla="*/ 257669 w 4093581"/>
                <a:gd name="connsiteY1" fmla="*/ 3779076 h 4479703"/>
                <a:gd name="connsiteX2" fmla="*/ 0 w 4093581"/>
                <a:gd name="connsiteY2" fmla="*/ 4479704 h 4479703"/>
              </a:gdLst>
              <a:ahLst/>
              <a:cxnLst>
                <a:cxn ang="0">
                  <a:pos x="connsiteX0" y="connsiteY0"/>
                </a:cxn>
                <a:cxn ang="0">
                  <a:pos x="connsiteX1" y="connsiteY1"/>
                </a:cxn>
                <a:cxn ang="0">
                  <a:pos x="connsiteX2" y="connsiteY2"/>
                </a:cxn>
              </a:cxnLst>
              <a:rect l="l" t="t" r="r" b="b"/>
              <a:pathLst>
                <a:path w="4093581" h="4479703">
                  <a:moveTo>
                    <a:pt x="4093582" y="0"/>
                  </a:moveTo>
                  <a:cubicBezTo>
                    <a:pt x="3611294" y="167529"/>
                    <a:pt x="1403920" y="1064612"/>
                    <a:pt x="257669" y="3779076"/>
                  </a:cubicBezTo>
                  <a:cubicBezTo>
                    <a:pt x="164231" y="4000333"/>
                    <a:pt x="77834" y="4233707"/>
                    <a:pt x="0" y="4479704"/>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pic>
        <p:nvPicPr>
          <p:cNvPr id="5" name="Blue Wavestone logo">
            <a:extLst>
              <a:ext uri="{FF2B5EF4-FFF2-40B4-BE49-F238E27FC236}">
                <a16:creationId xmlns:a16="http://schemas.microsoft.com/office/drawing/2014/main" id="{BCD57857-FD15-E832-C433-88A51E79353C}"/>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95789" y="6071526"/>
            <a:ext cx="2743199" cy="684590"/>
          </a:xfrm>
          <a:prstGeom prst="rect">
            <a:avLst/>
          </a:prstGeom>
        </p:spPr>
      </p:pic>
      <p:pic>
        <p:nvPicPr>
          <p:cNvPr id="6" name="White Wavestone logo" descr="Wavestone logo">
            <a:extLst>
              <a:ext uri="{FF2B5EF4-FFF2-40B4-BE49-F238E27FC236}">
                <a16:creationId xmlns:a16="http://schemas.microsoft.com/office/drawing/2014/main" id="{4EBE1307-FB4C-A2FF-CA0D-F617893B60BD}"/>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95789" y="6071526"/>
            <a:ext cx="2743200" cy="684590"/>
          </a:xfrm>
          <a:prstGeom prst="rect">
            <a:avLst/>
          </a:prstGeom>
        </p:spPr>
      </p:pic>
      <p:sp>
        <p:nvSpPr>
          <p:cNvPr id="2" name="Title 9">
            <a:extLst>
              <a:ext uri="{FF2B5EF4-FFF2-40B4-BE49-F238E27FC236}">
                <a16:creationId xmlns:a16="http://schemas.microsoft.com/office/drawing/2014/main" id="{A3A45817-C259-069B-BA15-B25640BF5552}"/>
              </a:ext>
            </a:extLst>
          </p:cNvPr>
          <p:cNvSpPr>
            <a:spLocks noGrp="1"/>
          </p:cNvSpPr>
          <p:nvPr>
            <p:ph type="title" hasCustomPrompt="1"/>
          </p:nvPr>
        </p:nvSpPr>
        <p:spPr>
          <a:xfrm>
            <a:off x="423985" y="404663"/>
            <a:ext cx="6815016" cy="1704711"/>
          </a:xfrm>
        </p:spPr>
        <p:txBody>
          <a:bodyPr/>
          <a:lstStyle>
            <a:lvl1pPr>
              <a:defRPr sz="3400">
                <a:solidFill>
                  <a:schemeClr val="bg1">
                    <a:lumMod val="100000"/>
                  </a:schemeClr>
                </a:solidFill>
              </a:defRPr>
            </a:lvl1pPr>
          </a:lstStyle>
          <a:p>
            <a:pPr lvl="0"/>
            <a:r>
              <a:rPr lang="fr-FR"/>
              <a:t>Complete here with the title of your presentation</a:t>
            </a:r>
            <a:r>
              <a:rPr lang="fr-FR" noProof="0"/>
              <a:t> of maximum 3 lines</a:t>
            </a:r>
            <a:endParaRPr lang="fr-FR"/>
          </a:p>
        </p:txBody>
      </p:sp>
    </p:spTree>
    <p:extLst>
      <p:ext uri="{BB962C8B-B14F-4D97-AF65-F5344CB8AC3E}">
        <p14:creationId xmlns:p14="http://schemas.microsoft.com/office/powerpoint/2010/main" val="1381331404"/>
      </p:ext>
    </p:extLst>
  </p:cSld>
  <p:clrMapOvr>
    <a:masterClrMapping/>
  </p:clrMapOvr>
  <p:extLst>
    <p:ext uri="{DCECCB84-F9BA-43D5-87BE-67443E8EF086}">
      <p15:sldGuideLst xmlns:p15="http://schemas.microsoft.com/office/powerpoint/2012/main">
        <p15:guide id="2" pos="456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full white with picture">
    <p:bg>
      <p:bgPr>
        <a:solidFill>
          <a:schemeClr val="bg1"/>
        </a:solidFill>
        <a:effectLst/>
      </p:bgPr>
    </p:bg>
    <p:spTree>
      <p:nvGrpSpPr>
        <p:cNvPr id="1" name=""/>
        <p:cNvGrpSpPr/>
        <p:nvPr/>
      </p:nvGrpSpPr>
      <p:grpSpPr>
        <a:xfrm>
          <a:off x="0" y="0"/>
          <a:ext cx="0" cy="0"/>
          <a:chOff x="0" y="0"/>
          <a:chExt cx="0" cy="0"/>
        </a:xfrm>
      </p:grpSpPr>
      <p:sp>
        <p:nvSpPr>
          <p:cNvPr id="13" name="Subtitle 1">
            <a:extLst>
              <a:ext uri="{FF2B5EF4-FFF2-40B4-BE49-F238E27FC236}">
                <a16:creationId xmlns:a16="http://schemas.microsoft.com/office/drawing/2014/main" id="{B7D66CE5-36E9-C7E5-4F66-BDDB24BC139E}"/>
              </a:ext>
            </a:extLst>
          </p:cNvPr>
          <p:cNvSpPr>
            <a:spLocks noGrp="1"/>
          </p:cNvSpPr>
          <p:nvPr>
            <p:ph type="body" sz="quarter" idx="15" hasCustomPrompt="1"/>
          </p:nvPr>
        </p:nvSpPr>
        <p:spPr bwMode="gray">
          <a:xfrm>
            <a:off x="423863" y="2116003"/>
            <a:ext cx="6815137" cy="495108"/>
          </a:xfrm>
          <a:prstGeom prst="rect">
            <a:avLst/>
          </a:prstGeom>
        </p:spPr>
        <p:txBody>
          <a:bodyPr lIns="0" tIns="0" rIns="0" bIns="0" anchor="t">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i="0">
                <a:solidFill>
                  <a:schemeClr val="bg2">
                    <a:lumMod val="100000"/>
                  </a:schemeClr>
                </a:solidFill>
                <a:latin typeface="+mn-lt"/>
              </a:defRPr>
            </a:lvl1pPr>
          </a:lstStyle>
          <a:p>
            <a:pPr lvl="0"/>
            <a:r>
              <a:rPr lang="fr-FR" noProof="0"/>
              <a:t>Placeholder for your sub headline</a:t>
            </a:r>
          </a:p>
        </p:txBody>
      </p:sp>
      <p:sp>
        <p:nvSpPr>
          <p:cNvPr id="7" name="Client logo placeholder">
            <a:extLst>
              <a:ext uri="{FF2B5EF4-FFF2-40B4-BE49-F238E27FC236}">
                <a16:creationId xmlns:a16="http://schemas.microsoft.com/office/drawing/2014/main" id="{28E92DB5-23F6-F411-855C-998B6CA674E0}"/>
              </a:ext>
            </a:extLst>
          </p:cNvPr>
          <p:cNvSpPr>
            <a:spLocks noGrp="1"/>
          </p:cNvSpPr>
          <p:nvPr>
            <p:ph type="pic" sz="quarter" idx="19" hasCustomPrompt="1"/>
          </p:nvPr>
        </p:nvSpPr>
        <p:spPr>
          <a:xfrm>
            <a:off x="423862" y="3448559"/>
            <a:ext cx="2627312" cy="782638"/>
          </a:xfrm>
        </p:spPr>
        <p:txBody>
          <a:bodyPr lIns="0" tIns="0" rIns="0" bIns="0"/>
          <a:lstStyle>
            <a:lvl1pPr>
              <a:defRPr>
                <a:solidFill>
                  <a:schemeClr val="bg2">
                    <a:lumMod val="100000"/>
                  </a:schemeClr>
                </a:solidFill>
              </a:defRPr>
            </a:lvl1pPr>
          </a:lstStyle>
          <a:p>
            <a:r>
              <a:rPr lang="fr-FR"/>
              <a:t>Insert logo client</a:t>
            </a:r>
          </a:p>
        </p:txBody>
      </p:sp>
      <p:sp>
        <p:nvSpPr>
          <p:cNvPr id="9" name="Date Author Internal placeholer">
            <a:extLst>
              <a:ext uri="{FF2B5EF4-FFF2-40B4-BE49-F238E27FC236}">
                <a16:creationId xmlns:a16="http://schemas.microsoft.com/office/drawing/2014/main" id="{2A49AA8B-4F27-FEFD-A529-F87B23E9299D}"/>
              </a:ext>
            </a:extLst>
          </p:cNvPr>
          <p:cNvSpPr>
            <a:spLocks noGrp="1"/>
          </p:cNvSpPr>
          <p:nvPr>
            <p:ph type="body" sz="quarter" idx="18" hasCustomPrompt="1"/>
          </p:nvPr>
        </p:nvSpPr>
        <p:spPr>
          <a:xfrm>
            <a:off x="423863" y="2617739"/>
            <a:ext cx="6815137" cy="481013"/>
          </a:xfrm>
        </p:spPr>
        <p:txBody>
          <a:bodyPr lIns="0" tIns="0" rIns="0" bIns="0"/>
          <a:lstStyle>
            <a:lvl1pPr>
              <a:defRPr sz="1200">
                <a:solidFill>
                  <a:schemeClr val="bg2">
                    <a:lumMod val="100000"/>
                  </a:schemeClr>
                </a:solidFill>
                <a:latin typeface="Aptos Light" panose="020B0004020202020204" pitchFamily="34" charset="0"/>
                <a:cs typeface="Poppins Light" panose="00000400000000000000" pitchFamily="2" charset="0"/>
              </a:defRPr>
            </a:lvl1pPr>
          </a:lstStyle>
          <a:p>
            <a:pPr lvl="0"/>
            <a:r>
              <a:rPr lang="fr-FR"/>
              <a:t>Date | Author | Internal</a:t>
            </a:r>
          </a:p>
        </p:txBody>
      </p:sp>
      <p:grpSp>
        <p:nvGrpSpPr>
          <p:cNvPr id="3" name="Strokes">
            <a:extLst>
              <a:ext uri="{FF2B5EF4-FFF2-40B4-BE49-F238E27FC236}">
                <a16:creationId xmlns:a16="http://schemas.microsoft.com/office/drawing/2014/main" id="{6CE86B2F-AA39-FBBD-3275-520B0823BE08}"/>
              </a:ext>
              <a:ext uri="{C183D7F6-B498-43B3-948B-1728B52AA6E4}">
                <adec:decorative xmlns:adec="http://schemas.microsoft.com/office/drawing/2017/decorative" val="1"/>
              </a:ext>
            </a:extLst>
          </p:cNvPr>
          <p:cNvGrpSpPr/>
          <p:nvPr userDrawn="1"/>
        </p:nvGrpSpPr>
        <p:grpSpPr>
          <a:xfrm>
            <a:off x="-21100" y="2374901"/>
            <a:ext cx="12236484" cy="4500730"/>
            <a:chOff x="7485" y="2372714"/>
            <a:chExt cx="12179313" cy="4479703"/>
          </a:xfrm>
        </p:grpSpPr>
        <p:sp>
          <p:nvSpPr>
            <p:cNvPr id="5" name="Freeform: Shape 4">
              <a:extLst>
                <a:ext uri="{FF2B5EF4-FFF2-40B4-BE49-F238E27FC236}">
                  <a16:creationId xmlns:a16="http://schemas.microsoft.com/office/drawing/2014/main" id="{BBFE9AE4-9EAB-7FD2-CBF2-EEE30A3C480C}"/>
                </a:ext>
              </a:extLst>
            </p:cNvPr>
            <p:cNvSpPr/>
            <p:nvPr/>
          </p:nvSpPr>
          <p:spPr>
            <a:xfrm>
              <a:off x="7485" y="3916442"/>
              <a:ext cx="12179313" cy="2600047"/>
            </a:xfrm>
            <a:custGeom>
              <a:avLst/>
              <a:gdLst>
                <a:gd name="connsiteX0" fmla="*/ 0 w 12179313"/>
                <a:gd name="connsiteY0" fmla="*/ 341972 h 2600047"/>
                <a:gd name="connsiteX1" fmla="*/ 8343401 w 12179313"/>
                <a:gd name="connsiteY1" fmla="*/ 2235348 h 2600047"/>
                <a:gd name="connsiteX2" fmla="*/ 12179314 w 12179313"/>
                <a:gd name="connsiteY2" fmla="*/ 0 h 2600047"/>
              </a:gdLst>
              <a:ahLst/>
              <a:cxnLst>
                <a:cxn ang="0">
                  <a:pos x="connsiteX0" y="connsiteY0"/>
                </a:cxn>
                <a:cxn ang="0">
                  <a:pos x="connsiteX1" y="connsiteY1"/>
                </a:cxn>
                <a:cxn ang="0">
                  <a:pos x="connsiteX2" y="connsiteY2"/>
                </a:cxn>
              </a:cxnLst>
              <a:rect l="l" t="t" r="r" b="b"/>
              <a:pathLst>
                <a:path w="12179313" h="2600047">
                  <a:moveTo>
                    <a:pt x="0" y="341972"/>
                  </a:moveTo>
                  <a:cubicBezTo>
                    <a:pt x="593424" y="835996"/>
                    <a:pt x="4005852" y="3573297"/>
                    <a:pt x="8343401" y="2235348"/>
                  </a:cubicBezTo>
                  <a:cubicBezTo>
                    <a:pt x="9562981" y="1859185"/>
                    <a:pt x="10855574" y="1160904"/>
                    <a:pt x="12179314" y="0"/>
                  </a:cubicBezTo>
                </a:path>
              </a:pathLst>
            </a:custGeom>
            <a:noFill/>
            <a:ln w="28575" cap="flat">
              <a:solidFill>
                <a:srgbClr val="04F06A"/>
              </a:solid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A72BACA7-13B3-D8B4-5AF8-1AA0B0A91ACC}"/>
                </a:ext>
              </a:extLst>
            </p:cNvPr>
            <p:cNvSpPr/>
            <p:nvPr/>
          </p:nvSpPr>
          <p:spPr>
            <a:xfrm>
              <a:off x="8093216" y="2372714"/>
              <a:ext cx="4093581" cy="4479703"/>
            </a:xfrm>
            <a:custGeom>
              <a:avLst/>
              <a:gdLst>
                <a:gd name="connsiteX0" fmla="*/ 4093582 w 4093581"/>
                <a:gd name="connsiteY0" fmla="*/ 0 h 4479703"/>
                <a:gd name="connsiteX1" fmla="*/ 257669 w 4093581"/>
                <a:gd name="connsiteY1" fmla="*/ 3779076 h 4479703"/>
                <a:gd name="connsiteX2" fmla="*/ 0 w 4093581"/>
                <a:gd name="connsiteY2" fmla="*/ 4479704 h 4479703"/>
              </a:gdLst>
              <a:ahLst/>
              <a:cxnLst>
                <a:cxn ang="0">
                  <a:pos x="connsiteX0" y="connsiteY0"/>
                </a:cxn>
                <a:cxn ang="0">
                  <a:pos x="connsiteX1" y="connsiteY1"/>
                </a:cxn>
                <a:cxn ang="0">
                  <a:pos x="connsiteX2" y="connsiteY2"/>
                </a:cxn>
              </a:cxnLst>
              <a:rect l="l" t="t" r="r" b="b"/>
              <a:pathLst>
                <a:path w="4093581" h="4479703">
                  <a:moveTo>
                    <a:pt x="4093582" y="0"/>
                  </a:moveTo>
                  <a:cubicBezTo>
                    <a:pt x="3611294" y="167529"/>
                    <a:pt x="1403920" y="1064612"/>
                    <a:pt x="257669" y="3779076"/>
                  </a:cubicBezTo>
                  <a:cubicBezTo>
                    <a:pt x="164231" y="4000333"/>
                    <a:pt x="77834" y="4233707"/>
                    <a:pt x="0" y="4479704"/>
                  </a:cubicBezTo>
                </a:path>
              </a:pathLst>
            </a:custGeom>
            <a:noFill/>
            <a:ln w="28575" cap="flat" cmpd="sng" algn="ctr">
              <a:solidFill>
                <a:schemeClr val="bg2">
                  <a:lumMod val="100000"/>
                </a:schemeClr>
              </a:solidFill>
              <a:prstDash val="solid"/>
              <a:miter lim="800000"/>
              <a:headEnd type="none" w="med" len="med"/>
              <a:tailEnd type="none" w="med" len="med"/>
            </a:ln>
          </p:spPr>
          <p:txBody>
            <a:bodyPr rtlCol="0" anchor="ctr"/>
            <a:lstStyle/>
            <a:p>
              <a:endParaRPr lang="en-US"/>
            </a:p>
          </p:txBody>
        </p:sp>
      </p:grpSp>
      <p:sp>
        <p:nvSpPr>
          <p:cNvPr id="12" name="Picture Placeholder">
            <a:extLst>
              <a:ext uri="{FF2B5EF4-FFF2-40B4-BE49-F238E27FC236}">
                <a16:creationId xmlns:a16="http://schemas.microsoft.com/office/drawing/2014/main" id="{809333A3-CFE9-6C67-FC9A-647D210E3EEA}"/>
              </a:ext>
              <a:ext uri="{C183D7F6-B498-43B3-948B-1728B52AA6E4}">
                <adec:decorative xmlns:adec="http://schemas.microsoft.com/office/drawing/2017/decorative" val="1"/>
              </a:ext>
            </a:extLst>
          </p:cNvPr>
          <p:cNvSpPr>
            <a:spLocks noGrp="1"/>
          </p:cNvSpPr>
          <p:nvPr>
            <p:ph type="pic" sz="quarter" idx="20" hasCustomPrompt="1"/>
          </p:nvPr>
        </p:nvSpPr>
        <p:spPr>
          <a:xfrm>
            <a:off x="7416801" y="0"/>
            <a:ext cx="4775201" cy="6858000"/>
          </a:xfrm>
          <a:custGeom>
            <a:avLst/>
            <a:gdLst>
              <a:gd name="connsiteX0" fmla="*/ 1517945 w 4775201"/>
              <a:gd name="connsiteY0" fmla="*/ 0 h 6858000"/>
              <a:gd name="connsiteX1" fmla="*/ 4775201 w 4775201"/>
              <a:gd name="connsiteY1" fmla="*/ 0 h 6858000"/>
              <a:gd name="connsiteX2" fmla="*/ 4775201 w 4775201"/>
              <a:gd name="connsiteY2" fmla="*/ 6858000 h 6858000"/>
              <a:gd name="connsiteX3" fmla="*/ 1517945 w 4775201"/>
              <a:gd name="connsiteY3" fmla="*/ 6858000 h 6858000"/>
              <a:gd name="connsiteX4" fmla="*/ 1435478 w 4775201"/>
              <a:gd name="connsiteY4" fmla="*/ 6784103 h 6858000"/>
              <a:gd name="connsiteX5" fmla="*/ 0 w 4775201"/>
              <a:gd name="connsiteY5" fmla="*/ 3429000 h 6858000"/>
              <a:gd name="connsiteX6" fmla="*/ 1435478 w 4775201"/>
              <a:gd name="connsiteY6" fmla="*/ 7389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75201" h="6858000">
                <a:moveTo>
                  <a:pt x="1517945" y="0"/>
                </a:moveTo>
                <a:lnTo>
                  <a:pt x="4775201" y="0"/>
                </a:lnTo>
                <a:lnTo>
                  <a:pt x="4775201" y="6858000"/>
                </a:lnTo>
                <a:lnTo>
                  <a:pt x="1517945" y="6858000"/>
                </a:lnTo>
                <a:lnTo>
                  <a:pt x="1435478" y="6784103"/>
                </a:lnTo>
                <a:cubicBezTo>
                  <a:pt x="553634" y="5954966"/>
                  <a:pt x="0" y="4758867"/>
                  <a:pt x="0" y="3429000"/>
                </a:cubicBezTo>
                <a:cubicBezTo>
                  <a:pt x="0" y="2099134"/>
                  <a:pt x="553634" y="903034"/>
                  <a:pt x="1435478" y="73898"/>
                </a:cubicBezTo>
                <a:close/>
              </a:path>
            </a:pathLst>
          </a:custGeom>
        </p:spPr>
        <p:txBody>
          <a:bodyPr wrap="square" anchor="ctr">
            <a:noAutofit/>
          </a:bodyPr>
          <a:lstStyle>
            <a:lvl1pPr>
              <a:defRPr>
                <a:solidFill>
                  <a:schemeClr val="tx1">
                    <a:lumMod val="100000"/>
                  </a:schemeClr>
                </a:solidFill>
              </a:defRPr>
            </a:lvl1pPr>
          </a:lstStyle>
          <a:p>
            <a:r>
              <a:rPr lang="fr-FR"/>
              <a:t>Insert image</a:t>
            </a:r>
          </a:p>
        </p:txBody>
      </p:sp>
      <p:pic>
        <p:nvPicPr>
          <p:cNvPr id="10" name="White Wavestone logo" descr="Wavestone logo">
            <a:extLst>
              <a:ext uri="{FF2B5EF4-FFF2-40B4-BE49-F238E27FC236}">
                <a16:creationId xmlns:a16="http://schemas.microsoft.com/office/drawing/2014/main" id="{C24581C9-449B-0114-E3CA-0BF0CC26CF2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95789" y="6071526"/>
            <a:ext cx="2743200" cy="684590"/>
          </a:xfrm>
          <a:prstGeom prst="rect">
            <a:avLst/>
          </a:prstGeom>
        </p:spPr>
      </p:pic>
      <p:pic>
        <p:nvPicPr>
          <p:cNvPr id="8" name="Blue Wavestone logo">
            <a:extLst>
              <a:ext uri="{FF2B5EF4-FFF2-40B4-BE49-F238E27FC236}">
                <a16:creationId xmlns:a16="http://schemas.microsoft.com/office/drawing/2014/main" id="{82B939A0-F94E-A40E-D5F6-B35B28C8F3A1}"/>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95789" y="6071526"/>
            <a:ext cx="2743199" cy="684590"/>
          </a:xfrm>
          <a:prstGeom prst="rect">
            <a:avLst/>
          </a:prstGeom>
        </p:spPr>
      </p:pic>
      <p:sp>
        <p:nvSpPr>
          <p:cNvPr id="2" name="Title 9">
            <a:extLst>
              <a:ext uri="{FF2B5EF4-FFF2-40B4-BE49-F238E27FC236}">
                <a16:creationId xmlns:a16="http://schemas.microsoft.com/office/drawing/2014/main" id="{E58CD6CB-DFCB-B190-650C-576E3B5992BA}"/>
              </a:ext>
            </a:extLst>
          </p:cNvPr>
          <p:cNvSpPr>
            <a:spLocks noGrp="1"/>
          </p:cNvSpPr>
          <p:nvPr>
            <p:ph type="title" hasCustomPrompt="1"/>
          </p:nvPr>
        </p:nvSpPr>
        <p:spPr>
          <a:xfrm>
            <a:off x="423985" y="404663"/>
            <a:ext cx="6815016" cy="1704711"/>
          </a:xfrm>
        </p:spPr>
        <p:txBody>
          <a:bodyPr/>
          <a:lstStyle>
            <a:lvl1pPr>
              <a:defRPr sz="3400">
                <a:solidFill>
                  <a:schemeClr val="bg2">
                    <a:lumMod val="100000"/>
                  </a:schemeClr>
                </a:solidFill>
              </a:defRPr>
            </a:lvl1pPr>
          </a:lstStyle>
          <a:p>
            <a:pPr lvl="0"/>
            <a:r>
              <a:rPr lang="fr-FR"/>
              <a:t>Complete here with the title of your presentation</a:t>
            </a:r>
            <a:r>
              <a:rPr lang="fr-FR" noProof="0"/>
              <a:t> of maximum 3 lines</a:t>
            </a:r>
            <a:endParaRPr lang="fr-FR"/>
          </a:p>
        </p:txBody>
      </p:sp>
    </p:spTree>
    <p:extLst>
      <p:ext uri="{BB962C8B-B14F-4D97-AF65-F5344CB8AC3E}">
        <p14:creationId xmlns:p14="http://schemas.microsoft.com/office/powerpoint/2010/main" val="1949288804"/>
      </p:ext>
    </p:extLst>
  </p:cSld>
  <p:clrMapOvr>
    <a:masterClrMapping/>
  </p:clrMapOvr>
  <p:extLst>
    <p:ext uri="{DCECCB84-F9BA-43D5-87BE-67443E8EF086}">
      <p15:sldGuideLst xmlns:p15="http://schemas.microsoft.com/office/powerpoint/2012/main">
        <p15:guide id="1" pos="456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full white without picture">
    <p:bg>
      <p:bgPr>
        <a:solidFill>
          <a:schemeClr val="bg1"/>
        </a:solidFill>
        <a:effectLst/>
      </p:bgPr>
    </p:bg>
    <p:spTree>
      <p:nvGrpSpPr>
        <p:cNvPr id="1" name=""/>
        <p:cNvGrpSpPr/>
        <p:nvPr/>
      </p:nvGrpSpPr>
      <p:grpSpPr>
        <a:xfrm>
          <a:off x="0" y="0"/>
          <a:ext cx="0" cy="0"/>
          <a:chOff x="0" y="0"/>
          <a:chExt cx="0" cy="0"/>
        </a:xfrm>
      </p:grpSpPr>
      <p:sp>
        <p:nvSpPr>
          <p:cNvPr id="9" name="Subtitle 1">
            <a:extLst>
              <a:ext uri="{FF2B5EF4-FFF2-40B4-BE49-F238E27FC236}">
                <a16:creationId xmlns:a16="http://schemas.microsoft.com/office/drawing/2014/main" id="{E12C197A-BB25-5561-74A9-9C42A88AAD7D}"/>
              </a:ext>
            </a:extLst>
          </p:cNvPr>
          <p:cNvSpPr>
            <a:spLocks noGrp="1"/>
          </p:cNvSpPr>
          <p:nvPr>
            <p:ph type="body" sz="quarter" idx="15" hasCustomPrompt="1"/>
          </p:nvPr>
        </p:nvSpPr>
        <p:spPr bwMode="gray">
          <a:xfrm>
            <a:off x="423863" y="2116003"/>
            <a:ext cx="6815137" cy="495108"/>
          </a:xfrm>
          <a:prstGeom prst="rect">
            <a:avLst/>
          </a:prstGeom>
        </p:spPr>
        <p:txBody>
          <a:bodyPr lIns="0" tIns="0" rIns="0" bIns="0" anchor="t">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i="0">
                <a:solidFill>
                  <a:schemeClr val="bg2">
                    <a:lumMod val="100000"/>
                  </a:schemeClr>
                </a:solidFill>
                <a:latin typeface="+mn-lt"/>
              </a:defRPr>
            </a:lvl1pPr>
          </a:lstStyle>
          <a:p>
            <a:pPr lvl="0"/>
            <a:r>
              <a:rPr lang="fr-FR" noProof="0"/>
              <a:t>Placeholder for your sub headline</a:t>
            </a:r>
          </a:p>
        </p:txBody>
      </p:sp>
      <p:sp>
        <p:nvSpPr>
          <p:cNvPr id="6" name="Client logo placeholder">
            <a:extLst>
              <a:ext uri="{FF2B5EF4-FFF2-40B4-BE49-F238E27FC236}">
                <a16:creationId xmlns:a16="http://schemas.microsoft.com/office/drawing/2014/main" id="{FF992F39-4192-FE74-2876-6045E840AB7B}"/>
              </a:ext>
            </a:extLst>
          </p:cNvPr>
          <p:cNvSpPr>
            <a:spLocks noGrp="1"/>
          </p:cNvSpPr>
          <p:nvPr>
            <p:ph type="pic" sz="quarter" idx="19" hasCustomPrompt="1"/>
          </p:nvPr>
        </p:nvSpPr>
        <p:spPr>
          <a:xfrm>
            <a:off x="423862" y="3448559"/>
            <a:ext cx="2627312" cy="782638"/>
          </a:xfrm>
        </p:spPr>
        <p:txBody>
          <a:bodyPr lIns="0" tIns="0" rIns="0" bIns="0"/>
          <a:lstStyle>
            <a:lvl1pPr>
              <a:defRPr>
                <a:solidFill>
                  <a:schemeClr val="bg2">
                    <a:lumMod val="100000"/>
                  </a:schemeClr>
                </a:solidFill>
              </a:defRPr>
            </a:lvl1pPr>
          </a:lstStyle>
          <a:p>
            <a:r>
              <a:rPr lang="fr-FR"/>
              <a:t>Insert logo client</a:t>
            </a:r>
          </a:p>
        </p:txBody>
      </p:sp>
      <p:sp>
        <p:nvSpPr>
          <p:cNvPr id="8" name="Date Author Internal placeholer">
            <a:extLst>
              <a:ext uri="{FF2B5EF4-FFF2-40B4-BE49-F238E27FC236}">
                <a16:creationId xmlns:a16="http://schemas.microsoft.com/office/drawing/2014/main" id="{B09AB756-E359-D998-331A-DDE765653015}"/>
              </a:ext>
            </a:extLst>
          </p:cNvPr>
          <p:cNvSpPr>
            <a:spLocks noGrp="1"/>
          </p:cNvSpPr>
          <p:nvPr>
            <p:ph type="body" sz="quarter" idx="18" hasCustomPrompt="1"/>
          </p:nvPr>
        </p:nvSpPr>
        <p:spPr>
          <a:xfrm>
            <a:off x="423863" y="2617739"/>
            <a:ext cx="6815137" cy="481013"/>
          </a:xfrm>
        </p:spPr>
        <p:txBody>
          <a:bodyPr lIns="0" tIns="0" rIns="0" bIns="0"/>
          <a:lstStyle>
            <a:lvl1pPr>
              <a:defRPr sz="1200">
                <a:solidFill>
                  <a:schemeClr val="bg2">
                    <a:lumMod val="100000"/>
                  </a:schemeClr>
                </a:solidFill>
                <a:latin typeface="Aptos Light" panose="020B0004020202020204" pitchFamily="34" charset="0"/>
                <a:cs typeface="Poppins Light" panose="00000400000000000000" pitchFamily="2" charset="0"/>
              </a:defRPr>
            </a:lvl1pPr>
          </a:lstStyle>
          <a:p>
            <a:pPr lvl="0"/>
            <a:r>
              <a:rPr lang="fr-FR"/>
              <a:t>Date | Author | Internal</a:t>
            </a:r>
          </a:p>
        </p:txBody>
      </p:sp>
      <p:grpSp>
        <p:nvGrpSpPr>
          <p:cNvPr id="3" name="Strokes">
            <a:extLst>
              <a:ext uri="{FF2B5EF4-FFF2-40B4-BE49-F238E27FC236}">
                <a16:creationId xmlns:a16="http://schemas.microsoft.com/office/drawing/2014/main" id="{352F13CF-408E-154D-8F3D-D76666C5D7FB}"/>
              </a:ext>
              <a:ext uri="{C183D7F6-B498-43B3-948B-1728B52AA6E4}">
                <adec:decorative xmlns:adec="http://schemas.microsoft.com/office/drawing/2017/decorative" val="1"/>
              </a:ext>
            </a:extLst>
          </p:cNvPr>
          <p:cNvGrpSpPr/>
          <p:nvPr userDrawn="1"/>
        </p:nvGrpSpPr>
        <p:grpSpPr>
          <a:xfrm>
            <a:off x="-21100" y="2374901"/>
            <a:ext cx="12236484" cy="4500730"/>
            <a:chOff x="7485" y="2372714"/>
            <a:chExt cx="12179313" cy="4479703"/>
          </a:xfrm>
        </p:grpSpPr>
        <p:sp>
          <p:nvSpPr>
            <p:cNvPr id="4" name="Freeform: Shape 3">
              <a:extLst>
                <a:ext uri="{FF2B5EF4-FFF2-40B4-BE49-F238E27FC236}">
                  <a16:creationId xmlns:a16="http://schemas.microsoft.com/office/drawing/2014/main" id="{ED2B5DDE-8A43-C98E-1F58-CEC636C222CD}"/>
                </a:ext>
              </a:extLst>
            </p:cNvPr>
            <p:cNvSpPr/>
            <p:nvPr/>
          </p:nvSpPr>
          <p:spPr>
            <a:xfrm>
              <a:off x="7485" y="3916442"/>
              <a:ext cx="12179313" cy="2600047"/>
            </a:xfrm>
            <a:custGeom>
              <a:avLst/>
              <a:gdLst>
                <a:gd name="connsiteX0" fmla="*/ 0 w 12179313"/>
                <a:gd name="connsiteY0" fmla="*/ 341972 h 2600047"/>
                <a:gd name="connsiteX1" fmla="*/ 8343401 w 12179313"/>
                <a:gd name="connsiteY1" fmla="*/ 2235348 h 2600047"/>
                <a:gd name="connsiteX2" fmla="*/ 12179314 w 12179313"/>
                <a:gd name="connsiteY2" fmla="*/ 0 h 2600047"/>
              </a:gdLst>
              <a:ahLst/>
              <a:cxnLst>
                <a:cxn ang="0">
                  <a:pos x="connsiteX0" y="connsiteY0"/>
                </a:cxn>
                <a:cxn ang="0">
                  <a:pos x="connsiteX1" y="connsiteY1"/>
                </a:cxn>
                <a:cxn ang="0">
                  <a:pos x="connsiteX2" y="connsiteY2"/>
                </a:cxn>
              </a:cxnLst>
              <a:rect l="l" t="t" r="r" b="b"/>
              <a:pathLst>
                <a:path w="12179313" h="2600047">
                  <a:moveTo>
                    <a:pt x="0" y="341972"/>
                  </a:moveTo>
                  <a:cubicBezTo>
                    <a:pt x="593424" y="835996"/>
                    <a:pt x="4005852" y="3573297"/>
                    <a:pt x="8343401" y="2235348"/>
                  </a:cubicBezTo>
                  <a:cubicBezTo>
                    <a:pt x="9562981" y="1859185"/>
                    <a:pt x="10855574" y="1160904"/>
                    <a:pt x="12179314" y="0"/>
                  </a:cubicBezTo>
                </a:path>
              </a:pathLst>
            </a:custGeom>
            <a:noFill/>
            <a:ln w="28575" cap="flat">
              <a:solidFill>
                <a:srgbClr val="04F06A"/>
              </a:solid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D11169D3-0065-4986-0CD7-63D733769DE0}"/>
                </a:ext>
              </a:extLst>
            </p:cNvPr>
            <p:cNvSpPr/>
            <p:nvPr/>
          </p:nvSpPr>
          <p:spPr>
            <a:xfrm>
              <a:off x="8093216" y="2372714"/>
              <a:ext cx="4093581" cy="4479703"/>
            </a:xfrm>
            <a:custGeom>
              <a:avLst/>
              <a:gdLst>
                <a:gd name="connsiteX0" fmla="*/ 4093582 w 4093581"/>
                <a:gd name="connsiteY0" fmla="*/ 0 h 4479703"/>
                <a:gd name="connsiteX1" fmla="*/ 257669 w 4093581"/>
                <a:gd name="connsiteY1" fmla="*/ 3779076 h 4479703"/>
                <a:gd name="connsiteX2" fmla="*/ 0 w 4093581"/>
                <a:gd name="connsiteY2" fmla="*/ 4479704 h 4479703"/>
              </a:gdLst>
              <a:ahLst/>
              <a:cxnLst>
                <a:cxn ang="0">
                  <a:pos x="connsiteX0" y="connsiteY0"/>
                </a:cxn>
                <a:cxn ang="0">
                  <a:pos x="connsiteX1" y="connsiteY1"/>
                </a:cxn>
                <a:cxn ang="0">
                  <a:pos x="connsiteX2" y="connsiteY2"/>
                </a:cxn>
              </a:cxnLst>
              <a:rect l="l" t="t" r="r" b="b"/>
              <a:pathLst>
                <a:path w="4093581" h="4479703">
                  <a:moveTo>
                    <a:pt x="4093582" y="0"/>
                  </a:moveTo>
                  <a:cubicBezTo>
                    <a:pt x="3611294" y="167529"/>
                    <a:pt x="1403920" y="1064612"/>
                    <a:pt x="257669" y="3779076"/>
                  </a:cubicBezTo>
                  <a:cubicBezTo>
                    <a:pt x="164231" y="4000333"/>
                    <a:pt x="77834" y="4233707"/>
                    <a:pt x="0" y="4479704"/>
                  </a:cubicBezTo>
                </a:path>
              </a:pathLst>
            </a:custGeom>
            <a:noFill/>
            <a:ln w="28575" cap="flat" cmpd="sng" algn="ctr">
              <a:solidFill>
                <a:schemeClr val="bg2">
                  <a:lumMod val="100000"/>
                </a:schemeClr>
              </a:solidFill>
              <a:prstDash val="solid"/>
              <a:miter lim="800000"/>
              <a:headEnd type="none" w="med" len="med"/>
              <a:tailEnd type="none" w="med" len="med"/>
            </a:ln>
          </p:spPr>
          <p:txBody>
            <a:bodyPr rtlCol="0" anchor="ctr"/>
            <a:lstStyle/>
            <a:p>
              <a:endParaRPr lang="en-US"/>
            </a:p>
          </p:txBody>
        </p:sp>
      </p:grpSp>
      <p:pic>
        <p:nvPicPr>
          <p:cNvPr id="11" name="White Wavestone logo" descr="Wavestone logo">
            <a:extLst>
              <a:ext uri="{FF2B5EF4-FFF2-40B4-BE49-F238E27FC236}">
                <a16:creationId xmlns:a16="http://schemas.microsoft.com/office/drawing/2014/main" id="{48D1F763-BFE2-F09B-EE76-82FBAD2D79D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95789" y="6071526"/>
            <a:ext cx="2743200" cy="684590"/>
          </a:xfrm>
          <a:prstGeom prst="rect">
            <a:avLst/>
          </a:prstGeom>
        </p:spPr>
      </p:pic>
      <p:pic>
        <p:nvPicPr>
          <p:cNvPr id="12" name="Blue Wavestone logo">
            <a:extLst>
              <a:ext uri="{FF2B5EF4-FFF2-40B4-BE49-F238E27FC236}">
                <a16:creationId xmlns:a16="http://schemas.microsoft.com/office/drawing/2014/main" id="{F3C0A1F6-8E6B-A250-8783-37D8B51A48DA}"/>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95789" y="6071526"/>
            <a:ext cx="2743199" cy="684590"/>
          </a:xfrm>
          <a:prstGeom prst="rect">
            <a:avLst/>
          </a:prstGeom>
        </p:spPr>
      </p:pic>
      <p:sp>
        <p:nvSpPr>
          <p:cNvPr id="2" name="Title 9">
            <a:extLst>
              <a:ext uri="{FF2B5EF4-FFF2-40B4-BE49-F238E27FC236}">
                <a16:creationId xmlns:a16="http://schemas.microsoft.com/office/drawing/2014/main" id="{C0877EA9-B35D-D696-9631-3A18F66607E1}"/>
              </a:ext>
            </a:extLst>
          </p:cNvPr>
          <p:cNvSpPr>
            <a:spLocks noGrp="1"/>
          </p:cNvSpPr>
          <p:nvPr>
            <p:ph type="title" hasCustomPrompt="1"/>
          </p:nvPr>
        </p:nvSpPr>
        <p:spPr>
          <a:xfrm>
            <a:off x="423985" y="404663"/>
            <a:ext cx="6815016" cy="1704711"/>
          </a:xfrm>
        </p:spPr>
        <p:txBody>
          <a:bodyPr/>
          <a:lstStyle>
            <a:lvl1pPr>
              <a:defRPr sz="3400">
                <a:solidFill>
                  <a:schemeClr val="bg2">
                    <a:lumMod val="100000"/>
                  </a:schemeClr>
                </a:solidFill>
              </a:defRPr>
            </a:lvl1pPr>
          </a:lstStyle>
          <a:p>
            <a:pPr lvl="0"/>
            <a:r>
              <a:rPr lang="fr-FR"/>
              <a:t>Complete here with the title of your presentation</a:t>
            </a:r>
            <a:r>
              <a:rPr lang="fr-FR" noProof="0"/>
              <a:t> of maximum 3 lines</a:t>
            </a:r>
            <a:endParaRPr lang="fr-FR"/>
          </a:p>
        </p:txBody>
      </p:sp>
    </p:spTree>
    <p:extLst>
      <p:ext uri="{BB962C8B-B14F-4D97-AF65-F5344CB8AC3E}">
        <p14:creationId xmlns:p14="http://schemas.microsoft.com/office/powerpoint/2010/main" val="999341441"/>
      </p:ext>
    </p:extLst>
  </p:cSld>
  <p:clrMapOvr>
    <a:masterClrMapping/>
  </p:clrMapOvr>
  <p:extLst>
    <p:ext uri="{DCECCB84-F9BA-43D5-87BE-67443E8EF086}">
      <p15:sldGuideLst xmlns:p15="http://schemas.microsoft.com/office/powerpoint/2012/main">
        <p15:guide id="1" pos="456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neral content without picture ">
    <p:spTree>
      <p:nvGrpSpPr>
        <p:cNvPr id="1" name=""/>
        <p:cNvGrpSpPr/>
        <p:nvPr/>
      </p:nvGrpSpPr>
      <p:grpSpPr>
        <a:xfrm>
          <a:off x="0" y="0"/>
          <a:ext cx="0" cy="0"/>
          <a:chOff x="0" y="0"/>
          <a:chExt cx="0" cy="0"/>
        </a:xfrm>
      </p:grpSpPr>
      <p:sp>
        <p:nvSpPr>
          <p:cNvPr id="6" name="Toptitle placeholder 1">
            <a:extLst>
              <a:ext uri="{FF2B5EF4-FFF2-40B4-BE49-F238E27FC236}">
                <a16:creationId xmlns:a16="http://schemas.microsoft.com/office/drawing/2014/main" id="{851225A9-B9A5-5D43-2356-907348CE522B}"/>
              </a:ext>
              <a:ext uri="{C183D7F6-B498-43B3-948B-1728B52AA6E4}">
                <adec:decorative xmlns:adec="http://schemas.microsoft.com/office/drawing/2017/decorative" val="1"/>
              </a:ext>
            </a:extLst>
          </p:cNvPr>
          <p:cNvSpPr>
            <a:spLocks noGrp="1"/>
          </p:cNvSpPr>
          <p:nvPr>
            <p:ph type="body" sz="quarter" idx="13" hasCustomPrompt="1"/>
          </p:nvPr>
        </p:nvSpPr>
        <p:spPr>
          <a:xfrm>
            <a:off x="425355" y="144313"/>
            <a:ext cx="7794704"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Insert a top title here - must not exceed 1 line</a:t>
            </a:r>
          </a:p>
        </p:txBody>
      </p:sp>
      <p:sp>
        <p:nvSpPr>
          <p:cNvPr id="8" name="Chapter placeholder 1">
            <a:extLst>
              <a:ext uri="{FF2B5EF4-FFF2-40B4-BE49-F238E27FC236}">
                <a16:creationId xmlns:a16="http://schemas.microsoft.com/office/drawing/2014/main" id="{AE7685B7-31BA-B763-988E-64FA2F7EC79F}"/>
              </a:ext>
              <a:ext uri="{C183D7F6-B498-43B3-948B-1728B52AA6E4}">
                <adec:decorative xmlns:adec="http://schemas.microsoft.com/office/drawing/2017/decorative" val="1"/>
              </a:ext>
            </a:extLst>
          </p:cNvPr>
          <p:cNvSpPr>
            <a:spLocks noGrp="1"/>
          </p:cNvSpPr>
          <p:nvPr>
            <p:ph type="body" sz="quarter" idx="15" hasCustomPrompt="1"/>
          </p:nvPr>
        </p:nvSpPr>
        <p:spPr>
          <a:xfrm>
            <a:off x="8220074" y="144166"/>
            <a:ext cx="3548064" cy="260647"/>
          </a:xfrm>
          <a:prstGeom prst="rect">
            <a:avLst/>
          </a:prstGeom>
        </p:spPr>
        <p:txBody>
          <a:bodyPr lIns="0" tIns="0" rIns="0" bIns="0" anchor="b"/>
          <a:lstStyle>
            <a:lvl1pPr algn="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CHAPTER 1 – CHAPTER 2 – CHAPTER 3 </a:t>
            </a:r>
          </a:p>
        </p:txBody>
      </p:sp>
      <p:sp>
        <p:nvSpPr>
          <p:cNvPr id="2" name="Title 1"/>
          <p:cNvSpPr>
            <a:spLocks noGrp="1"/>
          </p:cNvSpPr>
          <p:nvPr>
            <p:ph type="title" hasCustomPrompt="1"/>
          </p:nvPr>
        </p:nvSpPr>
        <p:spPr>
          <a:xfrm>
            <a:off x="425354" y="404667"/>
            <a:ext cx="11342769" cy="936770"/>
          </a:xfrm>
        </p:spPr>
        <p:txBody>
          <a:bodyPr lIns="0" tIns="0" rIns="0" bIns="0"/>
          <a:lstStyle>
            <a:lvl1pPr>
              <a:defRPr sz="2400" baseline="0">
                <a:solidFill>
                  <a:schemeClr val="bg2">
                    <a:lumMod val="100000"/>
                  </a:schemeClr>
                </a:solidFill>
                <a:latin typeface="+mj-lt"/>
              </a:defRPr>
            </a:lvl1pPr>
          </a:lstStyle>
          <a:p>
            <a:r>
              <a:rPr lang="fr-FR"/>
              <a:t>Complete with a title here that carries your message on two lines at most for more </a:t>
            </a:r>
            <a:r>
              <a:rPr lang="fr-FR" noProof="0"/>
              <a:t>readability</a:t>
            </a:r>
          </a:p>
        </p:txBody>
      </p:sp>
      <p:sp>
        <p:nvSpPr>
          <p:cNvPr id="5" name="Content Placeholder 4" descr="Content placeholder: &#10;The first line is dedicated to Level 1.&#10;To move to the next level, click Alt + Shift + right arrow. 3 levels are available. ">
            <a:extLst>
              <a:ext uri="{FF2B5EF4-FFF2-40B4-BE49-F238E27FC236}">
                <a16:creationId xmlns:a16="http://schemas.microsoft.com/office/drawing/2014/main" id="{7AB6DAC7-33AA-E7F9-D829-CACCD01E64C1}"/>
              </a:ext>
            </a:extLst>
          </p:cNvPr>
          <p:cNvSpPr>
            <a:spLocks noGrp="1"/>
          </p:cNvSpPr>
          <p:nvPr>
            <p:ph sz="quarter" idx="16" hasCustomPrompt="1"/>
          </p:nvPr>
        </p:nvSpPr>
        <p:spPr>
          <a:xfrm>
            <a:off x="423863" y="1341438"/>
            <a:ext cx="11344275" cy="4895850"/>
          </a:xfrm>
        </p:spPr>
        <p:txBody>
          <a:bodyPr lIns="0" tIns="36000" rIns="0" bIns="36000"/>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p:txBody>
      </p:sp>
    </p:spTree>
    <p:extLst>
      <p:ext uri="{BB962C8B-B14F-4D97-AF65-F5344CB8AC3E}">
        <p14:creationId xmlns:p14="http://schemas.microsoft.com/office/powerpoint/2010/main" val="2878158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optitle 1">
            <a:extLst>
              <a:ext uri="{FF2B5EF4-FFF2-40B4-BE49-F238E27FC236}">
                <a16:creationId xmlns:a16="http://schemas.microsoft.com/office/drawing/2014/main" id="{76849AAF-1C69-4F35-4759-ECA8DCF54AFA}"/>
              </a:ext>
              <a:ext uri="{C183D7F6-B498-43B3-948B-1728B52AA6E4}">
                <adec:decorative xmlns:adec="http://schemas.microsoft.com/office/drawing/2017/decorative" val="1"/>
              </a:ext>
            </a:extLst>
          </p:cNvPr>
          <p:cNvSpPr>
            <a:spLocks noGrp="1"/>
          </p:cNvSpPr>
          <p:nvPr>
            <p:ph type="body" sz="quarter" idx="13" hasCustomPrompt="1"/>
          </p:nvPr>
        </p:nvSpPr>
        <p:spPr>
          <a:xfrm>
            <a:off x="425355" y="144313"/>
            <a:ext cx="7794704"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Insert a top title here - must not exceed 1 line</a:t>
            </a:r>
          </a:p>
        </p:txBody>
      </p:sp>
      <p:sp>
        <p:nvSpPr>
          <p:cNvPr id="5" name="Chapter placeholder 1">
            <a:extLst>
              <a:ext uri="{FF2B5EF4-FFF2-40B4-BE49-F238E27FC236}">
                <a16:creationId xmlns:a16="http://schemas.microsoft.com/office/drawing/2014/main" id="{8BBD3644-B711-1D97-E528-4D75DCB5C90A}"/>
              </a:ext>
              <a:ext uri="{C183D7F6-B498-43B3-948B-1728B52AA6E4}">
                <adec:decorative xmlns:adec="http://schemas.microsoft.com/office/drawing/2017/decorative" val="1"/>
              </a:ext>
            </a:extLst>
          </p:cNvPr>
          <p:cNvSpPr>
            <a:spLocks noGrp="1"/>
          </p:cNvSpPr>
          <p:nvPr>
            <p:ph type="body" sz="quarter" idx="15" hasCustomPrompt="1"/>
          </p:nvPr>
        </p:nvSpPr>
        <p:spPr>
          <a:xfrm>
            <a:off x="8220075" y="144166"/>
            <a:ext cx="3548064" cy="260647"/>
          </a:xfrm>
          <a:prstGeom prst="rect">
            <a:avLst/>
          </a:prstGeom>
        </p:spPr>
        <p:txBody>
          <a:bodyPr lIns="0" tIns="0" rIns="0" bIns="0" anchor="b"/>
          <a:lstStyle>
            <a:lvl1pPr algn="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CHAPTER 1 – CHAPTER 2 – CHAPTER 3 </a:t>
            </a:r>
          </a:p>
        </p:txBody>
      </p:sp>
      <p:sp>
        <p:nvSpPr>
          <p:cNvPr id="4" name="Title 1"/>
          <p:cNvSpPr>
            <a:spLocks noGrp="1"/>
          </p:cNvSpPr>
          <p:nvPr>
            <p:ph type="title" hasCustomPrompt="1"/>
          </p:nvPr>
        </p:nvSpPr>
        <p:spPr>
          <a:xfrm>
            <a:off x="425355" y="404665"/>
            <a:ext cx="11342768" cy="936773"/>
          </a:xfrm>
        </p:spPr>
        <p:txBody>
          <a:bodyPr lIns="0" tIns="0" rIns="0" bIns="0"/>
          <a:lstStyle>
            <a:lvl1pPr>
              <a:defRPr sz="2400" baseline="0">
                <a:solidFill>
                  <a:schemeClr val="bg2">
                    <a:lumMod val="100000"/>
                  </a:schemeClr>
                </a:solidFill>
                <a:latin typeface="+mj-lt"/>
              </a:defRPr>
            </a:lvl1pPr>
          </a:lstStyle>
          <a:p>
            <a:r>
              <a:rPr lang="fr-FR" noProof="0"/>
              <a:t>Complete with a title here that carries your message on two lines at most for more readability</a:t>
            </a:r>
          </a:p>
        </p:txBody>
      </p:sp>
    </p:spTree>
    <p:extLst>
      <p:ext uri="{BB962C8B-B14F-4D97-AF65-F5344CB8AC3E}">
        <p14:creationId xmlns:p14="http://schemas.microsoft.com/office/powerpoint/2010/main" val="1555369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lat text left + text right">
    <p:spTree>
      <p:nvGrpSpPr>
        <p:cNvPr id="1" name=""/>
        <p:cNvGrpSpPr/>
        <p:nvPr/>
      </p:nvGrpSpPr>
      <p:grpSpPr>
        <a:xfrm>
          <a:off x="0" y="0"/>
          <a:ext cx="0" cy="0"/>
          <a:chOff x="0" y="0"/>
          <a:chExt cx="0" cy="0"/>
        </a:xfrm>
      </p:grpSpPr>
      <p:sp>
        <p:nvSpPr>
          <p:cNvPr id="3" name="Toptitle placeholder 1">
            <a:extLst>
              <a:ext uri="{FF2B5EF4-FFF2-40B4-BE49-F238E27FC236}">
                <a16:creationId xmlns:a16="http://schemas.microsoft.com/office/drawing/2014/main" id="{C3E536A8-35FA-BE3C-96F0-8E12379D56E4}"/>
              </a:ext>
              <a:ext uri="{C183D7F6-B498-43B3-948B-1728B52AA6E4}">
                <adec:decorative xmlns:adec="http://schemas.microsoft.com/office/drawing/2017/decorative" val="1"/>
              </a:ext>
            </a:extLst>
          </p:cNvPr>
          <p:cNvSpPr>
            <a:spLocks noGrp="1"/>
          </p:cNvSpPr>
          <p:nvPr>
            <p:ph type="body" sz="quarter" idx="13" hasCustomPrompt="1"/>
          </p:nvPr>
        </p:nvSpPr>
        <p:spPr>
          <a:xfrm>
            <a:off x="425355" y="144313"/>
            <a:ext cx="7794704"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Insert a top title here - must not exceed 1 line</a:t>
            </a:r>
          </a:p>
        </p:txBody>
      </p:sp>
      <p:sp>
        <p:nvSpPr>
          <p:cNvPr id="2" name="Chapter placeholder 1">
            <a:extLst>
              <a:ext uri="{FF2B5EF4-FFF2-40B4-BE49-F238E27FC236}">
                <a16:creationId xmlns:a16="http://schemas.microsoft.com/office/drawing/2014/main" id="{5B219629-E151-CA04-8232-A7687951C37F}"/>
              </a:ext>
              <a:ext uri="{C183D7F6-B498-43B3-948B-1728B52AA6E4}">
                <adec:decorative xmlns:adec="http://schemas.microsoft.com/office/drawing/2017/decorative" val="1"/>
              </a:ext>
            </a:extLst>
          </p:cNvPr>
          <p:cNvSpPr>
            <a:spLocks noGrp="1"/>
          </p:cNvSpPr>
          <p:nvPr>
            <p:ph type="body" sz="quarter" idx="15" hasCustomPrompt="1"/>
          </p:nvPr>
        </p:nvSpPr>
        <p:spPr>
          <a:xfrm>
            <a:off x="8220075" y="144166"/>
            <a:ext cx="3548064" cy="260647"/>
          </a:xfrm>
          <a:prstGeom prst="rect">
            <a:avLst/>
          </a:prstGeom>
        </p:spPr>
        <p:txBody>
          <a:bodyPr lIns="0" tIns="0" rIns="0" bIns="0" anchor="b"/>
          <a:lstStyle>
            <a:lvl1pPr algn="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CHAPTER 1 – CHAPTER 2 – CHAPTER 3 </a:t>
            </a:r>
          </a:p>
        </p:txBody>
      </p:sp>
      <p:sp>
        <p:nvSpPr>
          <p:cNvPr id="10" name="Title 1"/>
          <p:cNvSpPr>
            <a:spLocks noGrp="1"/>
          </p:cNvSpPr>
          <p:nvPr>
            <p:ph type="title" hasCustomPrompt="1"/>
          </p:nvPr>
        </p:nvSpPr>
        <p:spPr>
          <a:xfrm>
            <a:off x="425354" y="404665"/>
            <a:ext cx="11342769" cy="936772"/>
          </a:xfrm>
        </p:spPr>
        <p:txBody>
          <a:bodyPr lIns="0" tIns="0" rIns="0" bIns="0">
            <a:noAutofit/>
          </a:bodyPr>
          <a:lstStyle>
            <a:lvl1pPr>
              <a:defRPr sz="2400" baseline="0">
                <a:solidFill>
                  <a:schemeClr val="bg2">
                    <a:lumMod val="100000"/>
                  </a:schemeClr>
                </a:solidFill>
                <a:latin typeface="+mj-lt"/>
              </a:defRPr>
            </a:lvl1pPr>
          </a:lstStyle>
          <a:p>
            <a:r>
              <a:rPr lang="fr-FR"/>
              <a:t>Complete with a title here that carries your message on two lines at most for more </a:t>
            </a:r>
            <a:r>
              <a:rPr lang="fr-FR" noProof="0"/>
              <a:t>readability</a:t>
            </a:r>
          </a:p>
        </p:txBody>
      </p:sp>
      <p:sp>
        <p:nvSpPr>
          <p:cNvPr id="4" name="Text placeholder 1">
            <a:extLst>
              <a:ext uri="{FF2B5EF4-FFF2-40B4-BE49-F238E27FC236}">
                <a16:creationId xmlns:a16="http://schemas.microsoft.com/office/drawing/2014/main" id="{F0D1A3EB-B6CB-8791-B273-427226C61150}"/>
              </a:ext>
            </a:extLst>
          </p:cNvPr>
          <p:cNvSpPr>
            <a:spLocks noGrp="1"/>
          </p:cNvSpPr>
          <p:nvPr>
            <p:ph type="body" sz="quarter" idx="18" hasCustomPrompt="1"/>
          </p:nvPr>
        </p:nvSpPr>
        <p:spPr>
          <a:xfrm>
            <a:off x="423863" y="1341438"/>
            <a:ext cx="5502275" cy="4895850"/>
          </a:xfrm>
        </p:spPr>
        <p:txBody>
          <a:bodyPr lIns="0" tIns="36000" rIns="0" bIns="36000"/>
          <a:lstStyle>
            <a:lvl1pPr algn="l">
              <a:defRPr/>
            </a:lvl1pPr>
            <a:lvl2pPr algn="l">
              <a:defRPr/>
            </a:lvl2pPr>
            <a:lvl3pPr algn="l">
              <a:defRPr/>
            </a:lvl3pPr>
            <a:lvl4pPr algn="l">
              <a:defRPr/>
            </a:lvl4pPr>
            <a:lvl5pPr algn="l">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p:txBody>
      </p:sp>
      <p:sp>
        <p:nvSpPr>
          <p:cNvPr id="5" name="Text placeholder 2">
            <a:extLst>
              <a:ext uri="{FF2B5EF4-FFF2-40B4-BE49-F238E27FC236}">
                <a16:creationId xmlns:a16="http://schemas.microsoft.com/office/drawing/2014/main" id="{07AA2186-6393-9722-7709-04D4D067EB84}"/>
              </a:ext>
            </a:extLst>
          </p:cNvPr>
          <p:cNvSpPr>
            <a:spLocks noGrp="1"/>
          </p:cNvSpPr>
          <p:nvPr>
            <p:ph type="body" sz="quarter" idx="19" hasCustomPrompt="1"/>
          </p:nvPr>
        </p:nvSpPr>
        <p:spPr>
          <a:xfrm>
            <a:off x="6265864" y="1341438"/>
            <a:ext cx="5502275" cy="4895850"/>
          </a:xfrm>
        </p:spPr>
        <p:txBody>
          <a:bodyPr lIns="0" tIns="36000" rIns="0" bIns="36000"/>
          <a:lstStyle>
            <a:lvl1pPr algn="l">
              <a:defRPr/>
            </a:lvl1pPr>
            <a:lvl2pPr algn="l">
              <a:defRPr/>
            </a:lvl2pPr>
            <a:lvl3pPr algn="l">
              <a:defRPr/>
            </a:lvl3pPr>
            <a:lvl4pPr algn="l">
              <a:defRPr/>
            </a:lvl4pPr>
            <a:lvl5pPr algn="l">
              <a:defRPr/>
            </a:lvl5pPr>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p:txBody>
      </p:sp>
    </p:spTree>
    <p:extLst>
      <p:ext uri="{BB962C8B-B14F-4D97-AF65-F5344CB8AC3E}">
        <p14:creationId xmlns:p14="http://schemas.microsoft.com/office/powerpoint/2010/main" val="17425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eneral content with picture right">
    <p:spTree>
      <p:nvGrpSpPr>
        <p:cNvPr id="1" name=""/>
        <p:cNvGrpSpPr/>
        <p:nvPr/>
      </p:nvGrpSpPr>
      <p:grpSpPr>
        <a:xfrm>
          <a:off x="0" y="0"/>
          <a:ext cx="0" cy="0"/>
          <a:chOff x="0" y="0"/>
          <a:chExt cx="0" cy="0"/>
        </a:xfrm>
      </p:grpSpPr>
      <p:sp>
        <p:nvSpPr>
          <p:cNvPr id="6" name="Toptitle 1">
            <a:extLst>
              <a:ext uri="{FF2B5EF4-FFF2-40B4-BE49-F238E27FC236}">
                <a16:creationId xmlns:a16="http://schemas.microsoft.com/office/drawing/2014/main" id="{FAC3B790-990D-7E1E-EF9F-7E42C783E760}"/>
              </a:ext>
              <a:ext uri="{C183D7F6-B498-43B3-948B-1728B52AA6E4}">
                <adec:decorative xmlns:adec="http://schemas.microsoft.com/office/drawing/2017/decorative" val="1"/>
              </a:ext>
            </a:extLst>
          </p:cNvPr>
          <p:cNvSpPr>
            <a:spLocks noGrp="1"/>
          </p:cNvSpPr>
          <p:nvPr>
            <p:ph type="body" sz="quarter" idx="13" hasCustomPrompt="1"/>
          </p:nvPr>
        </p:nvSpPr>
        <p:spPr>
          <a:xfrm>
            <a:off x="425355" y="144313"/>
            <a:ext cx="6823170"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Insert a top title here - must not exceed 1 line</a:t>
            </a:r>
          </a:p>
        </p:txBody>
      </p:sp>
      <p:sp>
        <p:nvSpPr>
          <p:cNvPr id="2" name="Title 1"/>
          <p:cNvSpPr>
            <a:spLocks noGrp="1"/>
          </p:cNvSpPr>
          <p:nvPr>
            <p:ph type="title" hasCustomPrompt="1"/>
          </p:nvPr>
        </p:nvSpPr>
        <p:spPr>
          <a:xfrm>
            <a:off x="425355" y="404666"/>
            <a:ext cx="6823170" cy="936772"/>
          </a:xfrm>
        </p:spPr>
        <p:txBody>
          <a:bodyPr lIns="0" tIns="0" rIns="0" bIns="0">
            <a:noAutofit/>
          </a:bodyPr>
          <a:lstStyle>
            <a:lvl1pPr>
              <a:defRPr sz="2400" baseline="0">
                <a:solidFill>
                  <a:schemeClr val="bg2">
                    <a:lumMod val="100000"/>
                  </a:schemeClr>
                </a:solidFill>
                <a:latin typeface="+mj-lt"/>
              </a:defRPr>
            </a:lvl1pPr>
          </a:lstStyle>
          <a:p>
            <a:r>
              <a:rPr lang="fr-FR"/>
              <a:t>Complete with a title here that carries your message on two lines at most for more </a:t>
            </a:r>
            <a:r>
              <a:rPr lang="fr-FR" noProof="0"/>
              <a:t>readability</a:t>
            </a:r>
          </a:p>
        </p:txBody>
      </p:sp>
      <p:sp>
        <p:nvSpPr>
          <p:cNvPr id="5" name="Content Placeholder 4">
            <a:extLst>
              <a:ext uri="{FF2B5EF4-FFF2-40B4-BE49-F238E27FC236}">
                <a16:creationId xmlns:a16="http://schemas.microsoft.com/office/drawing/2014/main" id="{F9159FE6-ADA0-40D4-21CD-E9E8F8E99B6B}"/>
              </a:ext>
            </a:extLst>
          </p:cNvPr>
          <p:cNvSpPr>
            <a:spLocks noGrp="1"/>
          </p:cNvSpPr>
          <p:nvPr>
            <p:ph sz="quarter" idx="19" hasCustomPrompt="1"/>
          </p:nvPr>
        </p:nvSpPr>
        <p:spPr>
          <a:xfrm>
            <a:off x="423863" y="1341438"/>
            <a:ext cx="6823075" cy="4894976"/>
          </a:xfrm>
        </p:spPr>
        <p:txBody>
          <a:bodyPr lIns="0" tIns="36000" rIns="0" bIns="36000"/>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p:txBody>
      </p:sp>
      <p:sp>
        <p:nvSpPr>
          <p:cNvPr id="8" name="Picture Placeholder 1">
            <a:extLst>
              <a:ext uri="{FF2B5EF4-FFF2-40B4-BE49-F238E27FC236}">
                <a16:creationId xmlns:a16="http://schemas.microsoft.com/office/drawing/2014/main" id="{023D9650-B46E-B22A-2227-4109F258BAFE}"/>
              </a:ext>
              <a:ext uri="{C183D7F6-B498-43B3-948B-1728B52AA6E4}">
                <adec:decorative xmlns:adec="http://schemas.microsoft.com/office/drawing/2017/decorative" val="1"/>
              </a:ext>
            </a:extLst>
          </p:cNvPr>
          <p:cNvSpPr>
            <a:spLocks noGrp="1"/>
          </p:cNvSpPr>
          <p:nvPr>
            <p:ph type="pic" sz="quarter" idx="18" hasCustomPrompt="1"/>
          </p:nvPr>
        </p:nvSpPr>
        <p:spPr>
          <a:xfrm>
            <a:off x="7899402" y="0"/>
            <a:ext cx="4292599" cy="6858000"/>
          </a:xfrm>
          <a:custGeom>
            <a:avLst/>
            <a:gdLst>
              <a:gd name="connsiteX0" fmla="*/ 704485 w 4292599"/>
              <a:gd name="connsiteY0" fmla="*/ 0 h 6858000"/>
              <a:gd name="connsiteX1" fmla="*/ 4292599 w 4292599"/>
              <a:gd name="connsiteY1" fmla="*/ 0 h 6858000"/>
              <a:gd name="connsiteX2" fmla="*/ 4292599 w 4292599"/>
              <a:gd name="connsiteY2" fmla="*/ 6858000 h 6858000"/>
              <a:gd name="connsiteX3" fmla="*/ 584306 w 4292599"/>
              <a:gd name="connsiteY3" fmla="*/ 6858000 h 6858000"/>
              <a:gd name="connsiteX4" fmla="*/ 573350 w 4292599"/>
              <a:gd name="connsiteY4" fmla="*/ 6830215 h 6858000"/>
              <a:gd name="connsiteX5" fmla="*/ 0 w 4292599"/>
              <a:gd name="connsiteY5" fmla="*/ 3581400 h 6858000"/>
              <a:gd name="connsiteX6" fmla="*/ 573350 w 4292599"/>
              <a:gd name="connsiteY6" fmla="*/ 332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92599" h="6858000">
                <a:moveTo>
                  <a:pt x="704485" y="0"/>
                </a:moveTo>
                <a:lnTo>
                  <a:pt x="4292599" y="0"/>
                </a:lnTo>
                <a:lnTo>
                  <a:pt x="4292599" y="6858000"/>
                </a:lnTo>
                <a:lnTo>
                  <a:pt x="584306" y="6858000"/>
                </a:lnTo>
                <a:lnTo>
                  <a:pt x="573350" y="6830215"/>
                </a:lnTo>
                <a:cubicBezTo>
                  <a:pt x="202430" y="5817182"/>
                  <a:pt x="0" y="4722931"/>
                  <a:pt x="0" y="3581400"/>
                </a:cubicBezTo>
                <a:cubicBezTo>
                  <a:pt x="0" y="2439869"/>
                  <a:pt x="202430" y="1345618"/>
                  <a:pt x="573350" y="332586"/>
                </a:cubicBezTo>
                <a:close/>
              </a:path>
            </a:pathLst>
          </a:custGeom>
        </p:spPr>
        <p:txBody>
          <a:bodyPr wrap="square" anchor="ctr">
            <a:noAutofit/>
          </a:bodyPr>
          <a:lstStyle>
            <a:lvl1pPr>
              <a:defRPr/>
            </a:lvl1pPr>
          </a:lstStyle>
          <a:p>
            <a:r>
              <a:rPr lang="fr-FR"/>
              <a:t>Insert image</a:t>
            </a:r>
          </a:p>
        </p:txBody>
      </p:sp>
    </p:spTree>
    <p:extLst>
      <p:ext uri="{BB962C8B-B14F-4D97-AF65-F5344CB8AC3E}">
        <p14:creationId xmlns:p14="http://schemas.microsoft.com/office/powerpoint/2010/main" val="1920190198"/>
      </p:ext>
    </p:extLst>
  </p:cSld>
  <p:clrMapOvr>
    <a:masterClrMapping/>
  </p:clrMapOvr>
  <p:extLst>
    <p:ext uri="{DCECCB84-F9BA-43D5-87BE-67443E8EF086}">
      <p15:sldGuideLst xmlns:p15="http://schemas.microsoft.com/office/powerpoint/2012/main">
        <p15:guide id="1" pos="456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eneral content with picture bottom">
    <p:spTree>
      <p:nvGrpSpPr>
        <p:cNvPr id="1" name=""/>
        <p:cNvGrpSpPr/>
        <p:nvPr/>
      </p:nvGrpSpPr>
      <p:grpSpPr>
        <a:xfrm>
          <a:off x="0" y="0"/>
          <a:ext cx="0" cy="0"/>
          <a:chOff x="0" y="0"/>
          <a:chExt cx="0" cy="0"/>
        </a:xfrm>
      </p:grpSpPr>
      <p:sp>
        <p:nvSpPr>
          <p:cNvPr id="6" name="Toptitle 1">
            <a:extLst>
              <a:ext uri="{FF2B5EF4-FFF2-40B4-BE49-F238E27FC236}">
                <a16:creationId xmlns:a16="http://schemas.microsoft.com/office/drawing/2014/main" id="{2B79800B-FA87-9C3B-3D8E-1D09EF999F8F}"/>
              </a:ext>
              <a:ext uri="{C183D7F6-B498-43B3-948B-1728B52AA6E4}">
                <adec:decorative xmlns:adec="http://schemas.microsoft.com/office/drawing/2017/decorative" val="1"/>
              </a:ext>
            </a:extLst>
          </p:cNvPr>
          <p:cNvSpPr>
            <a:spLocks noGrp="1"/>
          </p:cNvSpPr>
          <p:nvPr>
            <p:ph type="body" sz="quarter" idx="13" hasCustomPrompt="1"/>
          </p:nvPr>
        </p:nvSpPr>
        <p:spPr>
          <a:xfrm>
            <a:off x="425355" y="144313"/>
            <a:ext cx="7794704"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Insert a top title here - must not exceed 1 line</a:t>
            </a:r>
          </a:p>
        </p:txBody>
      </p:sp>
      <p:sp>
        <p:nvSpPr>
          <p:cNvPr id="2" name="Title 1"/>
          <p:cNvSpPr>
            <a:spLocks noGrp="1"/>
          </p:cNvSpPr>
          <p:nvPr>
            <p:ph type="title" hasCustomPrompt="1"/>
          </p:nvPr>
        </p:nvSpPr>
        <p:spPr>
          <a:xfrm>
            <a:off x="425354" y="404666"/>
            <a:ext cx="11342769" cy="936771"/>
          </a:xfrm>
        </p:spPr>
        <p:txBody>
          <a:bodyPr lIns="0" tIns="0" rIns="0" bIns="0"/>
          <a:lstStyle>
            <a:lvl1pPr>
              <a:defRPr sz="2400" baseline="0">
                <a:solidFill>
                  <a:schemeClr val="bg2">
                    <a:lumMod val="100000"/>
                  </a:schemeClr>
                </a:solidFill>
                <a:latin typeface="+mj-lt"/>
              </a:defRPr>
            </a:lvl1pPr>
          </a:lstStyle>
          <a:p>
            <a:r>
              <a:rPr lang="fr-FR"/>
              <a:t>Complete with a title here that carries your message on two lines at most for more </a:t>
            </a:r>
            <a:r>
              <a:rPr lang="fr-FR" noProof="0"/>
              <a:t>readability</a:t>
            </a:r>
          </a:p>
        </p:txBody>
      </p:sp>
      <p:sp>
        <p:nvSpPr>
          <p:cNvPr id="5" name="Content Placeholder 4">
            <a:extLst>
              <a:ext uri="{FF2B5EF4-FFF2-40B4-BE49-F238E27FC236}">
                <a16:creationId xmlns:a16="http://schemas.microsoft.com/office/drawing/2014/main" id="{B03CF1B5-100D-FD95-AA1E-3E2F48083B03}"/>
              </a:ext>
            </a:extLst>
          </p:cNvPr>
          <p:cNvSpPr>
            <a:spLocks noGrp="1"/>
          </p:cNvSpPr>
          <p:nvPr>
            <p:ph sz="quarter" idx="21" hasCustomPrompt="1"/>
          </p:nvPr>
        </p:nvSpPr>
        <p:spPr>
          <a:xfrm>
            <a:off x="423863" y="1341438"/>
            <a:ext cx="11342769" cy="3167062"/>
          </a:xfrm>
        </p:spPr>
        <p:txBody>
          <a:bodyPr lIns="0" tIns="36000" rIns="0" bIns="36000"/>
          <a:lstStyle/>
          <a:p>
            <a:pPr lvl="0"/>
            <a:r>
              <a:rPr lang="fr-FR"/>
              <a:t>Click to edit Master text styles</a:t>
            </a:r>
          </a:p>
          <a:p>
            <a:pPr lvl="1"/>
            <a:r>
              <a:rPr lang="fr-FR"/>
              <a:t>Second level</a:t>
            </a:r>
          </a:p>
          <a:p>
            <a:pPr lvl="2"/>
            <a:r>
              <a:rPr lang="fr-FR"/>
              <a:t>Third level</a:t>
            </a:r>
          </a:p>
          <a:p>
            <a:pPr lvl="3"/>
            <a:r>
              <a:rPr lang="fr-FR"/>
              <a:t>Fourth level</a:t>
            </a:r>
          </a:p>
          <a:p>
            <a:pPr lvl="4"/>
            <a:r>
              <a:rPr lang="fr-FR"/>
              <a:t>Fifth level</a:t>
            </a:r>
          </a:p>
        </p:txBody>
      </p:sp>
      <p:sp>
        <p:nvSpPr>
          <p:cNvPr id="8" name="Picture Placeholder 1">
            <a:extLst>
              <a:ext uri="{FF2B5EF4-FFF2-40B4-BE49-F238E27FC236}">
                <a16:creationId xmlns:a16="http://schemas.microsoft.com/office/drawing/2014/main" id="{29035D89-7B89-6229-706B-E4E52626AD2C}"/>
              </a:ext>
              <a:ext uri="{C183D7F6-B498-43B3-948B-1728B52AA6E4}">
                <adec:decorative xmlns:adec="http://schemas.microsoft.com/office/drawing/2017/decorative" val="1"/>
              </a:ext>
            </a:extLst>
          </p:cNvPr>
          <p:cNvSpPr>
            <a:spLocks noGrp="1"/>
          </p:cNvSpPr>
          <p:nvPr>
            <p:ph type="pic" sz="quarter" idx="18" hasCustomPrompt="1"/>
          </p:nvPr>
        </p:nvSpPr>
        <p:spPr>
          <a:xfrm>
            <a:off x="0" y="4648200"/>
            <a:ext cx="12192000" cy="2209801"/>
          </a:xfrm>
          <a:custGeom>
            <a:avLst/>
            <a:gdLst>
              <a:gd name="connsiteX0" fmla="*/ 6019801 w 12192000"/>
              <a:gd name="connsiteY0" fmla="*/ 0 h 2209801"/>
              <a:gd name="connsiteX1" fmla="*/ 12022492 w 12192000"/>
              <a:gd name="connsiteY1" fmla="*/ 1226249 h 2209801"/>
              <a:gd name="connsiteX2" fmla="*/ 12192000 w 12192000"/>
              <a:gd name="connsiteY2" fmla="*/ 1327836 h 2209801"/>
              <a:gd name="connsiteX3" fmla="*/ 12192000 w 12192000"/>
              <a:gd name="connsiteY3" fmla="*/ 2209801 h 2209801"/>
              <a:gd name="connsiteX4" fmla="*/ 0 w 12192000"/>
              <a:gd name="connsiteY4" fmla="*/ 2209801 h 2209801"/>
              <a:gd name="connsiteX5" fmla="*/ 0 w 12192000"/>
              <a:gd name="connsiteY5" fmla="*/ 1236502 h 2209801"/>
              <a:gd name="connsiteX6" fmla="*/ 17108 w 12192000"/>
              <a:gd name="connsiteY6" fmla="*/ 1226249 h 2209801"/>
              <a:gd name="connsiteX7" fmla="*/ 6019801 w 12192000"/>
              <a:gd name="connsiteY7" fmla="*/ 0 h 2209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209801">
                <a:moveTo>
                  <a:pt x="6019801" y="0"/>
                </a:moveTo>
                <a:cubicBezTo>
                  <a:pt x="8518543" y="0"/>
                  <a:pt x="10721592" y="486418"/>
                  <a:pt x="12022492" y="1226249"/>
                </a:cubicBezTo>
                <a:lnTo>
                  <a:pt x="12192000" y="1327836"/>
                </a:lnTo>
                <a:lnTo>
                  <a:pt x="12192000" y="2209801"/>
                </a:lnTo>
                <a:lnTo>
                  <a:pt x="0" y="2209801"/>
                </a:lnTo>
                <a:lnTo>
                  <a:pt x="0" y="1236502"/>
                </a:lnTo>
                <a:lnTo>
                  <a:pt x="17108" y="1226249"/>
                </a:lnTo>
                <a:cubicBezTo>
                  <a:pt x="1318009" y="486418"/>
                  <a:pt x="3521057" y="0"/>
                  <a:pt x="6019801" y="0"/>
                </a:cubicBezTo>
                <a:close/>
              </a:path>
            </a:pathLst>
          </a:custGeom>
        </p:spPr>
        <p:txBody>
          <a:bodyPr wrap="square">
            <a:noAutofit/>
          </a:bodyPr>
          <a:lstStyle>
            <a:lvl1pPr algn="ctr">
              <a:defRPr/>
            </a:lvl1pPr>
          </a:lstStyle>
          <a:p>
            <a:r>
              <a:rPr lang="fr-FR"/>
              <a:t>Insert image</a:t>
            </a:r>
          </a:p>
        </p:txBody>
      </p:sp>
      <p:sp>
        <p:nvSpPr>
          <p:cNvPr id="3" name="Chapter placeholder 1">
            <a:extLst>
              <a:ext uri="{FF2B5EF4-FFF2-40B4-BE49-F238E27FC236}">
                <a16:creationId xmlns:a16="http://schemas.microsoft.com/office/drawing/2014/main" id="{E84B0038-5254-66D7-AB07-2F18BE47DD57}"/>
              </a:ext>
              <a:ext uri="{C183D7F6-B498-43B3-948B-1728B52AA6E4}">
                <adec:decorative xmlns:adec="http://schemas.microsoft.com/office/drawing/2017/decorative" val="1"/>
              </a:ext>
            </a:extLst>
          </p:cNvPr>
          <p:cNvSpPr>
            <a:spLocks noGrp="1"/>
          </p:cNvSpPr>
          <p:nvPr>
            <p:ph type="body" sz="quarter" idx="15" hasCustomPrompt="1"/>
          </p:nvPr>
        </p:nvSpPr>
        <p:spPr>
          <a:xfrm>
            <a:off x="8220074" y="144166"/>
            <a:ext cx="3548064" cy="260647"/>
          </a:xfrm>
          <a:prstGeom prst="rect">
            <a:avLst/>
          </a:prstGeom>
        </p:spPr>
        <p:txBody>
          <a:bodyPr lIns="0" tIns="0" rIns="0" bIns="0" anchor="b"/>
          <a:lstStyle>
            <a:lvl1pPr algn="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CHAPTER 1 – CHAPTER 2 – CHAPTER 3 </a:t>
            </a:r>
          </a:p>
        </p:txBody>
      </p:sp>
    </p:spTree>
    <p:extLst>
      <p:ext uri="{BB962C8B-B14F-4D97-AF65-F5344CB8AC3E}">
        <p14:creationId xmlns:p14="http://schemas.microsoft.com/office/powerpoint/2010/main" val="1844302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 1 to 6 chapters">
    <p:spTree>
      <p:nvGrpSpPr>
        <p:cNvPr id="1" name=""/>
        <p:cNvGrpSpPr/>
        <p:nvPr/>
      </p:nvGrpSpPr>
      <p:grpSpPr>
        <a:xfrm>
          <a:off x="0" y="0"/>
          <a:ext cx="0" cy="0"/>
          <a:chOff x="0" y="0"/>
          <a:chExt cx="0" cy="0"/>
        </a:xfrm>
      </p:grpSpPr>
      <p:sp>
        <p:nvSpPr>
          <p:cNvPr id="44" name="Text Placeholder 4" descr="Chapter 1"/>
          <p:cNvSpPr>
            <a:spLocks noGrp="1"/>
          </p:cNvSpPr>
          <p:nvPr>
            <p:ph type="body" sz="quarter" idx="38" hasCustomPrompt="1"/>
          </p:nvPr>
        </p:nvSpPr>
        <p:spPr>
          <a:xfrm>
            <a:off x="423863" y="1341439"/>
            <a:ext cx="1329231" cy="725829"/>
          </a:xfrm>
          <a:prstGeom prst="rect">
            <a:avLst/>
          </a:prstGeom>
          <a:noFill/>
        </p:spPr>
        <p:txBody>
          <a:bodyPr anchor="ctr">
            <a:noAutofit/>
          </a:bodyPr>
          <a:lstStyle>
            <a:lvl1pPr marL="0" indent="0" algn="just">
              <a:lnSpc>
                <a:spcPct val="100000"/>
              </a:lnSpc>
              <a:spcBef>
                <a:spcPts val="400"/>
              </a:spcBef>
              <a:buClr>
                <a:schemeClr val="accent1"/>
              </a:buClr>
              <a:buFont typeface="Tempus Sans ITC" panose="04020404030D07020202" pitchFamily="82" charset="0"/>
              <a:buNone/>
              <a:defRPr sz="2200" b="0"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01</a:t>
            </a:r>
          </a:p>
        </p:txBody>
      </p:sp>
      <p:sp>
        <p:nvSpPr>
          <p:cNvPr id="5" name="Text Placeholder 8"/>
          <p:cNvSpPr>
            <a:spLocks noGrp="1"/>
          </p:cNvSpPr>
          <p:nvPr>
            <p:ph type="body" sz="quarter" idx="15" hasCustomPrompt="1"/>
          </p:nvPr>
        </p:nvSpPr>
        <p:spPr>
          <a:xfrm>
            <a:off x="2019238" y="1341439"/>
            <a:ext cx="7810561" cy="725829"/>
          </a:xfrm>
          <a:prstGeom prst="rect">
            <a:avLst/>
          </a:prstGeom>
        </p:spPr>
        <p:txBody>
          <a:bodyPr wrap="square" lIns="0" tIns="0" rIns="0" bIns="0" anchor="ctr">
            <a:noAutofit/>
          </a:bodyPr>
          <a:lstStyle>
            <a:lvl1pPr marL="0" indent="0" algn="l">
              <a:buClr>
                <a:schemeClr val="bg2"/>
              </a:buClr>
              <a:buFontTx/>
              <a:buNone/>
              <a:defRPr sz="2200" i="0" cap="none" baseline="0">
                <a:solidFill>
                  <a:schemeClr val="tx1">
                    <a:lumMod val="100000"/>
                  </a:schemeClr>
                </a:solidFill>
                <a:latin typeface="+mj-lt"/>
              </a:defRPr>
            </a:lvl1pPr>
            <a:lvl2pPr>
              <a:defRPr sz="1000"/>
            </a:lvl2pPr>
          </a:lstStyle>
          <a:p>
            <a:pPr lvl="0"/>
            <a:r>
              <a:rPr lang="fr-FR" noProof="0"/>
              <a:t>Chapter 1</a:t>
            </a:r>
          </a:p>
        </p:txBody>
      </p:sp>
      <p:sp>
        <p:nvSpPr>
          <p:cNvPr id="30" name="Text Placeholder 8"/>
          <p:cNvSpPr>
            <a:spLocks noGrp="1"/>
          </p:cNvSpPr>
          <p:nvPr>
            <p:ph type="body" sz="quarter" idx="25" hasCustomPrompt="1"/>
          </p:nvPr>
        </p:nvSpPr>
        <p:spPr>
          <a:xfrm>
            <a:off x="10063445" y="1341439"/>
            <a:ext cx="1700834" cy="725829"/>
          </a:xfrm>
          <a:prstGeom prst="rect">
            <a:avLst/>
          </a:prstGeom>
        </p:spPr>
        <p:txBody>
          <a:bodyPr wrap="square" anchor="ctr">
            <a:noAutofit/>
          </a:bodyPr>
          <a:lstStyle>
            <a:lvl1pPr algn="l">
              <a:defRPr sz="1000" b="0" i="0" cap="none" baseline="0">
                <a:solidFill>
                  <a:schemeClr val="tx1">
                    <a:lumMod val="100000"/>
                  </a:schemeClr>
                </a:solidFill>
                <a:latin typeface="+mj-lt"/>
              </a:defRPr>
            </a:lvl1pPr>
            <a:lvl2pPr>
              <a:defRPr sz="1000"/>
            </a:lvl2pPr>
          </a:lstStyle>
          <a:p>
            <a:pPr lvl="0"/>
            <a:r>
              <a:rPr lang="fr-FR" noProof="0"/>
              <a:t>Page x</a:t>
            </a:r>
          </a:p>
        </p:txBody>
      </p:sp>
      <p:sp>
        <p:nvSpPr>
          <p:cNvPr id="45" name="Text Placeholder 4" descr="Chapter 2"/>
          <p:cNvSpPr>
            <a:spLocks noGrp="1"/>
          </p:cNvSpPr>
          <p:nvPr>
            <p:ph type="body" sz="quarter" idx="39" hasCustomPrompt="1"/>
          </p:nvPr>
        </p:nvSpPr>
        <p:spPr>
          <a:xfrm>
            <a:off x="423863" y="2175267"/>
            <a:ext cx="1329231" cy="725829"/>
          </a:xfrm>
          <a:prstGeom prst="rect">
            <a:avLst/>
          </a:prstGeom>
          <a:noFill/>
        </p:spPr>
        <p:txBody>
          <a:bodyPr anchor="ctr">
            <a:noAutofit/>
          </a:bodyPr>
          <a:lstStyle>
            <a:lvl1pPr marL="0" indent="0" algn="just">
              <a:lnSpc>
                <a:spcPct val="100000"/>
              </a:lnSpc>
              <a:spcBef>
                <a:spcPts val="400"/>
              </a:spcBef>
              <a:buClr>
                <a:schemeClr val="accent1"/>
              </a:buClr>
              <a:buFont typeface="Tempus Sans ITC" panose="04020404030D07020202" pitchFamily="82" charset="0"/>
              <a:buNone/>
              <a:defRPr sz="2200" b="0"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02</a:t>
            </a:r>
          </a:p>
        </p:txBody>
      </p:sp>
      <p:sp>
        <p:nvSpPr>
          <p:cNvPr id="8" name="Text Placeholder 8"/>
          <p:cNvSpPr>
            <a:spLocks noGrp="1"/>
          </p:cNvSpPr>
          <p:nvPr>
            <p:ph type="body" sz="quarter" idx="17" hasCustomPrompt="1"/>
          </p:nvPr>
        </p:nvSpPr>
        <p:spPr>
          <a:xfrm>
            <a:off x="2019239" y="2175267"/>
            <a:ext cx="7810561" cy="725829"/>
          </a:xfrm>
          <a:prstGeom prst="rect">
            <a:avLst/>
          </a:prstGeom>
        </p:spPr>
        <p:txBody>
          <a:bodyPr vert="horz" wrap="square" lIns="0" tIns="0" rIns="0" bIns="0" rtlCol="0" anchor="ctr">
            <a:noAutofit/>
          </a:bodyPr>
          <a:lstStyle>
            <a:lvl1pPr algn="l">
              <a:defRPr lang="fr-FR" sz="2200" i="0" cap="none" noProof="0" dirty="0">
                <a:solidFill>
                  <a:schemeClr val="tx1">
                    <a:lumMod val="100000"/>
                  </a:schemeClr>
                </a:solidFill>
                <a:latin typeface="+mj-lt"/>
              </a:defRPr>
            </a:lvl1pPr>
          </a:lstStyle>
          <a:p>
            <a:pPr lvl="0">
              <a:buClr>
                <a:schemeClr val="bg2"/>
              </a:buClr>
            </a:pPr>
            <a:r>
              <a:rPr lang="fr-FR" noProof="0"/>
              <a:t>Chapter 2</a:t>
            </a:r>
          </a:p>
        </p:txBody>
      </p:sp>
      <p:sp>
        <p:nvSpPr>
          <p:cNvPr id="35" name="Text Placeholder 8"/>
          <p:cNvSpPr>
            <a:spLocks noGrp="1"/>
          </p:cNvSpPr>
          <p:nvPr>
            <p:ph type="body" sz="quarter" idx="29" hasCustomPrompt="1"/>
          </p:nvPr>
        </p:nvSpPr>
        <p:spPr>
          <a:xfrm>
            <a:off x="10063445" y="2175267"/>
            <a:ext cx="1700834" cy="725829"/>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46" name="Text Placeholder 4" descr="Chapter 3"/>
          <p:cNvSpPr>
            <a:spLocks noGrp="1"/>
          </p:cNvSpPr>
          <p:nvPr>
            <p:ph type="body" sz="quarter" idx="40" hasCustomPrompt="1"/>
          </p:nvPr>
        </p:nvSpPr>
        <p:spPr>
          <a:xfrm>
            <a:off x="423863" y="3009097"/>
            <a:ext cx="1329231" cy="725829"/>
          </a:xfrm>
          <a:prstGeom prst="rect">
            <a:avLst/>
          </a:prstGeom>
          <a:noFill/>
        </p:spPr>
        <p:txBody>
          <a:bodyPr anchor="ctr">
            <a:noAutofit/>
          </a:bodyPr>
          <a:lstStyle>
            <a:lvl1pPr marL="0" indent="0" algn="just">
              <a:lnSpc>
                <a:spcPct val="100000"/>
              </a:lnSpc>
              <a:spcBef>
                <a:spcPts val="400"/>
              </a:spcBef>
              <a:buClr>
                <a:schemeClr val="accent1"/>
              </a:buClr>
              <a:buFont typeface="Tempus Sans ITC" panose="04020404030D07020202" pitchFamily="82" charset="0"/>
              <a:buNone/>
              <a:defRPr sz="2200" b="0"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03</a:t>
            </a:r>
          </a:p>
        </p:txBody>
      </p:sp>
      <p:sp>
        <p:nvSpPr>
          <p:cNvPr id="11" name="Text Placeholder 8"/>
          <p:cNvSpPr>
            <a:spLocks noGrp="1"/>
          </p:cNvSpPr>
          <p:nvPr>
            <p:ph type="body" sz="quarter" idx="19" hasCustomPrompt="1"/>
          </p:nvPr>
        </p:nvSpPr>
        <p:spPr>
          <a:xfrm>
            <a:off x="2019239" y="3009097"/>
            <a:ext cx="7810561" cy="725829"/>
          </a:xfrm>
          <a:prstGeom prst="rect">
            <a:avLst/>
          </a:prstGeom>
        </p:spPr>
        <p:txBody>
          <a:bodyPr vert="horz" wrap="square" lIns="0" tIns="0" rIns="0" bIns="0" rtlCol="0" anchor="ctr">
            <a:noAutofit/>
          </a:bodyPr>
          <a:lstStyle>
            <a:lvl1pPr algn="l">
              <a:defRPr lang="fr-FR" sz="2200" i="0" cap="none" noProof="0" dirty="0">
                <a:solidFill>
                  <a:schemeClr val="tx1">
                    <a:lumMod val="100000"/>
                  </a:schemeClr>
                </a:solidFill>
                <a:latin typeface="+mj-lt"/>
              </a:defRPr>
            </a:lvl1pPr>
          </a:lstStyle>
          <a:p>
            <a:pPr lvl="0">
              <a:buClr>
                <a:schemeClr val="bg2"/>
              </a:buClr>
            </a:pPr>
            <a:r>
              <a:rPr lang="fr-FR" noProof="0"/>
              <a:t>Chapter 3</a:t>
            </a:r>
          </a:p>
        </p:txBody>
      </p:sp>
      <p:sp>
        <p:nvSpPr>
          <p:cNvPr id="34" name="Text Placeholder 8"/>
          <p:cNvSpPr>
            <a:spLocks noGrp="1"/>
          </p:cNvSpPr>
          <p:nvPr>
            <p:ph type="body" sz="quarter" idx="28" hasCustomPrompt="1"/>
          </p:nvPr>
        </p:nvSpPr>
        <p:spPr>
          <a:xfrm>
            <a:off x="10063445" y="3009097"/>
            <a:ext cx="1700834" cy="725829"/>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47" name="Text Placeholder 4" descr="Chapter 4"/>
          <p:cNvSpPr>
            <a:spLocks noGrp="1"/>
          </p:cNvSpPr>
          <p:nvPr>
            <p:ph type="body" sz="quarter" idx="41" hasCustomPrompt="1"/>
          </p:nvPr>
        </p:nvSpPr>
        <p:spPr>
          <a:xfrm>
            <a:off x="423863" y="3842926"/>
            <a:ext cx="1329231" cy="725829"/>
          </a:xfrm>
          <a:prstGeom prst="rect">
            <a:avLst/>
          </a:prstGeom>
          <a:noFill/>
        </p:spPr>
        <p:txBody>
          <a:bodyPr anchor="ctr">
            <a:noAutofit/>
          </a:bodyPr>
          <a:lstStyle>
            <a:lvl1pPr marL="0" indent="0" algn="just">
              <a:lnSpc>
                <a:spcPct val="100000"/>
              </a:lnSpc>
              <a:spcBef>
                <a:spcPts val="400"/>
              </a:spcBef>
              <a:buClr>
                <a:schemeClr val="accent1"/>
              </a:buClr>
              <a:buFont typeface="Tempus Sans ITC" panose="04020404030D07020202" pitchFamily="82" charset="0"/>
              <a:buNone/>
              <a:defRPr sz="2200" b="0"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04</a:t>
            </a:r>
          </a:p>
        </p:txBody>
      </p:sp>
      <p:sp>
        <p:nvSpPr>
          <p:cNvPr id="14" name="Text Placeholder 8"/>
          <p:cNvSpPr>
            <a:spLocks noGrp="1"/>
          </p:cNvSpPr>
          <p:nvPr>
            <p:ph type="body" sz="quarter" idx="21" hasCustomPrompt="1"/>
          </p:nvPr>
        </p:nvSpPr>
        <p:spPr>
          <a:xfrm>
            <a:off x="2019239" y="3842926"/>
            <a:ext cx="7810561" cy="725829"/>
          </a:xfrm>
          <a:prstGeom prst="rect">
            <a:avLst/>
          </a:prstGeom>
        </p:spPr>
        <p:txBody>
          <a:bodyPr vert="horz" wrap="square" lIns="0" tIns="0" rIns="0" bIns="0" rtlCol="0" anchor="ctr">
            <a:noAutofit/>
          </a:bodyPr>
          <a:lstStyle>
            <a:lvl1pPr algn="l">
              <a:defRPr lang="fr-FR" sz="2200" i="0" cap="none" noProof="0" dirty="0">
                <a:solidFill>
                  <a:schemeClr val="tx1">
                    <a:lumMod val="100000"/>
                  </a:schemeClr>
                </a:solidFill>
                <a:latin typeface="+mj-lt"/>
              </a:defRPr>
            </a:lvl1pPr>
          </a:lstStyle>
          <a:p>
            <a:pPr lvl="0">
              <a:buClr>
                <a:schemeClr val="bg2"/>
              </a:buClr>
            </a:pPr>
            <a:r>
              <a:rPr lang="fr-FR" noProof="0"/>
              <a:t>Chapter 4</a:t>
            </a:r>
          </a:p>
        </p:txBody>
      </p:sp>
      <p:sp>
        <p:nvSpPr>
          <p:cNvPr id="33" name="Text Placeholder 8"/>
          <p:cNvSpPr>
            <a:spLocks noGrp="1"/>
          </p:cNvSpPr>
          <p:nvPr>
            <p:ph type="body" sz="quarter" idx="27" hasCustomPrompt="1"/>
          </p:nvPr>
        </p:nvSpPr>
        <p:spPr>
          <a:xfrm>
            <a:off x="10063445" y="3842926"/>
            <a:ext cx="1700834" cy="725829"/>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48" name="Text Placeholder 4" descr="Chapter 5"/>
          <p:cNvSpPr>
            <a:spLocks noGrp="1"/>
          </p:cNvSpPr>
          <p:nvPr>
            <p:ph type="body" sz="quarter" idx="42" hasCustomPrompt="1"/>
          </p:nvPr>
        </p:nvSpPr>
        <p:spPr>
          <a:xfrm>
            <a:off x="423863" y="4676755"/>
            <a:ext cx="1329231" cy="725829"/>
          </a:xfrm>
          <a:prstGeom prst="rect">
            <a:avLst/>
          </a:prstGeom>
          <a:noFill/>
        </p:spPr>
        <p:txBody>
          <a:bodyPr anchor="ctr">
            <a:noAutofit/>
          </a:bodyPr>
          <a:lstStyle>
            <a:lvl1pPr marL="0" indent="0" algn="just">
              <a:lnSpc>
                <a:spcPct val="100000"/>
              </a:lnSpc>
              <a:spcBef>
                <a:spcPts val="400"/>
              </a:spcBef>
              <a:buClr>
                <a:schemeClr val="accent1"/>
              </a:buClr>
              <a:buFont typeface="Tempus Sans ITC" panose="04020404030D07020202" pitchFamily="82" charset="0"/>
              <a:buNone/>
              <a:defRPr sz="2200" b="0"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05</a:t>
            </a:r>
          </a:p>
        </p:txBody>
      </p:sp>
      <p:sp>
        <p:nvSpPr>
          <p:cNvPr id="17" name="Text Placeholder 8"/>
          <p:cNvSpPr>
            <a:spLocks noGrp="1"/>
          </p:cNvSpPr>
          <p:nvPr>
            <p:ph type="body" sz="quarter" idx="23" hasCustomPrompt="1"/>
          </p:nvPr>
        </p:nvSpPr>
        <p:spPr>
          <a:xfrm>
            <a:off x="2019239" y="4676755"/>
            <a:ext cx="7810561" cy="725829"/>
          </a:xfrm>
          <a:prstGeom prst="rect">
            <a:avLst/>
          </a:prstGeom>
        </p:spPr>
        <p:txBody>
          <a:bodyPr vert="horz" wrap="square" lIns="0" tIns="0" rIns="0" bIns="0" rtlCol="0" anchor="ctr">
            <a:noAutofit/>
          </a:bodyPr>
          <a:lstStyle>
            <a:lvl1pPr algn="l">
              <a:defRPr lang="fr-FR" sz="2200" i="0" cap="none" noProof="0" dirty="0">
                <a:solidFill>
                  <a:schemeClr val="tx1">
                    <a:lumMod val="100000"/>
                  </a:schemeClr>
                </a:solidFill>
                <a:latin typeface="+mj-lt"/>
              </a:defRPr>
            </a:lvl1pPr>
          </a:lstStyle>
          <a:p>
            <a:pPr lvl="0">
              <a:buClr>
                <a:schemeClr val="bg2"/>
              </a:buClr>
            </a:pPr>
            <a:r>
              <a:rPr lang="fr-FR" noProof="0"/>
              <a:t>Chapter 5</a:t>
            </a:r>
          </a:p>
        </p:txBody>
      </p:sp>
      <p:sp>
        <p:nvSpPr>
          <p:cNvPr id="32" name="Text Placeholder 8"/>
          <p:cNvSpPr>
            <a:spLocks noGrp="1"/>
          </p:cNvSpPr>
          <p:nvPr>
            <p:ph type="body" sz="quarter" idx="26" hasCustomPrompt="1"/>
          </p:nvPr>
        </p:nvSpPr>
        <p:spPr>
          <a:xfrm>
            <a:off x="10063445" y="4676755"/>
            <a:ext cx="1700834" cy="725829"/>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49" name="Text Placeholder 4" descr="Chapter 6"/>
          <p:cNvSpPr>
            <a:spLocks noGrp="1"/>
          </p:cNvSpPr>
          <p:nvPr>
            <p:ph type="body" sz="quarter" idx="43" hasCustomPrompt="1"/>
          </p:nvPr>
        </p:nvSpPr>
        <p:spPr>
          <a:xfrm>
            <a:off x="423863" y="5510585"/>
            <a:ext cx="1329231" cy="725829"/>
          </a:xfrm>
          <a:prstGeom prst="rect">
            <a:avLst/>
          </a:prstGeom>
          <a:noFill/>
        </p:spPr>
        <p:txBody>
          <a:bodyPr anchor="ctr">
            <a:noAutofit/>
          </a:bodyPr>
          <a:lstStyle>
            <a:lvl1pPr marL="0" indent="0" algn="just">
              <a:lnSpc>
                <a:spcPct val="100000"/>
              </a:lnSpc>
              <a:spcBef>
                <a:spcPts val="400"/>
              </a:spcBef>
              <a:buClr>
                <a:schemeClr val="accent1"/>
              </a:buClr>
              <a:buFont typeface="Tempus Sans ITC" panose="04020404030D07020202" pitchFamily="82" charset="0"/>
              <a:buNone/>
              <a:defRPr sz="2200" b="0"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06</a:t>
            </a:r>
          </a:p>
        </p:txBody>
      </p:sp>
      <p:sp>
        <p:nvSpPr>
          <p:cNvPr id="24" name="Text Placeholder 8"/>
          <p:cNvSpPr>
            <a:spLocks noGrp="1"/>
          </p:cNvSpPr>
          <p:nvPr>
            <p:ph type="body" sz="quarter" idx="30" hasCustomPrompt="1"/>
          </p:nvPr>
        </p:nvSpPr>
        <p:spPr>
          <a:xfrm>
            <a:off x="2019239" y="5510585"/>
            <a:ext cx="7810561" cy="725829"/>
          </a:xfrm>
          <a:prstGeom prst="rect">
            <a:avLst/>
          </a:prstGeom>
        </p:spPr>
        <p:txBody>
          <a:bodyPr vert="horz" wrap="square" lIns="0" tIns="0" rIns="0" bIns="0" rtlCol="0" anchor="ctr">
            <a:noAutofit/>
          </a:bodyPr>
          <a:lstStyle>
            <a:lvl1pPr algn="l">
              <a:defRPr lang="fr-FR" sz="2200" i="0" cap="none" noProof="0" dirty="0">
                <a:solidFill>
                  <a:schemeClr val="tx1">
                    <a:lumMod val="100000"/>
                  </a:schemeClr>
                </a:solidFill>
                <a:latin typeface="+mj-lt"/>
              </a:defRPr>
            </a:lvl1pPr>
          </a:lstStyle>
          <a:p>
            <a:pPr lvl="0">
              <a:buClr>
                <a:schemeClr val="bg2"/>
              </a:buClr>
            </a:pPr>
            <a:r>
              <a:rPr lang="fr-FR" noProof="0"/>
              <a:t>Chapter 6</a:t>
            </a:r>
          </a:p>
        </p:txBody>
      </p:sp>
      <p:sp>
        <p:nvSpPr>
          <p:cNvPr id="26" name="Text Placeholder 8"/>
          <p:cNvSpPr>
            <a:spLocks noGrp="1"/>
          </p:cNvSpPr>
          <p:nvPr>
            <p:ph type="body" sz="quarter" idx="32" hasCustomPrompt="1"/>
          </p:nvPr>
        </p:nvSpPr>
        <p:spPr>
          <a:xfrm>
            <a:off x="10063445" y="5510585"/>
            <a:ext cx="1700834" cy="725829"/>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2" name="Title 1">
            <a:extLst>
              <a:ext uri="{FF2B5EF4-FFF2-40B4-BE49-F238E27FC236}">
                <a16:creationId xmlns:a16="http://schemas.microsoft.com/office/drawing/2014/main" id="{6D236E38-5EBC-B8DE-F744-6D2A67268D26}"/>
              </a:ext>
            </a:extLst>
          </p:cNvPr>
          <p:cNvSpPr>
            <a:spLocks noGrp="1"/>
          </p:cNvSpPr>
          <p:nvPr>
            <p:ph type="title" hasCustomPrompt="1"/>
          </p:nvPr>
        </p:nvSpPr>
        <p:spPr/>
        <p:txBody>
          <a:bodyPr/>
          <a:lstStyle>
            <a:lvl1pPr>
              <a:defRPr sz="2400"/>
            </a:lvl1pPr>
          </a:lstStyle>
          <a:p>
            <a:r>
              <a:rPr lang="fr-FR"/>
              <a:t>AGENDA</a:t>
            </a:r>
          </a:p>
        </p:txBody>
      </p:sp>
    </p:spTree>
    <p:extLst>
      <p:ext uri="{BB962C8B-B14F-4D97-AF65-F5344CB8AC3E}">
        <p14:creationId xmlns:p14="http://schemas.microsoft.com/office/powerpoint/2010/main" val="954037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 1 to 10 chapters">
    <p:spTree>
      <p:nvGrpSpPr>
        <p:cNvPr id="1" name=""/>
        <p:cNvGrpSpPr/>
        <p:nvPr/>
      </p:nvGrpSpPr>
      <p:grpSpPr>
        <a:xfrm>
          <a:off x="0" y="0"/>
          <a:ext cx="0" cy="0"/>
          <a:chOff x="0" y="0"/>
          <a:chExt cx="0" cy="0"/>
        </a:xfrm>
      </p:grpSpPr>
      <p:sp>
        <p:nvSpPr>
          <p:cNvPr id="40" name="Text Placeholder 4" descr="Chapter 1"/>
          <p:cNvSpPr>
            <a:spLocks noGrp="1"/>
          </p:cNvSpPr>
          <p:nvPr>
            <p:ph type="body" sz="quarter" idx="56" hasCustomPrompt="1"/>
          </p:nvPr>
        </p:nvSpPr>
        <p:spPr>
          <a:xfrm>
            <a:off x="423985" y="1341438"/>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01</a:t>
            </a:r>
          </a:p>
        </p:txBody>
      </p:sp>
      <p:sp>
        <p:nvSpPr>
          <p:cNvPr id="5" name="Text Placeholder 8"/>
          <p:cNvSpPr>
            <a:spLocks noGrp="1"/>
          </p:cNvSpPr>
          <p:nvPr>
            <p:ph type="body" sz="quarter" idx="15" hasCustomPrompt="1"/>
          </p:nvPr>
        </p:nvSpPr>
        <p:spPr>
          <a:xfrm>
            <a:off x="2019239" y="1341438"/>
            <a:ext cx="7962961" cy="392298"/>
          </a:xfrm>
          <a:prstGeom prst="rect">
            <a:avLst/>
          </a:prstGeom>
        </p:spPr>
        <p:txBody>
          <a:bodyPr wrap="square" tIns="0" bIns="0" anchor="ctr">
            <a:noAutofit/>
          </a:bodyPr>
          <a:lstStyle>
            <a:lvl1pPr marL="0" indent="0" algn="l">
              <a:buClr>
                <a:schemeClr val="bg2"/>
              </a:buClr>
              <a:buFontTx/>
              <a:buNone/>
              <a:defRPr sz="2000" i="0" cap="none" baseline="0">
                <a:solidFill>
                  <a:schemeClr val="tx1">
                    <a:lumMod val="100000"/>
                  </a:schemeClr>
                </a:solidFill>
                <a:latin typeface="+mj-lt"/>
              </a:defRPr>
            </a:lvl1pPr>
            <a:lvl2pPr>
              <a:defRPr sz="1000"/>
            </a:lvl2pPr>
          </a:lstStyle>
          <a:p>
            <a:pPr lvl="0"/>
            <a:r>
              <a:rPr lang="fr-FR" noProof="0"/>
              <a:t>Chapter 1</a:t>
            </a:r>
          </a:p>
        </p:txBody>
      </p:sp>
      <p:sp>
        <p:nvSpPr>
          <p:cNvPr id="30" name="Text Placeholder 8"/>
          <p:cNvSpPr>
            <a:spLocks noGrp="1"/>
          </p:cNvSpPr>
          <p:nvPr>
            <p:ph type="body" sz="quarter" idx="25" hasCustomPrompt="1"/>
          </p:nvPr>
        </p:nvSpPr>
        <p:spPr>
          <a:xfrm>
            <a:off x="10213096" y="1341438"/>
            <a:ext cx="1546213" cy="392298"/>
          </a:xfrm>
          <a:prstGeom prst="rect">
            <a:avLst/>
          </a:prstGeom>
        </p:spPr>
        <p:txBody>
          <a:bodyPr wrap="square" tIns="0" bIns="0" anchor="ctr">
            <a:noAutofit/>
          </a:bodyPr>
          <a:lstStyle>
            <a:lvl1pPr algn="l">
              <a:defRPr sz="1000" b="0" i="0" cap="none" baseline="0">
                <a:solidFill>
                  <a:schemeClr val="tx1">
                    <a:lumMod val="100000"/>
                  </a:schemeClr>
                </a:solidFill>
                <a:latin typeface="+mj-lt"/>
              </a:defRPr>
            </a:lvl1pPr>
            <a:lvl2pPr>
              <a:defRPr sz="1000"/>
            </a:lvl2pPr>
          </a:lstStyle>
          <a:p>
            <a:pPr lvl="0"/>
            <a:r>
              <a:rPr lang="fr-FR" noProof="0"/>
              <a:t>Page x</a:t>
            </a:r>
          </a:p>
        </p:txBody>
      </p:sp>
      <p:sp>
        <p:nvSpPr>
          <p:cNvPr id="43" name="Text Placeholder 4" descr="Chapter 2"/>
          <p:cNvSpPr>
            <a:spLocks noGrp="1"/>
          </p:cNvSpPr>
          <p:nvPr>
            <p:ph type="body" sz="quarter" idx="57" hasCustomPrompt="1"/>
          </p:nvPr>
        </p:nvSpPr>
        <p:spPr>
          <a:xfrm>
            <a:off x="423985" y="1841736"/>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02</a:t>
            </a:r>
          </a:p>
        </p:txBody>
      </p:sp>
      <p:sp>
        <p:nvSpPr>
          <p:cNvPr id="8" name="Text Placeholder 8"/>
          <p:cNvSpPr>
            <a:spLocks noGrp="1"/>
          </p:cNvSpPr>
          <p:nvPr>
            <p:ph type="body" sz="quarter" idx="17" hasCustomPrompt="1"/>
          </p:nvPr>
        </p:nvSpPr>
        <p:spPr>
          <a:xfrm>
            <a:off x="2019239" y="1841736"/>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a:t>Chapter 2</a:t>
            </a:r>
          </a:p>
        </p:txBody>
      </p:sp>
      <p:sp>
        <p:nvSpPr>
          <p:cNvPr id="35" name="Text Placeholder 8"/>
          <p:cNvSpPr>
            <a:spLocks noGrp="1"/>
          </p:cNvSpPr>
          <p:nvPr>
            <p:ph type="body" sz="quarter" idx="29" hasCustomPrompt="1"/>
          </p:nvPr>
        </p:nvSpPr>
        <p:spPr>
          <a:xfrm>
            <a:off x="10213095" y="1841736"/>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48" name="Text Placeholder 4" descr="Chapter 3"/>
          <p:cNvSpPr>
            <a:spLocks noGrp="1"/>
          </p:cNvSpPr>
          <p:nvPr>
            <p:ph type="body" sz="quarter" idx="58" hasCustomPrompt="1"/>
          </p:nvPr>
        </p:nvSpPr>
        <p:spPr>
          <a:xfrm>
            <a:off x="423985" y="2342033"/>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03</a:t>
            </a:r>
          </a:p>
        </p:txBody>
      </p:sp>
      <p:sp>
        <p:nvSpPr>
          <p:cNvPr id="11" name="Text Placeholder 8"/>
          <p:cNvSpPr>
            <a:spLocks noGrp="1"/>
          </p:cNvSpPr>
          <p:nvPr>
            <p:ph type="body" sz="quarter" idx="19" hasCustomPrompt="1"/>
          </p:nvPr>
        </p:nvSpPr>
        <p:spPr>
          <a:xfrm>
            <a:off x="2019239" y="2342033"/>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a:t>Chapter 3</a:t>
            </a:r>
          </a:p>
        </p:txBody>
      </p:sp>
      <p:sp>
        <p:nvSpPr>
          <p:cNvPr id="34" name="Text Placeholder 8"/>
          <p:cNvSpPr>
            <a:spLocks noGrp="1"/>
          </p:cNvSpPr>
          <p:nvPr>
            <p:ph type="body" sz="quarter" idx="28" hasCustomPrompt="1"/>
          </p:nvPr>
        </p:nvSpPr>
        <p:spPr>
          <a:xfrm>
            <a:off x="10213095" y="2342033"/>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59" name="Text Placeholder 4" descr="Chapter 4"/>
          <p:cNvSpPr>
            <a:spLocks noGrp="1"/>
          </p:cNvSpPr>
          <p:nvPr>
            <p:ph type="body" sz="quarter" idx="59" hasCustomPrompt="1"/>
          </p:nvPr>
        </p:nvSpPr>
        <p:spPr>
          <a:xfrm>
            <a:off x="423985" y="2842331"/>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04</a:t>
            </a:r>
          </a:p>
        </p:txBody>
      </p:sp>
      <p:sp>
        <p:nvSpPr>
          <p:cNvPr id="14" name="Text Placeholder 8"/>
          <p:cNvSpPr>
            <a:spLocks noGrp="1"/>
          </p:cNvSpPr>
          <p:nvPr>
            <p:ph type="body" sz="quarter" idx="21" hasCustomPrompt="1"/>
          </p:nvPr>
        </p:nvSpPr>
        <p:spPr>
          <a:xfrm>
            <a:off x="2019239" y="2842331"/>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a:t>Chapter 4</a:t>
            </a:r>
          </a:p>
        </p:txBody>
      </p:sp>
      <p:sp>
        <p:nvSpPr>
          <p:cNvPr id="33" name="Text Placeholder 8"/>
          <p:cNvSpPr>
            <a:spLocks noGrp="1"/>
          </p:cNvSpPr>
          <p:nvPr>
            <p:ph type="body" sz="quarter" idx="27" hasCustomPrompt="1"/>
          </p:nvPr>
        </p:nvSpPr>
        <p:spPr>
          <a:xfrm>
            <a:off x="10213095" y="2842331"/>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60" name="Text Placeholder 4" descr="Chapter 5"/>
          <p:cNvSpPr>
            <a:spLocks noGrp="1"/>
          </p:cNvSpPr>
          <p:nvPr>
            <p:ph type="body" sz="quarter" idx="60" hasCustomPrompt="1"/>
          </p:nvPr>
        </p:nvSpPr>
        <p:spPr>
          <a:xfrm>
            <a:off x="423985" y="3342629"/>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05</a:t>
            </a:r>
          </a:p>
        </p:txBody>
      </p:sp>
      <p:sp>
        <p:nvSpPr>
          <p:cNvPr id="22" name="Text Placeholder 8"/>
          <p:cNvSpPr>
            <a:spLocks noGrp="1"/>
          </p:cNvSpPr>
          <p:nvPr>
            <p:ph type="body" sz="quarter" idx="30" hasCustomPrompt="1"/>
          </p:nvPr>
        </p:nvSpPr>
        <p:spPr>
          <a:xfrm>
            <a:off x="2019239" y="3342629"/>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a:t>Chapter 5</a:t>
            </a:r>
          </a:p>
        </p:txBody>
      </p:sp>
      <p:sp>
        <p:nvSpPr>
          <p:cNvPr id="24" name="Text Placeholder 8"/>
          <p:cNvSpPr>
            <a:spLocks noGrp="1"/>
          </p:cNvSpPr>
          <p:nvPr>
            <p:ph type="body" sz="quarter" idx="32" hasCustomPrompt="1"/>
          </p:nvPr>
        </p:nvSpPr>
        <p:spPr>
          <a:xfrm>
            <a:off x="10213095" y="3342629"/>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61" name="Text Placeholder 4" descr="Chapter 6"/>
          <p:cNvSpPr>
            <a:spLocks noGrp="1"/>
          </p:cNvSpPr>
          <p:nvPr>
            <p:ph type="body" sz="quarter" idx="61" hasCustomPrompt="1"/>
          </p:nvPr>
        </p:nvSpPr>
        <p:spPr>
          <a:xfrm>
            <a:off x="423985" y="3842926"/>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06</a:t>
            </a:r>
          </a:p>
        </p:txBody>
      </p:sp>
      <p:sp>
        <p:nvSpPr>
          <p:cNvPr id="25" name="Text Placeholder 8"/>
          <p:cNvSpPr>
            <a:spLocks noGrp="1"/>
          </p:cNvSpPr>
          <p:nvPr>
            <p:ph type="body" sz="quarter" idx="33" hasCustomPrompt="1"/>
          </p:nvPr>
        </p:nvSpPr>
        <p:spPr>
          <a:xfrm>
            <a:off x="2019239" y="3842926"/>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a:t>Chapter 6</a:t>
            </a:r>
          </a:p>
        </p:txBody>
      </p:sp>
      <p:sp>
        <p:nvSpPr>
          <p:cNvPr id="31" name="Text Placeholder 8"/>
          <p:cNvSpPr>
            <a:spLocks noGrp="1"/>
          </p:cNvSpPr>
          <p:nvPr>
            <p:ph type="body" sz="quarter" idx="38" hasCustomPrompt="1"/>
          </p:nvPr>
        </p:nvSpPr>
        <p:spPr>
          <a:xfrm>
            <a:off x="10213095" y="3842926"/>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62" name="Text Placeholder 4" descr="Chapter 7"/>
          <p:cNvSpPr>
            <a:spLocks noGrp="1"/>
          </p:cNvSpPr>
          <p:nvPr>
            <p:ph type="body" sz="quarter" idx="62" hasCustomPrompt="1"/>
          </p:nvPr>
        </p:nvSpPr>
        <p:spPr>
          <a:xfrm>
            <a:off x="423985" y="4343224"/>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07</a:t>
            </a:r>
          </a:p>
        </p:txBody>
      </p:sp>
      <p:sp>
        <p:nvSpPr>
          <p:cNvPr id="27" name="Text Placeholder 8"/>
          <p:cNvSpPr>
            <a:spLocks noGrp="1"/>
          </p:cNvSpPr>
          <p:nvPr>
            <p:ph type="body" sz="quarter" idx="35" hasCustomPrompt="1"/>
          </p:nvPr>
        </p:nvSpPr>
        <p:spPr>
          <a:xfrm>
            <a:off x="2019239" y="4343224"/>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a:t>Chapter 7</a:t>
            </a:r>
          </a:p>
        </p:txBody>
      </p:sp>
      <p:sp>
        <p:nvSpPr>
          <p:cNvPr id="29" name="Text Placeholder 8"/>
          <p:cNvSpPr>
            <a:spLocks noGrp="1"/>
          </p:cNvSpPr>
          <p:nvPr>
            <p:ph type="body" sz="quarter" idx="37" hasCustomPrompt="1"/>
          </p:nvPr>
        </p:nvSpPr>
        <p:spPr>
          <a:xfrm>
            <a:off x="10213095" y="4343224"/>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63" name="Text Placeholder 4" descr="Chapter 8"/>
          <p:cNvSpPr>
            <a:spLocks noGrp="1"/>
          </p:cNvSpPr>
          <p:nvPr>
            <p:ph type="body" sz="quarter" idx="63" hasCustomPrompt="1"/>
          </p:nvPr>
        </p:nvSpPr>
        <p:spPr>
          <a:xfrm>
            <a:off x="423985" y="4843521"/>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08</a:t>
            </a:r>
          </a:p>
        </p:txBody>
      </p:sp>
      <p:sp>
        <p:nvSpPr>
          <p:cNvPr id="39" name="Text Placeholder 8"/>
          <p:cNvSpPr>
            <a:spLocks noGrp="1"/>
          </p:cNvSpPr>
          <p:nvPr>
            <p:ph type="body" sz="quarter" idx="39" hasCustomPrompt="1"/>
          </p:nvPr>
        </p:nvSpPr>
        <p:spPr>
          <a:xfrm>
            <a:off x="2019239" y="4843521"/>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a:t>Chapter 8</a:t>
            </a:r>
          </a:p>
        </p:txBody>
      </p:sp>
      <p:sp>
        <p:nvSpPr>
          <p:cNvPr id="41" name="Text Placeholder 8"/>
          <p:cNvSpPr>
            <a:spLocks noGrp="1"/>
          </p:cNvSpPr>
          <p:nvPr>
            <p:ph type="body" sz="quarter" idx="41" hasCustomPrompt="1"/>
          </p:nvPr>
        </p:nvSpPr>
        <p:spPr>
          <a:xfrm>
            <a:off x="10213095" y="4843521"/>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64" name="Text Placeholder 4" descr="Chapter 9"/>
          <p:cNvSpPr>
            <a:spLocks noGrp="1"/>
          </p:cNvSpPr>
          <p:nvPr>
            <p:ph type="body" sz="quarter" idx="64" hasCustomPrompt="1"/>
          </p:nvPr>
        </p:nvSpPr>
        <p:spPr>
          <a:xfrm>
            <a:off x="423985" y="5343819"/>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09</a:t>
            </a:r>
          </a:p>
        </p:txBody>
      </p:sp>
      <p:sp>
        <p:nvSpPr>
          <p:cNvPr id="42" name="Text Placeholder 8"/>
          <p:cNvSpPr>
            <a:spLocks noGrp="1"/>
          </p:cNvSpPr>
          <p:nvPr>
            <p:ph type="body" sz="quarter" idx="42" hasCustomPrompt="1"/>
          </p:nvPr>
        </p:nvSpPr>
        <p:spPr>
          <a:xfrm>
            <a:off x="2019239" y="5343819"/>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a:t>Chapter 9</a:t>
            </a:r>
          </a:p>
        </p:txBody>
      </p:sp>
      <p:sp>
        <p:nvSpPr>
          <p:cNvPr id="44" name="Text Placeholder 8"/>
          <p:cNvSpPr>
            <a:spLocks noGrp="1"/>
          </p:cNvSpPr>
          <p:nvPr>
            <p:ph type="body" sz="quarter" idx="44" hasCustomPrompt="1"/>
          </p:nvPr>
        </p:nvSpPr>
        <p:spPr>
          <a:xfrm>
            <a:off x="10213095" y="5343819"/>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65" name="Text Placeholder 4" descr="Chapter 10"/>
          <p:cNvSpPr>
            <a:spLocks noGrp="1"/>
          </p:cNvSpPr>
          <p:nvPr>
            <p:ph type="body" sz="quarter" idx="65" hasCustomPrompt="1"/>
          </p:nvPr>
        </p:nvSpPr>
        <p:spPr>
          <a:xfrm>
            <a:off x="423985" y="5844116"/>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10</a:t>
            </a:r>
          </a:p>
        </p:txBody>
      </p:sp>
      <p:sp>
        <p:nvSpPr>
          <p:cNvPr id="17" name="Text Placeholder 8"/>
          <p:cNvSpPr>
            <a:spLocks noGrp="1"/>
          </p:cNvSpPr>
          <p:nvPr>
            <p:ph type="body" sz="quarter" idx="23" hasCustomPrompt="1"/>
          </p:nvPr>
        </p:nvSpPr>
        <p:spPr>
          <a:xfrm>
            <a:off x="2019239" y="5844116"/>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a:t>Chapter 10</a:t>
            </a:r>
          </a:p>
        </p:txBody>
      </p:sp>
      <p:sp>
        <p:nvSpPr>
          <p:cNvPr id="32" name="Text Placeholder 8"/>
          <p:cNvSpPr>
            <a:spLocks noGrp="1"/>
          </p:cNvSpPr>
          <p:nvPr>
            <p:ph type="body" sz="quarter" idx="26" hasCustomPrompt="1"/>
          </p:nvPr>
        </p:nvSpPr>
        <p:spPr>
          <a:xfrm>
            <a:off x="10213095" y="5844116"/>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2" name="Title 1">
            <a:extLst>
              <a:ext uri="{FF2B5EF4-FFF2-40B4-BE49-F238E27FC236}">
                <a16:creationId xmlns:a16="http://schemas.microsoft.com/office/drawing/2014/main" id="{145B47C4-F2C3-EE7D-17FA-2B6721573CD3}"/>
              </a:ext>
            </a:extLst>
          </p:cNvPr>
          <p:cNvSpPr>
            <a:spLocks noGrp="1"/>
          </p:cNvSpPr>
          <p:nvPr>
            <p:ph type="title" hasCustomPrompt="1"/>
          </p:nvPr>
        </p:nvSpPr>
        <p:spPr>
          <a:xfrm>
            <a:off x="423984" y="404664"/>
            <a:ext cx="11342769" cy="936774"/>
          </a:xfrm>
        </p:spPr>
        <p:txBody>
          <a:bodyPr/>
          <a:lstStyle>
            <a:lvl1pPr>
              <a:defRPr sz="2400"/>
            </a:lvl1pPr>
          </a:lstStyle>
          <a:p>
            <a:r>
              <a:rPr lang="fr-FR"/>
              <a:t>AGENDA</a:t>
            </a:r>
          </a:p>
        </p:txBody>
      </p:sp>
    </p:spTree>
    <p:extLst>
      <p:ext uri="{BB962C8B-B14F-4D97-AF65-F5344CB8AC3E}">
        <p14:creationId xmlns:p14="http://schemas.microsoft.com/office/powerpoint/2010/main" val="31560342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hapter gradient blue">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B919E34-A1C7-6BE5-FBE3-7C590F12DEE5}"/>
              </a:ext>
            </a:extLst>
          </p:cNvPr>
          <p:cNvSpPr>
            <a:spLocks noGrp="1"/>
          </p:cNvSpPr>
          <p:nvPr>
            <p:ph type="body" sz="quarter" idx="38" hasCustomPrompt="1"/>
          </p:nvPr>
        </p:nvSpPr>
        <p:spPr bwMode="gray">
          <a:xfrm>
            <a:off x="423862" y="1351478"/>
            <a:ext cx="5443538" cy="1219200"/>
          </a:xfrm>
          <a:prstGeom prst="rect">
            <a:avLst/>
          </a:prstGeom>
          <a:noFill/>
        </p:spPr>
        <p:txBody>
          <a:bodyPr lIns="0" tIns="0" rIns="0" bIns="0" anchor="t">
            <a:noAutofit/>
          </a:bodyPr>
          <a:lstStyle>
            <a:lvl1pPr marL="0" indent="0" algn="just">
              <a:lnSpc>
                <a:spcPct val="100000"/>
              </a:lnSpc>
              <a:spcBef>
                <a:spcPts val="400"/>
              </a:spcBef>
              <a:buClr>
                <a:schemeClr val="bg2"/>
              </a:buClr>
              <a:buFont typeface="Tempus Sans ITC" panose="04020404030D07020202" pitchFamily="82" charset="0"/>
              <a:buNone/>
              <a:defRPr sz="8800" b="0" i="0">
                <a:solidFill>
                  <a:schemeClr val="bg2">
                    <a:lumMod val="100000"/>
                  </a:schemeClr>
                </a:solidFill>
                <a:latin typeface="+mn-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1.</a:t>
            </a:r>
          </a:p>
        </p:txBody>
      </p:sp>
      <p:sp>
        <p:nvSpPr>
          <p:cNvPr id="3" name="Freeform: Shape 2">
            <a:extLst>
              <a:ext uri="{FF2B5EF4-FFF2-40B4-BE49-F238E27FC236}">
                <a16:creationId xmlns:a16="http://schemas.microsoft.com/office/drawing/2014/main" id="{95D24991-9593-6011-4D88-250D013FCE7A}"/>
              </a:ext>
              <a:ext uri="{C183D7F6-B498-43B3-948B-1728B52AA6E4}">
                <adec:decorative xmlns:adec="http://schemas.microsoft.com/office/drawing/2017/decorative" val="1"/>
              </a:ext>
            </a:extLst>
          </p:cNvPr>
          <p:cNvSpPr>
            <a:spLocks/>
          </p:cNvSpPr>
          <p:nvPr userDrawn="1"/>
        </p:nvSpPr>
        <p:spPr>
          <a:xfrm>
            <a:off x="6600825" y="0"/>
            <a:ext cx="5591175" cy="6858000"/>
          </a:xfrm>
          <a:custGeom>
            <a:avLst/>
            <a:gdLst>
              <a:gd name="connsiteX0" fmla="*/ 705085 w 5591175"/>
              <a:gd name="connsiteY0" fmla="*/ 0 h 6858000"/>
              <a:gd name="connsiteX1" fmla="*/ 5591175 w 5591175"/>
              <a:gd name="connsiteY1" fmla="*/ 0 h 6858000"/>
              <a:gd name="connsiteX2" fmla="*/ 5591175 w 5591175"/>
              <a:gd name="connsiteY2" fmla="*/ 6858000 h 6858000"/>
              <a:gd name="connsiteX3" fmla="*/ 622198 w 5591175"/>
              <a:gd name="connsiteY3" fmla="*/ 6858000 h 6858000"/>
              <a:gd name="connsiteX4" fmla="*/ 557757 w 5591175"/>
              <a:gd name="connsiteY4" fmla="*/ 6694566 h 6858000"/>
              <a:gd name="connsiteX5" fmla="*/ 0 w 5591175"/>
              <a:gd name="connsiteY5" fmla="*/ 3534111 h 6858000"/>
              <a:gd name="connsiteX6" fmla="*/ 557757 w 5591175"/>
              <a:gd name="connsiteY6" fmla="*/ 3736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1175" h="6858000">
                <a:moveTo>
                  <a:pt x="705085" y="0"/>
                </a:moveTo>
                <a:lnTo>
                  <a:pt x="5591175" y="0"/>
                </a:lnTo>
                <a:lnTo>
                  <a:pt x="5591175" y="6858000"/>
                </a:lnTo>
                <a:lnTo>
                  <a:pt x="622198" y="6858000"/>
                </a:lnTo>
                <a:lnTo>
                  <a:pt x="557757" y="6694566"/>
                </a:lnTo>
                <a:cubicBezTo>
                  <a:pt x="196925" y="5709086"/>
                  <a:pt x="0" y="4644596"/>
                  <a:pt x="0" y="3534111"/>
                </a:cubicBezTo>
                <a:cubicBezTo>
                  <a:pt x="0" y="2423627"/>
                  <a:pt x="196925" y="1359136"/>
                  <a:pt x="557757" y="373656"/>
                </a:cubicBezTo>
                <a:close/>
              </a:path>
            </a:pathLst>
          </a:custGeom>
          <a:gradFill>
            <a:gsLst>
              <a:gs pos="100000">
                <a:schemeClr val="accent3"/>
              </a:gs>
              <a:gs pos="0">
                <a:schemeClr val="bg2"/>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endParaRPr lang="fr-FR">
              <a:solidFill>
                <a:schemeClr val="bg2"/>
              </a:solidFill>
              <a:ea typeface="+mj-ea"/>
              <a:cs typeface="+mj-cs"/>
            </a:endParaRPr>
          </a:p>
        </p:txBody>
      </p:sp>
      <p:grpSp>
        <p:nvGrpSpPr>
          <p:cNvPr id="20" name="Strokes">
            <a:extLst>
              <a:ext uri="{FF2B5EF4-FFF2-40B4-BE49-F238E27FC236}">
                <a16:creationId xmlns:a16="http://schemas.microsoft.com/office/drawing/2014/main" id="{0B58CFC9-C855-8C8C-2C84-41B14641E0B5}"/>
              </a:ext>
              <a:ext uri="{C183D7F6-B498-43B3-948B-1728B52AA6E4}">
                <adec:decorative xmlns:adec="http://schemas.microsoft.com/office/drawing/2017/decorative" val="1"/>
              </a:ext>
            </a:extLst>
          </p:cNvPr>
          <p:cNvGrpSpPr/>
          <p:nvPr userDrawn="1"/>
        </p:nvGrpSpPr>
        <p:grpSpPr>
          <a:xfrm>
            <a:off x="9448800" y="-38315"/>
            <a:ext cx="1665950" cy="6935067"/>
            <a:chOff x="5268685" y="-38315"/>
            <a:chExt cx="1665950" cy="6935067"/>
          </a:xfrm>
        </p:grpSpPr>
        <p:sp>
          <p:nvSpPr>
            <p:cNvPr id="18" name="Graphic 2">
              <a:extLst>
                <a:ext uri="{FF2B5EF4-FFF2-40B4-BE49-F238E27FC236}">
                  <a16:creationId xmlns:a16="http://schemas.microsoft.com/office/drawing/2014/main" id="{22505BBA-9534-53A1-8A03-39AB2B1A10B0}"/>
                </a:ext>
                <a:ext uri="{C183D7F6-B498-43B3-948B-1728B52AA6E4}">
                  <adec:decorative xmlns:adec="http://schemas.microsoft.com/office/drawing/2017/decorative" val="1"/>
                </a:ext>
              </a:extLst>
            </p:cNvPr>
            <p:cNvSpPr/>
            <p:nvPr/>
          </p:nvSpPr>
          <p:spPr>
            <a:xfrm>
              <a:off x="5268685" y="-19374"/>
              <a:ext cx="1196776" cy="6915472"/>
            </a:xfrm>
            <a:custGeom>
              <a:avLst/>
              <a:gdLst>
                <a:gd name="connsiteX0" fmla="*/ 53775 w 1196776"/>
                <a:gd name="connsiteY0" fmla="*/ 0 h 6915472"/>
                <a:gd name="connsiteX1" fmla="*/ 1196776 w 1196776"/>
                <a:gd name="connsiteY1" fmla="*/ 6915473 h 6915472"/>
              </a:gdLst>
              <a:ahLst/>
              <a:cxnLst>
                <a:cxn ang="0">
                  <a:pos x="connsiteX0" y="connsiteY0"/>
                </a:cxn>
                <a:cxn ang="0">
                  <a:pos x="connsiteX1" y="connsiteY1"/>
                </a:cxn>
              </a:cxnLst>
              <a:rect l="l" t="t" r="r" b="b"/>
              <a:pathLst>
                <a:path w="1196776" h="6915472">
                  <a:moveTo>
                    <a:pt x="53775" y="0"/>
                  </a:moveTo>
                  <a:cubicBezTo>
                    <a:pt x="53775" y="0"/>
                    <a:pt x="-376429" y="3291621"/>
                    <a:pt x="1196776" y="6915473"/>
                  </a:cubicBezTo>
                </a:path>
              </a:pathLst>
            </a:custGeom>
            <a:noFill/>
            <a:ln w="28575" cap="flat" cmpd="sng" algn="ctr">
              <a:solidFill>
                <a:schemeClr val="tx2">
                  <a:lumMod val="100000"/>
                </a:schemeClr>
              </a:solidFill>
              <a:prstDash val="solid"/>
              <a:miter lim="800000"/>
              <a:headEnd type="none" w="med" len="med"/>
              <a:tailEnd type="none" w="med" len="med"/>
            </a:ln>
          </p:spPr>
          <p:txBody>
            <a:bodyPr rtlCol="0" anchor="ctr"/>
            <a:lstStyle/>
            <a:p>
              <a:endParaRPr lang="en-US"/>
            </a:p>
          </p:txBody>
        </p:sp>
        <p:sp>
          <p:nvSpPr>
            <p:cNvPr id="19" name="Graphic 1">
              <a:extLst>
                <a:ext uri="{FF2B5EF4-FFF2-40B4-BE49-F238E27FC236}">
                  <a16:creationId xmlns:a16="http://schemas.microsoft.com/office/drawing/2014/main" id="{DB4214DF-70DF-B49D-4AC2-1DC59C982D81}"/>
                </a:ext>
                <a:ext uri="{C183D7F6-B498-43B3-948B-1728B52AA6E4}">
                  <adec:decorative xmlns:adec="http://schemas.microsoft.com/office/drawing/2017/decorative" val="1"/>
                </a:ext>
              </a:extLst>
            </p:cNvPr>
            <p:cNvSpPr/>
            <p:nvPr/>
          </p:nvSpPr>
          <p:spPr>
            <a:xfrm>
              <a:off x="5442443" y="-38315"/>
              <a:ext cx="1492192" cy="6935067"/>
            </a:xfrm>
            <a:custGeom>
              <a:avLst/>
              <a:gdLst>
                <a:gd name="connsiteX0" fmla="*/ 1492192 w 1492192"/>
                <a:gd name="connsiteY0" fmla="*/ 0 h 6935067"/>
                <a:gd name="connsiteX1" fmla="*/ 13911 w 1492192"/>
                <a:gd name="connsiteY1" fmla="*/ 6935067 h 6935067"/>
              </a:gdLst>
              <a:ahLst/>
              <a:cxnLst>
                <a:cxn ang="0">
                  <a:pos x="connsiteX0" y="connsiteY0"/>
                </a:cxn>
                <a:cxn ang="0">
                  <a:pos x="connsiteX1" y="connsiteY1"/>
                </a:cxn>
              </a:cxnLst>
              <a:rect l="l" t="t" r="r" b="b"/>
              <a:pathLst>
                <a:path w="1492192" h="6935067">
                  <a:moveTo>
                    <a:pt x="1492192" y="0"/>
                  </a:moveTo>
                  <a:cubicBezTo>
                    <a:pt x="1492192" y="0"/>
                    <a:pt x="-167881" y="2988780"/>
                    <a:pt x="13911" y="6935067"/>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grpSp>
      <p:sp>
        <p:nvSpPr>
          <p:cNvPr id="2" name="Title 1">
            <a:extLst>
              <a:ext uri="{FF2B5EF4-FFF2-40B4-BE49-F238E27FC236}">
                <a16:creationId xmlns:a16="http://schemas.microsoft.com/office/drawing/2014/main" id="{2E1836B4-830D-5B1B-BD6F-E2169BA9CB59}"/>
              </a:ext>
            </a:extLst>
          </p:cNvPr>
          <p:cNvSpPr>
            <a:spLocks noGrp="1"/>
          </p:cNvSpPr>
          <p:nvPr>
            <p:ph type="title" hasCustomPrompt="1"/>
          </p:nvPr>
        </p:nvSpPr>
        <p:spPr>
          <a:xfrm>
            <a:off x="423985" y="2570677"/>
            <a:ext cx="5443538" cy="1219199"/>
          </a:xfrm>
        </p:spPr>
        <p:txBody>
          <a:bodyPr/>
          <a:lstStyle>
            <a:lvl1pPr>
              <a:defRPr sz="3600">
                <a:latin typeface="+mn-lt"/>
              </a:defRPr>
            </a:lvl1pPr>
          </a:lstStyle>
          <a:p>
            <a:pPr lvl="0"/>
            <a:r>
              <a:rPr lang="fr-FR" noProof="0"/>
              <a:t>Chapter</a:t>
            </a:r>
            <a:br>
              <a:rPr lang="fr-FR" noProof="0"/>
            </a:br>
            <a:r>
              <a:rPr lang="fr-FR" noProof="0"/>
              <a:t>divider</a:t>
            </a:r>
          </a:p>
        </p:txBody>
      </p:sp>
    </p:spTree>
    <p:extLst>
      <p:ext uri="{BB962C8B-B14F-4D97-AF65-F5344CB8AC3E}">
        <p14:creationId xmlns:p14="http://schemas.microsoft.com/office/powerpoint/2010/main" val="60883357"/>
      </p:ext>
    </p:extLst>
  </p:cSld>
  <p:clrMapOvr>
    <a:masterClrMapping/>
  </p:clrMapOvr>
  <p:extLst>
    <p:ext uri="{DCECCB84-F9BA-43D5-87BE-67443E8EF086}">
      <p15:sldGuideLst xmlns:p15="http://schemas.microsoft.com/office/powerpoint/2012/main">
        <p15:guide id="1" pos="415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hapter vibrant blue">
    <p:spTree>
      <p:nvGrpSpPr>
        <p:cNvPr id="1" name=""/>
        <p:cNvGrpSpPr/>
        <p:nvPr/>
      </p:nvGrpSpPr>
      <p:grpSpPr>
        <a:xfrm>
          <a:off x="0" y="0"/>
          <a:ext cx="0" cy="0"/>
          <a:chOff x="0" y="0"/>
          <a:chExt cx="0" cy="0"/>
        </a:xfrm>
      </p:grpSpPr>
      <p:sp>
        <p:nvSpPr>
          <p:cNvPr id="10" name="Text Placeholder 1"/>
          <p:cNvSpPr>
            <a:spLocks noGrp="1"/>
          </p:cNvSpPr>
          <p:nvPr>
            <p:ph type="body" sz="quarter" idx="38" hasCustomPrompt="1"/>
          </p:nvPr>
        </p:nvSpPr>
        <p:spPr bwMode="gray">
          <a:xfrm>
            <a:off x="423862" y="1351478"/>
            <a:ext cx="5443538" cy="1219200"/>
          </a:xfrm>
          <a:prstGeom prst="rect">
            <a:avLst/>
          </a:prstGeom>
          <a:noFill/>
        </p:spPr>
        <p:txBody>
          <a:bodyPr lIns="0" tIns="0" rIns="0" bIns="0" anchor="t">
            <a:noAutofit/>
          </a:bodyPr>
          <a:lstStyle>
            <a:lvl1pPr marL="0" indent="0" algn="just">
              <a:lnSpc>
                <a:spcPct val="100000"/>
              </a:lnSpc>
              <a:spcBef>
                <a:spcPts val="400"/>
              </a:spcBef>
              <a:buClr>
                <a:schemeClr val="bg2"/>
              </a:buClr>
              <a:buFont typeface="Tempus Sans ITC" panose="04020404030D07020202" pitchFamily="82" charset="0"/>
              <a:buNone/>
              <a:defRPr sz="8800" b="0" i="0">
                <a:solidFill>
                  <a:schemeClr val="bg2">
                    <a:lumMod val="100000"/>
                  </a:schemeClr>
                </a:solidFill>
                <a:latin typeface="+mn-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1.</a:t>
            </a:r>
          </a:p>
        </p:txBody>
      </p:sp>
      <p:sp>
        <p:nvSpPr>
          <p:cNvPr id="3" name="Freeform: Shape 2">
            <a:extLst>
              <a:ext uri="{FF2B5EF4-FFF2-40B4-BE49-F238E27FC236}">
                <a16:creationId xmlns:a16="http://schemas.microsoft.com/office/drawing/2014/main" id="{81CDD358-1B24-A515-51A2-F0CEB125A6AE}"/>
              </a:ext>
              <a:ext uri="{C183D7F6-B498-43B3-948B-1728B52AA6E4}">
                <adec:decorative xmlns:adec="http://schemas.microsoft.com/office/drawing/2017/decorative" val="1"/>
              </a:ext>
            </a:extLst>
          </p:cNvPr>
          <p:cNvSpPr>
            <a:spLocks/>
          </p:cNvSpPr>
          <p:nvPr userDrawn="1"/>
        </p:nvSpPr>
        <p:spPr>
          <a:xfrm>
            <a:off x="6600825" y="0"/>
            <a:ext cx="5591175" cy="6858000"/>
          </a:xfrm>
          <a:custGeom>
            <a:avLst/>
            <a:gdLst>
              <a:gd name="connsiteX0" fmla="*/ 705085 w 5591175"/>
              <a:gd name="connsiteY0" fmla="*/ 0 h 6858000"/>
              <a:gd name="connsiteX1" fmla="*/ 5591175 w 5591175"/>
              <a:gd name="connsiteY1" fmla="*/ 0 h 6858000"/>
              <a:gd name="connsiteX2" fmla="*/ 5591175 w 5591175"/>
              <a:gd name="connsiteY2" fmla="*/ 6858000 h 6858000"/>
              <a:gd name="connsiteX3" fmla="*/ 622198 w 5591175"/>
              <a:gd name="connsiteY3" fmla="*/ 6858000 h 6858000"/>
              <a:gd name="connsiteX4" fmla="*/ 557757 w 5591175"/>
              <a:gd name="connsiteY4" fmla="*/ 6694566 h 6858000"/>
              <a:gd name="connsiteX5" fmla="*/ 0 w 5591175"/>
              <a:gd name="connsiteY5" fmla="*/ 3534111 h 6858000"/>
              <a:gd name="connsiteX6" fmla="*/ 557757 w 5591175"/>
              <a:gd name="connsiteY6" fmla="*/ 3736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1175" h="6858000">
                <a:moveTo>
                  <a:pt x="705085" y="0"/>
                </a:moveTo>
                <a:lnTo>
                  <a:pt x="5591175" y="0"/>
                </a:lnTo>
                <a:lnTo>
                  <a:pt x="5591175" y="6858000"/>
                </a:lnTo>
                <a:lnTo>
                  <a:pt x="622198" y="6858000"/>
                </a:lnTo>
                <a:lnTo>
                  <a:pt x="557757" y="6694566"/>
                </a:lnTo>
                <a:cubicBezTo>
                  <a:pt x="196925" y="5709086"/>
                  <a:pt x="0" y="4644596"/>
                  <a:pt x="0" y="3534111"/>
                </a:cubicBezTo>
                <a:cubicBezTo>
                  <a:pt x="0" y="2423627"/>
                  <a:pt x="196925" y="1359136"/>
                  <a:pt x="557757" y="373656"/>
                </a:cubicBezTo>
                <a:close/>
              </a:path>
            </a:pathLst>
          </a:custGeom>
          <a:solidFill>
            <a:schemeClr val="bg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endParaRPr lang="fr-FR">
              <a:solidFill>
                <a:schemeClr val="bg2"/>
              </a:solidFill>
              <a:ea typeface="+mj-ea"/>
              <a:cs typeface="+mj-cs"/>
            </a:endParaRPr>
          </a:p>
        </p:txBody>
      </p:sp>
      <p:grpSp>
        <p:nvGrpSpPr>
          <p:cNvPr id="20" name="Strokes">
            <a:extLst>
              <a:ext uri="{FF2B5EF4-FFF2-40B4-BE49-F238E27FC236}">
                <a16:creationId xmlns:a16="http://schemas.microsoft.com/office/drawing/2014/main" id="{0B58CFC9-C855-8C8C-2C84-41B14641E0B5}"/>
              </a:ext>
              <a:ext uri="{C183D7F6-B498-43B3-948B-1728B52AA6E4}">
                <adec:decorative xmlns:adec="http://schemas.microsoft.com/office/drawing/2017/decorative" val="1"/>
              </a:ext>
            </a:extLst>
          </p:cNvPr>
          <p:cNvGrpSpPr/>
          <p:nvPr userDrawn="1"/>
        </p:nvGrpSpPr>
        <p:grpSpPr>
          <a:xfrm>
            <a:off x="9448800" y="-38315"/>
            <a:ext cx="1665950" cy="6935067"/>
            <a:chOff x="5268685" y="-38315"/>
            <a:chExt cx="1665950" cy="6935067"/>
          </a:xfrm>
        </p:grpSpPr>
        <p:sp>
          <p:nvSpPr>
            <p:cNvPr id="18" name="Graphic 2">
              <a:extLst>
                <a:ext uri="{FF2B5EF4-FFF2-40B4-BE49-F238E27FC236}">
                  <a16:creationId xmlns:a16="http://schemas.microsoft.com/office/drawing/2014/main" id="{22505BBA-9534-53A1-8A03-39AB2B1A10B0}"/>
                </a:ext>
                <a:ext uri="{C183D7F6-B498-43B3-948B-1728B52AA6E4}">
                  <adec:decorative xmlns:adec="http://schemas.microsoft.com/office/drawing/2017/decorative" val="1"/>
                </a:ext>
              </a:extLst>
            </p:cNvPr>
            <p:cNvSpPr/>
            <p:nvPr/>
          </p:nvSpPr>
          <p:spPr>
            <a:xfrm>
              <a:off x="5268685" y="-19374"/>
              <a:ext cx="1196776" cy="6915472"/>
            </a:xfrm>
            <a:custGeom>
              <a:avLst/>
              <a:gdLst>
                <a:gd name="connsiteX0" fmla="*/ 53775 w 1196776"/>
                <a:gd name="connsiteY0" fmla="*/ 0 h 6915472"/>
                <a:gd name="connsiteX1" fmla="*/ 1196776 w 1196776"/>
                <a:gd name="connsiteY1" fmla="*/ 6915473 h 6915472"/>
              </a:gdLst>
              <a:ahLst/>
              <a:cxnLst>
                <a:cxn ang="0">
                  <a:pos x="connsiteX0" y="connsiteY0"/>
                </a:cxn>
                <a:cxn ang="0">
                  <a:pos x="connsiteX1" y="connsiteY1"/>
                </a:cxn>
              </a:cxnLst>
              <a:rect l="l" t="t" r="r" b="b"/>
              <a:pathLst>
                <a:path w="1196776" h="6915472">
                  <a:moveTo>
                    <a:pt x="53775" y="0"/>
                  </a:moveTo>
                  <a:cubicBezTo>
                    <a:pt x="53775" y="0"/>
                    <a:pt x="-376429" y="3291621"/>
                    <a:pt x="1196776" y="6915473"/>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9" name="Graphic 1">
              <a:extLst>
                <a:ext uri="{FF2B5EF4-FFF2-40B4-BE49-F238E27FC236}">
                  <a16:creationId xmlns:a16="http://schemas.microsoft.com/office/drawing/2014/main" id="{DB4214DF-70DF-B49D-4AC2-1DC59C982D81}"/>
                </a:ext>
                <a:ext uri="{C183D7F6-B498-43B3-948B-1728B52AA6E4}">
                  <adec:decorative xmlns:adec="http://schemas.microsoft.com/office/drawing/2017/decorative" val="1"/>
                </a:ext>
              </a:extLst>
            </p:cNvPr>
            <p:cNvSpPr/>
            <p:nvPr/>
          </p:nvSpPr>
          <p:spPr>
            <a:xfrm>
              <a:off x="5442443" y="-38315"/>
              <a:ext cx="1492192" cy="6935067"/>
            </a:xfrm>
            <a:custGeom>
              <a:avLst/>
              <a:gdLst>
                <a:gd name="connsiteX0" fmla="*/ 1492192 w 1492192"/>
                <a:gd name="connsiteY0" fmla="*/ 0 h 6935067"/>
                <a:gd name="connsiteX1" fmla="*/ 13911 w 1492192"/>
                <a:gd name="connsiteY1" fmla="*/ 6935067 h 6935067"/>
              </a:gdLst>
              <a:ahLst/>
              <a:cxnLst>
                <a:cxn ang="0">
                  <a:pos x="connsiteX0" y="connsiteY0"/>
                </a:cxn>
                <a:cxn ang="0">
                  <a:pos x="connsiteX1" y="connsiteY1"/>
                </a:cxn>
              </a:cxnLst>
              <a:rect l="l" t="t" r="r" b="b"/>
              <a:pathLst>
                <a:path w="1492192" h="6935067">
                  <a:moveTo>
                    <a:pt x="1492192" y="0"/>
                  </a:moveTo>
                  <a:cubicBezTo>
                    <a:pt x="1492192" y="0"/>
                    <a:pt x="-167881" y="2988780"/>
                    <a:pt x="13911" y="6935067"/>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sp>
        <p:nvSpPr>
          <p:cNvPr id="4" name="Title 1">
            <a:extLst>
              <a:ext uri="{FF2B5EF4-FFF2-40B4-BE49-F238E27FC236}">
                <a16:creationId xmlns:a16="http://schemas.microsoft.com/office/drawing/2014/main" id="{78A0290B-3051-1D42-DD53-7F86983E1D00}"/>
              </a:ext>
            </a:extLst>
          </p:cNvPr>
          <p:cNvSpPr>
            <a:spLocks noGrp="1"/>
          </p:cNvSpPr>
          <p:nvPr>
            <p:ph type="title" hasCustomPrompt="1"/>
          </p:nvPr>
        </p:nvSpPr>
        <p:spPr>
          <a:xfrm>
            <a:off x="423985" y="2570677"/>
            <a:ext cx="5443538" cy="1219199"/>
          </a:xfrm>
        </p:spPr>
        <p:txBody>
          <a:bodyPr/>
          <a:lstStyle>
            <a:lvl1pPr>
              <a:defRPr sz="3600">
                <a:latin typeface="+mn-lt"/>
              </a:defRPr>
            </a:lvl1pPr>
          </a:lstStyle>
          <a:p>
            <a:pPr lvl="0"/>
            <a:r>
              <a:rPr lang="fr-FR" noProof="0"/>
              <a:t>Chapter</a:t>
            </a:r>
            <a:br>
              <a:rPr lang="fr-FR" noProof="0"/>
            </a:br>
            <a:r>
              <a:rPr lang="fr-FR" noProof="0"/>
              <a:t>divider</a:t>
            </a:r>
          </a:p>
        </p:txBody>
      </p:sp>
    </p:spTree>
    <p:extLst>
      <p:ext uri="{BB962C8B-B14F-4D97-AF65-F5344CB8AC3E}">
        <p14:creationId xmlns:p14="http://schemas.microsoft.com/office/powerpoint/2010/main" val="28516281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hapter deep blue">
    <p:spTree>
      <p:nvGrpSpPr>
        <p:cNvPr id="1" name=""/>
        <p:cNvGrpSpPr/>
        <p:nvPr/>
      </p:nvGrpSpPr>
      <p:grpSpPr>
        <a:xfrm>
          <a:off x="0" y="0"/>
          <a:ext cx="0" cy="0"/>
          <a:chOff x="0" y="0"/>
          <a:chExt cx="0" cy="0"/>
        </a:xfrm>
      </p:grpSpPr>
      <p:sp>
        <p:nvSpPr>
          <p:cNvPr id="10" name="Text Placeholder 1"/>
          <p:cNvSpPr>
            <a:spLocks noGrp="1"/>
          </p:cNvSpPr>
          <p:nvPr>
            <p:ph type="body" sz="quarter" idx="38" hasCustomPrompt="1"/>
          </p:nvPr>
        </p:nvSpPr>
        <p:spPr bwMode="gray">
          <a:xfrm>
            <a:off x="423862" y="1351478"/>
            <a:ext cx="5443538" cy="1219200"/>
          </a:xfrm>
          <a:prstGeom prst="rect">
            <a:avLst/>
          </a:prstGeom>
          <a:noFill/>
        </p:spPr>
        <p:txBody>
          <a:bodyPr lIns="0" tIns="0" rIns="0" bIns="0" anchor="t">
            <a:noAutofit/>
          </a:bodyPr>
          <a:lstStyle>
            <a:lvl1pPr marL="0" indent="0" algn="just">
              <a:lnSpc>
                <a:spcPct val="100000"/>
              </a:lnSpc>
              <a:spcBef>
                <a:spcPts val="400"/>
              </a:spcBef>
              <a:buClr>
                <a:schemeClr val="bg2"/>
              </a:buClr>
              <a:buFont typeface="Tempus Sans ITC" panose="04020404030D07020202" pitchFamily="82" charset="0"/>
              <a:buNone/>
              <a:defRPr sz="8800" b="0" i="0">
                <a:solidFill>
                  <a:schemeClr val="bg2">
                    <a:lumMod val="100000"/>
                  </a:schemeClr>
                </a:solidFill>
                <a:latin typeface="+mn-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1.</a:t>
            </a:r>
          </a:p>
        </p:txBody>
      </p:sp>
      <p:sp>
        <p:nvSpPr>
          <p:cNvPr id="4" name="Freeform: Shape 3">
            <a:extLst>
              <a:ext uri="{FF2B5EF4-FFF2-40B4-BE49-F238E27FC236}">
                <a16:creationId xmlns:a16="http://schemas.microsoft.com/office/drawing/2014/main" id="{23FC7270-1DEF-7AE3-DFB3-5C02ABBD454E}"/>
              </a:ext>
              <a:ext uri="{C183D7F6-B498-43B3-948B-1728B52AA6E4}">
                <adec:decorative xmlns:adec="http://schemas.microsoft.com/office/drawing/2017/decorative" val="1"/>
              </a:ext>
            </a:extLst>
          </p:cNvPr>
          <p:cNvSpPr>
            <a:spLocks/>
          </p:cNvSpPr>
          <p:nvPr userDrawn="1"/>
        </p:nvSpPr>
        <p:spPr>
          <a:xfrm>
            <a:off x="6600825" y="0"/>
            <a:ext cx="5591175" cy="6858000"/>
          </a:xfrm>
          <a:custGeom>
            <a:avLst/>
            <a:gdLst>
              <a:gd name="connsiteX0" fmla="*/ 705085 w 5591175"/>
              <a:gd name="connsiteY0" fmla="*/ 0 h 6858000"/>
              <a:gd name="connsiteX1" fmla="*/ 5591175 w 5591175"/>
              <a:gd name="connsiteY1" fmla="*/ 0 h 6858000"/>
              <a:gd name="connsiteX2" fmla="*/ 5591175 w 5591175"/>
              <a:gd name="connsiteY2" fmla="*/ 6858000 h 6858000"/>
              <a:gd name="connsiteX3" fmla="*/ 622198 w 5591175"/>
              <a:gd name="connsiteY3" fmla="*/ 6858000 h 6858000"/>
              <a:gd name="connsiteX4" fmla="*/ 557757 w 5591175"/>
              <a:gd name="connsiteY4" fmla="*/ 6694566 h 6858000"/>
              <a:gd name="connsiteX5" fmla="*/ 0 w 5591175"/>
              <a:gd name="connsiteY5" fmla="*/ 3534111 h 6858000"/>
              <a:gd name="connsiteX6" fmla="*/ 557757 w 5591175"/>
              <a:gd name="connsiteY6" fmla="*/ 3736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1175" h="6858000">
                <a:moveTo>
                  <a:pt x="705085" y="0"/>
                </a:moveTo>
                <a:lnTo>
                  <a:pt x="5591175" y="0"/>
                </a:lnTo>
                <a:lnTo>
                  <a:pt x="5591175" y="6858000"/>
                </a:lnTo>
                <a:lnTo>
                  <a:pt x="622198" y="6858000"/>
                </a:lnTo>
                <a:lnTo>
                  <a:pt x="557757" y="6694566"/>
                </a:lnTo>
                <a:cubicBezTo>
                  <a:pt x="196925" y="5709086"/>
                  <a:pt x="0" y="4644596"/>
                  <a:pt x="0" y="3534111"/>
                </a:cubicBezTo>
                <a:cubicBezTo>
                  <a:pt x="0" y="2423627"/>
                  <a:pt x="196925" y="1359136"/>
                  <a:pt x="557757" y="373656"/>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endParaRPr lang="fr-FR">
              <a:solidFill>
                <a:schemeClr val="bg2"/>
              </a:solidFill>
              <a:ea typeface="+mj-ea"/>
              <a:cs typeface="+mj-cs"/>
            </a:endParaRPr>
          </a:p>
        </p:txBody>
      </p:sp>
      <p:grpSp>
        <p:nvGrpSpPr>
          <p:cNvPr id="20" name="Strokes">
            <a:extLst>
              <a:ext uri="{FF2B5EF4-FFF2-40B4-BE49-F238E27FC236}">
                <a16:creationId xmlns:a16="http://schemas.microsoft.com/office/drawing/2014/main" id="{0B58CFC9-C855-8C8C-2C84-41B14641E0B5}"/>
              </a:ext>
              <a:ext uri="{C183D7F6-B498-43B3-948B-1728B52AA6E4}">
                <adec:decorative xmlns:adec="http://schemas.microsoft.com/office/drawing/2017/decorative" val="1"/>
              </a:ext>
            </a:extLst>
          </p:cNvPr>
          <p:cNvGrpSpPr/>
          <p:nvPr userDrawn="1"/>
        </p:nvGrpSpPr>
        <p:grpSpPr>
          <a:xfrm>
            <a:off x="9448800" y="-38315"/>
            <a:ext cx="1665950" cy="6935067"/>
            <a:chOff x="5268685" y="-38315"/>
            <a:chExt cx="1665950" cy="6935067"/>
          </a:xfrm>
        </p:grpSpPr>
        <p:sp>
          <p:nvSpPr>
            <p:cNvPr id="18" name="Graphic 2">
              <a:extLst>
                <a:ext uri="{FF2B5EF4-FFF2-40B4-BE49-F238E27FC236}">
                  <a16:creationId xmlns:a16="http://schemas.microsoft.com/office/drawing/2014/main" id="{22505BBA-9534-53A1-8A03-39AB2B1A10B0}"/>
                </a:ext>
                <a:ext uri="{C183D7F6-B498-43B3-948B-1728B52AA6E4}">
                  <adec:decorative xmlns:adec="http://schemas.microsoft.com/office/drawing/2017/decorative" val="1"/>
                </a:ext>
              </a:extLst>
            </p:cNvPr>
            <p:cNvSpPr/>
            <p:nvPr/>
          </p:nvSpPr>
          <p:spPr>
            <a:xfrm>
              <a:off x="5268685" y="-19374"/>
              <a:ext cx="1196776" cy="6915472"/>
            </a:xfrm>
            <a:custGeom>
              <a:avLst/>
              <a:gdLst>
                <a:gd name="connsiteX0" fmla="*/ 53775 w 1196776"/>
                <a:gd name="connsiteY0" fmla="*/ 0 h 6915472"/>
                <a:gd name="connsiteX1" fmla="*/ 1196776 w 1196776"/>
                <a:gd name="connsiteY1" fmla="*/ 6915473 h 6915472"/>
              </a:gdLst>
              <a:ahLst/>
              <a:cxnLst>
                <a:cxn ang="0">
                  <a:pos x="connsiteX0" y="connsiteY0"/>
                </a:cxn>
                <a:cxn ang="0">
                  <a:pos x="connsiteX1" y="connsiteY1"/>
                </a:cxn>
              </a:cxnLst>
              <a:rect l="l" t="t" r="r" b="b"/>
              <a:pathLst>
                <a:path w="1196776" h="6915472">
                  <a:moveTo>
                    <a:pt x="53775" y="0"/>
                  </a:moveTo>
                  <a:cubicBezTo>
                    <a:pt x="53775" y="0"/>
                    <a:pt x="-376429" y="3291621"/>
                    <a:pt x="1196776" y="6915473"/>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9" name="Graphic 1">
              <a:extLst>
                <a:ext uri="{FF2B5EF4-FFF2-40B4-BE49-F238E27FC236}">
                  <a16:creationId xmlns:a16="http://schemas.microsoft.com/office/drawing/2014/main" id="{DB4214DF-70DF-B49D-4AC2-1DC59C982D81}"/>
                </a:ext>
                <a:ext uri="{C183D7F6-B498-43B3-948B-1728B52AA6E4}">
                  <adec:decorative xmlns:adec="http://schemas.microsoft.com/office/drawing/2017/decorative" val="1"/>
                </a:ext>
              </a:extLst>
            </p:cNvPr>
            <p:cNvSpPr/>
            <p:nvPr/>
          </p:nvSpPr>
          <p:spPr>
            <a:xfrm>
              <a:off x="5442443" y="-38315"/>
              <a:ext cx="1492192" cy="6935067"/>
            </a:xfrm>
            <a:custGeom>
              <a:avLst/>
              <a:gdLst>
                <a:gd name="connsiteX0" fmla="*/ 1492192 w 1492192"/>
                <a:gd name="connsiteY0" fmla="*/ 0 h 6935067"/>
                <a:gd name="connsiteX1" fmla="*/ 13911 w 1492192"/>
                <a:gd name="connsiteY1" fmla="*/ 6935067 h 6935067"/>
              </a:gdLst>
              <a:ahLst/>
              <a:cxnLst>
                <a:cxn ang="0">
                  <a:pos x="connsiteX0" y="connsiteY0"/>
                </a:cxn>
                <a:cxn ang="0">
                  <a:pos x="connsiteX1" y="connsiteY1"/>
                </a:cxn>
              </a:cxnLst>
              <a:rect l="l" t="t" r="r" b="b"/>
              <a:pathLst>
                <a:path w="1492192" h="6935067">
                  <a:moveTo>
                    <a:pt x="1492192" y="0"/>
                  </a:moveTo>
                  <a:cubicBezTo>
                    <a:pt x="1492192" y="0"/>
                    <a:pt x="-167881" y="2988780"/>
                    <a:pt x="13911" y="6935067"/>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sp>
        <p:nvSpPr>
          <p:cNvPr id="3" name="Title 1">
            <a:extLst>
              <a:ext uri="{FF2B5EF4-FFF2-40B4-BE49-F238E27FC236}">
                <a16:creationId xmlns:a16="http://schemas.microsoft.com/office/drawing/2014/main" id="{348DA029-BA70-021C-A4EF-12082A2D5FEC}"/>
              </a:ext>
            </a:extLst>
          </p:cNvPr>
          <p:cNvSpPr>
            <a:spLocks noGrp="1"/>
          </p:cNvSpPr>
          <p:nvPr>
            <p:ph type="title" hasCustomPrompt="1"/>
          </p:nvPr>
        </p:nvSpPr>
        <p:spPr>
          <a:xfrm>
            <a:off x="423985" y="2570678"/>
            <a:ext cx="5443538" cy="1219200"/>
          </a:xfrm>
        </p:spPr>
        <p:txBody>
          <a:bodyPr/>
          <a:lstStyle>
            <a:lvl1pPr>
              <a:defRPr sz="3600">
                <a:latin typeface="+mn-lt"/>
              </a:defRPr>
            </a:lvl1pPr>
          </a:lstStyle>
          <a:p>
            <a:pPr lvl="0"/>
            <a:r>
              <a:rPr lang="fr-FR" noProof="0"/>
              <a:t>Chapter</a:t>
            </a:r>
            <a:br>
              <a:rPr lang="fr-FR" noProof="0"/>
            </a:br>
            <a:r>
              <a:rPr lang="fr-FR" noProof="0"/>
              <a:t>divider</a:t>
            </a:r>
          </a:p>
        </p:txBody>
      </p:sp>
    </p:spTree>
    <p:extLst>
      <p:ext uri="{BB962C8B-B14F-4D97-AF65-F5344CB8AC3E}">
        <p14:creationId xmlns:p14="http://schemas.microsoft.com/office/powerpoint/2010/main" val="1570767218"/>
      </p:ext>
    </p:extLst>
  </p:cSld>
  <p:clrMapOvr>
    <a:masterClrMapping/>
  </p:clrMapOvr>
  <p:extLst>
    <p:ext uri="{DCECCB84-F9BA-43D5-87BE-67443E8EF086}">
      <p15:sldGuideLst xmlns:p15="http://schemas.microsoft.com/office/powerpoint/2012/main">
        <p15:guide id="1" pos="415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hapter white with picture">
    <p:spTree>
      <p:nvGrpSpPr>
        <p:cNvPr id="1" name=""/>
        <p:cNvGrpSpPr/>
        <p:nvPr/>
      </p:nvGrpSpPr>
      <p:grpSpPr>
        <a:xfrm>
          <a:off x="0" y="0"/>
          <a:ext cx="0" cy="0"/>
          <a:chOff x="0" y="0"/>
          <a:chExt cx="0" cy="0"/>
        </a:xfrm>
      </p:grpSpPr>
      <p:sp>
        <p:nvSpPr>
          <p:cNvPr id="10" name="Text Placeholder 1"/>
          <p:cNvSpPr>
            <a:spLocks noGrp="1"/>
          </p:cNvSpPr>
          <p:nvPr>
            <p:ph type="body" sz="quarter" idx="38" hasCustomPrompt="1"/>
          </p:nvPr>
        </p:nvSpPr>
        <p:spPr bwMode="gray">
          <a:xfrm>
            <a:off x="423862" y="1344719"/>
            <a:ext cx="5443538" cy="1219200"/>
          </a:xfrm>
          <a:prstGeom prst="rect">
            <a:avLst/>
          </a:prstGeom>
          <a:noFill/>
        </p:spPr>
        <p:txBody>
          <a:bodyPr lIns="0" tIns="0" rIns="0" bIns="0" anchor="t">
            <a:noAutofit/>
          </a:bodyPr>
          <a:lstStyle>
            <a:lvl1pPr marL="0" indent="0" algn="just">
              <a:lnSpc>
                <a:spcPct val="100000"/>
              </a:lnSpc>
              <a:spcBef>
                <a:spcPts val="400"/>
              </a:spcBef>
              <a:buClr>
                <a:schemeClr val="bg2"/>
              </a:buClr>
              <a:buFont typeface="Tempus Sans ITC" panose="04020404030D07020202" pitchFamily="82" charset="0"/>
              <a:buNone/>
              <a:defRPr sz="8800" b="0" i="0">
                <a:solidFill>
                  <a:schemeClr val="bg2">
                    <a:lumMod val="100000"/>
                  </a:schemeClr>
                </a:solidFill>
                <a:latin typeface="+mn-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1.</a:t>
            </a:r>
          </a:p>
        </p:txBody>
      </p:sp>
      <p:sp>
        <p:nvSpPr>
          <p:cNvPr id="24" name="Picture placeholder">
            <a:extLst>
              <a:ext uri="{FF2B5EF4-FFF2-40B4-BE49-F238E27FC236}">
                <a16:creationId xmlns:a16="http://schemas.microsoft.com/office/drawing/2014/main" id="{262EFC9A-FD0B-AFEC-332F-B9C4A3A4E21B}"/>
              </a:ext>
              <a:ext uri="{C183D7F6-B498-43B3-948B-1728B52AA6E4}">
                <adec:decorative xmlns:adec="http://schemas.microsoft.com/office/drawing/2017/decorative" val="1"/>
              </a:ext>
            </a:extLst>
          </p:cNvPr>
          <p:cNvSpPr>
            <a:spLocks noGrp="1"/>
          </p:cNvSpPr>
          <p:nvPr>
            <p:ph type="pic" sz="quarter" idx="42" hasCustomPrompt="1"/>
          </p:nvPr>
        </p:nvSpPr>
        <p:spPr>
          <a:xfrm>
            <a:off x="7603094" y="0"/>
            <a:ext cx="4590494" cy="6858000"/>
          </a:xfrm>
          <a:custGeom>
            <a:avLst/>
            <a:gdLst>
              <a:gd name="connsiteX0" fmla="*/ 1589671 w 4590494"/>
              <a:gd name="connsiteY0" fmla="*/ 0 h 6858000"/>
              <a:gd name="connsiteX1" fmla="*/ 4590494 w 4590494"/>
              <a:gd name="connsiteY1" fmla="*/ 0 h 6858000"/>
              <a:gd name="connsiteX2" fmla="*/ 4590494 w 4590494"/>
              <a:gd name="connsiteY2" fmla="*/ 6858000 h 6858000"/>
              <a:gd name="connsiteX3" fmla="*/ 1589671 w 4590494"/>
              <a:gd name="connsiteY3" fmla="*/ 6858000 h 6858000"/>
              <a:gd name="connsiteX4" fmla="*/ 1472926 w 4590494"/>
              <a:gd name="connsiteY4" fmla="*/ 6756873 h 6858000"/>
              <a:gd name="connsiteX5" fmla="*/ 0 w 4590494"/>
              <a:gd name="connsiteY5" fmla="*/ 3429000 h 6858000"/>
              <a:gd name="connsiteX6" fmla="*/ 1472926 w 4590494"/>
              <a:gd name="connsiteY6" fmla="*/ 1011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0494" h="6858000">
                <a:moveTo>
                  <a:pt x="1589671" y="0"/>
                </a:moveTo>
                <a:lnTo>
                  <a:pt x="4590494" y="0"/>
                </a:lnTo>
                <a:lnTo>
                  <a:pt x="4590494" y="6858000"/>
                </a:lnTo>
                <a:lnTo>
                  <a:pt x="1589671" y="6858000"/>
                </a:lnTo>
                <a:lnTo>
                  <a:pt x="1472926" y="6756873"/>
                </a:lnTo>
                <a:cubicBezTo>
                  <a:pt x="568077" y="5934466"/>
                  <a:pt x="0" y="4748074"/>
                  <a:pt x="0" y="3429000"/>
                </a:cubicBezTo>
                <a:cubicBezTo>
                  <a:pt x="0" y="2109927"/>
                  <a:pt x="568077" y="923534"/>
                  <a:pt x="1472926" y="101127"/>
                </a:cubicBezTo>
                <a:close/>
              </a:path>
            </a:pathLst>
          </a:custGeom>
        </p:spPr>
        <p:txBody>
          <a:bodyPr wrap="square" anchor="ctr">
            <a:noAutofit/>
          </a:bodyPr>
          <a:lstStyle>
            <a:lvl1pPr>
              <a:defRPr/>
            </a:lvl1pPr>
          </a:lstStyle>
          <a:p>
            <a:r>
              <a:rPr lang="fr-FR"/>
              <a:t>Insert image</a:t>
            </a:r>
          </a:p>
        </p:txBody>
      </p:sp>
      <p:grpSp>
        <p:nvGrpSpPr>
          <p:cNvPr id="14" name="Strokes">
            <a:extLst>
              <a:ext uri="{FF2B5EF4-FFF2-40B4-BE49-F238E27FC236}">
                <a16:creationId xmlns:a16="http://schemas.microsoft.com/office/drawing/2014/main" id="{601CE935-C356-500C-F5A7-58C9E3487E55}"/>
              </a:ext>
              <a:ext uri="{C183D7F6-B498-43B3-948B-1728B52AA6E4}">
                <adec:decorative xmlns:adec="http://schemas.microsoft.com/office/drawing/2017/decorative" val="1"/>
              </a:ext>
            </a:extLst>
          </p:cNvPr>
          <p:cNvGrpSpPr/>
          <p:nvPr userDrawn="1"/>
        </p:nvGrpSpPr>
        <p:grpSpPr>
          <a:xfrm>
            <a:off x="0" y="3454940"/>
            <a:ext cx="12192863" cy="3429232"/>
            <a:chOff x="0" y="1716074"/>
            <a:chExt cx="12192863" cy="3429232"/>
          </a:xfrm>
        </p:grpSpPr>
        <p:sp>
          <p:nvSpPr>
            <p:cNvPr id="12" name="Graphic 2">
              <a:extLst>
                <a:ext uri="{FF2B5EF4-FFF2-40B4-BE49-F238E27FC236}">
                  <a16:creationId xmlns:a16="http://schemas.microsoft.com/office/drawing/2014/main" id="{0DC83FE4-0D2A-A00F-80EE-8F10E86B8B19}"/>
                </a:ext>
                <a:ext uri="{C183D7F6-B498-43B3-948B-1728B52AA6E4}">
                  <adec:decorative xmlns:adec="http://schemas.microsoft.com/office/drawing/2017/decorative" val="1"/>
                </a:ext>
              </a:extLst>
            </p:cNvPr>
            <p:cNvSpPr/>
            <p:nvPr/>
          </p:nvSpPr>
          <p:spPr>
            <a:xfrm>
              <a:off x="0" y="1716074"/>
              <a:ext cx="12192863" cy="2183025"/>
            </a:xfrm>
            <a:custGeom>
              <a:avLst/>
              <a:gdLst>
                <a:gd name="connsiteX0" fmla="*/ 0 w 12192863"/>
                <a:gd name="connsiteY0" fmla="*/ 1435691 h 2183025"/>
                <a:gd name="connsiteX1" fmla="*/ 12192864 w 12192863"/>
                <a:gd name="connsiteY1" fmla="*/ 0 h 2183025"/>
              </a:gdLst>
              <a:ahLst/>
              <a:cxnLst>
                <a:cxn ang="0">
                  <a:pos x="connsiteX0" y="connsiteY0"/>
                </a:cxn>
                <a:cxn ang="0">
                  <a:pos x="connsiteX1" y="connsiteY1"/>
                </a:cxn>
              </a:cxnLst>
              <a:rect l="l" t="t" r="r" b="b"/>
              <a:pathLst>
                <a:path w="12192863" h="2183025">
                  <a:moveTo>
                    <a:pt x="0" y="1435691"/>
                  </a:moveTo>
                  <a:cubicBezTo>
                    <a:pt x="0" y="1435691"/>
                    <a:pt x="6346390" y="3849908"/>
                    <a:pt x="12192864" y="0"/>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3" name="Graphic 1">
              <a:extLst>
                <a:ext uri="{FF2B5EF4-FFF2-40B4-BE49-F238E27FC236}">
                  <a16:creationId xmlns:a16="http://schemas.microsoft.com/office/drawing/2014/main" id="{6CD1389A-3900-85CF-BD33-2ED1A4EE5AA1}"/>
                </a:ext>
                <a:ext uri="{C183D7F6-B498-43B3-948B-1728B52AA6E4}">
                  <adec:decorative xmlns:adec="http://schemas.microsoft.com/office/drawing/2017/decorative" val="1"/>
                </a:ext>
              </a:extLst>
            </p:cNvPr>
            <p:cNvSpPr/>
            <p:nvPr/>
          </p:nvSpPr>
          <p:spPr>
            <a:xfrm>
              <a:off x="3974851" y="2876302"/>
              <a:ext cx="8218012" cy="2269004"/>
            </a:xfrm>
            <a:custGeom>
              <a:avLst/>
              <a:gdLst>
                <a:gd name="connsiteX0" fmla="*/ 0 w 8218012"/>
                <a:gd name="connsiteY0" fmla="*/ 2269005 h 2269004"/>
                <a:gd name="connsiteX1" fmla="*/ 8218013 w 8218012"/>
                <a:gd name="connsiteY1" fmla="*/ 220620 h 2269004"/>
              </a:gdLst>
              <a:ahLst/>
              <a:cxnLst>
                <a:cxn ang="0">
                  <a:pos x="connsiteX0" y="connsiteY0"/>
                </a:cxn>
                <a:cxn ang="0">
                  <a:pos x="connsiteX1" y="connsiteY1"/>
                </a:cxn>
              </a:cxnLst>
              <a:rect l="l" t="t" r="r" b="b"/>
              <a:pathLst>
                <a:path w="8218012" h="2269004">
                  <a:moveTo>
                    <a:pt x="0" y="2269005"/>
                  </a:moveTo>
                  <a:cubicBezTo>
                    <a:pt x="0" y="2269005"/>
                    <a:pt x="2755579" y="-840171"/>
                    <a:pt x="8218013" y="220620"/>
                  </a:cubicBezTo>
                </a:path>
              </a:pathLst>
            </a:custGeom>
            <a:noFill/>
            <a:ln w="28575" cap="flat" cmpd="sng" algn="ctr">
              <a:solidFill>
                <a:schemeClr val="bg2">
                  <a:lumMod val="100000"/>
                </a:schemeClr>
              </a:solidFill>
              <a:prstDash val="solid"/>
              <a:miter lim="800000"/>
              <a:headEnd type="none" w="med" len="med"/>
              <a:tailEnd type="none" w="med" len="med"/>
            </a:ln>
          </p:spPr>
          <p:txBody>
            <a:bodyPr rtlCol="0" anchor="ctr"/>
            <a:lstStyle/>
            <a:p>
              <a:endParaRPr lang="en-US"/>
            </a:p>
          </p:txBody>
        </p:sp>
      </p:grpSp>
      <p:sp>
        <p:nvSpPr>
          <p:cNvPr id="3" name="Title 1">
            <a:extLst>
              <a:ext uri="{FF2B5EF4-FFF2-40B4-BE49-F238E27FC236}">
                <a16:creationId xmlns:a16="http://schemas.microsoft.com/office/drawing/2014/main" id="{AB9EC2DB-6BBB-CDD5-13FF-7115D2EBFDCB}"/>
              </a:ext>
            </a:extLst>
          </p:cNvPr>
          <p:cNvSpPr>
            <a:spLocks noGrp="1"/>
          </p:cNvSpPr>
          <p:nvPr>
            <p:ph type="title" hasCustomPrompt="1"/>
          </p:nvPr>
        </p:nvSpPr>
        <p:spPr>
          <a:xfrm>
            <a:off x="423985" y="2570678"/>
            <a:ext cx="5443538" cy="1218686"/>
          </a:xfrm>
        </p:spPr>
        <p:txBody>
          <a:bodyPr/>
          <a:lstStyle>
            <a:lvl1pPr>
              <a:defRPr sz="3600">
                <a:latin typeface="+mn-lt"/>
              </a:defRPr>
            </a:lvl1pPr>
          </a:lstStyle>
          <a:p>
            <a:pPr lvl="0"/>
            <a:r>
              <a:rPr lang="fr-FR" noProof="0"/>
              <a:t>Chapter</a:t>
            </a:r>
            <a:br>
              <a:rPr lang="fr-FR" noProof="0"/>
            </a:br>
            <a:r>
              <a:rPr lang="fr-FR" noProof="0"/>
              <a:t>divider</a:t>
            </a:r>
          </a:p>
        </p:txBody>
      </p:sp>
    </p:spTree>
    <p:extLst>
      <p:ext uri="{BB962C8B-B14F-4D97-AF65-F5344CB8AC3E}">
        <p14:creationId xmlns:p14="http://schemas.microsoft.com/office/powerpoint/2010/main" val="13705437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 with picture left">
    <p:bg>
      <p:bgPr>
        <a:gradFill flip="none" rotWithShape="1">
          <a:gsLst>
            <a:gs pos="0">
              <a:schemeClr val="bg2"/>
            </a:gs>
            <a:gs pos="100000">
              <a:schemeClr val="accent3"/>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Strokes">
            <a:extLst>
              <a:ext uri="{FF2B5EF4-FFF2-40B4-BE49-F238E27FC236}">
                <a16:creationId xmlns:a16="http://schemas.microsoft.com/office/drawing/2014/main" id="{4A45B4E5-2874-9EDA-B7B4-648956357971}"/>
              </a:ext>
              <a:ext uri="{C183D7F6-B498-43B3-948B-1728B52AA6E4}">
                <adec:decorative xmlns:adec="http://schemas.microsoft.com/office/drawing/2017/decorative" val="1"/>
              </a:ext>
            </a:extLst>
          </p:cNvPr>
          <p:cNvGrpSpPr/>
          <p:nvPr userDrawn="1"/>
        </p:nvGrpSpPr>
        <p:grpSpPr>
          <a:xfrm>
            <a:off x="0" y="3454940"/>
            <a:ext cx="12192863" cy="3429232"/>
            <a:chOff x="0" y="1716074"/>
            <a:chExt cx="12192863" cy="3429232"/>
          </a:xfrm>
        </p:grpSpPr>
        <p:sp>
          <p:nvSpPr>
            <p:cNvPr id="10" name="Graphic 2">
              <a:extLst>
                <a:ext uri="{FF2B5EF4-FFF2-40B4-BE49-F238E27FC236}">
                  <a16:creationId xmlns:a16="http://schemas.microsoft.com/office/drawing/2014/main" id="{BF8F9DEC-A229-615F-A903-BDDFE7A4B0A5}"/>
                </a:ext>
                <a:ext uri="{C183D7F6-B498-43B3-948B-1728B52AA6E4}">
                  <adec:decorative xmlns:adec="http://schemas.microsoft.com/office/drawing/2017/decorative" val="1"/>
                </a:ext>
              </a:extLst>
            </p:cNvPr>
            <p:cNvSpPr/>
            <p:nvPr/>
          </p:nvSpPr>
          <p:spPr>
            <a:xfrm>
              <a:off x="0" y="1716074"/>
              <a:ext cx="12192863" cy="2183025"/>
            </a:xfrm>
            <a:custGeom>
              <a:avLst/>
              <a:gdLst>
                <a:gd name="connsiteX0" fmla="*/ 0 w 12192863"/>
                <a:gd name="connsiteY0" fmla="*/ 1435691 h 2183025"/>
                <a:gd name="connsiteX1" fmla="*/ 12192864 w 12192863"/>
                <a:gd name="connsiteY1" fmla="*/ 0 h 2183025"/>
              </a:gdLst>
              <a:ahLst/>
              <a:cxnLst>
                <a:cxn ang="0">
                  <a:pos x="connsiteX0" y="connsiteY0"/>
                </a:cxn>
                <a:cxn ang="0">
                  <a:pos x="connsiteX1" y="connsiteY1"/>
                </a:cxn>
              </a:cxnLst>
              <a:rect l="l" t="t" r="r" b="b"/>
              <a:pathLst>
                <a:path w="12192863" h="2183025">
                  <a:moveTo>
                    <a:pt x="0" y="1435691"/>
                  </a:moveTo>
                  <a:cubicBezTo>
                    <a:pt x="0" y="1435691"/>
                    <a:pt x="6346390" y="3849908"/>
                    <a:pt x="12192864" y="0"/>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1" name="Graphic 1">
              <a:extLst>
                <a:ext uri="{FF2B5EF4-FFF2-40B4-BE49-F238E27FC236}">
                  <a16:creationId xmlns:a16="http://schemas.microsoft.com/office/drawing/2014/main" id="{3A3AE033-F28A-D2FA-6A12-D5CBCA821AC1}"/>
                </a:ext>
                <a:ext uri="{C183D7F6-B498-43B3-948B-1728B52AA6E4}">
                  <adec:decorative xmlns:adec="http://schemas.microsoft.com/office/drawing/2017/decorative" val="1"/>
                </a:ext>
              </a:extLst>
            </p:cNvPr>
            <p:cNvSpPr/>
            <p:nvPr/>
          </p:nvSpPr>
          <p:spPr>
            <a:xfrm>
              <a:off x="3974851" y="2876302"/>
              <a:ext cx="8218012" cy="2269004"/>
            </a:xfrm>
            <a:custGeom>
              <a:avLst/>
              <a:gdLst>
                <a:gd name="connsiteX0" fmla="*/ 0 w 8218012"/>
                <a:gd name="connsiteY0" fmla="*/ 2269005 h 2269004"/>
                <a:gd name="connsiteX1" fmla="*/ 8218013 w 8218012"/>
                <a:gd name="connsiteY1" fmla="*/ 220620 h 2269004"/>
              </a:gdLst>
              <a:ahLst/>
              <a:cxnLst>
                <a:cxn ang="0">
                  <a:pos x="connsiteX0" y="connsiteY0"/>
                </a:cxn>
                <a:cxn ang="0">
                  <a:pos x="connsiteX1" y="connsiteY1"/>
                </a:cxn>
              </a:cxnLst>
              <a:rect l="l" t="t" r="r" b="b"/>
              <a:pathLst>
                <a:path w="8218012" h="2269004">
                  <a:moveTo>
                    <a:pt x="0" y="2269005"/>
                  </a:moveTo>
                  <a:cubicBezTo>
                    <a:pt x="0" y="2269005"/>
                    <a:pt x="2755579" y="-840171"/>
                    <a:pt x="8218013" y="220620"/>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sp>
        <p:nvSpPr>
          <p:cNvPr id="13" name="Text Placeholder 1">
            <a:extLst>
              <a:ext uri="{FF2B5EF4-FFF2-40B4-BE49-F238E27FC236}">
                <a16:creationId xmlns:a16="http://schemas.microsoft.com/office/drawing/2014/main" id="{974FFEB3-ED51-39BE-50EE-0CB5A1C293C9}"/>
              </a:ext>
            </a:extLst>
          </p:cNvPr>
          <p:cNvSpPr>
            <a:spLocks noGrp="1"/>
          </p:cNvSpPr>
          <p:nvPr>
            <p:ph type="body" sz="quarter" idx="11" hasCustomPrompt="1"/>
          </p:nvPr>
        </p:nvSpPr>
        <p:spPr>
          <a:xfrm>
            <a:off x="5276851" y="1367004"/>
            <a:ext cx="6491288" cy="4203534"/>
          </a:xfrm>
        </p:spPr>
        <p:txBody>
          <a:bodyPr anchor="ctr"/>
          <a:lstStyle>
            <a:lvl1pPr algn="l">
              <a:defRPr sz="2800">
                <a:solidFill>
                  <a:schemeClr val="bg1">
                    <a:lumMod val="100000"/>
                  </a:schemeClr>
                </a:solidFill>
                <a:latin typeface="+mj-lt"/>
              </a:defRPr>
            </a:lvl1pPr>
            <a:lvl2pPr>
              <a:defRPr sz="2800">
                <a:solidFill>
                  <a:schemeClr val="bg1">
                    <a:lumMod val="100000"/>
                  </a:schemeClr>
                </a:solidFill>
              </a:defRPr>
            </a:lvl2pPr>
            <a:lvl3pPr>
              <a:defRPr sz="2800">
                <a:solidFill>
                  <a:schemeClr val="bg1">
                    <a:lumMod val="100000"/>
                  </a:schemeClr>
                </a:solidFill>
              </a:defRPr>
            </a:lvl3pPr>
            <a:lvl4pPr>
              <a:defRPr sz="2800">
                <a:solidFill>
                  <a:schemeClr val="bg1">
                    <a:lumMod val="100000"/>
                  </a:schemeClr>
                </a:solidFill>
              </a:defRPr>
            </a:lvl4pPr>
            <a:lvl5pPr>
              <a:defRPr sz="2800">
                <a:solidFill>
                  <a:schemeClr val="bg1">
                    <a:lumMod val="100000"/>
                  </a:schemeClr>
                </a:solidFill>
              </a:defRPr>
            </a:lvl5pPr>
          </a:lstStyle>
          <a:p>
            <a:pPr lvl="0"/>
            <a:r>
              <a:rPr lang="fr-FR"/>
              <a:t>“Insert a quote here.”</a:t>
            </a:r>
          </a:p>
        </p:txBody>
      </p:sp>
      <p:sp>
        <p:nvSpPr>
          <p:cNvPr id="4" name="Picture Placeholder 1">
            <a:extLst>
              <a:ext uri="{FF2B5EF4-FFF2-40B4-BE49-F238E27FC236}">
                <a16:creationId xmlns:a16="http://schemas.microsoft.com/office/drawing/2014/main" id="{C67FAC2F-9E8E-BBCF-CE7C-761A5D718B61}"/>
              </a:ext>
              <a:ext uri="{C183D7F6-B498-43B3-948B-1728B52AA6E4}">
                <adec:decorative xmlns:adec="http://schemas.microsoft.com/office/drawing/2017/decorative" val="1"/>
              </a:ext>
            </a:extLst>
          </p:cNvPr>
          <p:cNvSpPr>
            <a:spLocks noGrp="1"/>
          </p:cNvSpPr>
          <p:nvPr>
            <p:ph type="pic" sz="quarter" idx="13" hasCustomPrompt="1"/>
          </p:nvPr>
        </p:nvSpPr>
        <p:spPr>
          <a:xfrm>
            <a:off x="0" y="0"/>
            <a:ext cx="4622564" cy="6858000"/>
          </a:xfrm>
          <a:custGeom>
            <a:avLst/>
            <a:gdLst>
              <a:gd name="connsiteX0" fmla="*/ 0 w 4622564"/>
              <a:gd name="connsiteY0" fmla="*/ 0 h 6858000"/>
              <a:gd name="connsiteX1" fmla="*/ 3111089 w 4622564"/>
              <a:gd name="connsiteY1" fmla="*/ 0 h 6858000"/>
              <a:gd name="connsiteX2" fmla="*/ 3242020 w 4622564"/>
              <a:gd name="connsiteY2" fmla="*/ 124831 h 6858000"/>
              <a:gd name="connsiteX3" fmla="*/ 4622564 w 4622564"/>
              <a:gd name="connsiteY3" fmla="*/ 3457760 h 6858000"/>
              <a:gd name="connsiteX4" fmla="*/ 3242020 w 4622564"/>
              <a:gd name="connsiteY4" fmla="*/ 6790690 h 6858000"/>
              <a:gd name="connsiteX5" fmla="*/ 3171420 w 4622564"/>
              <a:gd name="connsiteY5" fmla="*/ 6858000 h 6858000"/>
              <a:gd name="connsiteX6" fmla="*/ 0 w 46225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2564" h="6858000">
                <a:moveTo>
                  <a:pt x="0" y="0"/>
                </a:moveTo>
                <a:lnTo>
                  <a:pt x="3111089" y="0"/>
                </a:lnTo>
                <a:lnTo>
                  <a:pt x="3242020" y="124831"/>
                </a:lnTo>
                <a:cubicBezTo>
                  <a:pt x="4094991" y="977802"/>
                  <a:pt x="4622564" y="2156170"/>
                  <a:pt x="4622564" y="3457760"/>
                </a:cubicBezTo>
                <a:cubicBezTo>
                  <a:pt x="4622564" y="4759350"/>
                  <a:pt x="4094991" y="5937719"/>
                  <a:pt x="3242020" y="6790690"/>
                </a:cubicBezTo>
                <a:lnTo>
                  <a:pt x="3171420" y="6858000"/>
                </a:lnTo>
                <a:lnTo>
                  <a:pt x="0" y="6858000"/>
                </a:lnTo>
                <a:close/>
              </a:path>
            </a:pathLst>
          </a:custGeom>
        </p:spPr>
        <p:txBody>
          <a:bodyPr wrap="square" anchor="ctr">
            <a:noAutofit/>
          </a:bodyPr>
          <a:lstStyle>
            <a:lvl1pPr>
              <a:defRPr>
                <a:solidFill>
                  <a:schemeClr val="bg1">
                    <a:lumMod val="100000"/>
                  </a:schemeClr>
                </a:solidFill>
              </a:defRPr>
            </a:lvl1pPr>
          </a:lstStyle>
          <a:p>
            <a:r>
              <a:rPr lang="fr-FR"/>
              <a:t>Insert image</a:t>
            </a:r>
          </a:p>
        </p:txBody>
      </p:sp>
    </p:spTree>
    <p:extLst>
      <p:ext uri="{BB962C8B-B14F-4D97-AF65-F5344CB8AC3E}">
        <p14:creationId xmlns:p14="http://schemas.microsoft.com/office/powerpoint/2010/main" val="3312927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with people picture">
    <p:bg>
      <p:bgPr>
        <a:gradFill flip="none" rotWithShape="1">
          <a:gsLst>
            <a:gs pos="0">
              <a:schemeClr val="bg2"/>
            </a:gs>
            <a:gs pos="100000">
              <a:schemeClr val="accent3"/>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Strokes">
            <a:extLst>
              <a:ext uri="{FF2B5EF4-FFF2-40B4-BE49-F238E27FC236}">
                <a16:creationId xmlns:a16="http://schemas.microsoft.com/office/drawing/2014/main" id="{4A45B4E5-2874-9EDA-B7B4-648956357971}"/>
              </a:ext>
              <a:ext uri="{C183D7F6-B498-43B3-948B-1728B52AA6E4}">
                <adec:decorative xmlns:adec="http://schemas.microsoft.com/office/drawing/2017/decorative" val="1"/>
              </a:ext>
            </a:extLst>
          </p:cNvPr>
          <p:cNvGrpSpPr/>
          <p:nvPr userDrawn="1"/>
        </p:nvGrpSpPr>
        <p:grpSpPr>
          <a:xfrm>
            <a:off x="0" y="3454940"/>
            <a:ext cx="12192863" cy="3429232"/>
            <a:chOff x="0" y="1716074"/>
            <a:chExt cx="12192863" cy="3429232"/>
          </a:xfrm>
        </p:grpSpPr>
        <p:sp>
          <p:nvSpPr>
            <p:cNvPr id="10" name="Graphic 2">
              <a:extLst>
                <a:ext uri="{FF2B5EF4-FFF2-40B4-BE49-F238E27FC236}">
                  <a16:creationId xmlns:a16="http://schemas.microsoft.com/office/drawing/2014/main" id="{BF8F9DEC-A229-615F-A903-BDDFE7A4B0A5}"/>
                </a:ext>
                <a:ext uri="{C183D7F6-B498-43B3-948B-1728B52AA6E4}">
                  <adec:decorative xmlns:adec="http://schemas.microsoft.com/office/drawing/2017/decorative" val="1"/>
                </a:ext>
              </a:extLst>
            </p:cNvPr>
            <p:cNvSpPr/>
            <p:nvPr/>
          </p:nvSpPr>
          <p:spPr>
            <a:xfrm>
              <a:off x="0" y="1716074"/>
              <a:ext cx="12192863" cy="2183025"/>
            </a:xfrm>
            <a:custGeom>
              <a:avLst/>
              <a:gdLst>
                <a:gd name="connsiteX0" fmla="*/ 0 w 12192863"/>
                <a:gd name="connsiteY0" fmla="*/ 1435691 h 2183025"/>
                <a:gd name="connsiteX1" fmla="*/ 12192864 w 12192863"/>
                <a:gd name="connsiteY1" fmla="*/ 0 h 2183025"/>
              </a:gdLst>
              <a:ahLst/>
              <a:cxnLst>
                <a:cxn ang="0">
                  <a:pos x="connsiteX0" y="connsiteY0"/>
                </a:cxn>
                <a:cxn ang="0">
                  <a:pos x="connsiteX1" y="connsiteY1"/>
                </a:cxn>
              </a:cxnLst>
              <a:rect l="l" t="t" r="r" b="b"/>
              <a:pathLst>
                <a:path w="12192863" h="2183025">
                  <a:moveTo>
                    <a:pt x="0" y="1435691"/>
                  </a:moveTo>
                  <a:cubicBezTo>
                    <a:pt x="0" y="1435691"/>
                    <a:pt x="6346390" y="3849908"/>
                    <a:pt x="12192864" y="0"/>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1" name="Graphic 1">
              <a:extLst>
                <a:ext uri="{FF2B5EF4-FFF2-40B4-BE49-F238E27FC236}">
                  <a16:creationId xmlns:a16="http://schemas.microsoft.com/office/drawing/2014/main" id="{3A3AE033-F28A-D2FA-6A12-D5CBCA821AC1}"/>
                </a:ext>
                <a:ext uri="{C183D7F6-B498-43B3-948B-1728B52AA6E4}">
                  <adec:decorative xmlns:adec="http://schemas.microsoft.com/office/drawing/2017/decorative" val="1"/>
                </a:ext>
              </a:extLst>
            </p:cNvPr>
            <p:cNvSpPr/>
            <p:nvPr/>
          </p:nvSpPr>
          <p:spPr>
            <a:xfrm>
              <a:off x="3974851" y="2876302"/>
              <a:ext cx="8218012" cy="2269004"/>
            </a:xfrm>
            <a:custGeom>
              <a:avLst/>
              <a:gdLst>
                <a:gd name="connsiteX0" fmla="*/ 0 w 8218012"/>
                <a:gd name="connsiteY0" fmla="*/ 2269005 h 2269004"/>
                <a:gd name="connsiteX1" fmla="*/ 8218013 w 8218012"/>
                <a:gd name="connsiteY1" fmla="*/ 220620 h 2269004"/>
              </a:gdLst>
              <a:ahLst/>
              <a:cxnLst>
                <a:cxn ang="0">
                  <a:pos x="connsiteX0" y="connsiteY0"/>
                </a:cxn>
                <a:cxn ang="0">
                  <a:pos x="connsiteX1" y="connsiteY1"/>
                </a:cxn>
              </a:cxnLst>
              <a:rect l="l" t="t" r="r" b="b"/>
              <a:pathLst>
                <a:path w="8218012" h="2269004">
                  <a:moveTo>
                    <a:pt x="0" y="2269005"/>
                  </a:moveTo>
                  <a:cubicBezTo>
                    <a:pt x="0" y="2269005"/>
                    <a:pt x="2755579" y="-840171"/>
                    <a:pt x="8218013" y="220620"/>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sp>
        <p:nvSpPr>
          <p:cNvPr id="13" name="Text Placeholder 1" descr="Quote placeholder">
            <a:extLst>
              <a:ext uri="{FF2B5EF4-FFF2-40B4-BE49-F238E27FC236}">
                <a16:creationId xmlns:a16="http://schemas.microsoft.com/office/drawing/2014/main" id="{974FFEB3-ED51-39BE-50EE-0CB5A1C293C9}"/>
              </a:ext>
            </a:extLst>
          </p:cNvPr>
          <p:cNvSpPr>
            <a:spLocks noGrp="1"/>
          </p:cNvSpPr>
          <p:nvPr>
            <p:ph type="body" sz="quarter" idx="11" hasCustomPrompt="1"/>
          </p:nvPr>
        </p:nvSpPr>
        <p:spPr>
          <a:xfrm>
            <a:off x="423864" y="2473541"/>
            <a:ext cx="11342769" cy="2487389"/>
          </a:xfrm>
        </p:spPr>
        <p:txBody>
          <a:bodyPr anchor="t"/>
          <a:lstStyle>
            <a:lvl1pPr algn="ctr">
              <a:defRPr sz="2800">
                <a:solidFill>
                  <a:schemeClr val="bg1">
                    <a:lumMod val="100000"/>
                  </a:schemeClr>
                </a:solidFill>
                <a:latin typeface="+mj-lt"/>
              </a:defRPr>
            </a:lvl1pPr>
            <a:lvl2pPr>
              <a:defRPr sz="2800">
                <a:solidFill>
                  <a:schemeClr val="bg1">
                    <a:lumMod val="100000"/>
                  </a:schemeClr>
                </a:solidFill>
              </a:defRPr>
            </a:lvl2pPr>
            <a:lvl3pPr>
              <a:defRPr sz="2800">
                <a:solidFill>
                  <a:schemeClr val="bg1">
                    <a:lumMod val="100000"/>
                  </a:schemeClr>
                </a:solidFill>
              </a:defRPr>
            </a:lvl3pPr>
            <a:lvl4pPr>
              <a:defRPr sz="2800">
                <a:solidFill>
                  <a:schemeClr val="bg1">
                    <a:lumMod val="100000"/>
                  </a:schemeClr>
                </a:solidFill>
              </a:defRPr>
            </a:lvl4pPr>
            <a:lvl5pPr>
              <a:defRPr sz="2800">
                <a:solidFill>
                  <a:schemeClr val="bg1">
                    <a:lumMod val="100000"/>
                  </a:schemeClr>
                </a:solidFill>
              </a:defRPr>
            </a:lvl5pPr>
          </a:lstStyle>
          <a:p>
            <a:pPr lvl="0"/>
            <a:r>
              <a:rPr lang="fr-FR"/>
              <a:t>“Insert a quote here.”</a:t>
            </a:r>
          </a:p>
        </p:txBody>
      </p:sp>
      <p:sp>
        <p:nvSpPr>
          <p:cNvPr id="3" name="Picture Placeholder 1">
            <a:extLst>
              <a:ext uri="{FF2B5EF4-FFF2-40B4-BE49-F238E27FC236}">
                <a16:creationId xmlns:a16="http://schemas.microsoft.com/office/drawing/2014/main" id="{2DACCEA3-ADB0-F7A2-A3BB-B9052EE3CB35}"/>
              </a:ext>
              <a:ext uri="{C183D7F6-B498-43B3-948B-1728B52AA6E4}">
                <adec:decorative xmlns:adec="http://schemas.microsoft.com/office/drawing/2017/decorative" val="1"/>
              </a:ext>
            </a:extLst>
          </p:cNvPr>
          <p:cNvSpPr>
            <a:spLocks noGrp="1"/>
          </p:cNvSpPr>
          <p:nvPr>
            <p:ph type="pic" sz="quarter" idx="12" hasCustomPrompt="1"/>
          </p:nvPr>
        </p:nvSpPr>
        <p:spPr>
          <a:xfrm>
            <a:off x="5362643" y="742019"/>
            <a:ext cx="1466714" cy="1466714"/>
          </a:xfrm>
          <a:prstGeom prst="ellipse">
            <a:avLst/>
          </a:prstGeom>
        </p:spPr>
        <p:txBody>
          <a:bodyPr/>
          <a:lstStyle>
            <a:lvl1pPr algn="ctr">
              <a:defRPr>
                <a:solidFill>
                  <a:schemeClr val="bg1">
                    <a:lumMod val="100000"/>
                  </a:schemeClr>
                </a:solidFill>
              </a:defRPr>
            </a:lvl1pPr>
          </a:lstStyle>
          <a:p>
            <a:r>
              <a:rPr lang="fr-FR"/>
              <a:t>Insert image</a:t>
            </a:r>
          </a:p>
        </p:txBody>
      </p:sp>
    </p:spTree>
    <p:extLst>
      <p:ext uri="{BB962C8B-B14F-4D97-AF65-F5344CB8AC3E}">
        <p14:creationId xmlns:p14="http://schemas.microsoft.com/office/powerpoint/2010/main" val="26360204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lank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64423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ntacts white">
    <p:spTree>
      <p:nvGrpSpPr>
        <p:cNvPr id="1" name=""/>
        <p:cNvGrpSpPr/>
        <p:nvPr/>
      </p:nvGrpSpPr>
      <p:grpSpPr>
        <a:xfrm>
          <a:off x="0" y="0"/>
          <a:ext cx="0" cy="0"/>
          <a:chOff x="0" y="0"/>
          <a:chExt cx="0" cy="0"/>
        </a:xfrm>
      </p:grpSpPr>
      <p:sp>
        <p:nvSpPr>
          <p:cNvPr id="21" name="Reserved text space 20">
            <a:extLst>
              <a:ext uri="{FF2B5EF4-FFF2-40B4-BE49-F238E27FC236}">
                <a16:creationId xmlns:a16="http://schemas.microsoft.com/office/drawing/2014/main" id="{396A1B03-6D53-7126-70B1-8B5190F8AE68}"/>
              </a:ext>
            </a:extLst>
          </p:cNvPr>
          <p:cNvSpPr>
            <a:spLocks noGrp="1"/>
          </p:cNvSpPr>
          <p:nvPr>
            <p:ph type="body" sz="quarter" idx="10" hasCustomPrompt="1"/>
          </p:nvPr>
        </p:nvSpPr>
        <p:spPr>
          <a:xfrm>
            <a:off x="3505200" y="2530870"/>
            <a:ext cx="3200400" cy="216428"/>
          </a:xfrm>
        </p:spPr>
        <p:txBody>
          <a:bodyPr lIns="0" tIns="0" rIns="0" bIns="0"/>
          <a:lstStyle>
            <a:lvl1pPr>
              <a:spcBef>
                <a:spcPts val="0"/>
              </a:spcBef>
              <a:defRPr sz="1200">
                <a:latin typeface="+mj-lt"/>
              </a:defRPr>
            </a:lvl1pPr>
            <a:lvl2pPr marL="0" indent="0">
              <a:spcBef>
                <a:spcPts val="0"/>
              </a:spcBef>
              <a:buNone/>
              <a:defRPr sz="1200"/>
            </a:lvl2pPr>
          </a:lstStyle>
          <a:p>
            <a:pPr lvl="0"/>
            <a:r>
              <a:rPr lang="fr-FR"/>
              <a:t>First Name LAST NAME</a:t>
            </a:r>
          </a:p>
        </p:txBody>
      </p:sp>
      <p:sp>
        <p:nvSpPr>
          <p:cNvPr id="33" name="Reserved text space 32">
            <a:extLst>
              <a:ext uri="{FF2B5EF4-FFF2-40B4-BE49-F238E27FC236}">
                <a16:creationId xmlns:a16="http://schemas.microsoft.com/office/drawing/2014/main" id="{AB8D343A-8010-C989-7C3E-07E4FA519368}"/>
              </a:ext>
            </a:extLst>
          </p:cNvPr>
          <p:cNvSpPr>
            <a:spLocks noGrp="1"/>
          </p:cNvSpPr>
          <p:nvPr>
            <p:ph type="body" sz="quarter" idx="17" hasCustomPrompt="1"/>
          </p:nvPr>
        </p:nvSpPr>
        <p:spPr>
          <a:xfrm>
            <a:off x="3505200" y="2749164"/>
            <a:ext cx="3200400" cy="216428"/>
          </a:xfrm>
        </p:spPr>
        <p:txBody>
          <a:bodyPr lIns="0" tIns="0" rIns="0" bIns="0"/>
          <a:lstStyle>
            <a:lvl1pPr>
              <a:defRPr sz="1200"/>
            </a:lvl1pPr>
          </a:lstStyle>
          <a:p>
            <a:pPr lvl="0"/>
            <a:r>
              <a:rPr lang="fr-FR"/>
              <a:t>Level (Partner…)</a:t>
            </a:r>
          </a:p>
        </p:txBody>
      </p:sp>
      <p:sp>
        <p:nvSpPr>
          <p:cNvPr id="24" name="Reserved text space 20">
            <a:extLst>
              <a:ext uri="{FF2B5EF4-FFF2-40B4-BE49-F238E27FC236}">
                <a16:creationId xmlns:a16="http://schemas.microsoft.com/office/drawing/2014/main" id="{A6F19060-472B-3A97-DA56-AFE14384F7A3}"/>
              </a:ext>
            </a:extLst>
          </p:cNvPr>
          <p:cNvSpPr>
            <a:spLocks noGrp="1"/>
          </p:cNvSpPr>
          <p:nvPr>
            <p:ph type="body" sz="quarter" idx="11" hasCustomPrompt="1"/>
          </p:nvPr>
        </p:nvSpPr>
        <p:spPr>
          <a:xfrm>
            <a:off x="7804353" y="2530870"/>
            <a:ext cx="3962400" cy="216427"/>
          </a:xfrm>
        </p:spPr>
        <p:txBody>
          <a:bodyPr lIns="0" tIns="0" rIns="0" bIns="0"/>
          <a:lstStyle>
            <a:lvl1pPr>
              <a:spcBef>
                <a:spcPts val="0"/>
              </a:spcBef>
              <a:defRPr sz="1200">
                <a:latin typeface="+mj-lt"/>
              </a:defRPr>
            </a:lvl1pPr>
            <a:lvl2pPr marL="0" indent="0" algn="r">
              <a:spcBef>
                <a:spcPts val="0"/>
              </a:spcBef>
              <a:buNone/>
              <a:defRPr sz="1200"/>
            </a:lvl2pPr>
          </a:lstStyle>
          <a:p>
            <a:pPr lvl="1" algn="r" defTabSz="179388"/>
            <a:r>
              <a:rPr lang="fr-FR" sz="1200" b="1">
                <a:solidFill>
                  <a:schemeClr val="tx1">
                    <a:lumMod val="100000"/>
                  </a:schemeClr>
                </a:solidFill>
              </a:rPr>
              <a:t>M</a:t>
            </a:r>
            <a:r>
              <a:rPr lang="fr-FR" sz="1200">
                <a:solidFill>
                  <a:schemeClr val="tx1">
                    <a:lumMod val="100000"/>
                  </a:schemeClr>
                </a:solidFill>
              </a:rPr>
              <a:t>	+33 (0)6 00 00 00 00</a:t>
            </a:r>
          </a:p>
        </p:txBody>
      </p:sp>
      <p:sp>
        <p:nvSpPr>
          <p:cNvPr id="38" name="Reserved text space 20">
            <a:extLst>
              <a:ext uri="{FF2B5EF4-FFF2-40B4-BE49-F238E27FC236}">
                <a16:creationId xmlns:a16="http://schemas.microsoft.com/office/drawing/2014/main" id="{F3EFAFAA-F278-C8EA-70C2-EFEB16B5A306}"/>
              </a:ext>
            </a:extLst>
          </p:cNvPr>
          <p:cNvSpPr>
            <a:spLocks noGrp="1"/>
          </p:cNvSpPr>
          <p:nvPr>
            <p:ph type="body" sz="quarter" idx="22" hasCustomPrompt="1"/>
          </p:nvPr>
        </p:nvSpPr>
        <p:spPr>
          <a:xfrm>
            <a:off x="7804353" y="2749164"/>
            <a:ext cx="3962400" cy="225809"/>
          </a:xfrm>
        </p:spPr>
        <p:txBody>
          <a:bodyPr lIns="0" tIns="0" rIns="0" bIns="0"/>
          <a:lstStyle>
            <a:lvl1pPr>
              <a:spcBef>
                <a:spcPts val="0"/>
              </a:spcBef>
              <a:defRPr sz="1200">
                <a:latin typeface="+mj-lt"/>
              </a:defRPr>
            </a:lvl1pPr>
            <a:lvl2pPr marL="0" indent="0" algn="r">
              <a:spcBef>
                <a:spcPts val="0"/>
              </a:spcBef>
              <a:buNone/>
              <a:defRPr sz="1200"/>
            </a:lvl2pPr>
          </a:lstStyle>
          <a:p>
            <a:pPr lvl="1" algn="r" defTabSz="179388"/>
            <a:r>
              <a:rPr lang="fr-FR" sz="1200">
                <a:solidFill>
                  <a:schemeClr val="tx1">
                    <a:lumMod val="100000"/>
                  </a:schemeClr>
                </a:solidFill>
              </a:rPr>
              <a:t>firstname.lastname@wavestone.com</a:t>
            </a:r>
          </a:p>
        </p:txBody>
      </p:sp>
      <p:sp>
        <p:nvSpPr>
          <p:cNvPr id="4" name="Reserved text space 20">
            <a:extLst>
              <a:ext uri="{FF2B5EF4-FFF2-40B4-BE49-F238E27FC236}">
                <a16:creationId xmlns:a16="http://schemas.microsoft.com/office/drawing/2014/main" id="{381898D0-F078-0CA7-60A4-D73CC734B662}"/>
              </a:ext>
            </a:extLst>
          </p:cNvPr>
          <p:cNvSpPr>
            <a:spLocks noGrp="1"/>
          </p:cNvSpPr>
          <p:nvPr>
            <p:ph type="body" sz="quarter" idx="23" hasCustomPrompt="1"/>
          </p:nvPr>
        </p:nvSpPr>
        <p:spPr>
          <a:xfrm>
            <a:off x="3505200" y="3210706"/>
            <a:ext cx="3200400" cy="216428"/>
          </a:xfrm>
        </p:spPr>
        <p:txBody>
          <a:bodyPr lIns="0" tIns="0" rIns="0" bIns="0"/>
          <a:lstStyle>
            <a:lvl1pPr>
              <a:spcBef>
                <a:spcPts val="0"/>
              </a:spcBef>
              <a:defRPr sz="1200">
                <a:latin typeface="+mj-lt"/>
              </a:defRPr>
            </a:lvl1pPr>
            <a:lvl2pPr marL="0" indent="0">
              <a:spcBef>
                <a:spcPts val="0"/>
              </a:spcBef>
              <a:buNone/>
              <a:defRPr sz="1200"/>
            </a:lvl2pPr>
          </a:lstStyle>
          <a:p>
            <a:pPr lvl="0"/>
            <a:r>
              <a:rPr lang="fr-FR"/>
              <a:t>First Name LAST NAME</a:t>
            </a:r>
          </a:p>
        </p:txBody>
      </p:sp>
      <p:sp>
        <p:nvSpPr>
          <p:cNvPr id="7" name="Reserved text space 32">
            <a:extLst>
              <a:ext uri="{FF2B5EF4-FFF2-40B4-BE49-F238E27FC236}">
                <a16:creationId xmlns:a16="http://schemas.microsoft.com/office/drawing/2014/main" id="{5C995286-76E9-14D8-4B8E-875087AF5A59}"/>
              </a:ext>
            </a:extLst>
          </p:cNvPr>
          <p:cNvSpPr>
            <a:spLocks noGrp="1"/>
          </p:cNvSpPr>
          <p:nvPr>
            <p:ph type="body" sz="quarter" idx="24" hasCustomPrompt="1"/>
          </p:nvPr>
        </p:nvSpPr>
        <p:spPr>
          <a:xfrm>
            <a:off x="3505200" y="3429000"/>
            <a:ext cx="3200400" cy="216428"/>
          </a:xfrm>
        </p:spPr>
        <p:txBody>
          <a:bodyPr lIns="0" tIns="0" rIns="0" bIns="0"/>
          <a:lstStyle>
            <a:lvl1pPr>
              <a:defRPr sz="1200"/>
            </a:lvl1pPr>
          </a:lstStyle>
          <a:p>
            <a:pPr lvl="0"/>
            <a:r>
              <a:rPr lang="fr-FR"/>
              <a:t>Level (Partner…)</a:t>
            </a:r>
          </a:p>
        </p:txBody>
      </p:sp>
      <p:sp>
        <p:nvSpPr>
          <p:cNvPr id="8" name="Reserved text space 20">
            <a:extLst>
              <a:ext uri="{FF2B5EF4-FFF2-40B4-BE49-F238E27FC236}">
                <a16:creationId xmlns:a16="http://schemas.microsoft.com/office/drawing/2014/main" id="{F5C910A0-BC9B-2798-D968-DEA1BA497243}"/>
              </a:ext>
            </a:extLst>
          </p:cNvPr>
          <p:cNvSpPr>
            <a:spLocks noGrp="1"/>
          </p:cNvSpPr>
          <p:nvPr>
            <p:ph type="body" sz="quarter" idx="25" hasCustomPrompt="1"/>
          </p:nvPr>
        </p:nvSpPr>
        <p:spPr>
          <a:xfrm>
            <a:off x="7804353" y="3212573"/>
            <a:ext cx="3962400" cy="216427"/>
          </a:xfrm>
        </p:spPr>
        <p:txBody>
          <a:bodyPr lIns="0" tIns="0" rIns="0" bIns="0"/>
          <a:lstStyle>
            <a:lvl1pPr>
              <a:spcBef>
                <a:spcPts val="0"/>
              </a:spcBef>
              <a:defRPr sz="1200">
                <a:latin typeface="+mj-lt"/>
              </a:defRPr>
            </a:lvl1pPr>
            <a:lvl2pPr marL="0" indent="0" algn="r">
              <a:spcBef>
                <a:spcPts val="0"/>
              </a:spcBef>
              <a:buNone/>
              <a:defRPr sz="1200"/>
            </a:lvl2pPr>
          </a:lstStyle>
          <a:p>
            <a:pPr lvl="1" algn="r" defTabSz="179388"/>
            <a:r>
              <a:rPr lang="fr-FR" sz="1200" b="1">
                <a:solidFill>
                  <a:schemeClr val="tx1">
                    <a:lumMod val="100000"/>
                  </a:schemeClr>
                </a:solidFill>
              </a:rPr>
              <a:t>M</a:t>
            </a:r>
            <a:r>
              <a:rPr lang="fr-FR" sz="1200">
                <a:solidFill>
                  <a:schemeClr val="tx1">
                    <a:lumMod val="100000"/>
                  </a:schemeClr>
                </a:solidFill>
              </a:rPr>
              <a:t>	+33 (0)6 00 00 00 00</a:t>
            </a:r>
          </a:p>
        </p:txBody>
      </p:sp>
      <p:sp>
        <p:nvSpPr>
          <p:cNvPr id="9" name="Reserved text space 20">
            <a:extLst>
              <a:ext uri="{FF2B5EF4-FFF2-40B4-BE49-F238E27FC236}">
                <a16:creationId xmlns:a16="http://schemas.microsoft.com/office/drawing/2014/main" id="{5AD130FA-73DD-2EE7-1F80-237A42EA9198}"/>
              </a:ext>
            </a:extLst>
          </p:cNvPr>
          <p:cNvSpPr>
            <a:spLocks noGrp="1"/>
          </p:cNvSpPr>
          <p:nvPr>
            <p:ph type="body" sz="quarter" idx="26" hasCustomPrompt="1"/>
          </p:nvPr>
        </p:nvSpPr>
        <p:spPr>
          <a:xfrm>
            <a:off x="7804353" y="3429000"/>
            <a:ext cx="3962400" cy="225809"/>
          </a:xfrm>
        </p:spPr>
        <p:txBody>
          <a:bodyPr lIns="0" tIns="0" rIns="0" bIns="0"/>
          <a:lstStyle>
            <a:lvl1pPr>
              <a:spcBef>
                <a:spcPts val="0"/>
              </a:spcBef>
              <a:defRPr sz="1200">
                <a:latin typeface="+mj-lt"/>
              </a:defRPr>
            </a:lvl1pPr>
            <a:lvl2pPr marL="0" indent="0" algn="r">
              <a:spcBef>
                <a:spcPts val="0"/>
              </a:spcBef>
              <a:buNone/>
              <a:defRPr sz="1200"/>
            </a:lvl2pPr>
          </a:lstStyle>
          <a:p>
            <a:pPr lvl="1" algn="r" defTabSz="179388"/>
            <a:r>
              <a:rPr lang="fr-FR" sz="1200">
                <a:solidFill>
                  <a:schemeClr val="tx1">
                    <a:lumMod val="100000"/>
                  </a:schemeClr>
                </a:solidFill>
              </a:rPr>
              <a:t>firstname.lastname@wavestone.com</a:t>
            </a:r>
          </a:p>
        </p:txBody>
      </p:sp>
      <p:sp>
        <p:nvSpPr>
          <p:cNvPr id="10" name="Reserved text space 20">
            <a:extLst>
              <a:ext uri="{FF2B5EF4-FFF2-40B4-BE49-F238E27FC236}">
                <a16:creationId xmlns:a16="http://schemas.microsoft.com/office/drawing/2014/main" id="{279F3D57-43B5-0E02-5058-DEBD40BB2072}"/>
              </a:ext>
            </a:extLst>
          </p:cNvPr>
          <p:cNvSpPr>
            <a:spLocks noGrp="1"/>
          </p:cNvSpPr>
          <p:nvPr>
            <p:ph type="body" sz="quarter" idx="27" hasCustomPrompt="1"/>
          </p:nvPr>
        </p:nvSpPr>
        <p:spPr>
          <a:xfrm>
            <a:off x="3505200" y="3894276"/>
            <a:ext cx="3200400" cy="216428"/>
          </a:xfrm>
        </p:spPr>
        <p:txBody>
          <a:bodyPr lIns="0" tIns="0" rIns="0" bIns="0"/>
          <a:lstStyle>
            <a:lvl1pPr>
              <a:spcBef>
                <a:spcPts val="0"/>
              </a:spcBef>
              <a:defRPr sz="1200">
                <a:latin typeface="+mj-lt"/>
              </a:defRPr>
            </a:lvl1pPr>
            <a:lvl2pPr marL="0" indent="0">
              <a:spcBef>
                <a:spcPts val="0"/>
              </a:spcBef>
              <a:buNone/>
              <a:defRPr sz="1200"/>
            </a:lvl2pPr>
          </a:lstStyle>
          <a:p>
            <a:pPr lvl="0"/>
            <a:r>
              <a:rPr lang="fr-FR"/>
              <a:t>First Name LAST NAME</a:t>
            </a:r>
          </a:p>
        </p:txBody>
      </p:sp>
      <p:sp>
        <p:nvSpPr>
          <p:cNvPr id="11" name="Reserved text space32">
            <a:extLst>
              <a:ext uri="{FF2B5EF4-FFF2-40B4-BE49-F238E27FC236}">
                <a16:creationId xmlns:a16="http://schemas.microsoft.com/office/drawing/2014/main" id="{0B76E3CE-54EF-68A4-2915-B0236215FF41}"/>
              </a:ext>
            </a:extLst>
          </p:cNvPr>
          <p:cNvSpPr>
            <a:spLocks noGrp="1"/>
          </p:cNvSpPr>
          <p:nvPr>
            <p:ph type="body" sz="quarter" idx="28" hasCustomPrompt="1"/>
          </p:nvPr>
        </p:nvSpPr>
        <p:spPr>
          <a:xfrm>
            <a:off x="3505200" y="4112570"/>
            <a:ext cx="3200400" cy="216428"/>
          </a:xfrm>
        </p:spPr>
        <p:txBody>
          <a:bodyPr lIns="0" tIns="0" rIns="0" bIns="0"/>
          <a:lstStyle>
            <a:lvl1pPr>
              <a:defRPr sz="1200"/>
            </a:lvl1pPr>
          </a:lstStyle>
          <a:p>
            <a:pPr lvl="0"/>
            <a:r>
              <a:rPr lang="fr-FR"/>
              <a:t>Level (Partner…)</a:t>
            </a:r>
          </a:p>
        </p:txBody>
      </p:sp>
      <p:sp>
        <p:nvSpPr>
          <p:cNvPr id="12" name="Reserved text space 20">
            <a:extLst>
              <a:ext uri="{FF2B5EF4-FFF2-40B4-BE49-F238E27FC236}">
                <a16:creationId xmlns:a16="http://schemas.microsoft.com/office/drawing/2014/main" id="{3CB87AAF-3CA5-3453-6CC8-6325F5E2B234}"/>
              </a:ext>
            </a:extLst>
          </p:cNvPr>
          <p:cNvSpPr>
            <a:spLocks noGrp="1"/>
          </p:cNvSpPr>
          <p:nvPr>
            <p:ph type="body" sz="quarter" idx="29" hasCustomPrompt="1"/>
          </p:nvPr>
        </p:nvSpPr>
        <p:spPr>
          <a:xfrm>
            <a:off x="7804353" y="3894276"/>
            <a:ext cx="3962400" cy="216427"/>
          </a:xfrm>
        </p:spPr>
        <p:txBody>
          <a:bodyPr lIns="0" tIns="0" rIns="0" bIns="0"/>
          <a:lstStyle>
            <a:lvl1pPr>
              <a:spcBef>
                <a:spcPts val="0"/>
              </a:spcBef>
              <a:defRPr sz="1200">
                <a:latin typeface="+mj-lt"/>
              </a:defRPr>
            </a:lvl1pPr>
            <a:lvl2pPr marL="0" indent="0" algn="r">
              <a:spcBef>
                <a:spcPts val="0"/>
              </a:spcBef>
              <a:buNone/>
              <a:defRPr sz="1200"/>
            </a:lvl2pPr>
          </a:lstStyle>
          <a:p>
            <a:pPr lvl="1" algn="r" defTabSz="179388"/>
            <a:r>
              <a:rPr lang="fr-FR" sz="1200" b="1">
                <a:solidFill>
                  <a:schemeClr val="tx1">
                    <a:lumMod val="100000"/>
                  </a:schemeClr>
                </a:solidFill>
              </a:rPr>
              <a:t>M</a:t>
            </a:r>
            <a:r>
              <a:rPr lang="fr-FR" sz="1200">
                <a:solidFill>
                  <a:schemeClr val="tx1">
                    <a:lumMod val="100000"/>
                  </a:schemeClr>
                </a:solidFill>
              </a:rPr>
              <a:t>	+33 (0)6 00 00 00 00</a:t>
            </a:r>
          </a:p>
        </p:txBody>
      </p:sp>
      <p:sp>
        <p:nvSpPr>
          <p:cNvPr id="13" name="Reserved text space 20">
            <a:extLst>
              <a:ext uri="{FF2B5EF4-FFF2-40B4-BE49-F238E27FC236}">
                <a16:creationId xmlns:a16="http://schemas.microsoft.com/office/drawing/2014/main" id="{5BB75A27-FAB3-78D0-A920-3EB504C917AD}"/>
              </a:ext>
            </a:extLst>
          </p:cNvPr>
          <p:cNvSpPr>
            <a:spLocks noGrp="1"/>
          </p:cNvSpPr>
          <p:nvPr>
            <p:ph type="body" sz="quarter" idx="30" hasCustomPrompt="1"/>
          </p:nvPr>
        </p:nvSpPr>
        <p:spPr>
          <a:xfrm>
            <a:off x="7804353" y="4112570"/>
            <a:ext cx="3962400" cy="225809"/>
          </a:xfrm>
        </p:spPr>
        <p:txBody>
          <a:bodyPr lIns="0" tIns="0" rIns="0" bIns="0"/>
          <a:lstStyle>
            <a:lvl1pPr>
              <a:spcBef>
                <a:spcPts val="0"/>
              </a:spcBef>
              <a:defRPr sz="1200">
                <a:latin typeface="+mj-lt"/>
              </a:defRPr>
            </a:lvl1pPr>
            <a:lvl2pPr marL="0" indent="0" algn="r">
              <a:spcBef>
                <a:spcPts val="0"/>
              </a:spcBef>
              <a:buNone/>
              <a:defRPr sz="1200"/>
            </a:lvl2pPr>
          </a:lstStyle>
          <a:p>
            <a:pPr lvl="1" algn="r" defTabSz="179388"/>
            <a:r>
              <a:rPr lang="fr-FR" sz="1200">
                <a:solidFill>
                  <a:schemeClr val="tx1">
                    <a:lumMod val="100000"/>
                  </a:schemeClr>
                </a:solidFill>
              </a:rPr>
              <a:t>firstname.lastname@wavestone.com</a:t>
            </a:r>
          </a:p>
        </p:txBody>
      </p:sp>
      <p:sp>
        <p:nvSpPr>
          <p:cNvPr id="2" name="TextBox 1">
            <a:extLst>
              <a:ext uri="{FF2B5EF4-FFF2-40B4-BE49-F238E27FC236}">
                <a16:creationId xmlns:a16="http://schemas.microsoft.com/office/drawing/2014/main" id="{506D669B-CCDE-C66A-D502-1A770EBF63F1}"/>
              </a:ext>
            </a:extLst>
          </p:cNvPr>
          <p:cNvSpPr txBox="1">
            <a:spLocks/>
          </p:cNvSpPr>
          <p:nvPr userDrawn="1"/>
        </p:nvSpPr>
        <p:spPr>
          <a:xfrm>
            <a:off x="9713363" y="5444294"/>
            <a:ext cx="2053390" cy="468000"/>
          </a:xfrm>
          <a:prstGeom prst="rect">
            <a:avLst/>
          </a:prstGeom>
          <a:grpFill/>
        </p:spPr>
        <p:txBody>
          <a:bodyPr wrap="square" lIns="144000" tIns="0" rIns="0" bIns="0" anchor="b">
            <a:noAutofit/>
          </a:bodyPr>
          <a:lstStyle>
            <a:defPPr>
              <a:defRPr lang="en-US"/>
            </a:defPPr>
            <a:lvl1pPr indent="0">
              <a:spcBef>
                <a:spcPts val="0"/>
              </a:spcBef>
              <a:spcAft>
                <a:spcPts val="0"/>
              </a:spcAft>
              <a:buFont typeface="Arial" panose="020B0604020202020204" pitchFamily="34" charset="0"/>
              <a:buNone/>
              <a:defRPr sz="1100" b="0" baseline="0">
                <a:solidFill>
                  <a:schemeClr val="bg1"/>
                </a:solidFill>
              </a:defRPr>
            </a:lvl1pPr>
            <a:lvl2pPr marL="0" indent="0">
              <a:spcBef>
                <a:spcPts val="500"/>
              </a:spcBef>
              <a:buClr>
                <a:schemeClr val="tx2"/>
              </a:buClr>
              <a:buSzPct val="105000"/>
              <a:buFontTx/>
              <a:buNone/>
              <a:defRPr>
                <a:solidFill>
                  <a:srgbClr val="6D6D6D"/>
                </a:solidFill>
              </a:defRPr>
            </a:lvl2pPr>
            <a:lvl3pPr marL="180000" indent="-180000">
              <a:spcBef>
                <a:spcPts val="500"/>
              </a:spcBef>
              <a:buClr>
                <a:schemeClr val="tx2"/>
              </a:buClr>
              <a:buFont typeface="Calibri" panose="020F0502020204030204" pitchFamily="34" charset="0"/>
              <a:buChar char="›"/>
              <a:defRPr sz="1600">
                <a:solidFill>
                  <a:srgbClr val="6D6D6D"/>
                </a:solidFill>
              </a:defRPr>
            </a:lvl3pPr>
            <a:lvl4pPr marL="367200" indent="-187200">
              <a:spcBef>
                <a:spcPts val="500"/>
              </a:spcBef>
              <a:buFont typeface="Symbol" panose="05050102010706020507" pitchFamily="18" charset="2"/>
              <a:buChar char="-"/>
              <a:defRPr sz="1600">
                <a:solidFill>
                  <a:srgbClr val="6D6D6D"/>
                </a:solidFill>
              </a:defRPr>
            </a:lvl4pPr>
            <a:lvl5pPr marL="576000" indent="-187200">
              <a:spcBef>
                <a:spcPts val="500"/>
              </a:spcBef>
              <a:buClr>
                <a:schemeClr val="tx1"/>
              </a:buClr>
              <a:buFont typeface="Symbol" panose="05050102010706020507" pitchFamily="18" charset="2"/>
              <a:buChar char="-"/>
              <a:defRPr sz="1400">
                <a:solidFill>
                  <a:srgbClr val="6D6D6D"/>
                </a:solidFill>
              </a:defRPr>
            </a:lvl5pPr>
            <a:lvl6pPr marL="766763" indent="-185738">
              <a:spcBef>
                <a:spcPts val="500"/>
              </a:spcBef>
              <a:buClr>
                <a:schemeClr val="tx2"/>
              </a:buClr>
              <a:buFont typeface="Calibri" panose="020F0502020204030204" pitchFamily="34" charset="0"/>
              <a:buChar char="»"/>
              <a:defRPr sz="1400">
                <a:solidFill>
                  <a:srgbClr val="6D6D6D"/>
                </a:solidFill>
              </a:defRPr>
            </a:lvl6pPr>
            <a:lvl7pPr marL="766800" indent="-187200">
              <a:spcBef>
                <a:spcPts val="500"/>
              </a:spcBef>
              <a:buClr>
                <a:schemeClr val="tx2"/>
              </a:buClr>
              <a:buFont typeface="Calibri" panose="020F0502020204030204" pitchFamily="34" charset="0"/>
              <a:buChar char="»"/>
              <a:defRPr sz="1400" baseline="0">
                <a:solidFill>
                  <a:srgbClr val="6D6D6D"/>
                </a:solidFill>
              </a:defRPr>
            </a:lvl7pPr>
            <a:lvl8pPr marL="766800" indent="-187200">
              <a:spcBef>
                <a:spcPts val="500"/>
              </a:spcBef>
              <a:buClr>
                <a:schemeClr val="tx2"/>
              </a:buClr>
              <a:buFont typeface="Calibri" panose="020F0502020204030204" pitchFamily="34" charset="0"/>
              <a:buChar char="»"/>
              <a:defRPr sz="1400" baseline="0">
                <a:solidFill>
                  <a:srgbClr val="6D6D6D"/>
                </a:solidFill>
              </a:defRPr>
            </a:lvl8pPr>
            <a:lvl9pPr marL="766800" indent="-187200">
              <a:spcBef>
                <a:spcPts val="500"/>
              </a:spcBef>
              <a:buClr>
                <a:schemeClr val="tx2"/>
              </a:buClr>
              <a:buFont typeface="Calibri" panose="020F0502020204030204" pitchFamily="34" charset="0"/>
              <a:buChar char="»"/>
              <a:defRPr sz="1400" baseline="0">
                <a:solidFill>
                  <a:srgbClr val="6D6D6D"/>
                </a:solidFill>
              </a:defRPr>
            </a:lvl9pPr>
          </a:lstStyle>
          <a:p>
            <a:pPr algn="r"/>
            <a:r>
              <a:rPr lang="fr-FR">
                <a:solidFill>
                  <a:schemeClr val="tx1">
                    <a:lumMod val="100000"/>
                  </a:schemeClr>
                </a:solidFill>
                <a:hlinkClick r:id="rId2"/>
              </a:rPr>
              <a:t>Wavestone.com </a:t>
            </a:r>
            <a:endParaRPr lang="fr-FR">
              <a:solidFill>
                <a:schemeClr val="tx1">
                  <a:lumMod val="100000"/>
                </a:schemeClr>
              </a:solidFill>
            </a:endParaRPr>
          </a:p>
        </p:txBody>
      </p:sp>
      <p:pic>
        <p:nvPicPr>
          <p:cNvPr id="6" name="White Wavestone logo">
            <a:extLst>
              <a:ext uri="{FF2B5EF4-FFF2-40B4-BE49-F238E27FC236}">
                <a16:creationId xmlns:a16="http://schemas.microsoft.com/office/drawing/2014/main" id="{EB4D8A06-BCAF-64B9-E7EE-FBCC5A1C82B8}"/>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257009" y="257698"/>
            <a:ext cx="2743200" cy="684590"/>
          </a:xfrm>
          <a:prstGeom prst="rect">
            <a:avLst/>
          </a:prstGeom>
        </p:spPr>
      </p:pic>
      <p:pic>
        <p:nvPicPr>
          <p:cNvPr id="3" name="Wavestone logo">
            <a:extLst>
              <a:ext uri="{FF2B5EF4-FFF2-40B4-BE49-F238E27FC236}">
                <a16:creationId xmlns:a16="http://schemas.microsoft.com/office/drawing/2014/main" id="{1F33C6DA-9B69-52AA-7949-A0C3364B08C2}"/>
              </a:ext>
              <a:ext uri="{C183D7F6-B498-43B3-948B-1728B52AA6E4}">
                <adec:decorative xmlns:adec="http://schemas.microsoft.com/office/drawing/2017/decorative" val="1"/>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9257009" y="257698"/>
            <a:ext cx="2743199" cy="684590"/>
          </a:xfrm>
          <a:prstGeom prst="rect">
            <a:avLst/>
          </a:prstGeom>
        </p:spPr>
      </p:pic>
    </p:spTree>
    <p:extLst>
      <p:ext uri="{BB962C8B-B14F-4D97-AF65-F5344CB8AC3E}">
        <p14:creationId xmlns:p14="http://schemas.microsoft.com/office/powerpoint/2010/main" val="3272096353"/>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ontacts blue">
    <p:bg>
      <p:bgPr>
        <a:gradFill flip="none" rotWithShape="1">
          <a:gsLst>
            <a:gs pos="0">
              <a:schemeClr val="bg2"/>
            </a:gs>
            <a:gs pos="100000">
              <a:schemeClr val="accent3"/>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39" name="Wavestone logo">
            <a:extLst>
              <a:ext uri="{FF2B5EF4-FFF2-40B4-BE49-F238E27FC236}">
                <a16:creationId xmlns:a16="http://schemas.microsoft.com/office/drawing/2014/main" id="{2AC6A881-F430-4E14-2709-04CEA7BDD547}"/>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257009" y="257698"/>
            <a:ext cx="2743199" cy="684590"/>
          </a:xfrm>
          <a:prstGeom prst="rect">
            <a:avLst/>
          </a:prstGeom>
        </p:spPr>
      </p:pic>
      <p:pic>
        <p:nvPicPr>
          <p:cNvPr id="38" name="White Wavestone logo">
            <a:extLst>
              <a:ext uri="{FF2B5EF4-FFF2-40B4-BE49-F238E27FC236}">
                <a16:creationId xmlns:a16="http://schemas.microsoft.com/office/drawing/2014/main" id="{6BC8D46B-7DDC-DF45-9C36-074A672FC157}"/>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9257009" y="257698"/>
            <a:ext cx="2743200" cy="684590"/>
          </a:xfrm>
          <a:prstGeom prst="rect">
            <a:avLst/>
          </a:prstGeom>
        </p:spPr>
      </p:pic>
      <p:sp>
        <p:nvSpPr>
          <p:cNvPr id="21" name="Reserved text space 20">
            <a:extLst>
              <a:ext uri="{FF2B5EF4-FFF2-40B4-BE49-F238E27FC236}">
                <a16:creationId xmlns:a16="http://schemas.microsoft.com/office/drawing/2014/main" id="{396A1B03-6D53-7126-70B1-8B5190F8AE68}"/>
              </a:ext>
            </a:extLst>
          </p:cNvPr>
          <p:cNvSpPr>
            <a:spLocks noGrp="1"/>
          </p:cNvSpPr>
          <p:nvPr>
            <p:ph type="body" sz="quarter" idx="10" hasCustomPrompt="1"/>
          </p:nvPr>
        </p:nvSpPr>
        <p:spPr>
          <a:xfrm>
            <a:off x="3505200" y="2530870"/>
            <a:ext cx="3200400" cy="216428"/>
          </a:xfrm>
        </p:spPr>
        <p:txBody>
          <a:bodyPr lIns="0" tIns="0" rIns="0" bIns="0"/>
          <a:lstStyle>
            <a:lvl1pPr>
              <a:spcBef>
                <a:spcPts val="0"/>
              </a:spcBef>
              <a:defRPr sz="1200">
                <a:solidFill>
                  <a:schemeClr val="bg1">
                    <a:lumMod val="100000"/>
                  </a:schemeClr>
                </a:solidFill>
                <a:latin typeface="+mj-lt"/>
              </a:defRPr>
            </a:lvl1pPr>
            <a:lvl2pPr marL="0" indent="0">
              <a:spcBef>
                <a:spcPts val="0"/>
              </a:spcBef>
              <a:buNone/>
              <a:defRPr sz="1200"/>
            </a:lvl2pPr>
          </a:lstStyle>
          <a:p>
            <a:pPr lvl="0"/>
            <a:r>
              <a:rPr lang="fr-FR"/>
              <a:t>First Name LAST NAME</a:t>
            </a:r>
          </a:p>
        </p:txBody>
      </p:sp>
      <p:sp>
        <p:nvSpPr>
          <p:cNvPr id="33" name="Reserved text space 32">
            <a:extLst>
              <a:ext uri="{FF2B5EF4-FFF2-40B4-BE49-F238E27FC236}">
                <a16:creationId xmlns:a16="http://schemas.microsoft.com/office/drawing/2014/main" id="{AB8D343A-8010-C989-7C3E-07E4FA519368}"/>
              </a:ext>
            </a:extLst>
          </p:cNvPr>
          <p:cNvSpPr>
            <a:spLocks noGrp="1"/>
          </p:cNvSpPr>
          <p:nvPr>
            <p:ph type="body" sz="quarter" idx="17" hasCustomPrompt="1"/>
          </p:nvPr>
        </p:nvSpPr>
        <p:spPr>
          <a:xfrm>
            <a:off x="3505200" y="2750473"/>
            <a:ext cx="3200400" cy="216428"/>
          </a:xfrm>
        </p:spPr>
        <p:txBody>
          <a:bodyPr lIns="0" tIns="0" rIns="0" bIns="0"/>
          <a:lstStyle>
            <a:lvl1pPr>
              <a:defRPr sz="1200">
                <a:solidFill>
                  <a:schemeClr val="bg1">
                    <a:lumMod val="100000"/>
                  </a:schemeClr>
                </a:solidFill>
              </a:defRPr>
            </a:lvl1pPr>
          </a:lstStyle>
          <a:p>
            <a:pPr lvl="0"/>
            <a:r>
              <a:rPr lang="fr-FR"/>
              <a:t>Level (Partner…)</a:t>
            </a:r>
          </a:p>
        </p:txBody>
      </p:sp>
      <p:sp>
        <p:nvSpPr>
          <p:cNvPr id="6" name="Reserved text space 20" descr=" ">
            <a:extLst>
              <a:ext uri="{FF2B5EF4-FFF2-40B4-BE49-F238E27FC236}">
                <a16:creationId xmlns:a16="http://schemas.microsoft.com/office/drawing/2014/main" id="{BCFD5F1C-FF20-A968-4161-E1E51A81C199}"/>
              </a:ext>
            </a:extLst>
          </p:cNvPr>
          <p:cNvSpPr>
            <a:spLocks noGrp="1"/>
          </p:cNvSpPr>
          <p:nvPr>
            <p:ph type="body" sz="quarter" idx="28" hasCustomPrompt="1"/>
          </p:nvPr>
        </p:nvSpPr>
        <p:spPr>
          <a:xfrm>
            <a:off x="7804355" y="2530870"/>
            <a:ext cx="3962399" cy="216428"/>
          </a:xfrm>
        </p:spPr>
        <p:txBody>
          <a:bodyPr lIns="0" tIns="0" rIns="0" bIns="0"/>
          <a:lstStyle>
            <a:lvl1pPr algn="r">
              <a:spcBef>
                <a:spcPts val="0"/>
              </a:spcBef>
              <a:defRPr sz="1200">
                <a:solidFill>
                  <a:schemeClr val="bg1">
                    <a:lumMod val="100000"/>
                  </a:schemeClr>
                </a:solidFill>
                <a:latin typeface="+mj-lt"/>
              </a:defRPr>
            </a:lvl1pPr>
            <a:lvl2pPr marL="0" indent="0">
              <a:spcBef>
                <a:spcPts val="0"/>
              </a:spcBef>
              <a:buNone/>
              <a:defRPr sz="1200"/>
            </a:lvl2pPr>
          </a:lstStyle>
          <a:p>
            <a:pPr lvl="0"/>
            <a:r>
              <a:rPr lang="fr-FR"/>
              <a:t>M +33 (0)6 00 00 00 00</a:t>
            </a:r>
          </a:p>
        </p:txBody>
      </p:sp>
      <p:sp>
        <p:nvSpPr>
          <p:cNvPr id="7" name="Reserved text space 20">
            <a:extLst>
              <a:ext uri="{FF2B5EF4-FFF2-40B4-BE49-F238E27FC236}">
                <a16:creationId xmlns:a16="http://schemas.microsoft.com/office/drawing/2014/main" id="{362E9999-54D0-9609-C250-6C47FCB0D35A}"/>
              </a:ext>
            </a:extLst>
          </p:cNvPr>
          <p:cNvSpPr>
            <a:spLocks noGrp="1"/>
          </p:cNvSpPr>
          <p:nvPr>
            <p:ph type="body" sz="quarter" idx="29" hasCustomPrompt="1"/>
          </p:nvPr>
        </p:nvSpPr>
        <p:spPr>
          <a:xfrm>
            <a:off x="7804355" y="2750473"/>
            <a:ext cx="3962399" cy="216428"/>
          </a:xfrm>
        </p:spPr>
        <p:txBody>
          <a:bodyPr lIns="0" tIns="0" rIns="0" bIns="0"/>
          <a:lstStyle>
            <a:lvl1pPr algn="r">
              <a:spcBef>
                <a:spcPts val="0"/>
              </a:spcBef>
              <a:defRPr sz="1200">
                <a:solidFill>
                  <a:schemeClr val="bg1">
                    <a:lumMod val="100000"/>
                  </a:schemeClr>
                </a:solidFill>
                <a:latin typeface="+mj-lt"/>
              </a:defRPr>
            </a:lvl1pPr>
            <a:lvl2pPr marL="0" indent="0">
              <a:spcBef>
                <a:spcPts val="0"/>
              </a:spcBef>
              <a:buNone/>
              <a:defRPr sz="1200"/>
            </a:lvl2pPr>
          </a:lstStyle>
          <a:p>
            <a:pPr lvl="0"/>
            <a:r>
              <a:rPr lang="fr-FR"/>
              <a:t>firstname.lastname@wavestone.com</a:t>
            </a:r>
          </a:p>
        </p:txBody>
      </p:sp>
      <p:sp>
        <p:nvSpPr>
          <p:cNvPr id="25" name="Reserved text space 20">
            <a:extLst>
              <a:ext uri="{FF2B5EF4-FFF2-40B4-BE49-F238E27FC236}">
                <a16:creationId xmlns:a16="http://schemas.microsoft.com/office/drawing/2014/main" id="{73274A50-E871-4BB3-341F-B175B1EDCE12}"/>
              </a:ext>
            </a:extLst>
          </p:cNvPr>
          <p:cNvSpPr>
            <a:spLocks noGrp="1"/>
          </p:cNvSpPr>
          <p:nvPr>
            <p:ph type="body" sz="quarter" idx="30" hasCustomPrompt="1"/>
          </p:nvPr>
        </p:nvSpPr>
        <p:spPr>
          <a:xfrm>
            <a:off x="3505200" y="3203254"/>
            <a:ext cx="3200400" cy="216428"/>
          </a:xfrm>
        </p:spPr>
        <p:txBody>
          <a:bodyPr lIns="0" tIns="0" rIns="0" bIns="0"/>
          <a:lstStyle>
            <a:lvl1pPr>
              <a:spcBef>
                <a:spcPts val="0"/>
              </a:spcBef>
              <a:defRPr sz="1200">
                <a:solidFill>
                  <a:schemeClr val="bg1">
                    <a:lumMod val="100000"/>
                  </a:schemeClr>
                </a:solidFill>
                <a:latin typeface="+mj-lt"/>
              </a:defRPr>
            </a:lvl1pPr>
            <a:lvl2pPr marL="0" indent="0">
              <a:spcBef>
                <a:spcPts val="0"/>
              </a:spcBef>
              <a:buNone/>
              <a:defRPr sz="1200"/>
            </a:lvl2pPr>
          </a:lstStyle>
          <a:p>
            <a:pPr lvl="0"/>
            <a:r>
              <a:rPr lang="fr-FR"/>
              <a:t>First Name LAST NAME</a:t>
            </a:r>
          </a:p>
        </p:txBody>
      </p:sp>
      <p:sp>
        <p:nvSpPr>
          <p:cNvPr id="26" name="Reserved text space 32">
            <a:extLst>
              <a:ext uri="{FF2B5EF4-FFF2-40B4-BE49-F238E27FC236}">
                <a16:creationId xmlns:a16="http://schemas.microsoft.com/office/drawing/2014/main" id="{49EBBC22-6A9A-EC69-F46C-1D7F3D42D259}"/>
              </a:ext>
            </a:extLst>
          </p:cNvPr>
          <p:cNvSpPr>
            <a:spLocks noGrp="1"/>
          </p:cNvSpPr>
          <p:nvPr>
            <p:ph type="body" sz="quarter" idx="31" hasCustomPrompt="1"/>
          </p:nvPr>
        </p:nvSpPr>
        <p:spPr>
          <a:xfrm>
            <a:off x="3505200" y="3422857"/>
            <a:ext cx="3200400" cy="216428"/>
          </a:xfrm>
        </p:spPr>
        <p:txBody>
          <a:bodyPr lIns="0" tIns="0" rIns="0" bIns="0"/>
          <a:lstStyle>
            <a:lvl1pPr>
              <a:defRPr sz="1200">
                <a:solidFill>
                  <a:schemeClr val="bg1">
                    <a:lumMod val="100000"/>
                  </a:schemeClr>
                </a:solidFill>
              </a:defRPr>
            </a:lvl1pPr>
          </a:lstStyle>
          <a:p>
            <a:pPr lvl="0"/>
            <a:r>
              <a:rPr lang="fr-FR"/>
              <a:t>Level (Partner…)</a:t>
            </a:r>
          </a:p>
        </p:txBody>
      </p:sp>
      <p:sp>
        <p:nvSpPr>
          <p:cNvPr id="27" name="Reserved text space 20">
            <a:extLst>
              <a:ext uri="{FF2B5EF4-FFF2-40B4-BE49-F238E27FC236}">
                <a16:creationId xmlns:a16="http://schemas.microsoft.com/office/drawing/2014/main" id="{6EC1B314-6584-C535-82A8-96CCA873EA89}"/>
              </a:ext>
            </a:extLst>
          </p:cNvPr>
          <p:cNvSpPr>
            <a:spLocks noGrp="1"/>
          </p:cNvSpPr>
          <p:nvPr>
            <p:ph type="body" sz="quarter" idx="32" hasCustomPrompt="1"/>
          </p:nvPr>
        </p:nvSpPr>
        <p:spPr>
          <a:xfrm>
            <a:off x="7804355" y="3203254"/>
            <a:ext cx="3962399" cy="216428"/>
          </a:xfrm>
        </p:spPr>
        <p:txBody>
          <a:bodyPr lIns="0" tIns="0" rIns="0" bIns="0"/>
          <a:lstStyle>
            <a:lvl1pPr algn="r">
              <a:spcBef>
                <a:spcPts val="0"/>
              </a:spcBef>
              <a:defRPr sz="1200">
                <a:solidFill>
                  <a:schemeClr val="bg1">
                    <a:lumMod val="100000"/>
                  </a:schemeClr>
                </a:solidFill>
                <a:latin typeface="+mj-lt"/>
              </a:defRPr>
            </a:lvl1pPr>
            <a:lvl2pPr marL="0" indent="0">
              <a:spcBef>
                <a:spcPts val="0"/>
              </a:spcBef>
              <a:buNone/>
              <a:defRPr sz="1200"/>
            </a:lvl2pPr>
          </a:lstStyle>
          <a:p>
            <a:pPr lvl="0"/>
            <a:r>
              <a:rPr lang="fr-FR"/>
              <a:t>M +33 (0)6 00 00 00 00</a:t>
            </a:r>
          </a:p>
        </p:txBody>
      </p:sp>
      <p:sp>
        <p:nvSpPr>
          <p:cNvPr id="28" name="Reserved text space 20">
            <a:extLst>
              <a:ext uri="{FF2B5EF4-FFF2-40B4-BE49-F238E27FC236}">
                <a16:creationId xmlns:a16="http://schemas.microsoft.com/office/drawing/2014/main" id="{B0666091-54E8-E6F8-3E84-62F367E8F890}"/>
              </a:ext>
            </a:extLst>
          </p:cNvPr>
          <p:cNvSpPr>
            <a:spLocks noGrp="1"/>
          </p:cNvSpPr>
          <p:nvPr>
            <p:ph type="body" sz="quarter" idx="33" hasCustomPrompt="1"/>
          </p:nvPr>
        </p:nvSpPr>
        <p:spPr>
          <a:xfrm>
            <a:off x="7804355" y="3422857"/>
            <a:ext cx="3962399" cy="216428"/>
          </a:xfrm>
        </p:spPr>
        <p:txBody>
          <a:bodyPr lIns="0" tIns="0" rIns="0" bIns="0"/>
          <a:lstStyle>
            <a:lvl1pPr algn="r">
              <a:spcBef>
                <a:spcPts val="0"/>
              </a:spcBef>
              <a:defRPr sz="1200">
                <a:solidFill>
                  <a:schemeClr val="bg1">
                    <a:lumMod val="100000"/>
                  </a:schemeClr>
                </a:solidFill>
                <a:latin typeface="+mj-lt"/>
              </a:defRPr>
            </a:lvl1pPr>
            <a:lvl2pPr marL="0" indent="0">
              <a:spcBef>
                <a:spcPts val="0"/>
              </a:spcBef>
              <a:buNone/>
              <a:defRPr sz="1200"/>
            </a:lvl2pPr>
          </a:lstStyle>
          <a:p>
            <a:pPr lvl="0"/>
            <a:r>
              <a:rPr lang="fr-FR"/>
              <a:t>firstname.lastname@wavestone.com</a:t>
            </a:r>
          </a:p>
        </p:txBody>
      </p:sp>
      <p:sp>
        <p:nvSpPr>
          <p:cNvPr id="29" name="Reserved text space 20">
            <a:extLst>
              <a:ext uri="{FF2B5EF4-FFF2-40B4-BE49-F238E27FC236}">
                <a16:creationId xmlns:a16="http://schemas.microsoft.com/office/drawing/2014/main" id="{D5487482-8BA9-F55C-36B8-4F51D8B779AF}"/>
              </a:ext>
            </a:extLst>
          </p:cNvPr>
          <p:cNvSpPr>
            <a:spLocks noGrp="1"/>
          </p:cNvSpPr>
          <p:nvPr>
            <p:ph type="body" sz="quarter" idx="34" hasCustomPrompt="1"/>
          </p:nvPr>
        </p:nvSpPr>
        <p:spPr>
          <a:xfrm>
            <a:off x="3505200" y="3894275"/>
            <a:ext cx="3200400" cy="216428"/>
          </a:xfrm>
        </p:spPr>
        <p:txBody>
          <a:bodyPr lIns="0" tIns="0" rIns="0" bIns="0"/>
          <a:lstStyle>
            <a:lvl1pPr>
              <a:spcBef>
                <a:spcPts val="0"/>
              </a:spcBef>
              <a:defRPr sz="1200">
                <a:solidFill>
                  <a:schemeClr val="bg1">
                    <a:lumMod val="100000"/>
                  </a:schemeClr>
                </a:solidFill>
                <a:latin typeface="+mj-lt"/>
              </a:defRPr>
            </a:lvl1pPr>
            <a:lvl2pPr marL="0" indent="0">
              <a:spcBef>
                <a:spcPts val="0"/>
              </a:spcBef>
              <a:buNone/>
              <a:defRPr sz="1200"/>
            </a:lvl2pPr>
          </a:lstStyle>
          <a:p>
            <a:pPr lvl="0"/>
            <a:r>
              <a:rPr lang="fr-FR"/>
              <a:t>First Name LAST NAME</a:t>
            </a:r>
          </a:p>
        </p:txBody>
      </p:sp>
      <p:sp>
        <p:nvSpPr>
          <p:cNvPr id="30" name="Reserved text space 32">
            <a:extLst>
              <a:ext uri="{FF2B5EF4-FFF2-40B4-BE49-F238E27FC236}">
                <a16:creationId xmlns:a16="http://schemas.microsoft.com/office/drawing/2014/main" id="{8D168342-CD64-D367-CA11-A7F115E8DFF4}"/>
              </a:ext>
            </a:extLst>
          </p:cNvPr>
          <p:cNvSpPr>
            <a:spLocks noGrp="1"/>
          </p:cNvSpPr>
          <p:nvPr>
            <p:ph type="body" sz="quarter" idx="35" hasCustomPrompt="1"/>
          </p:nvPr>
        </p:nvSpPr>
        <p:spPr>
          <a:xfrm>
            <a:off x="3505200" y="4113878"/>
            <a:ext cx="3200400" cy="216428"/>
          </a:xfrm>
        </p:spPr>
        <p:txBody>
          <a:bodyPr lIns="0" tIns="0" rIns="0" bIns="0"/>
          <a:lstStyle>
            <a:lvl1pPr>
              <a:defRPr sz="1200">
                <a:solidFill>
                  <a:schemeClr val="bg1">
                    <a:lumMod val="100000"/>
                  </a:schemeClr>
                </a:solidFill>
              </a:defRPr>
            </a:lvl1pPr>
          </a:lstStyle>
          <a:p>
            <a:pPr lvl="0"/>
            <a:r>
              <a:rPr lang="fr-FR"/>
              <a:t>Level (Partner…)</a:t>
            </a:r>
          </a:p>
        </p:txBody>
      </p:sp>
      <p:sp>
        <p:nvSpPr>
          <p:cNvPr id="31" name="Reserved text space 20" descr=" ">
            <a:extLst>
              <a:ext uri="{FF2B5EF4-FFF2-40B4-BE49-F238E27FC236}">
                <a16:creationId xmlns:a16="http://schemas.microsoft.com/office/drawing/2014/main" id="{57D61A6F-4D7C-F9CC-B398-A3EACFDA9673}"/>
              </a:ext>
            </a:extLst>
          </p:cNvPr>
          <p:cNvSpPr>
            <a:spLocks noGrp="1"/>
          </p:cNvSpPr>
          <p:nvPr>
            <p:ph type="body" sz="quarter" idx="36" hasCustomPrompt="1"/>
          </p:nvPr>
        </p:nvSpPr>
        <p:spPr>
          <a:xfrm>
            <a:off x="7804355" y="3894275"/>
            <a:ext cx="3962399" cy="216428"/>
          </a:xfrm>
        </p:spPr>
        <p:txBody>
          <a:bodyPr lIns="0" tIns="0" rIns="0" bIns="0"/>
          <a:lstStyle>
            <a:lvl1pPr algn="r">
              <a:spcBef>
                <a:spcPts val="0"/>
              </a:spcBef>
              <a:defRPr sz="1200">
                <a:solidFill>
                  <a:schemeClr val="bg1">
                    <a:lumMod val="100000"/>
                  </a:schemeClr>
                </a:solidFill>
                <a:latin typeface="+mj-lt"/>
              </a:defRPr>
            </a:lvl1pPr>
            <a:lvl2pPr marL="0" indent="0">
              <a:spcBef>
                <a:spcPts val="0"/>
              </a:spcBef>
              <a:buNone/>
              <a:defRPr sz="1200"/>
            </a:lvl2pPr>
          </a:lstStyle>
          <a:p>
            <a:pPr lvl="0"/>
            <a:r>
              <a:rPr lang="fr-FR"/>
              <a:t>M +33 (0)6 00 00 00 00</a:t>
            </a:r>
          </a:p>
        </p:txBody>
      </p:sp>
      <p:sp>
        <p:nvSpPr>
          <p:cNvPr id="32" name="Reserved text space 20">
            <a:extLst>
              <a:ext uri="{FF2B5EF4-FFF2-40B4-BE49-F238E27FC236}">
                <a16:creationId xmlns:a16="http://schemas.microsoft.com/office/drawing/2014/main" id="{A43BC210-A7CF-7751-2002-CF662CD9EC0E}"/>
              </a:ext>
            </a:extLst>
          </p:cNvPr>
          <p:cNvSpPr>
            <a:spLocks noGrp="1"/>
          </p:cNvSpPr>
          <p:nvPr>
            <p:ph type="body" sz="quarter" idx="37" hasCustomPrompt="1"/>
          </p:nvPr>
        </p:nvSpPr>
        <p:spPr>
          <a:xfrm>
            <a:off x="7804355" y="4113878"/>
            <a:ext cx="3962399" cy="216428"/>
          </a:xfrm>
        </p:spPr>
        <p:txBody>
          <a:bodyPr lIns="0" tIns="0" rIns="0" bIns="0"/>
          <a:lstStyle>
            <a:lvl1pPr algn="r">
              <a:spcBef>
                <a:spcPts val="0"/>
              </a:spcBef>
              <a:defRPr sz="1200">
                <a:solidFill>
                  <a:schemeClr val="bg1">
                    <a:lumMod val="100000"/>
                  </a:schemeClr>
                </a:solidFill>
                <a:latin typeface="+mj-lt"/>
              </a:defRPr>
            </a:lvl1pPr>
            <a:lvl2pPr marL="0" indent="0">
              <a:spcBef>
                <a:spcPts val="0"/>
              </a:spcBef>
              <a:buNone/>
              <a:defRPr sz="1200"/>
            </a:lvl2pPr>
          </a:lstStyle>
          <a:p>
            <a:pPr lvl="0"/>
            <a:r>
              <a:rPr lang="fr-FR"/>
              <a:t>firstname.lastname@wavestone.com</a:t>
            </a:r>
          </a:p>
        </p:txBody>
      </p:sp>
      <p:sp>
        <p:nvSpPr>
          <p:cNvPr id="2" name="TextBox 1" descr="Link of Wavestone website">
            <a:extLst>
              <a:ext uri="{FF2B5EF4-FFF2-40B4-BE49-F238E27FC236}">
                <a16:creationId xmlns:a16="http://schemas.microsoft.com/office/drawing/2014/main" id="{506D669B-CCDE-C66A-D502-1A770EBF63F1}"/>
              </a:ext>
            </a:extLst>
          </p:cNvPr>
          <p:cNvSpPr txBox="1">
            <a:spLocks/>
          </p:cNvSpPr>
          <p:nvPr userDrawn="1"/>
        </p:nvSpPr>
        <p:spPr>
          <a:xfrm>
            <a:off x="9713363" y="5444294"/>
            <a:ext cx="2053390" cy="468000"/>
          </a:xfrm>
          <a:prstGeom prst="rect">
            <a:avLst/>
          </a:prstGeom>
          <a:grpFill/>
        </p:spPr>
        <p:txBody>
          <a:bodyPr wrap="square" lIns="144000" tIns="0" rIns="0" bIns="0" anchor="b">
            <a:noAutofit/>
          </a:bodyPr>
          <a:lstStyle>
            <a:defPPr>
              <a:defRPr lang="en-US"/>
            </a:defPPr>
            <a:lvl1pPr indent="0">
              <a:spcBef>
                <a:spcPts val="0"/>
              </a:spcBef>
              <a:spcAft>
                <a:spcPts val="0"/>
              </a:spcAft>
              <a:buFont typeface="Arial" panose="020B0604020202020204" pitchFamily="34" charset="0"/>
              <a:buNone/>
              <a:defRPr sz="1100" b="0" baseline="0">
                <a:solidFill>
                  <a:schemeClr val="bg1"/>
                </a:solidFill>
              </a:defRPr>
            </a:lvl1pPr>
            <a:lvl2pPr marL="0" indent="0">
              <a:spcBef>
                <a:spcPts val="500"/>
              </a:spcBef>
              <a:buClr>
                <a:schemeClr val="tx2"/>
              </a:buClr>
              <a:buSzPct val="105000"/>
              <a:buFontTx/>
              <a:buNone/>
              <a:defRPr>
                <a:solidFill>
                  <a:srgbClr val="6D6D6D"/>
                </a:solidFill>
              </a:defRPr>
            </a:lvl2pPr>
            <a:lvl3pPr marL="180000" indent="-180000">
              <a:spcBef>
                <a:spcPts val="500"/>
              </a:spcBef>
              <a:buClr>
                <a:schemeClr val="tx2"/>
              </a:buClr>
              <a:buFont typeface="Calibri" panose="020F0502020204030204" pitchFamily="34" charset="0"/>
              <a:buChar char="›"/>
              <a:defRPr sz="1600">
                <a:solidFill>
                  <a:srgbClr val="6D6D6D"/>
                </a:solidFill>
              </a:defRPr>
            </a:lvl3pPr>
            <a:lvl4pPr marL="367200" indent="-187200">
              <a:spcBef>
                <a:spcPts val="500"/>
              </a:spcBef>
              <a:buFont typeface="Symbol" panose="05050102010706020507" pitchFamily="18" charset="2"/>
              <a:buChar char="-"/>
              <a:defRPr sz="1600">
                <a:solidFill>
                  <a:srgbClr val="6D6D6D"/>
                </a:solidFill>
              </a:defRPr>
            </a:lvl4pPr>
            <a:lvl5pPr marL="576000" indent="-187200">
              <a:spcBef>
                <a:spcPts val="500"/>
              </a:spcBef>
              <a:buClr>
                <a:schemeClr val="tx1"/>
              </a:buClr>
              <a:buFont typeface="Symbol" panose="05050102010706020507" pitchFamily="18" charset="2"/>
              <a:buChar char="-"/>
              <a:defRPr sz="1400">
                <a:solidFill>
                  <a:srgbClr val="6D6D6D"/>
                </a:solidFill>
              </a:defRPr>
            </a:lvl5pPr>
            <a:lvl6pPr marL="766763" indent="-185738">
              <a:spcBef>
                <a:spcPts val="500"/>
              </a:spcBef>
              <a:buClr>
                <a:schemeClr val="tx2"/>
              </a:buClr>
              <a:buFont typeface="Calibri" panose="020F0502020204030204" pitchFamily="34" charset="0"/>
              <a:buChar char="»"/>
              <a:defRPr sz="1400">
                <a:solidFill>
                  <a:srgbClr val="6D6D6D"/>
                </a:solidFill>
              </a:defRPr>
            </a:lvl6pPr>
            <a:lvl7pPr marL="766800" indent="-187200">
              <a:spcBef>
                <a:spcPts val="500"/>
              </a:spcBef>
              <a:buClr>
                <a:schemeClr val="tx2"/>
              </a:buClr>
              <a:buFont typeface="Calibri" panose="020F0502020204030204" pitchFamily="34" charset="0"/>
              <a:buChar char="»"/>
              <a:defRPr sz="1400" baseline="0">
                <a:solidFill>
                  <a:srgbClr val="6D6D6D"/>
                </a:solidFill>
              </a:defRPr>
            </a:lvl7pPr>
            <a:lvl8pPr marL="766800" indent="-187200">
              <a:spcBef>
                <a:spcPts val="500"/>
              </a:spcBef>
              <a:buClr>
                <a:schemeClr val="tx2"/>
              </a:buClr>
              <a:buFont typeface="Calibri" panose="020F0502020204030204" pitchFamily="34" charset="0"/>
              <a:buChar char="»"/>
              <a:defRPr sz="1400" baseline="0">
                <a:solidFill>
                  <a:srgbClr val="6D6D6D"/>
                </a:solidFill>
              </a:defRPr>
            </a:lvl8pPr>
            <a:lvl9pPr marL="766800" indent="-187200">
              <a:spcBef>
                <a:spcPts val="500"/>
              </a:spcBef>
              <a:buClr>
                <a:schemeClr val="tx2"/>
              </a:buClr>
              <a:buFont typeface="Calibri" panose="020F0502020204030204" pitchFamily="34" charset="0"/>
              <a:buChar char="»"/>
              <a:defRPr sz="1400" baseline="0">
                <a:solidFill>
                  <a:srgbClr val="6D6D6D"/>
                </a:solidFill>
              </a:defRPr>
            </a:lvl9pPr>
          </a:lstStyle>
          <a:p>
            <a:pPr algn="r"/>
            <a:r>
              <a:rPr lang="fr-FR">
                <a:solidFill>
                  <a:schemeClr val="bg1">
                    <a:lumMod val="100000"/>
                  </a:schemeClr>
                </a:solidFill>
                <a:hlinkClick r:id="rId6">
                  <a:extLst>
                    <a:ext uri="{A12FA001-AC4F-418D-AE19-62706E023703}">
                      <ahyp:hlinkClr xmlns:ahyp="http://schemas.microsoft.com/office/drawing/2018/hyperlinkcolor" val="tx"/>
                    </a:ext>
                  </a:extLst>
                </a:hlinkClick>
              </a:rPr>
              <a:t>Wavestone.com </a:t>
            </a:r>
            <a:endParaRPr lang="fr-FR">
              <a:solidFill>
                <a:schemeClr val="bg1">
                  <a:lumMod val="100000"/>
                </a:schemeClr>
              </a:solidFill>
            </a:endParaRPr>
          </a:p>
        </p:txBody>
      </p:sp>
    </p:spTree>
    <p:extLst>
      <p:ext uri="{BB962C8B-B14F-4D97-AF65-F5344CB8AC3E}">
        <p14:creationId xmlns:p14="http://schemas.microsoft.com/office/powerpoint/2010/main" val="3715284046"/>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End page white">
    <p:spTree>
      <p:nvGrpSpPr>
        <p:cNvPr id="1" name=""/>
        <p:cNvGrpSpPr/>
        <p:nvPr/>
      </p:nvGrpSpPr>
      <p:grpSpPr>
        <a:xfrm>
          <a:off x="0" y="0"/>
          <a:ext cx="0" cy="0"/>
          <a:chOff x="0" y="0"/>
          <a:chExt cx="0" cy="0"/>
        </a:xfrm>
      </p:grpSpPr>
      <p:grpSp>
        <p:nvGrpSpPr>
          <p:cNvPr id="10" name="Strokes">
            <a:extLst>
              <a:ext uri="{FF2B5EF4-FFF2-40B4-BE49-F238E27FC236}">
                <a16:creationId xmlns:a16="http://schemas.microsoft.com/office/drawing/2014/main" id="{36158397-7922-7808-3EBB-40FF3BD479C9}"/>
              </a:ext>
              <a:ext uri="{C183D7F6-B498-43B3-948B-1728B52AA6E4}">
                <adec:decorative xmlns:adec="http://schemas.microsoft.com/office/drawing/2017/decorative" val="1"/>
              </a:ext>
            </a:extLst>
          </p:cNvPr>
          <p:cNvGrpSpPr/>
          <p:nvPr userDrawn="1"/>
        </p:nvGrpSpPr>
        <p:grpSpPr>
          <a:xfrm>
            <a:off x="0" y="3454940"/>
            <a:ext cx="12192863" cy="3429232"/>
            <a:chOff x="0" y="1716074"/>
            <a:chExt cx="12192863" cy="3429232"/>
          </a:xfrm>
        </p:grpSpPr>
        <p:sp>
          <p:nvSpPr>
            <p:cNvPr id="11" name="Graphic 2">
              <a:extLst>
                <a:ext uri="{FF2B5EF4-FFF2-40B4-BE49-F238E27FC236}">
                  <a16:creationId xmlns:a16="http://schemas.microsoft.com/office/drawing/2014/main" id="{655EDE39-E769-AEDF-3462-0F941FB35C35}"/>
                </a:ext>
                <a:ext uri="{C183D7F6-B498-43B3-948B-1728B52AA6E4}">
                  <adec:decorative xmlns:adec="http://schemas.microsoft.com/office/drawing/2017/decorative" val="1"/>
                </a:ext>
              </a:extLst>
            </p:cNvPr>
            <p:cNvSpPr/>
            <p:nvPr/>
          </p:nvSpPr>
          <p:spPr>
            <a:xfrm>
              <a:off x="0" y="1716074"/>
              <a:ext cx="12192863" cy="2183025"/>
            </a:xfrm>
            <a:custGeom>
              <a:avLst/>
              <a:gdLst>
                <a:gd name="connsiteX0" fmla="*/ 0 w 12192863"/>
                <a:gd name="connsiteY0" fmla="*/ 1435691 h 2183025"/>
                <a:gd name="connsiteX1" fmla="*/ 12192864 w 12192863"/>
                <a:gd name="connsiteY1" fmla="*/ 0 h 2183025"/>
              </a:gdLst>
              <a:ahLst/>
              <a:cxnLst>
                <a:cxn ang="0">
                  <a:pos x="connsiteX0" y="connsiteY0"/>
                </a:cxn>
                <a:cxn ang="0">
                  <a:pos x="connsiteX1" y="connsiteY1"/>
                </a:cxn>
              </a:cxnLst>
              <a:rect l="l" t="t" r="r" b="b"/>
              <a:pathLst>
                <a:path w="12192863" h="2183025">
                  <a:moveTo>
                    <a:pt x="0" y="1435691"/>
                  </a:moveTo>
                  <a:cubicBezTo>
                    <a:pt x="0" y="1435691"/>
                    <a:pt x="6346390" y="3849908"/>
                    <a:pt x="12192864" y="0"/>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2" name="Graphic 1">
              <a:extLst>
                <a:ext uri="{FF2B5EF4-FFF2-40B4-BE49-F238E27FC236}">
                  <a16:creationId xmlns:a16="http://schemas.microsoft.com/office/drawing/2014/main" id="{86159E8B-F7C4-AF3D-7CC5-8086F546F934}"/>
                </a:ext>
                <a:ext uri="{C183D7F6-B498-43B3-948B-1728B52AA6E4}">
                  <adec:decorative xmlns:adec="http://schemas.microsoft.com/office/drawing/2017/decorative" val="1"/>
                </a:ext>
              </a:extLst>
            </p:cNvPr>
            <p:cNvSpPr/>
            <p:nvPr/>
          </p:nvSpPr>
          <p:spPr>
            <a:xfrm>
              <a:off x="3974851" y="2876302"/>
              <a:ext cx="8218012" cy="2269004"/>
            </a:xfrm>
            <a:custGeom>
              <a:avLst/>
              <a:gdLst>
                <a:gd name="connsiteX0" fmla="*/ 0 w 8218012"/>
                <a:gd name="connsiteY0" fmla="*/ 2269005 h 2269004"/>
                <a:gd name="connsiteX1" fmla="*/ 8218013 w 8218012"/>
                <a:gd name="connsiteY1" fmla="*/ 220620 h 2269004"/>
              </a:gdLst>
              <a:ahLst/>
              <a:cxnLst>
                <a:cxn ang="0">
                  <a:pos x="connsiteX0" y="connsiteY0"/>
                </a:cxn>
                <a:cxn ang="0">
                  <a:pos x="connsiteX1" y="connsiteY1"/>
                </a:cxn>
              </a:cxnLst>
              <a:rect l="l" t="t" r="r" b="b"/>
              <a:pathLst>
                <a:path w="8218012" h="2269004">
                  <a:moveTo>
                    <a:pt x="0" y="2269005"/>
                  </a:moveTo>
                  <a:cubicBezTo>
                    <a:pt x="0" y="2269005"/>
                    <a:pt x="2755579" y="-840171"/>
                    <a:pt x="8218013" y="220620"/>
                  </a:cubicBezTo>
                </a:path>
              </a:pathLst>
            </a:custGeom>
            <a:noFill/>
            <a:ln w="28575" cap="flat" cmpd="sng" algn="ctr">
              <a:solidFill>
                <a:schemeClr val="bg2">
                  <a:lumMod val="100000"/>
                </a:schemeClr>
              </a:solidFill>
              <a:prstDash val="solid"/>
              <a:miter lim="800000"/>
              <a:headEnd type="none" w="med" len="med"/>
              <a:tailEnd type="none" w="med" len="med"/>
            </a:ln>
          </p:spPr>
          <p:txBody>
            <a:bodyPr rtlCol="0" anchor="ctr"/>
            <a:lstStyle/>
            <a:p>
              <a:endParaRPr lang="en-US"/>
            </a:p>
          </p:txBody>
        </p:sp>
      </p:grpSp>
      <p:pic>
        <p:nvPicPr>
          <p:cNvPr id="3" name="Wavestone logo">
            <a:extLst>
              <a:ext uri="{FF2B5EF4-FFF2-40B4-BE49-F238E27FC236}">
                <a16:creationId xmlns:a16="http://schemas.microsoft.com/office/drawing/2014/main" id="{FCE59BC8-8DCF-C998-920E-2153958C0309}"/>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724990" y="2473051"/>
            <a:ext cx="2740755" cy="1911898"/>
          </a:xfrm>
          <a:prstGeom prst="rect">
            <a:avLst/>
          </a:prstGeom>
        </p:spPr>
      </p:pic>
      <p:pic>
        <p:nvPicPr>
          <p:cNvPr id="2" name="Wavestone logo">
            <a:extLst>
              <a:ext uri="{FF2B5EF4-FFF2-40B4-BE49-F238E27FC236}">
                <a16:creationId xmlns:a16="http://schemas.microsoft.com/office/drawing/2014/main" id="{5A854C3D-F8B2-9131-091B-C497D2FE4F3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4990" y="2473051"/>
            <a:ext cx="2740754" cy="1911897"/>
          </a:xfrm>
          <a:prstGeom prst="rect">
            <a:avLst/>
          </a:prstGeom>
        </p:spPr>
      </p:pic>
    </p:spTree>
    <p:extLst>
      <p:ext uri="{BB962C8B-B14F-4D97-AF65-F5344CB8AC3E}">
        <p14:creationId xmlns:p14="http://schemas.microsoft.com/office/powerpoint/2010/main" val="2214732547"/>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nd page blue">
    <p:bg>
      <p:bgPr>
        <a:gradFill>
          <a:gsLst>
            <a:gs pos="0">
              <a:schemeClr val="bg2"/>
            </a:gs>
            <a:gs pos="100000">
              <a:schemeClr val="accent3"/>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0" name="Strokes">
            <a:extLst>
              <a:ext uri="{FF2B5EF4-FFF2-40B4-BE49-F238E27FC236}">
                <a16:creationId xmlns:a16="http://schemas.microsoft.com/office/drawing/2014/main" id="{36158397-7922-7808-3EBB-40FF3BD479C9}"/>
              </a:ext>
              <a:ext uri="{C183D7F6-B498-43B3-948B-1728B52AA6E4}">
                <adec:decorative xmlns:adec="http://schemas.microsoft.com/office/drawing/2017/decorative" val="1"/>
              </a:ext>
            </a:extLst>
          </p:cNvPr>
          <p:cNvGrpSpPr/>
          <p:nvPr userDrawn="1"/>
        </p:nvGrpSpPr>
        <p:grpSpPr>
          <a:xfrm>
            <a:off x="0" y="3454940"/>
            <a:ext cx="12192863" cy="3429232"/>
            <a:chOff x="0" y="1716074"/>
            <a:chExt cx="12192863" cy="3429232"/>
          </a:xfrm>
        </p:grpSpPr>
        <p:sp>
          <p:nvSpPr>
            <p:cNvPr id="11" name="Graphic 2">
              <a:extLst>
                <a:ext uri="{FF2B5EF4-FFF2-40B4-BE49-F238E27FC236}">
                  <a16:creationId xmlns:a16="http://schemas.microsoft.com/office/drawing/2014/main" id="{655EDE39-E769-AEDF-3462-0F941FB35C35}"/>
                </a:ext>
                <a:ext uri="{C183D7F6-B498-43B3-948B-1728B52AA6E4}">
                  <adec:decorative xmlns:adec="http://schemas.microsoft.com/office/drawing/2017/decorative" val="1"/>
                </a:ext>
              </a:extLst>
            </p:cNvPr>
            <p:cNvSpPr/>
            <p:nvPr/>
          </p:nvSpPr>
          <p:spPr>
            <a:xfrm>
              <a:off x="0" y="1716074"/>
              <a:ext cx="12192863" cy="2183025"/>
            </a:xfrm>
            <a:custGeom>
              <a:avLst/>
              <a:gdLst>
                <a:gd name="connsiteX0" fmla="*/ 0 w 12192863"/>
                <a:gd name="connsiteY0" fmla="*/ 1435691 h 2183025"/>
                <a:gd name="connsiteX1" fmla="*/ 12192864 w 12192863"/>
                <a:gd name="connsiteY1" fmla="*/ 0 h 2183025"/>
              </a:gdLst>
              <a:ahLst/>
              <a:cxnLst>
                <a:cxn ang="0">
                  <a:pos x="connsiteX0" y="connsiteY0"/>
                </a:cxn>
                <a:cxn ang="0">
                  <a:pos x="connsiteX1" y="connsiteY1"/>
                </a:cxn>
              </a:cxnLst>
              <a:rect l="l" t="t" r="r" b="b"/>
              <a:pathLst>
                <a:path w="12192863" h="2183025">
                  <a:moveTo>
                    <a:pt x="0" y="1435691"/>
                  </a:moveTo>
                  <a:cubicBezTo>
                    <a:pt x="0" y="1435691"/>
                    <a:pt x="6346390" y="3849908"/>
                    <a:pt x="12192864" y="0"/>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2" name="Graphic 1">
              <a:extLst>
                <a:ext uri="{FF2B5EF4-FFF2-40B4-BE49-F238E27FC236}">
                  <a16:creationId xmlns:a16="http://schemas.microsoft.com/office/drawing/2014/main" id="{86159E8B-F7C4-AF3D-7CC5-8086F546F934}"/>
                </a:ext>
                <a:ext uri="{C183D7F6-B498-43B3-948B-1728B52AA6E4}">
                  <adec:decorative xmlns:adec="http://schemas.microsoft.com/office/drawing/2017/decorative" val="1"/>
                </a:ext>
              </a:extLst>
            </p:cNvPr>
            <p:cNvSpPr/>
            <p:nvPr/>
          </p:nvSpPr>
          <p:spPr>
            <a:xfrm>
              <a:off x="3974851" y="2876302"/>
              <a:ext cx="8218012" cy="2269004"/>
            </a:xfrm>
            <a:custGeom>
              <a:avLst/>
              <a:gdLst>
                <a:gd name="connsiteX0" fmla="*/ 0 w 8218012"/>
                <a:gd name="connsiteY0" fmla="*/ 2269005 h 2269004"/>
                <a:gd name="connsiteX1" fmla="*/ 8218013 w 8218012"/>
                <a:gd name="connsiteY1" fmla="*/ 220620 h 2269004"/>
              </a:gdLst>
              <a:ahLst/>
              <a:cxnLst>
                <a:cxn ang="0">
                  <a:pos x="connsiteX0" y="connsiteY0"/>
                </a:cxn>
                <a:cxn ang="0">
                  <a:pos x="connsiteX1" y="connsiteY1"/>
                </a:cxn>
              </a:cxnLst>
              <a:rect l="l" t="t" r="r" b="b"/>
              <a:pathLst>
                <a:path w="8218012" h="2269004">
                  <a:moveTo>
                    <a:pt x="0" y="2269005"/>
                  </a:moveTo>
                  <a:cubicBezTo>
                    <a:pt x="0" y="2269005"/>
                    <a:pt x="2755579" y="-840171"/>
                    <a:pt x="8218013" y="220620"/>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pic>
        <p:nvPicPr>
          <p:cNvPr id="2" name="Wavestone logo">
            <a:extLst>
              <a:ext uri="{FF2B5EF4-FFF2-40B4-BE49-F238E27FC236}">
                <a16:creationId xmlns:a16="http://schemas.microsoft.com/office/drawing/2014/main" id="{18A26B22-0010-124F-9D10-6168ECB230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724990" y="2473051"/>
            <a:ext cx="2740754" cy="1911897"/>
          </a:xfrm>
          <a:prstGeom prst="rect">
            <a:avLst/>
          </a:prstGeom>
        </p:spPr>
      </p:pic>
      <p:pic>
        <p:nvPicPr>
          <p:cNvPr id="9" name="Wavestone logo">
            <a:extLst>
              <a:ext uri="{FF2B5EF4-FFF2-40B4-BE49-F238E27FC236}">
                <a16:creationId xmlns:a16="http://schemas.microsoft.com/office/drawing/2014/main" id="{ECB92486-172C-3288-900C-9E56B3D04EBF}"/>
              </a:ext>
              <a:ext uri="{C183D7F6-B498-43B3-948B-1728B52AA6E4}">
                <adec:decorative xmlns:adec="http://schemas.microsoft.com/office/drawing/2017/decorative" val="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4990" y="2473051"/>
            <a:ext cx="2740755" cy="1911898"/>
          </a:xfrm>
          <a:prstGeom prst="rect">
            <a:avLst/>
          </a:prstGeom>
        </p:spPr>
      </p:pic>
    </p:spTree>
    <p:extLst>
      <p:ext uri="{BB962C8B-B14F-4D97-AF65-F5344CB8AC3E}">
        <p14:creationId xmlns:p14="http://schemas.microsoft.com/office/powerpoint/2010/main" val="395690764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P TOC">
    <p:spTree>
      <p:nvGrpSpPr>
        <p:cNvPr id="1" name=""/>
        <p:cNvGrpSpPr/>
        <p:nvPr/>
      </p:nvGrpSpPr>
      <p:grpSpPr>
        <a:xfrm>
          <a:off x="0" y="0"/>
          <a:ext cx="0" cy="0"/>
          <a:chOff x="0" y="0"/>
          <a:chExt cx="0" cy="0"/>
        </a:xfrm>
      </p:grpSpPr>
      <p:grpSp>
        <p:nvGrpSpPr>
          <p:cNvPr id="45" name="SP Agenda Section" hidden="1">
            <a:extLst>
              <a:ext uri="{FF2B5EF4-FFF2-40B4-BE49-F238E27FC236}">
                <a16:creationId xmlns:a16="http://schemas.microsoft.com/office/drawing/2014/main" id="{F2857B72-76E8-416F-990A-0E465F5B54C7}"/>
              </a:ext>
            </a:extLst>
          </p:cNvPr>
          <p:cNvGrpSpPr>
            <a:grpSpLocks/>
          </p:cNvGrpSpPr>
          <p:nvPr userDrawn="1"/>
        </p:nvGrpSpPr>
        <p:grpSpPr>
          <a:xfrm>
            <a:off x="466609" y="1295400"/>
            <a:ext cx="11258782" cy="552002"/>
            <a:chOff x="350973" y="1196307"/>
            <a:chExt cx="6173651" cy="552002"/>
          </a:xfrm>
        </p:grpSpPr>
        <p:sp>
          <p:nvSpPr>
            <p:cNvPr id="52" name="Rectangle 51">
              <a:extLst>
                <a:ext uri="{FF2B5EF4-FFF2-40B4-BE49-F238E27FC236}">
                  <a16:creationId xmlns:a16="http://schemas.microsoft.com/office/drawing/2014/main" id="{F1FB3B8E-CCCB-4799-86AC-E6E1C7DEB80B}"/>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&lt;N&gt;</a:t>
              </a:r>
            </a:p>
          </p:txBody>
        </p:sp>
        <p:sp>
          <p:nvSpPr>
            <p:cNvPr id="53" name="Rectangle 52">
              <a:extLst>
                <a:ext uri="{FF2B5EF4-FFF2-40B4-BE49-F238E27FC236}">
                  <a16:creationId xmlns:a16="http://schemas.microsoft.com/office/drawing/2014/main" id="{59B50CB9-7FA6-4B89-BE45-50C8B85C7E72}"/>
                </a:ext>
              </a:extLst>
            </p:cNvPr>
            <p:cNvSpPr>
              <a:spLocks/>
            </p:cNvSpPr>
            <p:nvPr userDrawn="1"/>
          </p:nvSpPr>
          <p:spPr>
            <a:xfrm>
              <a:off x="887873"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&lt;TEXT&gt;</a:t>
              </a:r>
            </a:p>
          </p:txBody>
        </p:sp>
        <p:sp>
          <p:nvSpPr>
            <p:cNvPr id="54" name="Rectangle 53">
              <a:extLst>
                <a:ext uri="{FF2B5EF4-FFF2-40B4-BE49-F238E27FC236}">
                  <a16:creationId xmlns:a16="http://schemas.microsoft.com/office/drawing/2014/main" id="{114E5980-B6EF-4F21-8788-F077C72B0FF0}"/>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&lt;P&gt;</a:t>
              </a:r>
            </a:p>
          </p:txBody>
        </p:sp>
      </p:grpSp>
      <p:grpSp>
        <p:nvGrpSpPr>
          <p:cNvPr id="55" name="SP Agenda Section Highlight" hidden="1">
            <a:extLst>
              <a:ext uri="{FF2B5EF4-FFF2-40B4-BE49-F238E27FC236}">
                <a16:creationId xmlns:a16="http://schemas.microsoft.com/office/drawing/2014/main" id="{AF096DB6-BE40-42C7-B292-AB2B0E3628DC}"/>
              </a:ext>
            </a:extLst>
          </p:cNvPr>
          <p:cNvGrpSpPr>
            <a:grpSpLocks/>
          </p:cNvGrpSpPr>
          <p:nvPr userDrawn="1"/>
        </p:nvGrpSpPr>
        <p:grpSpPr>
          <a:xfrm>
            <a:off x="466610" y="1828800"/>
            <a:ext cx="11258783" cy="552002"/>
            <a:chOff x="350973" y="1196307"/>
            <a:chExt cx="6173652" cy="552002"/>
          </a:xfrm>
        </p:grpSpPr>
        <p:sp>
          <p:nvSpPr>
            <p:cNvPr id="56" name="Rectangle 55">
              <a:extLst>
                <a:ext uri="{FF2B5EF4-FFF2-40B4-BE49-F238E27FC236}">
                  <a16:creationId xmlns:a16="http://schemas.microsoft.com/office/drawing/2014/main" id="{588DDC6B-5ECF-498B-8DBA-366E2A3A0B1D}"/>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&lt;N&gt;</a:t>
              </a:r>
            </a:p>
          </p:txBody>
        </p:sp>
        <p:sp>
          <p:nvSpPr>
            <p:cNvPr id="57" name="Rectangle 56">
              <a:extLst>
                <a:ext uri="{FF2B5EF4-FFF2-40B4-BE49-F238E27FC236}">
                  <a16:creationId xmlns:a16="http://schemas.microsoft.com/office/drawing/2014/main" id="{4CCAC344-1E2F-48B9-95CE-33982A7D3EFB}"/>
                </a:ext>
              </a:extLst>
            </p:cNvPr>
            <p:cNvSpPr>
              <a:spLocks/>
            </p:cNvSpPr>
            <p:nvPr userDrawn="1"/>
          </p:nvSpPr>
          <p:spPr>
            <a:xfrm>
              <a:off x="89200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b="1" i="0" kern="1200" cap="none" baseline="0" noProof="0">
                  <a:solidFill>
                    <a:schemeClr val="bg2"/>
                  </a:solidFill>
                  <a:latin typeface="+mn-lt"/>
                  <a:ea typeface="+mn-ea"/>
                  <a:cs typeface="+mn-cs"/>
                </a:rPr>
                <a:t>&lt;TEXT&gt;</a:t>
              </a:r>
            </a:p>
          </p:txBody>
        </p:sp>
        <p:sp>
          <p:nvSpPr>
            <p:cNvPr id="58" name="Rectangle 57">
              <a:extLst>
                <a:ext uri="{FF2B5EF4-FFF2-40B4-BE49-F238E27FC236}">
                  <a16:creationId xmlns:a16="http://schemas.microsoft.com/office/drawing/2014/main" id="{6A7C46F4-B4A6-461C-AAB6-CCDBCD1DCB81}"/>
                </a:ext>
              </a:extLst>
            </p:cNvPr>
            <p:cNvSpPr>
              <a:spLocks/>
            </p:cNvSpPr>
            <p:nvPr userDrawn="1"/>
          </p:nvSpPr>
          <p:spPr>
            <a:xfrm>
              <a:off x="6009095" y="1196308"/>
              <a:ext cx="51553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&lt;P&gt;</a:t>
              </a:r>
            </a:p>
          </p:txBody>
        </p:sp>
      </p:grpSp>
      <p:grpSp>
        <p:nvGrpSpPr>
          <p:cNvPr id="59" name="SP Agenda Subsection" hidden="1">
            <a:extLst>
              <a:ext uri="{FF2B5EF4-FFF2-40B4-BE49-F238E27FC236}">
                <a16:creationId xmlns:a16="http://schemas.microsoft.com/office/drawing/2014/main" id="{A68D29B9-A522-4D76-9EEA-80D6DB90932E}"/>
              </a:ext>
            </a:extLst>
          </p:cNvPr>
          <p:cNvGrpSpPr>
            <a:grpSpLocks/>
          </p:cNvGrpSpPr>
          <p:nvPr userDrawn="1"/>
        </p:nvGrpSpPr>
        <p:grpSpPr>
          <a:xfrm>
            <a:off x="1655395" y="2356260"/>
            <a:ext cx="10052532" cy="552002"/>
            <a:chOff x="350973" y="1196307"/>
            <a:chExt cx="5512215" cy="552002"/>
          </a:xfrm>
        </p:grpSpPr>
        <p:sp>
          <p:nvSpPr>
            <p:cNvPr id="60" name="Rectangle 59">
              <a:extLst>
                <a:ext uri="{FF2B5EF4-FFF2-40B4-BE49-F238E27FC236}">
                  <a16:creationId xmlns:a16="http://schemas.microsoft.com/office/drawing/2014/main" id="{9B4CD365-D4A9-4D87-8F1A-E7CBEE002C65}"/>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None/>
                <a:tabLst/>
                <a:defRPr/>
              </a:pPr>
              <a:r>
                <a:rPr lang="fr-FR" sz="1400" b="1" i="0" kern="1200" cap="none" baseline="0" noProof="0">
                  <a:solidFill>
                    <a:schemeClr val="accent1"/>
                  </a:solidFill>
                  <a:latin typeface="+mn-lt"/>
                  <a:ea typeface="+mn-ea"/>
                  <a:cs typeface="+mn-cs"/>
                </a:rPr>
                <a:t>&lt;N&gt;</a:t>
              </a:r>
            </a:p>
          </p:txBody>
        </p:sp>
        <p:sp>
          <p:nvSpPr>
            <p:cNvPr id="61" name="Rectangle 60">
              <a:extLst>
                <a:ext uri="{FF2B5EF4-FFF2-40B4-BE49-F238E27FC236}">
                  <a16:creationId xmlns:a16="http://schemas.microsoft.com/office/drawing/2014/main" id="{259E57C0-7D15-4D42-99B0-388B0AD38040}"/>
                </a:ext>
              </a:extLst>
            </p:cNvPr>
            <p:cNvSpPr>
              <a:spLocks/>
            </p:cNvSpPr>
            <p:nvPr userDrawn="1"/>
          </p:nvSpPr>
          <p:spPr>
            <a:xfrm>
              <a:off x="685464"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400" i="0" kern="1200" cap="none" baseline="0" noProof="0">
                  <a:solidFill>
                    <a:schemeClr val="bg2"/>
                  </a:solidFill>
                  <a:latin typeface="+mn-lt"/>
                  <a:ea typeface="+mn-ea"/>
                  <a:cs typeface="+mn-cs"/>
                </a:rPr>
                <a:t>&lt;TEXT&gt;</a:t>
              </a:r>
            </a:p>
          </p:txBody>
        </p:sp>
        <p:sp>
          <p:nvSpPr>
            <p:cNvPr id="62" name="Rectangle 61">
              <a:extLst>
                <a:ext uri="{FF2B5EF4-FFF2-40B4-BE49-F238E27FC236}">
                  <a16:creationId xmlns:a16="http://schemas.microsoft.com/office/drawing/2014/main" id="{890BE66A-B31C-40B5-8209-60FA2F2E0D99}"/>
                </a:ext>
              </a:extLst>
            </p:cNvPr>
            <p:cNvSpPr>
              <a:spLocks/>
            </p:cNvSpPr>
            <p:nvPr userDrawn="1"/>
          </p:nvSpPr>
          <p:spPr>
            <a:xfrm>
              <a:off x="5347657" y="1196308"/>
              <a:ext cx="51553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&lt;P&gt;</a:t>
              </a:r>
            </a:p>
          </p:txBody>
        </p:sp>
      </p:grpSp>
      <p:grpSp>
        <p:nvGrpSpPr>
          <p:cNvPr id="63" name="SP Agenda Subsection Highlight" hidden="1">
            <a:extLst>
              <a:ext uri="{FF2B5EF4-FFF2-40B4-BE49-F238E27FC236}">
                <a16:creationId xmlns:a16="http://schemas.microsoft.com/office/drawing/2014/main" id="{0AC8024E-800F-4D27-81F5-31D2DEC50AB7}"/>
              </a:ext>
            </a:extLst>
          </p:cNvPr>
          <p:cNvGrpSpPr>
            <a:grpSpLocks/>
          </p:cNvGrpSpPr>
          <p:nvPr userDrawn="1"/>
        </p:nvGrpSpPr>
        <p:grpSpPr>
          <a:xfrm>
            <a:off x="1655395" y="2908261"/>
            <a:ext cx="10069996" cy="552002"/>
            <a:chOff x="746973" y="1196307"/>
            <a:chExt cx="5521791" cy="552002"/>
          </a:xfrm>
        </p:grpSpPr>
        <p:sp>
          <p:nvSpPr>
            <p:cNvPr id="64" name="Rectangle 63">
              <a:extLst>
                <a:ext uri="{FF2B5EF4-FFF2-40B4-BE49-F238E27FC236}">
                  <a16:creationId xmlns:a16="http://schemas.microsoft.com/office/drawing/2014/main" id="{60B5CDE7-2CF2-495E-81C2-BBB8131B9DBC}"/>
                </a:ext>
              </a:extLst>
            </p:cNvPr>
            <p:cNvSpPr>
              <a:spLocks/>
            </p:cNvSpPr>
            <p:nvPr userDrawn="1"/>
          </p:nvSpPr>
          <p:spPr>
            <a:xfrm>
              <a:off x="746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None/>
                <a:tabLst/>
                <a:defRPr/>
              </a:pPr>
              <a:r>
                <a:rPr lang="fr-FR" sz="1400" b="1" i="0" kern="1200" cap="none" baseline="0" noProof="0">
                  <a:solidFill>
                    <a:schemeClr val="accent1"/>
                  </a:solidFill>
                  <a:latin typeface="+mn-lt"/>
                  <a:ea typeface="+mn-ea"/>
                  <a:cs typeface="+mn-cs"/>
                </a:rPr>
                <a:t>&lt;N&gt;</a:t>
              </a:r>
            </a:p>
          </p:txBody>
        </p:sp>
        <p:sp>
          <p:nvSpPr>
            <p:cNvPr id="65" name="Rectangle 64">
              <a:extLst>
                <a:ext uri="{FF2B5EF4-FFF2-40B4-BE49-F238E27FC236}">
                  <a16:creationId xmlns:a16="http://schemas.microsoft.com/office/drawing/2014/main" id="{927B3B1A-DD17-4FB3-8083-0E50D87656B3}"/>
                </a:ext>
              </a:extLst>
            </p:cNvPr>
            <p:cNvSpPr>
              <a:spLocks/>
            </p:cNvSpPr>
            <p:nvPr userDrawn="1"/>
          </p:nvSpPr>
          <p:spPr>
            <a:xfrm>
              <a:off x="1084075"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400" b="1" i="0" kern="1200" cap="none" baseline="0" noProof="0">
                  <a:solidFill>
                    <a:schemeClr val="bg2"/>
                  </a:solidFill>
                  <a:latin typeface="+mn-lt"/>
                  <a:ea typeface="+mn-ea"/>
                  <a:cs typeface="+mn-cs"/>
                </a:rPr>
                <a:t>&lt;TEXT&gt;</a:t>
              </a:r>
            </a:p>
          </p:txBody>
        </p:sp>
        <p:sp>
          <p:nvSpPr>
            <p:cNvPr id="66" name="Rectangle 65">
              <a:extLst>
                <a:ext uri="{FF2B5EF4-FFF2-40B4-BE49-F238E27FC236}">
                  <a16:creationId xmlns:a16="http://schemas.microsoft.com/office/drawing/2014/main" id="{C8399873-18C4-49BB-9AC4-3A8655D4B77C}"/>
                </a:ext>
              </a:extLst>
            </p:cNvPr>
            <p:cNvSpPr>
              <a:spLocks/>
            </p:cNvSpPr>
            <p:nvPr userDrawn="1"/>
          </p:nvSpPr>
          <p:spPr>
            <a:xfrm>
              <a:off x="5753232" y="1196308"/>
              <a:ext cx="515532"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0" b="0" i="0" kern="1200" cap="none" baseline="0" noProof="0">
                  <a:solidFill>
                    <a:schemeClr val="bg2"/>
                  </a:solidFill>
                  <a:latin typeface="+mn-lt"/>
                  <a:ea typeface="+mn-ea"/>
                  <a:cs typeface="+mn-cs"/>
                </a:rPr>
                <a:t>Page &lt;P&gt;</a:t>
              </a:r>
            </a:p>
          </p:txBody>
        </p:sp>
      </p:grpSp>
      <p:sp>
        <p:nvSpPr>
          <p:cNvPr id="2" name="Title 1">
            <a:extLst>
              <a:ext uri="{FF2B5EF4-FFF2-40B4-BE49-F238E27FC236}">
                <a16:creationId xmlns:a16="http://schemas.microsoft.com/office/drawing/2014/main" id="{963AFF9E-7AF4-00F6-F416-A6EC7794515E}"/>
              </a:ext>
            </a:extLst>
          </p:cNvPr>
          <p:cNvSpPr>
            <a:spLocks noGrp="1"/>
          </p:cNvSpPr>
          <p:nvPr>
            <p:ph type="title" hasCustomPrompt="1"/>
          </p:nvPr>
        </p:nvSpPr>
        <p:spPr>
          <a:xfrm>
            <a:off x="423984" y="404664"/>
            <a:ext cx="11342769" cy="936774"/>
          </a:xfrm>
        </p:spPr>
        <p:txBody>
          <a:bodyPr/>
          <a:lstStyle>
            <a:lvl1pPr>
              <a:defRPr sz="2400"/>
            </a:lvl1pPr>
          </a:lstStyle>
          <a:p>
            <a:r>
              <a:rPr lang="fr-FR"/>
              <a:t>AGENDA</a:t>
            </a:r>
          </a:p>
        </p:txBody>
      </p:sp>
    </p:spTree>
    <p:extLst>
      <p:ext uri="{BB962C8B-B14F-4D97-AF65-F5344CB8AC3E}">
        <p14:creationId xmlns:p14="http://schemas.microsoft.com/office/powerpoint/2010/main" val="181816774"/>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P Divider">
    <p:spTree>
      <p:nvGrpSpPr>
        <p:cNvPr id="1" name=""/>
        <p:cNvGrpSpPr/>
        <p:nvPr/>
      </p:nvGrpSpPr>
      <p:grpSpPr>
        <a:xfrm>
          <a:off x="0" y="0"/>
          <a:ext cx="0" cy="0"/>
          <a:chOff x="0" y="0"/>
          <a:chExt cx="0" cy="0"/>
        </a:xfrm>
      </p:grpSpPr>
      <p:grpSp>
        <p:nvGrpSpPr>
          <p:cNvPr id="45" name="SP Agenda Section" hidden="1">
            <a:extLst>
              <a:ext uri="{FF2B5EF4-FFF2-40B4-BE49-F238E27FC236}">
                <a16:creationId xmlns:a16="http://schemas.microsoft.com/office/drawing/2014/main" id="{F2857B72-76E8-416F-990A-0E465F5B54C7}"/>
              </a:ext>
            </a:extLst>
          </p:cNvPr>
          <p:cNvGrpSpPr>
            <a:grpSpLocks/>
          </p:cNvGrpSpPr>
          <p:nvPr userDrawn="1"/>
        </p:nvGrpSpPr>
        <p:grpSpPr>
          <a:xfrm>
            <a:off x="466609" y="1295400"/>
            <a:ext cx="11258782" cy="552002"/>
            <a:chOff x="350973" y="1196307"/>
            <a:chExt cx="6173651" cy="552002"/>
          </a:xfrm>
        </p:grpSpPr>
        <p:sp>
          <p:nvSpPr>
            <p:cNvPr id="52" name="Rectangle 51">
              <a:extLst>
                <a:ext uri="{FF2B5EF4-FFF2-40B4-BE49-F238E27FC236}">
                  <a16:creationId xmlns:a16="http://schemas.microsoft.com/office/drawing/2014/main" id="{F1FB3B8E-CCCB-4799-86AC-E6E1C7DEB80B}"/>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&lt;N&gt;</a:t>
              </a:r>
            </a:p>
          </p:txBody>
        </p:sp>
        <p:sp>
          <p:nvSpPr>
            <p:cNvPr id="53" name="Rectangle 52">
              <a:extLst>
                <a:ext uri="{FF2B5EF4-FFF2-40B4-BE49-F238E27FC236}">
                  <a16:creationId xmlns:a16="http://schemas.microsoft.com/office/drawing/2014/main" id="{59B50CB9-7FA6-4B89-BE45-50C8B85C7E72}"/>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&lt;TEXT&gt;</a:t>
              </a:r>
            </a:p>
          </p:txBody>
        </p:sp>
        <p:sp>
          <p:nvSpPr>
            <p:cNvPr id="54" name="Rectangle 53">
              <a:extLst>
                <a:ext uri="{FF2B5EF4-FFF2-40B4-BE49-F238E27FC236}">
                  <a16:creationId xmlns:a16="http://schemas.microsoft.com/office/drawing/2014/main" id="{114E5980-B6EF-4F21-8788-F077C72B0FF0}"/>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&lt;P&gt;</a:t>
              </a:r>
            </a:p>
          </p:txBody>
        </p:sp>
      </p:grpSp>
      <p:grpSp>
        <p:nvGrpSpPr>
          <p:cNvPr id="55" name="SP Agenda Section Highlight" hidden="1">
            <a:extLst>
              <a:ext uri="{FF2B5EF4-FFF2-40B4-BE49-F238E27FC236}">
                <a16:creationId xmlns:a16="http://schemas.microsoft.com/office/drawing/2014/main" id="{AF096DB6-BE40-42C7-B292-AB2B0E3628DC}"/>
              </a:ext>
            </a:extLst>
          </p:cNvPr>
          <p:cNvGrpSpPr>
            <a:grpSpLocks/>
          </p:cNvGrpSpPr>
          <p:nvPr userDrawn="1"/>
        </p:nvGrpSpPr>
        <p:grpSpPr>
          <a:xfrm>
            <a:off x="466610" y="1828800"/>
            <a:ext cx="11258783" cy="552002"/>
            <a:chOff x="350973" y="1196307"/>
            <a:chExt cx="6173652" cy="552002"/>
          </a:xfrm>
        </p:grpSpPr>
        <p:sp>
          <p:nvSpPr>
            <p:cNvPr id="56" name="Rectangle 55">
              <a:extLst>
                <a:ext uri="{FF2B5EF4-FFF2-40B4-BE49-F238E27FC236}">
                  <a16:creationId xmlns:a16="http://schemas.microsoft.com/office/drawing/2014/main" id="{588DDC6B-5ECF-498B-8DBA-366E2A3A0B1D}"/>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&lt;N&gt;</a:t>
              </a:r>
            </a:p>
          </p:txBody>
        </p:sp>
        <p:sp>
          <p:nvSpPr>
            <p:cNvPr id="57" name="Rectangle 56">
              <a:extLst>
                <a:ext uri="{FF2B5EF4-FFF2-40B4-BE49-F238E27FC236}">
                  <a16:creationId xmlns:a16="http://schemas.microsoft.com/office/drawing/2014/main" id="{4CCAC344-1E2F-48B9-95CE-33982A7D3EFB}"/>
                </a:ext>
              </a:extLst>
            </p:cNvPr>
            <p:cNvSpPr>
              <a:spLocks/>
            </p:cNvSpPr>
            <p:nvPr userDrawn="1"/>
          </p:nvSpPr>
          <p:spPr>
            <a:xfrm>
              <a:off x="891565"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b="1" i="0" kern="1200" cap="none" baseline="0" noProof="0">
                  <a:solidFill>
                    <a:schemeClr val="bg2"/>
                  </a:solidFill>
                  <a:latin typeface="+mn-lt"/>
                  <a:ea typeface="+mn-ea"/>
                  <a:cs typeface="+mn-cs"/>
                </a:rPr>
                <a:t>&lt;TEXT&gt;</a:t>
              </a:r>
            </a:p>
          </p:txBody>
        </p:sp>
        <p:sp>
          <p:nvSpPr>
            <p:cNvPr id="58" name="Rectangle 57">
              <a:extLst>
                <a:ext uri="{FF2B5EF4-FFF2-40B4-BE49-F238E27FC236}">
                  <a16:creationId xmlns:a16="http://schemas.microsoft.com/office/drawing/2014/main" id="{6A7C46F4-B4A6-461C-AAB6-CCDBCD1DCB81}"/>
                </a:ext>
              </a:extLst>
            </p:cNvPr>
            <p:cNvSpPr>
              <a:spLocks/>
            </p:cNvSpPr>
            <p:nvPr userDrawn="1"/>
          </p:nvSpPr>
          <p:spPr>
            <a:xfrm>
              <a:off x="6009095" y="1196308"/>
              <a:ext cx="51553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&lt;P&gt;</a:t>
              </a:r>
            </a:p>
          </p:txBody>
        </p:sp>
      </p:grpSp>
      <p:grpSp>
        <p:nvGrpSpPr>
          <p:cNvPr id="59" name="SP Agenda Subsection" hidden="1">
            <a:extLst>
              <a:ext uri="{FF2B5EF4-FFF2-40B4-BE49-F238E27FC236}">
                <a16:creationId xmlns:a16="http://schemas.microsoft.com/office/drawing/2014/main" id="{A68D29B9-A522-4D76-9EEA-80D6DB90932E}"/>
              </a:ext>
            </a:extLst>
          </p:cNvPr>
          <p:cNvGrpSpPr>
            <a:grpSpLocks/>
          </p:cNvGrpSpPr>
          <p:nvPr userDrawn="1"/>
        </p:nvGrpSpPr>
        <p:grpSpPr>
          <a:xfrm>
            <a:off x="1655388" y="2356260"/>
            <a:ext cx="10073477" cy="552002"/>
            <a:chOff x="746969" y="1196307"/>
            <a:chExt cx="5523700" cy="552002"/>
          </a:xfrm>
        </p:grpSpPr>
        <p:sp>
          <p:nvSpPr>
            <p:cNvPr id="60" name="Rectangle 59">
              <a:extLst>
                <a:ext uri="{FF2B5EF4-FFF2-40B4-BE49-F238E27FC236}">
                  <a16:creationId xmlns:a16="http://schemas.microsoft.com/office/drawing/2014/main" id="{9B4CD365-D4A9-4D87-8F1A-E7CBEE002C65}"/>
                </a:ext>
              </a:extLst>
            </p:cNvPr>
            <p:cNvSpPr>
              <a:spLocks/>
            </p:cNvSpPr>
            <p:nvPr userDrawn="1"/>
          </p:nvSpPr>
          <p:spPr>
            <a:xfrm>
              <a:off x="746969"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None/>
                <a:tabLst/>
                <a:defRPr/>
              </a:pPr>
              <a:r>
                <a:rPr lang="fr-FR" sz="1400" b="1" i="0" kern="1200" cap="none" baseline="0" noProof="0">
                  <a:solidFill>
                    <a:schemeClr val="accent1"/>
                  </a:solidFill>
                  <a:latin typeface="+mn-lt"/>
                  <a:ea typeface="+mn-ea"/>
                  <a:cs typeface="+mn-cs"/>
                </a:rPr>
                <a:t>&lt;N&gt;</a:t>
              </a:r>
            </a:p>
          </p:txBody>
        </p:sp>
        <p:sp>
          <p:nvSpPr>
            <p:cNvPr id="61" name="Rectangle 60">
              <a:extLst>
                <a:ext uri="{FF2B5EF4-FFF2-40B4-BE49-F238E27FC236}">
                  <a16:creationId xmlns:a16="http://schemas.microsoft.com/office/drawing/2014/main" id="{259E57C0-7D15-4D42-99B0-388B0AD38040}"/>
                </a:ext>
              </a:extLst>
            </p:cNvPr>
            <p:cNvSpPr>
              <a:spLocks/>
            </p:cNvSpPr>
            <p:nvPr userDrawn="1"/>
          </p:nvSpPr>
          <p:spPr>
            <a:xfrm>
              <a:off x="1082549" y="1196307"/>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400" i="0" kern="1200" cap="none" baseline="0" noProof="0">
                  <a:solidFill>
                    <a:schemeClr val="bg2"/>
                  </a:solidFill>
                  <a:latin typeface="+mn-lt"/>
                  <a:ea typeface="+mn-ea"/>
                  <a:cs typeface="+mn-cs"/>
                </a:rPr>
                <a:t>&lt;TEXT&gt;</a:t>
              </a:r>
            </a:p>
          </p:txBody>
        </p:sp>
        <p:sp>
          <p:nvSpPr>
            <p:cNvPr id="62" name="Rectangle 61">
              <a:extLst>
                <a:ext uri="{FF2B5EF4-FFF2-40B4-BE49-F238E27FC236}">
                  <a16:creationId xmlns:a16="http://schemas.microsoft.com/office/drawing/2014/main" id="{890BE66A-B31C-40B5-8209-60FA2F2E0D99}"/>
                </a:ext>
              </a:extLst>
            </p:cNvPr>
            <p:cNvSpPr>
              <a:spLocks/>
            </p:cNvSpPr>
            <p:nvPr userDrawn="1"/>
          </p:nvSpPr>
          <p:spPr>
            <a:xfrm>
              <a:off x="5755138" y="1196308"/>
              <a:ext cx="51553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0" b="0" i="0" kern="1200" cap="none" baseline="0" noProof="0">
                  <a:solidFill>
                    <a:schemeClr val="bg2"/>
                  </a:solidFill>
                  <a:latin typeface="+mn-lt"/>
                  <a:ea typeface="+mn-ea"/>
                  <a:cs typeface="+mn-cs"/>
                </a:rPr>
                <a:t>Page &lt;P&gt;</a:t>
              </a:r>
            </a:p>
          </p:txBody>
        </p:sp>
      </p:grpSp>
      <p:grpSp>
        <p:nvGrpSpPr>
          <p:cNvPr id="63" name="SP Agenda Subsection Highlight" hidden="1">
            <a:extLst>
              <a:ext uri="{FF2B5EF4-FFF2-40B4-BE49-F238E27FC236}">
                <a16:creationId xmlns:a16="http://schemas.microsoft.com/office/drawing/2014/main" id="{0AC8024E-800F-4D27-81F5-31D2DEC50AB7}"/>
              </a:ext>
            </a:extLst>
          </p:cNvPr>
          <p:cNvGrpSpPr>
            <a:grpSpLocks/>
          </p:cNvGrpSpPr>
          <p:nvPr userDrawn="1"/>
        </p:nvGrpSpPr>
        <p:grpSpPr>
          <a:xfrm>
            <a:off x="1655388" y="2908261"/>
            <a:ext cx="10070003" cy="552002"/>
            <a:chOff x="746969" y="1196307"/>
            <a:chExt cx="5521795" cy="552002"/>
          </a:xfrm>
        </p:grpSpPr>
        <p:sp>
          <p:nvSpPr>
            <p:cNvPr id="64" name="Rectangle 63">
              <a:extLst>
                <a:ext uri="{FF2B5EF4-FFF2-40B4-BE49-F238E27FC236}">
                  <a16:creationId xmlns:a16="http://schemas.microsoft.com/office/drawing/2014/main" id="{60B5CDE7-2CF2-495E-81C2-BBB8131B9DBC}"/>
                </a:ext>
              </a:extLst>
            </p:cNvPr>
            <p:cNvSpPr>
              <a:spLocks/>
            </p:cNvSpPr>
            <p:nvPr userDrawn="1"/>
          </p:nvSpPr>
          <p:spPr>
            <a:xfrm>
              <a:off x="746969"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None/>
                <a:tabLst/>
                <a:defRPr/>
              </a:pPr>
              <a:r>
                <a:rPr lang="fr-FR" sz="1400" b="1" i="0" kern="1200" cap="none" baseline="0" noProof="0">
                  <a:solidFill>
                    <a:schemeClr val="accent1"/>
                  </a:solidFill>
                  <a:latin typeface="+mn-lt"/>
                  <a:ea typeface="+mn-ea"/>
                  <a:cs typeface="+mn-cs"/>
                </a:rPr>
                <a:t>&lt;N&gt;</a:t>
              </a:r>
            </a:p>
          </p:txBody>
        </p:sp>
        <p:sp>
          <p:nvSpPr>
            <p:cNvPr id="65" name="Rectangle 64">
              <a:extLst>
                <a:ext uri="{FF2B5EF4-FFF2-40B4-BE49-F238E27FC236}">
                  <a16:creationId xmlns:a16="http://schemas.microsoft.com/office/drawing/2014/main" id="{927B3B1A-DD17-4FB3-8083-0E50D87656B3}"/>
                </a:ext>
              </a:extLst>
            </p:cNvPr>
            <p:cNvSpPr>
              <a:spLocks/>
            </p:cNvSpPr>
            <p:nvPr userDrawn="1"/>
          </p:nvSpPr>
          <p:spPr>
            <a:xfrm>
              <a:off x="1084287"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400" b="1" i="0" kern="1200" cap="none" baseline="0" noProof="0">
                  <a:solidFill>
                    <a:schemeClr val="bg2"/>
                  </a:solidFill>
                  <a:latin typeface="+mn-lt"/>
                  <a:ea typeface="+mn-ea"/>
                  <a:cs typeface="+mn-cs"/>
                </a:rPr>
                <a:t>&lt;TEXT&gt;</a:t>
              </a:r>
            </a:p>
          </p:txBody>
        </p:sp>
        <p:sp>
          <p:nvSpPr>
            <p:cNvPr id="66" name="Rectangle 65">
              <a:extLst>
                <a:ext uri="{FF2B5EF4-FFF2-40B4-BE49-F238E27FC236}">
                  <a16:creationId xmlns:a16="http://schemas.microsoft.com/office/drawing/2014/main" id="{C8399873-18C4-49BB-9AC4-3A8655D4B77C}"/>
                </a:ext>
              </a:extLst>
            </p:cNvPr>
            <p:cNvSpPr>
              <a:spLocks/>
            </p:cNvSpPr>
            <p:nvPr userDrawn="1"/>
          </p:nvSpPr>
          <p:spPr>
            <a:xfrm>
              <a:off x="5753232" y="1196308"/>
              <a:ext cx="515532"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0" b="0" i="0" kern="1200" cap="none" baseline="0" noProof="0">
                  <a:solidFill>
                    <a:schemeClr val="bg2"/>
                  </a:solidFill>
                  <a:latin typeface="+mn-lt"/>
                  <a:ea typeface="+mn-ea"/>
                  <a:cs typeface="+mn-cs"/>
                </a:rPr>
                <a:t>Page &lt;P&gt;</a:t>
              </a:r>
            </a:p>
          </p:txBody>
        </p:sp>
      </p:grpSp>
      <p:sp>
        <p:nvSpPr>
          <p:cNvPr id="2" name="Title 1">
            <a:extLst>
              <a:ext uri="{FF2B5EF4-FFF2-40B4-BE49-F238E27FC236}">
                <a16:creationId xmlns:a16="http://schemas.microsoft.com/office/drawing/2014/main" id="{40AE165A-1031-B297-11E7-059175CA5C97}"/>
              </a:ext>
            </a:extLst>
          </p:cNvPr>
          <p:cNvSpPr>
            <a:spLocks noGrp="1"/>
          </p:cNvSpPr>
          <p:nvPr>
            <p:ph type="title" hasCustomPrompt="1"/>
          </p:nvPr>
        </p:nvSpPr>
        <p:spPr>
          <a:xfrm>
            <a:off x="423984" y="404664"/>
            <a:ext cx="11342769" cy="936774"/>
          </a:xfrm>
        </p:spPr>
        <p:txBody>
          <a:bodyPr/>
          <a:lstStyle>
            <a:lvl1pPr>
              <a:defRPr sz="2400"/>
            </a:lvl1pPr>
          </a:lstStyle>
          <a:p>
            <a:r>
              <a:rPr lang="fr-FR"/>
              <a:t>AGENDA</a:t>
            </a:r>
          </a:p>
        </p:txBody>
      </p:sp>
    </p:spTree>
    <p:extLst>
      <p:ext uri="{BB962C8B-B14F-4D97-AF65-F5344CB8AC3E}">
        <p14:creationId xmlns:p14="http://schemas.microsoft.com/office/powerpoint/2010/main" val="224923923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ext, Color &amp; Font guidelines">
    <p:spTree>
      <p:nvGrpSpPr>
        <p:cNvPr id="1" name=""/>
        <p:cNvGrpSpPr/>
        <p:nvPr/>
      </p:nvGrpSpPr>
      <p:grpSpPr>
        <a:xfrm>
          <a:off x="0" y="0"/>
          <a:ext cx="0" cy="0"/>
          <a:chOff x="0" y="0"/>
          <a:chExt cx="0" cy="0"/>
        </a:xfrm>
      </p:grpSpPr>
      <p:sp>
        <p:nvSpPr>
          <p:cNvPr id="2" name="Toptitle placeholder 1">
            <a:extLst>
              <a:ext uri="{FF2B5EF4-FFF2-40B4-BE49-F238E27FC236}">
                <a16:creationId xmlns:a16="http://schemas.microsoft.com/office/drawing/2014/main" id="{D1B40373-C58F-9D2F-924E-36B7D28F88E0}"/>
              </a:ext>
              <a:ext uri="{C183D7F6-B498-43B3-948B-1728B52AA6E4}">
                <adec:decorative xmlns:adec="http://schemas.microsoft.com/office/drawing/2017/decorative" val="0"/>
              </a:ext>
            </a:extLst>
          </p:cNvPr>
          <p:cNvSpPr>
            <a:spLocks noGrp="1"/>
          </p:cNvSpPr>
          <p:nvPr>
            <p:ph type="body" sz="quarter" idx="13" hasCustomPrompt="1"/>
          </p:nvPr>
        </p:nvSpPr>
        <p:spPr>
          <a:xfrm>
            <a:off x="425355" y="144313"/>
            <a:ext cx="11342769"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sz="1000" noProof="0">
                <a:solidFill>
                  <a:schemeClr val="accent3"/>
                </a:solidFill>
                <a:latin typeface="+mn-lt"/>
              </a:rPr>
              <a:t>How to use the Wavestone ppt template</a:t>
            </a:r>
          </a:p>
        </p:txBody>
      </p:sp>
      <p:sp>
        <p:nvSpPr>
          <p:cNvPr id="8" name="Title 1">
            <a:extLst>
              <a:ext uri="{FF2B5EF4-FFF2-40B4-BE49-F238E27FC236}">
                <a16:creationId xmlns:a16="http://schemas.microsoft.com/office/drawing/2014/main" id="{D964B1C5-C358-871B-CA19-F74DB0D2D4F0}"/>
              </a:ext>
            </a:extLst>
          </p:cNvPr>
          <p:cNvSpPr>
            <a:spLocks noGrp="1"/>
          </p:cNvSpPr>
          <p:nvPr>
            <p:ph type="title" hasCustomPrompt="1"/>
          </p:nvPr>
        </p:nvSpPr>
        <p:spPr>
          <a:xfrm>
            <a:off x="423985" y="404664"/>
            <a:ext cx="2440268" cy="936774"/>
          </a:xfrm>
        </p:spPr>
        <p:txBody>
          <a:bodyPr/>
          <a:lstStyle>
            <a:lvl1pPr>
              <a:defRPr sz="2400"/>
            </a:lvl1pPr>
          </a:lstStyle>
          <a:p>
            <a:r>
              <a:rPr lang="fr-FR"/>
              <a:t>Text, Color</a:t>
            </a:r>
            <a:br>
              <a:rPr lang="fr-FR"/>
            </a:br>
            <a:r>
              <a:rPr lang="fr-FR"/>
              <a:t>&amp; Font guidelines</a:t>
            </a:r>
          </a:p>
        </p:txBody>
      </p:sp>
      <p:sp>
        <p:nvSpPr>
          <p:cNvPr id="10" name="ZoneTexte 9">
            <a:extLst>
              <a:ext uri="{FF2B5EF4-FFF2-40B4-BE49-F238E27FC236}">
                <a16:creationId xmlns:a16="http://schemas.microsoft.com/office/drawing/2014/main" id="{823097D7-D7BA-9E25-0878-05A17731E689}"/>
              </a:ext>
            </a:extLst>
          </p:cNvPr>
          <p:cNvSpPr txBox="1">
            <a:spLocks/>
          </p:cNvSpPr>
          <p:nvPr userDrawn="1"/>
        </p:nvSpPr>
        <p:spPr>
          <a:xfrm>
            <a:off x="423984" y="1491910"/>
            <a:ext cx="11344276" cy="257369"/>
          </a:xfrm>
          <a:prstGeom prst="rect">
            <a:avLst/>
          </a:prstGeom>
          <a:noFill/>
        </p:spPr>
        <p:txBody>
          <a:bodyPr wrap="square" lIns="0" tIns="36000" rIns="0" bIns="36000" rtlCol="0">
            <a:spAutoFit/>
          </a:bodyPr>
          <a:lstStyle/>
          <a:p>
            <a:pPr algn="l">
              <a:spcBef>
                <a:spcPts val="600"/>
              </a:spcBef>
            </a:pPr>
            <a:r>
              <a:rPr lang="fr-FR" sz="1200">
                <a:solidFill>
                  <a:schemeClr val="bg2"/>
                </a:solidFill>
                <a:latin typeface="+mj-lt"/>
              </a:rPr>
              <a:t>Colors of Wavestone Powerpoint Slide Master and associated hexadecimal &amp; RGB color codes </a:t>
            </a:r>
          </a:p>
        </p:txBody>
      </p:sp>
      <p:graphicFrame>
        <p:nvGraphicFramePr>
          <p:cNvPr id="7" name="Chart 3"/>
          <p:cNvGraphicFramePr>
            <a:graphicFrameLocks/>
          </p:cNvGraphicFramePr>
          <p:nvPr>
            <p:extLst>
              <p:ext uri="{D42A27DB-BD31-4B8C-83A1-F6EECF244321}">
                <p14:modId xmlns:p14="http://schemas.microsoft.com/office/powerpoint/2010/main" val="3627311639"/>
              </p:ext>
            </p:extLst>
          </p:nvPr>
        </p:nvGraphicFramePr>
        <p:xfrm>
          <a:off x="423982" y="1491910"/>
          <a:ext cx="7365350" cy="1616862"/>
        </p:xfrm>
        <a:graphic>
          <a:graphicData uri="http://schemas.openxmlformats.org/drawingml/2006/table">
            <a:tbl>
              <a:tblPr bandRow="1">
                <a:tableStyleId>{5C22544A-7EE6-4342-B048-85BDC9FD1C3A}</a:tableStyleId>
              </a:tblPr>
              <a:tblGrid>
                <a:gridCol w="940280">
                  <a:extLst>
                    <a:ext uri="{9D8B030D-6E8A-4147-A177-3AD203B41FA5}">
                      <a16:colId xmlns:a16="http://schemas.microsoft.com/office/drawing/2014/main" val="509387146"/>
                    </a:ext>
                  </a:extLst>
                </a:gridCol>
                <a:gridCol w="874981">
                  <a:extLst>
                    <a:ext uri="{9D8B030D-6E8A-4147-A177-3AD203B41FA5}">
                      <a16:colId xmlns:a16="http://schemas.microsoft.com/office/drawing/2014/main" val="20000"/>
                    </a:ext>
                  </a:extLst>
                </a:gridCol>
                <a:gridCol w="907630">
                  <a:extLst>
                    <a:ext uri="{9D8B030D-6E8A-4147-A177-3AD203B41FA5}">
                      <a16:colId xmlns:a16="http://schemas.microsoft.com/office/drawing/2014/main" val="20001"/>
                    </a:ext>
                  </a:extLst>
                </a:gridCol>
                <a:gridCol w="907630">
                  <a:extLst>
                    <a:ext uri="{9D8B030D-6E8A-4147-A177-3AD203B41FA5}">
                      <a16:colId xmlns:a16="http://schemas.microsoft.com/office/drawing/2014/main" val="20002"/>
                    </a:ext>
                  </a:extLst>
                </a:gridCol>
                <a:gridCol w="907630">
                  <a:extLst>
                    <a:ext uri="{9D8B030D-6E8A-4147-A177-3AD203B41FA5}">
                      <a16:colId xmlns:a16="http://schemas.microsoft.com/office/drawing/2014/main" val="20003"/>
                    </a:ext>
                  </a:extLst>
                </a:gridCol>
                <a:gridCol w="907630">
                  <a:extLst>
                    <a:ext uri="{9D8B030D-6E8A-4147-A177-3AD203B41FA5}">
                      <a16:colId xmlns:a16="http://schemas.microsoft.com/office/drawing/2014/main" val="20004"/>
                    </a:ext>
                  </a:extLst>
                </a:gridCol>
                <a:gridCol w="907630">
                  <a:extLst>
                    <a:ext uri="{9D8B030D-6E8A-4147-A177-3AD203B41FA5}">
                      <a16:colId xmlns:a16="http://schemas.microsoft.com/office/drawing/2014/main" val="20005"/>
                    </a:ext>
                  </a:extLst>
                </a:gridCol>
                <a:gridCol w="1011939">
                  <a:extLst>
                    <a:ext uri="{9D8B030D-6E8A-4147-A177-3AD203B41FA5}">
                      <a16:colId xmlns:a16="http://schemas.microsoft.com/office/drawing/2014/main" val="20006"/>
                    </a:ext>
                  </a:extLst>
                </a:gridCol>
              </a:tblGrid>
              <a:tr h="300155">
                <a:tc>
                  <a:txBody>
                    <a:bodyPr/>
                    <a:lstStyle/>
                    <a:p>
                      <a:pPr marL="0" marR="0" lvl="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fr-FR" sz="900" b="1" kern="1200" noProof="0">
                        <a:solidFill>
                          <a:schemeClr val="tx1">
                            <a:lumMod val="100000"/>
                          </a:schemeClr>
                        </a:solidFill>
                        <a:latin typeface="+mn-lt"/>
                        <a:ea typeface="+mn-ea"/>
                        <a:cs typeface="+mn-cs"/>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gridSpan="7">
                  <a:txBody>
                    <a:bodyPr/>
                    <a:lstStyle/>
                    <a:p>
                      <a:pPr marL="0" marR="0" lvl="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fr-FR" sz="900" b="1" kern="1200" noProof="0">
                        <a:solidFill>
                          <a:schemeClr val="tx1">
                            <a:lumMod val="100000"/>
                          </a:schemeClr>
                        </a:solidFill>
                        <a:latin typeface="+mn-lt"/>
                        <a:ea typeface="+mn-ea"/>
                        <a:cs typeface="+mn-cs"/>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de-DE" sz="800" b="0" i="1" u="none">
                        <a:solidFill>
                          <a:schemeClr val="tx1"/>
                        </a:solidFill>
                        <a:latin typeface="Arial" pitchFamily="34" charset="0"/>
                        <a:cs typeface="Arial" pitchFamily="34" charset="0"/>
                      </a:endParaRPr>
                    </a:p>
                  </a:txBody>
                  <a:tcPr marL="72000" marR="108000" marT="72000" marB="72000" anchor="ctr">
                    <a:lnL w="19050" cap="flat" cmpd="sng" algn="ctr">
                      <a:solidFill>
                        <a:srgbClr val="FFFFFF"/>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marL="0" marR="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de-DE" sz="800" b="0" i="1" u="none">
                        <a:solidFill>
                          <a:schemeClr val="tx1"/>
                        </a:solidFill>
                        <a:latin typeface="Arial" pitchFamily="34" charset="0"/>
                        <a:cs typeface="Arial" pitchFamily="34" charset="0"/>
                      </a:endParaRPr>
                    </a:p>
                  </a:txBody>
                  <a:tcPr marL="72000" marR="108000" marT="72000" marB="72000" anchor="ctr">
                    <a:lnL w="19050" cap="flat" cmpd="sng" algn="ctr">
                      <a:solidFill>
                        <a:srgbClr val="FFFFFF"/>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marL="0" marR="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de-DE" sz="800" b="0" i="1" u="none">
                        <a:solidFill>
                          <a:schemeClr val="tx1"/>
                        </a:solidFill>
                        <a:latin typeface="Arial" pitchFamily="34" charset="0"/>
                        <a:cs typeface="Arial" pitchFamily="34" charset="0"/>
                      </a:endParaRPr>
                    </a:p>
                  </a:txBody>
                  <a:tcPr marL="72000" marR="108000" marT="72000" marB="720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marL="0" marR="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de-DE" sz="800" b="0" i="1" u="none">
                        <a:solidFill>
                          <a:schemeClr val="tx1"/>
                        </a:solidFill>
                        <a:latin typeface="Arial" pitchFamily="34" charset="0"/>
                        <a:cs typeface="Arial" pitchFamily="34" charset="0"/>
                      </a:endParaRPr>
                    </a:p>
                  </a:txBody>
                  <a:tcPr marL="72000" marR="108000" marT="72000" marB="720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hMerge="1">
                  <a:txBody>
                    <a:bodyPr/>
                    <a:lstStyle/>
                    <a:p>
                      <a:pPr marL="0" marR="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de-DE" sz="800" b="0" i="1" u="none">
                        <a:solidFill>
                          <a:schemeClr val="tx1"/>
                        </a:solidFill>
                        <a:latin typeface="Arial" pitchFamily="34" charset="0"/>
                        <a:cs typeface="Arial" pitchFamily="34" charset="0"/>
                      </a:endParaRPr>
                    </a:p>
                  </a:txBody>
                  <a:tcPr marL="72000" marR="108000" marT="72000" marB="720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hMerge="1">
                  <a:txBody>
                    <a:bodyPr/>
                    <a:lstStyle/>
                    <a:p>
                      <a:pPr marL="0" marR="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de-DE" sz="800" b="0" i="1" u="none">
                        <a:solidFill>
                          <a:schemeClr val="tx1"/>
                        </a:solidFill>
                        <a:latin typeface="Arial" pitchFamily="34" charset="0"/>
                        <a:cs typeface="Arial" pitchFamily="34" charset="0"/>
                      </a:endParaRPr>
                    </a:p>
                  </a:txBody>
                  <a:tcPr marL="72000" marR="108000" marT="72000" marB="720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38949">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fr-FR" sz="900" b="0" i="0" u="none" noProof="0">
                          <a:solidFill>
                            <a:schemeClr val="tx1">
                              <a:lumMod val="100000"/>
                            </a:schemeClr>
                          </a:solidFill>
                          <a:latin typeface="+mn-lt"/>
                          <a:cs typeface="Arial" pitchFamily="34" charset="0"/>
                        </a:rPr>
                        <a:t>Codes</a:t>
                      </a:r>
                    </a:p>
                  </a:txBody>
                  <a:tcPr marL="88615" marR="0"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fr-FR" sz="900" b="0" i="0" u="none" noProof="0">
                          <a:solidFill>
                            <a:schemeClr val="tx1">
                              <a:lumMod val="100000"/>
                            </a:schemeClr>
                          </a:solidFill>
                          <a:latin typeface="+mn-lt"/>
                          <a:cs typeface="Arial" pitchFamily="34" charset="0"/>
                        </a:rPr>
                        <a:t>Background 1</a:t>
                      </a:r>
                    </a:p>
                  </a:txBody>
                  <a:tcPr marL="88615" marR="0"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fr-FR" sz="900" b="0" i="0" u="none" noProof="0">
                          <a:solidFill>
                            <a:schemeClr val="tx1">
                              <a:lumMod val="100000"/>
                            </a:schemeClr>
                          </a:solidFill>
                          <a:latin typeface="+mn-lt"/>
                          <a:cs typeface="Arial" pitchFamily="34" charset="0"/>
                        </a:rPr>
                        <a:t>Text 1</a:t>
                      </a:r>
                    </a:p>
                  </a:txBody>
                  <a:tcPr marL="88615" marR="132923"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fr-FR" sz="900" b="0" i="0" u="none" noProof="0">
                          <a:solidFill>
                            <a:schemeClr val="tx1">
                              <a:lumMod val="100000"/>
                            </a:schemeClr>
                          </a:solidFill>
                          <a:latin typeface="+mn-lt"/>
                          <a:cs typeface="Arial" pitchFamily="34" charset="0"/>
                        </a:rPr>
                        <a:t>Background 2</a:t>
                      </a:r>
                    </a:p>
                  </a:txBody>
                  <a:tcPr marL="88615" marR="132923"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fr-FR" sz="900" b="0" i="0" u="none" noProof="0">
                          <a:solidFill>
                            <a:schemeClr val="tx1">
                              <a:lumMod val="100000"/>
                            </a:schemeClr>
                          </a:solidFill>
                          <a:latin typeface="+mn-lt"/>
                          <a:cs typeface="Arial" pitchFamily="34" charset="0"/>
                        </a:rPr>
                        <a:t>Text 2</a:t>
                      </a:r>
                    </a:p>
                  </a:txBody>
                  <a:tcPr marL="88615" marR="132923"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fr-FR" sz="900" b="0" i="0" u="none" noProof="0">
                          <a:solidFill>
                            <a:schemeClr val="tx1">
                              <a:lumMod val="100000"/>
                            </a:schemeClr>
                          </a:solidFill>
                          <a:latin typeface="+mn-lt"/>
                          <a:cs typeface="Arial" pitchFamily="34" charset="0"/>
                        </a:rPr>
                        <a:t>Accent 1</a:t>
                      </a:r>
                    </a:p>
                  </a:txBody>
                  <a:tcPr marL="88615" marR="132923"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fr-FR" sz="900" b="0" i="0" u="none" noProof="0">
                          <a:solidFill>
                            <a:schemeClr val="tx1">
                              <a:lumMod val="100000"/>
                            </a:schemeClr>
                          </a:solidFill>
                          <a:latin typeface="+mn-lt"/>
                          <a:cs typeface="Arial" pitchFamily="34" charset="0"/>
                        </a:rPr>
                        <a:t>Accent 2</a:t>
                      </a:r>
                    </a:p>
                  </a:txBody>
                  <a:tcPr marL="88615" marR="132923"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fr-FR" sz="900" b="0" i="0" u="none" noProof="0">
                          <a:solidFill>
                            <a:schemeClr val="tx1">
                              <a:lumMod val="100000"/>
                            </a:schemeClr>
                          </a:solidFill>
                          <a:latin typeface="+mn-lt"/>
                          <a:cs typeface="Arial" pitchFamily="34" charset="0"/>
                        </a:rPr>
                        <a:t>Accent 3</a:t>
                      </a:r>
                    </a:p>
                  </a:txBody>
                  <a:tcPr marL="88615" marR="132923"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48558">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1" u="none" noProof="0">
                          <a:solidFill>
                            <a:schemeClr val="tx1">
                              <a:lumMod val="100000"/>
                            </a:schemeClr>
                          </a:solidFill>
                          <a:latin typeface="+mn-lt"/>
                          <a:cs typeface="Arial" pitchFamily="34" charset="0"/>
                        </a:rPr>
                        <a:t>Hexadecimal</a:t>
                      </a:r>
                    </a:p>
                  </a:txBody>
                  <a:tcPr marL="88615" marR="0"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fr-FR" sz="1000" i="1" u="none" noProof="0">
                          <a:solidFill>
                            <a:schemeClr val="tx1">
                              <a:lumMod val="100000"/>
                            </a:schemeClr>
                          </a:solidFill>
                          <a:latin typeface="+mn-lt"/>
                          <a:cs typeface="Arial" pitchFamily="34" charset="0"/>
                        </a:rPr>
                        <a:t>#FFFFFF</a:t>
                      </a:r>
                    </a:p>
                  </a:txBody>
                  <a:tcPr marL="88615" marR="0"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fr-FR" sz="1000" i="1" u="none" noProof="0">
                          <a:solidFill>
                            <a:schemeClr val="bg1"/>
                          </a:solidFill>
                          <a:latin typeface="+mn-lt"/>
                          <a:cs typeface="Arial" pitchFamily="34" charset="0"/>
                        </a:rPr>
                        <a:t>#000000</a:t>
                      </a:r>
                    </a:p>
                  </a:txBody>
                  <a:tcPr marL="88615" marR="132923"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lumMod val="10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fr-FR" sz="1000" i="1" u="none" noProof="0">
                          <a:solidFill>
                            <a:schemeClr val="bg1">
                              <a:lumMod val="100000"/>
                            </a:schemeClr>
                          </a:solidFill>
                          <a:latin typeface="+mn-lt"/>
                          <a:cs typeface="Arial" pitchFamily="34" charset="0"/>
                        </a:rPr>
                        <a:t>#451DC7</a:t>
                      </a:r>
                    </a:p>
                  </a:txBody>
                  <a:tcPr marL="88615" marR="132923"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fr-FR" sz="1000" i="1" u="none" noProof="0">
                          <a:solidFill>
                            <a:schemeClr val="tx1">
                              <a:lumMod val="100000"/>
                            </a:schemeClr>
                          </a:solidFill>
                          <a:latin typeface="+mn-lt"/>
                          <a:cs typeface="Arial" pitchFamily="34" charset="0"/>
                        </a:rPr>
                        <a:t>#000000</a:t>
                      </a:r>
                    </a:p>
                  </a:txBody>
                  <a:tcPr marL="88615" marR="132923"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fr-FR" sz="1000" i="1" u="none" noProof="0">
                          <a:solidFill>
                            <a:schemeClr val="tx1">
                              <a:lumMod val="100000"/>
                            </a:schemeClr>
                          </a:solidFill>
                          <a:latin typeface="+mn-lt"/>
                          <a:cs typeface="Arial" pitchFamily="34" charset="0"/>
                        </a:rPr>
                        <a:t>#04F06A</a:t>
                      </a:r>
                    </a:p>
                  </a:txBody>
                  <a:tcPr marL="88615" marR="132923"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fr-FR" sz="1000" i="1" u="none" noProof="0">
                          <a:solidFill>
                            <a:schemeClr val="tx1">
                              <a:lumMod val="100000"/>
                            </a:schemeClr>
                          </a:solidFill>
                          <a:latin typeface="+mn-lt"/>
                          <a:cs typeface="Arial" pitchFamily="34" charset="0"/>
                        </a:rPr>
                        <a:t>#CAFEE0</a:t>
                      </a:r>
                    </a:p>
                  </a:txBody>
                  <a:tcPr marL="88615" marR="132923"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lumMod val="10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fr-FR" sz="1000" i="1" u="none" noProof="0">
                          <a:solidFill>
                            <a:schemeClr val="bg1">
                              <a:lumMod val="100000"/>
                            </a:schemeClr>
                          </a:solidFill>
                          <a:latin typeface="+mn-lt"/>
                          <a:cs typeface="Arial" pitchFamily="34" charset="0"/>
                        </a:rPr>
                        <a:t>#250F6B</a:t>
                      </a:r>
                    </a:p>
                  </a:txBody>
                  <a:tcPr marL="88615" marR="132923"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3"/>
                    </a:solidFill>
                  </a:tcPr>
                </a:tc>
                <a:extLst>
                  <a:ext uri="{0D108BD9-81ED-4DB2-BD59-A6C34878D82A}">
                    <a16:rowId xmlns:a16="http://schemas.microsoft.com/office/drawing/2014/main" val="10002"/>
                  </a:ext>
                </a:extLst>
              </a:tr>
              <a:tr h="528914">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R</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G</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B</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255</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255</a:t>
                      </a:r>
                      <a:br>
                        <a:rPr lang="fr-FR" sz="1000" i="0" u="none" noProof="0">
                          <a:solidFill>
                            <a:schemeClr val="tx1">
                              <a:lumMod val="100000"/>
                            </a:schemeClr>
                          </a:solidFill>
                          <a:latin typeface="+mn-lt"/>
                          <a:cs typeface="Arial" pitchFamily="34" charset="0"/>
                        </a:rPr>
                      </a:br>
                      <a:r>
                        <a:rPr lang="fr-FR" sz="1000" i="0" u="none" noProof="0">
                          <a:solidFill>
                            <a:schemeClr val="tx1">
                              <a:lumMod val="100000"/>
                            </a:schemeClr>
                          </a:solidFill>
                          <a:latin typeface="+mn-lt"/>
                          <a:cs typeface="Arial" pitchFamily="34" charset="0"/>
                        </a:rPr>
                        <a:t>255</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0</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0</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0</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69</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29</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199</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255</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255</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255</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4</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240</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106</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202</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254</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224</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37</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15</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fr-FR" sz="1000" i="0" u="none" noProof="0">
                          <a:solidFill>
                            <a:schemeClr val="tx1">
                              <a:lumMod val="100000"/>
                            </a:schemeClr>
                          </a:solidFill>
                          <a:latin typeface="+mn-lt"/>
                          <a:cs typeface="Arial" pitchFamily="34" charset="0"/>
                        </a:rPr>
                        <a:t>107</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5" name="ZoneTexte 14">
            <a:extLst>
              <a:ext uri="{FF2B5EF4-FFF2-40B4-BE49-F238E27FC236}">
                <a16:creationId xmlns:a16="http://schemas.microsoft.com/office/drawing/2014/main" id="{4D38D55F-3717-1DE7-C634-D1E90CF429B3}"/>
              </a:ext>
            </a:extLst>
          </p:cNvPr>
          <p:cNvSpPr txBox="1">
            <a:spLocks/>
          </p:cNvSpPr>
          <p:nvPr userDrawn="1"/>
        </p:nvSpPr>
        <p:spPr>
          <a:xfrm>
            <a:off x="423984" y="3255083"/>
            <a:ext cx="11344276" cy="257369"/>
          </a:xfrm>
          <a:prstGeom prst="rect">
            <a:avLst/>
          </a:prstGeom>
          <a:noFill/>
        </p:spPr>
        <p:txBody>
          <a:bodyPr wrap="square" lIns="0" tIns="36000" rIns="0" bIns="36000" rtlCol="0">
            <a:spAutoFit/>
          </a:bodyPr>
          <a:lstStyle/>
          <a:p>
            <a:pPr algn="l">
              <a:spcBef>
                <a:spcPts val="600"/>
              </a:spcBef>
            </a:pPr>
            <a:r>
              <a:rPr lang="fr-FR" sz="1200">
                <a:solidFill>
                  <a:schemeClr val="bg2"/>
                </a:solidFill>
                <a:latin typeface="+mj-lt"/>
              </a:rPr>
              <a:t>Text levels and bullet lists</a:t>
            </a:r>
          </a:p>
        </p:txBody>
      </p:sp>
      <p:graphicFrame>
        <p:nvGraphicFramePr>
          <p:cNvPr id="13" name="Table 4">
            <a:extLst>
              <a:ext uri="{FF2B5EF4-FFF2-40B4-BE49-F238E27FC236}">
                <a16:creationId xmlns:a16="http://schemas.microsoft.com/office/drawing/2014/main" id="{FD91C57F-EE59-4C6C-AD72-1954FFCD87DB}"/>
              </a:ext>
            </a:extLst>
          </p:cNvPr>
          <p:cNvGraphicFramePr>
            <a:graphicFrameLocks noGrp="1"/>
          </p:cNvGraphicFramePr>
          <p:nvPr userDrawn="1">
            <p:extLst>
              <p:ext uri="{D42A27DB-BD31-4B8C-83A1-F6EECF244321}">
                <p14:modId xmlns:p14="http://schemas.microsoft.com/office/powerpoint/2010/main" val="1846860918"/>
              </p:ext>
            </p:extLst>
          </p:nvPr>
        </p:nvGraphicFramePr>
        <p:xfrm>
          <a:off x="423863" y="3528889"/>
          <a:ext cx="11342770" cy="2708399"/>
        </p:xfrm>
        <a:graphic>
          <a:graphicData uri="http://schemas.openxmlformats.org/drawingml/2006/table">
            <a:tbl>
              <a:tblPr firstRow="1" bandRow="1">
                <a:tableStyleId>{0E3FDE45-AF77-4B5C-9715-49D594BDF05E}</a:tableStyleId>
              </a:tblPr>
              <a:tblGrid>
                <a:gridCol w="1456376">
                  <a:extLst>
                    <a:ext uri="{9D8B030D-6E8A-4147-A177-3AD203B41FA5}">
                      <a16:colId xmlns:a16="http://schemas.microsoft.com/office/drawing/2014/main" val="20000"/>
                    </a:ext>
                  </a:extLst>
                </a:gridCol>
                <a:gridCol w="1175477">
                  <a:extLst>
                    <a:ext uri="{9D8B030D-6E8A-4147-A177-3AD203B41FA5}">
                      <a16:colId xmlns:a16="http://schemas.microsoft.com/office/drawing/2014/main" val="20001"/>
                    </a:ext>
                  </a:extLst>
                </a:gridCol>
                <a:gridCol w="1388962">
                  <a:extLst>
                    <a:ext uri="{9D8B030D-6E8A-4147-A177-3AD203B41FA5}">
                      <a16:colId xmlns:a16="http://schemas.microsoft.com/office/drawing/2014/main" val="20002"/>
                    </a:ext>
                  </a:extLst>
                </a:gridCol>
                <a:gridCol w="949125">
                  <a:extLst>
                    <a:ext uri="{9D8B030D-6E8A-4147-A177-3AD203B41FA5}">
                      <a16:colId xmlns:a16="http://schemas.microsoft.com/office/drawing/2014/main" val="20003"/>
                    </a:ext>
                  </a:extLst>
                </a:gridCol>
                <a:gridCol w="1400536">
                  <a:extLst>
                    <a:ext uri="{9D8B030D-6E8A-4147-A177-3AD203B41FA5}">
                      <a16:colId xmlns:a16="http://schemas.microsoft.com/office/drawing/2014/main" val="20004"/>
                    </a:ext>
                  </a:extLst>
                </a:gridCol>
                <a:gridCol w="1423686">
                  <a:extLst>
                    <a:ext uri="{9D8B030D-6E8A-4147-A177-3AD203B41FA5}">
                      <a16:colId xmlns:a16="http://schemas.microsoft.com/office/drawing/2014/main" val="20005"/>
                    </a:ext>
                  </a:extLst>
                </a:gridCol>
                <a:gridCol w="1909823">
                  <a:extLst>
                    <a:ext uri="{9D8B030D-6E8A-4147-A177-3AD203B41FA5}">
                      <a16:colId xmlns:a16="http://schemas.microsoft.com/office/drawing/2014/main" val="20006"/>
                    </a:ext>
                  </a:extLst>
                </a:gridCol>
                <a:gridCol w="1638785">
                  <a:extLst>
                    <a:ext uri="{9D8B030D-6E8A-4147-A177-3AD203B41FA5}">
                      <a16:colId xmlns:a16="http://schemas.microsoft.com/office/drawing/2014/main" val="20007"/>
                    </a:ext>
                  </a:extLst>
                </a:gridCol>
              </a:tblGrid>
              <a:tr h="254424">
                <a:tc>
                  <a:txBody>
                    <a:bodyPr/>
                    <a:lstStyle/>
                    <a:p>
                      <a:r>
                        <a:rPr lang="fr-FR" sz="900" b="1" noProof="0"/>
                        <a:t>Level</a:t>
                      </a: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pPr algn="l"/>
                      <a:r>
                        <a:rPr lang="fr-FR" sz="900" b="1" kern="1200" noProof="0">
                          <a:solidFill>
                            <a:schemeClr val="tx1"/>
                          </a:solidFill>
                          <a:latin typeface="+mn-lt"/>
                          <a:ea typeface="+mn-ea"/>
                          <a:cs typeface="+mn-cs"/>
                        </a:rPr>
                        <a:t>Font</a:t>
                      </a: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pPr algn="ctr"/>
                      <a:r>
                        <a:rPr lang="fr-FR" sz="900" b="1" kern="1200" noProof="0">
                          <a:solidFill>
                            <a:schemeClr val="tx1"/>
                          </a:solidFill>
                          <a:latin typeface="+mn-lt"/>
                          <a:ea typeface="+mn-ea"/>
                          <a:cs typeface="+mn-cs"/>
                        </a:rPr>
                        <a:t>Color</a:t>
                      </a: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pPr algn="ctr"/>
                      <a:r>
                        <a:rPr lang="fr-FR" sz="900" b="1" kern="1200" noProof="0">
                          <a:solidFill>
                            <a:schemeClr val="tx1"/>
                          </a:solidFill>
                          <a:latin typeface="+mn-lt"/>
                          <a:ea typeface="+mn-ea"/>
                          <a:cs typeface="+mn-cs"/>
                        </a:rPr>
                        <a:t>Font Size</a:t>
                      </a: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pPr algn="ctr"/>
                      <a:r>
                        <a:rPr lang="fr-FR" sz="900" b="1" kern="1200" noProof="0">
                          <a:solidFill>
                            <a:schemeClr val="tx1"/>
                          </a:solidFill>
                          <a:latin typeface="+mn-lt"/>
                          <a:ea typeface="+mn-ea"/>
                          <a:cs typeface="+mn-cs"/>
                        </a:rPr>
                        <a:t>Effect</a:t>
                      </a: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pPr algn="l"/>
                      <a:r>
                        <a:rPr lang="fr-FR" sz="900" b="1" kern="1200" noProof="0">
                          <a:solidFill>
                            <a:schemeClr val="tx1"/>
                          </a:solidFill>
                          <a:latin typeface="+mn-lt"/>
                          <a:ea typeface="+mn-ea"/>
                          <a:cs typeface="+mn-cs"/>
                        </a:rPr>
                        <a:t>Bullet </a:t>
                      </a: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r>
                        <a:rPr lang="fr-FR" sz="900" b="1" kern="1200" noProof="0">
                          <a:solidFill>
                            <a:schemeClr val="tx1"/>
                          </a:solidFill>
                          <a:latin typeface="+mn-lt"/>
                          <a:ea typeface="+mn-ea"/>
                          <a:cs typeface="+mn-cs"/>
                        </a:rPr>
                        <a:t>Paragraph Indentation</a:t>
                      </a: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r>
                        <a:rPr lang="fr-FR" sz="900" b="1" kern="1200" noProof="0">
                          <a:solidFill>
                            <a:schemeClr val="tx1"/>
                          </a:solidFill>
                          <a:latin typeface="+mn-lt"/>
                          <a:ea typeface="+mn-ea"/>
                          <a:cs typeface="+mn-cs"/>
                        </a:rPr>
                        <a:t>Paragraph Spacing</a:t>
                      </a: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0"/>
                  </a:ext>
                </a:extLst>
              </a:tr>
              <a:tr h="396240">
                <a:tc>
                  <a:txBody>
                    <a:bodyPr/>
                    <a:lstStyle/>
                    <a:p>
                      <a:pPr>
                        <a:tabLst>
                          <a:tab pos="355600" algn="l"/>
                        </a:tabLst>
                      </a:pPr>
                      <a:r>
                        <a:rPr lang="fr-FR" sz="1000" i="0" kern="1200" cap="none" baseline="0">
                          <a:solidFill>
                            <a:schemeClr val="accent3"/>
                          </a:solidFill>
                          <a:latin typeface="+mn-lt"/>
                          <a:ea typeface="+mn-ea"/>
                          <a:cs typeface="+mn-cs"/>
                        </a:rPr>
                        <a:t>Subtitle</a:t>
                      </a: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algn="l"/>
                      <a:r>
                        <a:rPr lang="fr-FR" sz="1000" i="0" u="none" kern="1200" cap="none" baseline="0">
                          <a:solidFill>
                            <a:schemeClr val="tx1"/>
                          </a:solidFill>
                          <a:latin typeface="+mn-lt"/>
                          <a:ea typeface="+mn-ea"/>
                          <a:cs typeface="+mn-cs"/>
                        </a:rPr>
                        <a:t>Aptos</a:t>
                      </a: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37 / 15 / 107</a:t>
                      </a: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10</a:t>
                      </a: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none" baseline="0">
                          <a:solidFill>
                            <a:schemeClr val="tx1"/>
                          </a:solidFill>
                          <a:latin typeface="+mn-lt"/>
                          <a:ea typeface="+mn-ea"/>
                          <a:cs typeface="+mn-cs"/>
                        </a:rPr>
                        <a:t>Normal</a:t>
                      </a:r>
                      <a:endParaRPr lang="fr-FR" sz="1000" i="0" kern="1200" cap="all" baseline="0">
                        <a:solidFill>
                          <a:schemeClr val="tx1"/>
                        </a:solidFill>
                        <a:latin typeface="+mn-lt"/>
                        <a:ea typeface="+mn-ea"/>
                        <a:cs typeface="+mn-cs"/>
                      </a:endParaRP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algn="l"/>
                      <a:endParaRPr lang="fr-FR" sz="1000" kern="1200">
                        <a:solidFill>
                          <a:schemeClr val="tx1"/>
                        </a:solidFill>
                        <a:latin typeface="+mn-lt"/>
                        <a:ea typeface="+mn-ea"/>
                        <a:cs typeface="+mn-cs"/>
                      </a:endParaRP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r>
                        <a:rPr lang="fr-FR" sz="1000" kern="1200">
                          <a:solidFill>
                            <a:schemeClr val="tx1"/>
                          </a:solidFill>
                          <a:latin typeface="+mn-lt"/>
                          <a:ea typeface="+mn-ea"/>
                          <a:cs typeface="+mn-cs"/>
                        </a:rPr>
                        <a:t>Before text = 0 cm</a:t>
                      </a: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0 pt</a:t>
                      </a:r>
                    </a:p>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No line spacing</a:t>
                      </a:r>
                    </a:p>
                  </a:txBody>
                  <a:tcPr anchor="ctr">
                    <a:lnL>
                      <a:noFill/>
                    </a:lnL>
                    <a:lnR>
                      <a:noFill/>
                    </a:lnR>
                    <a:lnT w="12700" cmpd="sng">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57200">
                <a:tc>
                  <a:txBody>
                    <a:bodyPr/>
                    <a:lstStyle/>
                    <a:p>
                      <a:r>
                        <a:rPr lang="fr-FR" sz="2400" kern="1200" baseline="0">
                          <a:solidFill>
                            <a:schemeClr val="bg2">
                              <a:lumMod val="100000"/>
                            </a:schemeClr>
                          </a:solidFill>
                          <a:latin typeface="+mj-lt"/>
                          <a:ea typeface="+mj-ea"/>
                          <a:cs typeface="+mj-cs"/>
                        </a:rPr>
                        <a:t>Title</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r>
                        <a:rPr lang="fr-FR" sz="1000" i="0" kern="1200" cap="none" baseline="0">
                          <a:solidFill>
                            <a:schemeClr val="tx1"/>
                          </a:solidFill>
                          <a:latin typeface="+mn-lt"/>
                          <a:ea typeface="+mn-ea"/>
                          <a:cs typeface="+mn-cs"/>
                        </a:rPr>
                        <a:t>Aptos SemiBold</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69 / 29 / 199</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24</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kumimoji="0" lang="fr-FR" sz="1000" b="0" i="0" u="none" strike="noStrike" kern="1200" cap="none" spc="0" normalizeH="0" baseline="0" noProof="0">
                          <a:ln>
                            <a:noFill/>
                          </a:ln>
                          <a:solidFill>
                            <a:schemeClr val="tx1"/>
                          </a:solidFill>
                          <a:effectLst/>
                          <a:uLnTx/>
                          <a:uFillTx/>
                          <a:latin typeface="+mn-lt"/>
                          <a:ea typeface="+mn-ea"/>
                          <a:cs typeface="+mn-cs"/>
                        </a:rPr>
                        <a:t>Normal</a:t>
                      </a:r>
                      <a:endParaRPr lang="fr-FR" sz="1000" i="0" kern="1200" cap="all" baseline="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endParaRPr lang="fr-FR" sz="1000" kern="120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a:solidFill>
                            <a:schemeClr val="tx1"/>
                          </a:solidFill>
                          <a:latin typeface="+mn-lt"/>
                          <a:ea typeface="+mn-ea"/>
                          <a:cs typeface="+mn-cs"/>
                        </a:rPr>
                        <a:t>Before text = 0 cm</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0 pt</a:t>
                      </a:r>
                    </a:p>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No line spacing</a:t>
                      </a:r>
                    </a:p>
                  </a:txBody>
                  <a:tcPr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96240">
                <a:tc>
                  <a:txBody>
                    <a:bodyPr/>
                    <a:lstStyle/>
                    <a:p>
                      <a:pPr lvl="0"/>
                      <a:r>
                        <a:rPr lang="fr-FR" sz="1600" i="0" kern="1200" cap="none" baseline="0">
                          <a:solidFill>
                            <a:schemeClr val="tx1">
                              <a:lumMod val="100000"/>
                            </a:schemeClr>
                          </a:solidFill>
                          <a:latin typeface="+mn-lt"/>
                          <a:ea typeface="+mn-ea"/>
                          <a:cs typeface="+mn-cs"/>
                        </a:rPr>
                        <a:t>Level 1</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r>
                        <a:rPr lang="fr-FR" sz="1000" i="0" kern="1200" cap="none" baseline="0">
                          <a:solidFill>
                            <a:schemeClr val="tx1"/>
                          </a:solidFill>
                          <a:latin typeface="+mn-lt"/>
                          <a:ea typeface="+mn-ea"/>
                          <a:cs typeface="+mn-cs"/>
                        </a:rPr>
                        <a:t>Aptos</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0 / 0 / 0</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16</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kumimoji="0" lang="fr-FR" sz="1000" b="0" i="0" u="none" strike="noStrike" kern="1200" cap="none" spc="0" normalizeH="0" baseline="0" noProof="0">
                          <a:ln>
                            <a:noFill/>
                          </a:ln>
                          <a:solidFill>
                            <a:schemeClr val="tx1"/>
                          </a:solidFill>
                          <a:effectLst/>
                          <a:uLnTx/>
                          <a:uFillTx/>
                          <a:latin typeface="+mn-lt"/>
                          <a:ea typeface="+mn-ea"/>
                          <a:cs typeface="+mn-cs"/>
                        </a:rPr>
                        <a:t>Normal</a:t>
                      </a:r>
                      <a:endParaRPr lang="fr-FR" sz="1000" i="0" kern="1200" cap="all" baseline="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endParaRPr lang="fr-FR" sz="1000" kern="120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a:solidFill>
                            <a:schemeClr val="tx1"/>
                          </a:solidFill>
                          <a:latin typeface="+mn-lt"/>
                          <a:ea typeface="+mn-ea"/>
                          <a:cs typeface="+mn-cs"/>
                        </a:rPr>
                        <a:t>Before text </a:t>
                      </a:r>
                      <a:r>
                        <a:rPr lang="fr-FR" sz="1000" kern="1200" baseline="0">
                          <a:solidFill>
                            <a:schemeClr val="tx1"/>
                          </a:solidFill>
                          <a:latin typeface="+mn-lt"/>
                          <a:ea typeface="+mn-ea"/>
                          <a:cs typeface="+mn-cs"/>
                        </a:rPr>
                        <a:t>= 0 cm</a:t>
                      </a:r>
                      <a:endParaRPr lang="fr-FR" sz="1000" kern="120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noProof="0">
                          <a:solidFill>
                            <a:schemeClr val="tx1"/>
                          </a:solidFill>
                          <a:latin typeface="+mn-lt"/>
                          <a:ea typeface="+mn-ea"/>
                          <a:cs typeface="+mn-cs"/>
                        </a:rPr>
                        <a:t>6 pt</a:t>
                      </a:r>
                    </a:p>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Single line spacing</a:t>
                      </a:r>
                    </a:p>
                  </a:txBody>
                  <a:tcPr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96240">
                <a:tc>
                  <a:txBody>
                    <a:bodyPr/>
                    <a:lstStyle/>
                    <a:p>
                      <a:pPr marL="269875" indent="-269875">
                        <a:buClr>
                          <a:schemeClr val="bg2"/>
                        </a:buClr>
                        <a:buFont typeface="Avenir Next LT Pro" panose="020B0504020202020204" pitchFamily="34" charset="0"/>
                        <a:buChar char="•"/>
                        <a:tabLst/>
                      </a:pPr>
                      <a:r>
                        <a:rPr lang="fr-FR" sz="1600" kern="1200">
                          <a:solidFill>
                            <a:schemeClr val="tx1"/>
                          </a:solidFill>
                          <a:latin typeface="+mn-lt"/>
                          <a:ea typeface="+mn-ea"/>
                          <a:cs typeface="+mn-cs"/>
                        </a:rPr>
                        <a:t>Level 2</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r>
                        <a:rPr lang="fr-FR" sz="1000" i="0" kern="1200" cap="none" baseline="0">
                          <a:solidFill>
                            <a:schemeClr val="tx1"/>
                          </a:solidFill>
                          <a:latin typeface="+mn-lt"/>
                          <a:ea typeface="+mn-ea"/>
                          <a:cs typeface="+mn-cs"/>
                        </a:rPr>
                        <a:t>Aptos</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0 / 0 / 0</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kern="1200">
                          <a:solidFill>
                            <a:schemeClr val="tx1"/>
                          </a:solidFill>
                          <a:latin typeface="+mn-lt"/>
                          <a:ea typeface="+mn-ea"/>
                          <a:cs typeface="+mn-cs"/>
                        </a:rPr>
                        <a:t>16</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kern="1200">
                          <a:solidFill>
                            <a:schemeClr val="tx1"/>
                          </a:solidFill>
                          <a:latin typeface="+mn-lt"/>
                          <a:ea typeface="+mn-ea"/>
                          <a:cs typeface="+mn-cs"/>
                        </a:rPr>
                        <a:t>Normal</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cap="none" baseline="0">
                          <a:solidFill>
                            <a:schemeClr val="tx1"/>
                          </a:solidFill>
                          <a:latin typeface="+mn-lt"/>
                          <a:ea typeface="+mn-ea"/>
                          <a:cs typeface="+mn-cs"/>
                        </a:rPr>
                        <a:t>code 2022</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a:solidFill>
                            <a:schemeClr val="tx1"/>
                          </a:solidFill>
                          <a:latin typeface="+mn-lt"/>
                          <a:ea typeface="+mn-ea"/>
                          <a:cs typeface="+mn-cs"/>
                        </a:rPr>
                        <a:t>Before text </a:t>
                      </a:r>
                      <a:r>
                        <a:rPr lang="fr-FR" sz="1000" kern="1200" baseline="0">
                          <a:solidFill>
                            <a:schemeClr val="tx1"/>
                          </a:solidFill>
                          <a:latin typeface="+mn-lt"/>
                          <a:ea typeface="+mn-ea"/>
                          <a:cs typeface="+mn-cs"/>
                        </a:rPr>
                        <a:t>= 0,5 cm</a:t>
                      </a:r>
                      <a:endParaRPr lang="fr-FR" sz="1000" kern="120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noProof="0">
                          <a:solidFill>
                            <a:schemeClr val="tx1"/>
                          </a:solidFill>
                          <a:latin typeface="+mn-lt"/>
                          <a:ea typeface="+mn-ea"/>
                          <a:cs typeface="+mn-cs"/>
                        </a:rPr>
                        <a:t>6 pt</a:t>
                      </a:r>
                    </a:p>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Single line spacing</a:t>
                      </a:r>
                    </a:p>
                  </a:txBody>
                  <a:tcPr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96240">
                <a:tc>
                  <a:txBody>
                    <a:bodyPr/>
                    <a:lstStyle/>
                    <a:p>
                      <a:pPr marL="285750" lvl="1" indent="-285750" defTabSz="271463">
                        <a:buClr>
                          <a:schemeClr val="bg2"/>
                        </a:buClr>
                        <a:buFont typeface="Poppins" panose="00000500000000000000" pitchFamily="2" charset="0"/>
                        <a:buChar char="–"/>
                      </a:pPr>
                      <a:r>
                        <a:rPr lang="fr-FR" sz="1400" kern="1200">
                          <a:solidFill>
                            <a:schemeClr val="tx1"/>
                          </a:solidFill>
                          <a:latin typeface="+mn-lt"/>
                          <a:ea typeface="+mn-ea"/>
                          <a:cs typeface="+mn-cs"/>
                        </a:rPr>
                        <a:t>Level 3</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r>
                        <a:rPr lang="fr-FR" sz="1000" i="0" kern="1200" cap="none" baseline="0">
                          <a:solidFill>
                            <a:schemeClr val="tx1"/>
                          </a:solidFill>
                          <a:latin typeface="+mn-lt"/>
                          <a:ea typeface="+mn-ea"/>
                          <a:cs typeface="+mn-cs"/>
                        </a:rPr>
                        <a:t>Aptos</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0 / 0 / 0</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kern="1200">
                          <a:solidFill>
                            <a:schemeClr val="tx1"/>
                          </a:solidFill>
                          <a:latin typeface="+mn-lt"/>
                          <a:ea typeface="+mn-ea"/>
                          <a:cs typeface="+mn-cs"/>
                        </a:rPr>
                        <a:t>14</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kern="1200">
                          <a:solidFill>
                            <a:schemeClr val="tx1"/>
                          </a:solidFill>
                          <a:latin typeface="+mn-lt"/>
                          <a:ea typeface="+mn-ea"/>
                          <a:cs typeface="+mn-cs"/>
                        </a:rPr>
                        <a:t>Normal</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r>
                        <a:rPr lang="fr-FR" sz="1000" kern="1200">
                          <a:solidFill>
                            <a:schemeClr val="tx1"/>
                          </a:solidFill>
                          <a:latin typeface="+mn-lt"/>
                          <a:ea typeface="+mn-ea"/>
                          <a:cs typeface="+mn-cs"/>
                        </a:rPr>
                        <a:t>code 2013</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a:solidFill>
                            <a:schemeClr val="tx1"/>
                          </a:solidFill>
                          <a:latin typeface="+mn-lt"/>
                          <a:ea typeface="+mn-ea"/>
                          <a:cs typeface="+mn-cs"/>
                        </a:rPr>
                        <a:t>Before text </a:t>
                      </a:r>
                      <a:r>
                        <a:rPr lang="fr-FR" sz="1000" kern="1200" baseline="0">
                          <a:solidFill>
                            <a:schemeClr val="tx1"/>
                          </a:solidFill>
                          <a:latin typeface="+mn-lt"/>
                          <a:ea typeface="+mn-ea"/>
                          <a:cs typeface="+mn-cs"/>
                        </a:rPr>
                        <a:t>= 0,5 cm</a:t>
                      </a:r>
                      <a:endParaRPr lang="fr-FR" sz="1000" kern="120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noProof="0">
                          <a:solidFill>
                            <a:schemeClr val="tx1"/>
                          </a:solidFill>
                          <a:latin typeface="+mn-lt"/>
                          <a:ea typeface="+mn-ea"/>
                          <a:cs typeface="+mn-cs"/>
                        </a:rPr>
                        <a:t>6 pt</a:t>
                      </a:r>
                    </a:p>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Single line spacing</a:t>
                      </a:r>
                    </a:p>
                  </a:txBody>
                  <a:tcPr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11815">
                <a:tc>
                  <a:txBody>
                    <a:bodyPr/>
                    <a:lstStyle/>
                    <a:p>
                      <a:pPr marL="285750" indent="-285750">
                        <a:buClr>
                          <a:schemeClr val="bg2"/>
                        </a:buClr>
                        <a:buFont typeface="Courier New" panose="02070309020205020404" pitchFamily="49" charset="0"/>
                        <a:buChar char="o"/>
                      </a:pPr>
                      <a:r>
                        <a:rPr lang="fr-FR" sz="1200" kern="1200" cap="none" baseline="0">
                          <a:solidFill>
                            <a:schemeClr val="tx1"/>
                          </a:solidFill>
                          <a:latin typeface="+mn-lt"/>
                          <a:ea typeface="+mn-ea"/>
                          <a:cs typeface="+mn-cs"/>
                        </a:rPr>
                        <a:t>Level 4</a:t>
                      </a: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l"/>
                      <a:r>
                        <a:rPr lang="fr-FR" sz="1000" i="0" kern="1200" cap="none" baseline="0">
                          <a:solidFill>
                            <a:schemeClr val="tx1"/>
                          </a:solidFill>
                          <a:latin typeface="+mn-lt"/>
                          <a:ea typeface="+mn-ea"/>
                          <a:cs typeface="+mn-cs"/>
                        </a:rPr>
                        <a:t>Aptos</a:t>
                      </a: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0 / 0 / 0</a:t>
                      </a: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a:r>
                        <a:rPr lang="fr-FR" sz="1000" kern="1200" cap="none" baseline="0">
                          <a:solidFill>
                            <a:schemeClr val="tx1"/>
                          </a:solidFill>
                          <a:latin typeface="+mn-lt"/>
                          <a:ea typeface="+mn-ea"/>
                          <a:cs typeface="+mn-cs"/>
                        </a:rPr>
                        <a:t>12</a:t>
                      </a: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a:r>
                        <a:rPr lang="fr-FR" sz="1000" kern="1200" cap="none" baseline="0">
                          <a:solidFill>
                            <a:schemeClr val="tx1"/>
                          </a:solidFill>
                          <a:latin typeface="+mn-lt"/>
                          <a:ea typeface="+mn-ea"/>
                          <a:cs typeface="+mn-cs"/>
                        </a:rPr>
                        <a:t>Normal</a:t>
                      </a: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marL="0" indent="0" algn="l">
                        <a:buFont typeface="Tahoma" panose="020B0604030504040204" pitchFamily="34" charset="0"/>
                        <a:buNone/>
                      </a:pPr>
                      <a:r>
                        <a:rPr lang="fr-FR" sz="1000" kern="1200" cap="none" baseline="0">
                          <a:solidFill>
                            <a:schemeClr val="tx1"/>
                          </a:solidFill>
                          <a:latin typeface="+mn-lt"/>
                          <a:ea typeface="+mn-ea"/>
                          <a:cs typeface="+mn-cs"/>
                        </a:rPr>
                        <a:t>Hollow round bullet</a:t>
                      </a: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r>
                        <a:rPr lang="fr-FR" sz="1000" kern="1200">
                          <a:solidFill>
                            <a:schemeClr val="tx1"/>
                          </a:solidFill>
                          <a:latin typeface="+mn-lt"/>
                          <a:ea typeface="+mn-ea"/>
                          <a:cs typeface="+mn-cs"/>
                        </a:rPr>
                        <a:t>Before text </a:t>
                      </a:r>
                      <a:r>
                        <a:rPr lang="fr-FR" sz="1000" kern="1200" baseline="0">
                          <a:solidFill>
                            <a:schemeClr val="tx1"/>
                          </a:solidFill>
                          <a:latin typeface="+mn-lt"/>
                          <a:ea typeface="+mn-ea"/>
                          <a:cs typeface="+mn-cs"/>
                        </a:rPr>
                        <a:t>= 0,5 cm</a:t>
                      </a:r>
                      <a:endParaRPr lang="fr-FR" sz="1000" kern="1200">
                        <a:solidFill>
                          <a:schemeClr val="tx1"/>
                        </a:solidFill>
                        <a:latin typeface="+mn-lt"/>
                        <a:ea typeface="+mn-ea"/>
                        <a:cs typeface="+mn-cs"/>
                      </a:endParaRP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r>
                        <a:rPr lang="fr-FR" sz="1000" kern="1200" noProof="0">
                          <a:solidFill>
                            <a:schemeClr val="tx1"/>
                          </a:solidFill>
                          <a:latin typeface="+mn-lt"/>
                          <a:ea typeface="+mn-ea"/>
                          <a:cs typeface="+mn-cs"/>
                        </a:rPr>
                        <a:t>6 pt</a:t>
                      </a:r>
                    </a:p>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Single line </a:t>
                      </a:r>
                      <a:r>
                        <a:rPr lang="fr-FR" sz="1000" kern="1200" noProof="0" err="1">
                          <a:solidFill>
                            <a:schemeClr val="tx1"/>
                          </a:solidFill>
                          <a:latin typeface="+mn-lt"/>
                          <a:ea typeface="+mn-ea"/>
                          <a:cs typeface="+mn-cs"/>
                        </a:rPr>
                        <a:t>spacing</a:t>
                      </a:r>
                      <a:endParaRPr lang="fr-FR" sz="1000" kern="1200" noProof="0">
                        <a:solidFill>
                          <a:schemeClr val="tx1"/>
                        </a:solidFill>
                        <a:latin typeface="+mn-lt"/>
                        <a:ea typeface="+mn-ea"/>
                        <a:cs typeface="+mn-cs"/>
                      </a:endParaRPr>
                    </a:p>
                  </a:txBody>
                  <a:tcPr anchor="ctr">
                    <a:lnL>
                      <a:noFill/>
                    </a:lnL>
                    <a:lnR>
                      <a:noFill/>
                    </a:lnR>
                    <a:lnT>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bl>
          </a:graphicData>
        </a:graphic>
      </p:graphicFrame>
      <p:sp>
        <p:nvSpPr>
          <p:cNvPr id="11" name="Rectangle: Rounded Corners 10" descr="&#10;"/>
          <p:cNvSpPr>
            <a:spLocks/>
          </p:cNvSpPr>
          <p:nvPr/>
        </p:nvSpPr>
        <p:spPr>
          <a:xfrm>
            <a:off x="4049414" y="404813"/>
            <a:ext cx="1316765" cy="822103"/>
          </a:xfrm>
          <a:prstGeom prst="roundRect">
            <a:avLst>
              <a:gd name="adj" fmla="val 8171"/>
            </a:avLst>
          </a:prstGeom>
          <a:no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fr-FR" sz="1200" b="1" noProof="0">
                <a:solidFill>
                  <a:schemeClr val="bg2"/>
                </a:solidFill>
                <a:latin typeface="+mj-lt"/>
              </a:rPr>
              <a:t>Shortcut: </a:t>
            </a:r>
            <a:r>
              <a:rPr lang="fr-FR" sz="1200" b="0" noProof="0">
                <a:solidFill>
                  <a:schemeClr val="tx1">
                    <a:lumMod val="100000"/>
                  </a:schemeClr>
                </a:solidFill>
              </a:rPr>
              <a:t>to switch</a:t>
            </a:r>
            <a:r>
              <a:rPr lang="fr-FR" sz="1200" b="0" baseline="0" noProof="0">
                <a:solidFill>
                  <a:schemeClr val="tx1">
                    <a:lumMod val="100000"/>
                  </a:schemeClr>
                </a:solidFill>
              </a:rPr>
              <a:t> text level, </a:t>
            </a:r>
            <a:r>
              <a:rPr lang="fr-FR" sz="1200" b="0" noProof="0">
                <a:solidFill>
                  <a:schemeClr val="tx1">
                    <a:lumMod val="100000"/>
                  </a:schemeClr>
                </a:solidFill>
              </a:rPr>
              <a:t>Shift</a:t>
            </a:r>
            <a:r>
              <a:rPr lang="fr-FR" sz="1200" b="0" baseline="0" noProof="0">
                <a:solidFill>
                  <a:schemeClr val="tx1">
                    <a:lumMod val="100000"/>
                  </a:schemeClr>
                </a:solidFill>
              </a:rPr>
              <a:t> + Alt + Right/Left arrow</a:t>
            </a:r>
            <a:endParaRPr lang="fr-FR" sz="1200" b="0" noProof="0">
              <a:solidFill>
                <a:schemeClr val="tx1">
                  <a:lumMod val="100000"/>
                </a:schemeClr>
              </a:solidFill>
            </a:endParaRPr>
          </a:p>
        </p:txBody>
      </p:sp>
      <p:sp>
        <p:nvSpPr>
          <p:cNvPr id="28" name="Rectangle: Rounded Corners 27">
            <a:extLst>
              <a:ext uri="{FF2B5EF4-FFF2-40B4-BE49-F238E27FC236}">
                <a16:creationId xmlns:a16="http://schemas.microsoft.com/office/drawing/2014/main" id="{4C95A61F-EC45-5E68-4890-DAC7521393E4}"/>
              </a:ext>
            </a:extLst>
          </p:cNvPr>
          <p:cNvSpPr>
            <a:spLocks/>
          </p:cNvSpPr>
          <p:nvPr userDrawn="1"/>
        </p:nvSpPr>
        <p:spPr>
          <a:xfrm>
            <a:off x="5439356" y="404814"/>
            <a:ext cx="1440495" cy="822103"/>
          </a:xfrm>
          <a:prstGeom prst="roundRect">
            <a:avLst>
              <a:gd name="adj" fmla="val 5853"/>
            </a:avLst>
          </a:prstGeom>
          <a:no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fr-FR" sz="1200" b="1" baseline="0" noProof="0">
                <a:solidFill>
                  <a:schemeClr val="bg2"/>
                </a:solidFill>
                <a:latin typeface="+mj-lt"/>
              </a:rPr>
              <a:t>Design Tip I</a:t>
            </a:r>
            <a:r>
              <a:rPr lang="fr-FR" sz="1200" b="1" baseline="0" noProof="0">
                <a:solidFill>
                  <a:schemeClr val="bg2">
                    <a:lumMod val="100000"/>
                  </a:schemeClr>
                </a:solidFill>
                <a:latin typeface="+mj-lt"/>
              </a:rPr>
              <a:t>:</a:t>
            </a:r>
            <a:r>
              <a:rPr lang="fr-FR" sz="1200" b="1" baseline="0" noProof="0">
                <a:solidFill>
                  <a:schemeClr val="tx1">
                    <a:lumMod val="100000"/>
                  </a:schemeClr>
                </a:solidFill>
                <a:latin typeface="+mj-lt"/>
              </a:rPr>
              <a:t> </a:t>
            </a:r>
            <a:r>
              <a:rPr lang="fr-FR" sz="1200" baseline="0" noProof="0">
                <a:solidFill>
                  <a:schemeClr val="tx1">
                    <a:lumMod val="100000"/>
                  </a:schemeClr>
                </a:solidFill>
                <a:latin typeface="+mn-lt"/>
              </a:rPr>
              <a:t>To add </a:t>
            </a:r>
            <a:r>
              <a:rPr lang="fr-FR" sz="1200" baseline="0" noProof="0">
                <a:solidFill>
                  <a:schemeClr val="bg2">
                    <a:lumMod val="100000"/>
                  </a:schemeClr>
                </a:solidFill>
                <a:latin typeface="+mj-lt"/>
              </a:rPr>
              <a:t>bold</a:t>
            </a:r>
            <a:r>
              <a:rPr lang="fr-FR" sz="1200" baseline="0" noProof="0">
                <a:solidFill>
                  <a:schemeClr val="tx1">
                    <a:lumMod val="100000"/>
                  </a:schemeClr>
                </a:solidFill>
                <a:latin typeface="+mn-lt"/>
              </a:rPr>
              <a:t> to your words, use the shortcut Ctrl + B</a:t>
            </a:r>
          </a:p>
        </p:txBody>
      </p:sp>
      <p:sp>
        <p:nvSpPr>
          <p:cNvPr id="5" name="Rectangle 27" descr="&#10;">
            <a:extLst>
              <a:ext uri="{FF2B5EF4-FFF2-40B4-BE49-F238E27FC236}">
                <a16:creationId xmlns:a16="http://schemas.microsoft.com/office/drawing/2014/main" id="{678DE402-D98D-965C-D69C-9BE7F0604740}"/>
              </a:ext>
            </a:extLst>
          </p:cNvPr>
          <p:cNvSpPr>
            <a:spLocks/>
          </p:cNvSpPr>
          <p:nvPr userDrawn="1"/>
        </p:nvSpPr>
        <p:spPr>
          <a:xfrm>
            <a:off x="6953027" y="404814"/>
            <a:ext cx="1704559" cy="822103"/>
          </a:xfrm>
          <a:prstGeom prst="roundRect">
            <a:avLst>
              <a:gd name="adj" fmla="val 8171"/>
            </a:avLst>
          </a:prstGeom>
          <a:no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noProof="0">
                <a:solidFill>
                  <a:schemeClr val="bg2">
                    <a:lumMod val="100000"/>
                  </a:schemeClr>
                </a:solidFill>
                <a:latin typeface="+mj-lt"/>
              </a:rPr>
              <a:t>Design Tip II: </a:t>
            </a:r>
            <a:r>
              <a:rPr lang="fr-FR" sz="1200" b="0" baseline="0" noProof="0">
                <a:solidFill>
                  <a:schemeClr val="bg2">
                    <a:lumMod val="100000"/>
                  </a:schemeClr>
                </a:solidFill>
                <a:latin typeface="+mj-lt"/>
              </a:rPr>
              <a:t> </a:t>
            </a:r>
            <a:r>
              <a:rPr lang="fr-FR" sz="1200" b="0" baseline="0" noProof="0">
                <a:solidFill>
                  <a:schemeClr val="tx1">
                    <a:lumMod val="100000"/>
                  </a:schemeClr>
                </a:solidFill>
                <a:latin typeface="+mn-lt"/>
              </a:rPr>
              <a:t>Use Text 1 with Background 1 and Text 2 with Background 2</a:t>
            </a:r>
          </a:p>
        </p:txBody>
      </p:sp>
      <p:sp>
        <p:nvSpPr>
          <p:cNvPr id="3" name="Rectangle 27">
            <a:extLst>
              <a:ext uri="{FF2B5EF4-FFF2-40B4-BE49-F238E27FC236}">
                <a16:creationId xmlns:a16="http://schemas.microsoft.com/office/drawing/2014/main" id="{D65FEDDE-873B-9B40-695F-E5C636F38088}"/>
              </a:ext>
            </a:extLst>
          </p:cNvPr>
          <p:cNvSpPr>
            <a:spLocks/>
          </p:cNvSpPr>
          <p:nvPr userDrawn="1"/>
        </p:nvSpPr>
        <p:spPr>
          <a:xfrm>
            <a:off x="8730764" y="404814"/>
            <a:ext cx="1770007" cy="822103"/>
          </a:xfrm>
          <a:prstGeom prst="roundRect">
            <a:avLst>
              <a:gd name="adj" fmla="val 7592"/>
            </a:avLst>
          </a:prstGeom>
          <a:no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noProof="0">
                <a:solidFill>
                  <a:schemeClr val="bg2">
                    <a:lumMod val="100000"/>
                  </a:schemeClr>
                </a:solidFill>
                <a:latin typeface="+mj-lt"/>
              </a:rPr>
              <a:t>Design Tip III: </a:t>
            </a:r>
            <a:r>
              <a:rPr lang="fr-FR" sz="1200" b="0" baseline="0" noProof="0">
                <a:solidFill>
                  <a:schemeClr val="bg2">
                    <a:lumMod val="100000"/>
                  </a:schemeClr>
                </a:solidFill>
                <a:latin typeface="+mj-lt"/>
              </a:rPr>
              <a:t> </a:t>
            </a:r>
            <a:r>
              <a:rPr lang="fr-FR" sz="1200" b="0" baseline="0" noProof="0">
                <a:solidFill>
                  <a:schemeClr val="tx1">
                    <a:lumMod val="100000"/>
                  </a:schemeClr>
                </a:solidFill>
                <a:latin typeface="+mn-lt"/>
              </a:rPr>
              <a:t>Accent 1 and 2 are accentuation colors (≈ 5% maximum of the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baseline="0" noProof="0">
              <a:solidFill>
                <a:schemeClr val="tx1">
                  <a:lumMod val="100000"/>
                </a:schemeClr>
              </a:solidFill>
              <a:latin typeface="+mn-lt"/>
            </a:endParaRPr>
          </a:p>
        </p:txBody>
      </p:sp>
      <p:sp>
        <p:nvSpPr>
          <p:cNvPr id="23" name="Rectangle 27" descr="&#10;">
            <a:extLst>
              <a:ext uri="{FF2B5EF4-FFF2-40B4-BE49-F238E27FC236}">
                <a16:creationId xmlns:a16="http://schemas.microsoft.com/office/drawing/2014/main" id="{436C0024-6E90-3550-F961-BC95CE964A5B}"/>
              </a:ext>
            </a:extLst>
          </p:cNvPr>
          <p:cNvSpPr>
            <a:spLocks/>
          </p:cNvSpPr>
          <p:nvPr userDrawn="1"/>
        </p:nvSpPr>
        <p:spPr>
          <a:xfrm>
            <a:off x="8730764" y="1819774"/>
            <a:ext cx="1770006" cy="1049552"/>
          </a:xfrm>
          <a:prstGeom prst="roundRect">
            <a:avLst>
              <a:gd name="adj" fmla="val 8171"/>
            </a:avLst>
          </a:prstGeom>
          <a:no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noProof="0">
                <a:solidFill>
                  <a:schemeClr val="bg2">
                    <a:lumMod val="100000"/>
                  </a:schemeClr>
                </a:solidFill>
                <a:latin typeface="+mj-lt"/>
              </a:rPr>
              <a:t>Design Tip IV: </a:t>
            </a:r>
            <a:r>
              <a:rPr lang="fr-FR" sz="1200" b="0" baseline="0" noProof="0">
                <a:solidFill>
                  <a:schemeClr val="bg2">
                    <a:lumMod val="100000"/>
                  </a:schemeClr>
                </a:solidFill>
                <a:latin typeface="+mj-lt"/>
              </a:rPr>
              <a:t> </a:t>
            </a:r>
            <a:r>
              <a:rPr lang="fr-FR" sz="1200" b="0" baseline="0" noProof="0">
                <a:solidFill>
                  <a:schemeClr val="tx1">
                    <a:lumMod val="100000"/>
                  </a:schemeClr>
                </a:solidFill>
                <a:latin typeface="+mn-lt"/>
              </a:rPr>
              <a:t>Do not forget to check the guides box, and do not add text out of them (View &gt; Guides)</a:t>
            </a:r>
          </a:p>
        </p:txBody>
      </p:sp>
      <p:cxnSp>
        <p:nvCxnSpPr>
          <p:cNvPr id="31" name="Straight Arrow Connector 30" descr="The arrow points to the red guides that must not be crossed.">
            <a:extLst>
              <a:ext uri="{FF2B5EF4-FFF2-40B4-BE49-F238E27FC236}">
                <a16:creationId xmlns:a16="http://schemas.microsoft.com/office/drawing/2014/main" id="{B8105ABC-EE01-6DE2-22A4-B0F0E49BE7A1}"/>
              </a:ext>
            </a:extLst>
          </p:cNvPr>
          <p:cNvCxnSpPr>
            <a:cxnSpLocks/>
            <a:stCxn id="23" idx="3"/>
          </p:cNvCxnSpPr>
          <p:nvPr userDrawn="1"/>
        </p:nvCxnSpPr>
        <p:spPr>
          <a:xfrm>
            <a:off x="10500770" y="2344550"/>
            <a:ext cx="1224766" cy="0"/>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nvGrpSpPr>
          <p:cNvPr id="6" name="Groupe 5" descr="The red guides run around the slide and indicate the margins to be respected between the text and the edge of the slide.">
            <a:extLst>
              <a:ext uri="{FF2B5EF4-FFF2-40B4-BE49-F238E27FC236}">
                <a16:creationId xmlns:a16="http://schemas.microsoft.com/office/drawing/2014/main" id="{B26AABCE-812A-78C1-D5C6-37586E260207}"/>
              </a:ext>
            </a:extLst>
          </p:cNvPr>
          <p:cNvGrpSpPr/>
          <p:nvPr userDrawn="1"/>
        </p:nvGrpSpPr>
        <p:grpSpPr>
          <a:xfrm>
            <a:off x="0" y="-14436"/>
            <a:ext cx="12192000" cy="6872436"/>
            <a:chOff x="0" y="-14436"/>
            <a:chExt cx="12192000" cy="6872436"/>
          </a:xfrm>
        </p:grpSpPr>
        <p:cxnSp>
          <p:nvCxnSpPr>
            <p:cNvPr id="14" name="Straight Connector 13">
              <a:extLst>
                <a:ext uri="{FF2B5EF4-FFF2-40B4-BE49-F238E27FC236}">
                  <a16:creationId xmlns:a16="http://schemas.microsoft.com/office/drawing/2014/main" id="{2F52B62F-247D-A984-5491-170990F3B5B5}"/>
                </a:ext>
              </a:extLst>
            </p:cNvPr>
            <p:cNvCxnSpPr>
              <a:cxnSpLocks/>
            </p:cNvCxnSpPr>
            <p:nvPr userDrawn="1"/>
          </p:nvCxnSpPr>
          <p:spPr>
            <a:xfrm>
              <a:off x="0" y="404813"/>
              <a:ext cx="12192000"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B1422B7-9F37-DF59-E9C2-1A5997F90A87}"/>
                </a:ext>
              </a:extLst>
            </p:cNvPr>
            <p:cNvCxnSpPr>
              <a:cxnSpLocks/>
            </p:cNvCxnSpPr>
            <p:nvPr userDrawn="1"/>
          </p:nvCxnSpPr>
          <p:spPr>
            <a:xfrm>
              <a:off x="11766753" y="-14436"/>
              <a:ext cx="0" cy="687243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D347D3D-7539-E3E5-46E9-DBBBF10BAC3D}"/>
                </a:ext>
              </a:extLst>
            </p:cNvPr>
            <p:cNvCxnSpPr>
              <a:cxnSpLocks/>
            </p:cNvCxnSpPr>
            <p:nvPr userDrawn="1"/>
          </p:nvCxnSpPr>
          <p:spPr>
            <a:xfrm>
              <a:off x="423984" y="-14436"/>
              <a:ext cx="0" cy="687243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2DCAAC5-CF53-1E9A-16A9-9E948CD46F58}"/>
                </a:ext>
              </a:extLst>
            </p:cNvPr>
            <p:cNvCxnSpPr>
              <a:cxnSpLocks/>
            </p:cNvCxnSpPr>
            <p:nvPr userDrawn="1"/>
          </p:nvCxnSpPr>
          <p:spPr>
            <a:xfrm>
              <a:off x="0" y="6236414"/>
              <a:ext cx="12192000"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grpSp>
      <p:sp>
        <p:nvSpPr>
          <p:cNvPr id="12" name="Freeform: Shape 11">
            <a:extLst>
              <a:ext uri="{FF2B5EF4-FFF2-40B4-BE49-F238E27FC236}">
                <a16:creationId xmlns:a16="http://schemas.microsoft.com/office/drawing/2014/main" id="{83DFFE58-DCEB-BE9E-4D43-AD8C276484CB}"/>
              </a:ext>
            </a:extLst>
          </p:cNvPr>
          <p:cNvSpPr/>
          <p:nvPr userDrawn="1"/>
        </p:nvSpPr>
        <p:spPr>
          <a:xfrm rot="2411869">
            <a:off x="9618578" y="453897"/>
            <a:ext cx="3151694" cy="638614"/>
          </a:xfrm>
          <a:custGeom>
            <a:avLst/>
            <a:gdLst>
              <a:gd name="connsiteX0" fmla="*/ 0 w 3151694"/>
              <a:gd name="connsiteY0" fmla="*/ 638614 h 638614"/>
              <a:gd name="connsiteX1" fmla="*/ 755756 w 3151694"/>
              <a:gd name="connsiteY1" fmla="*/ 0 h 638614"/>
              <a:gd name="connsiteX2" fmla="*/ 2612065 w 3151694"/>
              <a:gd name="connsiteY2" fmla="*/ 0 h 638614"/>
              <a:gd name="connsiteX3" fmla="*/ 3151694 w 3151694"/>
              <a:gd name="connsiteY3" fmla="*/ 638614 h 638614"/>
            </a:gdLst>
            <a:ahLst/>
            <a:cxnLst>
              <a:cxn ang="0">
                <a:pos x="connsiteX0" y="connsiteY0"/>
              </a:cxn>
              <a:cxn ang="0">
                <a:pos x="connsiteX1" y="connsiteY1"/>
              </a:cxn>
              <a:cxn ang="0">
                <a:pos x="connsiteX2" y="connsiteY2"/>
              </a:cxn>
              <a:cxn ang="0">
                <a:pos x="connsiteX3" y="connsiteY3"/>
              </a:cxn>
            </a:cxnLst>
            <a:rect l="l" t="t" r="r" b="b"/>
            <a:pathLst>
              <a:path w="3151694" h="638614">
                <a:moveTo>
                  <a:pt x="0" y="638614"/>
                </a:moveTo>
                <a:lnTo>
                  <a:pt x="755756" y="0"/>
                </a:lnTo>
                <a:lnTo>
                  <a:pt x="2612065" y="0"/>
                </a:lnTo>
                <a:lnTo>
                  <a:pt x="3151694" y="638614"/>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r>
              <a:rPr lang="fr-FR">
                <a:solidFill>
                  <a:schemeClr val="bg1">
                    <a:lumMod val="100000"/>
                  </a:schemeClr>
                </a:solidFill>
                <a:ea typeface="+mj-ea"/>
                <a:cs typeface="+mj-cs"/>
              </a:rPr>
              <a:t>To be deleted</a:t>
            </a:r>
          </a:p>
        </p:txBody>
      </p:sp>
      <p:sp>
        <p:nvSpPr>
          <p:cNvPr id="4" name="Copyright Wavestone and page 4">
            <a:extLst>
              <a:ext uri="{FF2B5EF4-FFF2-40B4-BE49-F238E27FC236}">
                <a16:creationId xmlns:a16="http://schemas.microsoft.com/office/drawing/2014/main" id="{59F3967A-8196-D78B-8AC8-7BE6285CE596}"/>
              </a:ext>
              <a:ext uri="{C183D7F6-B498-43B3-948B-1728B52AA6E4}">
                <adec:decorative xmlns:adec="http://schemas.microsoft.com/office/drawing/2017/decorative" val="1"/>
              </a:ext>
            </a:extLst>
          </p:cNvPr>
          <p:cNvSpPr txBox="1">
            <a:spLocks/>
          </p:cNvSpPr>
          <p:nvPr userDrawn="1"/>
        </p:nvSpPr>
        <p:spPr bwMode="ltGray">
          <a:xfrm>
            <a:off x="10591800" y="6578600"/>
            <a:ext cx="1189038" cy="239774"/>
          </a:xfrm>
          <a:prstGeom prst="rect">
            <a:avLst/>
          </a:prstGeom>
        </p:spPr>
        <p:txBody>
          <a:bodyPr lIns="0" rIns="0" anchor="ctr"/>
          <a:lstStyle/>
          <a:p>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r>
              <a:rPr lang="fr-FR" sz="700" b="0" i="0">
                <a:solidFill>
                  <a:schemeClr val="bg2">
                    <a:lumMod val="100000"/>
                  </a:schemeClr>
                </a:solidFill>
                <a:effectLst/>
                <a:latin typeface="+mn-lt"/>
              </a:rPr>
              <a:t>© </a:t>
            </a:r>
            <a:r>
              <a:rPr lang="fr-FR" sz="700" b="0" i="0">
                <a:solidFill>
                  <a:schemeClr val="bg2">
                    <a:lumMod val="100000"/>
                  </a:schemeClr>
                </a:solidFill>
                <a:effectLst/>
                <a:latin typeface="+mn-lt"/>
                <a:cs typeface="Poppins" panose="00000500000000000000" pitchFamily="2" charset="0"/>
              </a:rPr>
              <a:t>WAVESTONE</a:t>
            </a:r>
            <a:r>
              <a:rPr lang="fr-FR" sz="700" b="0" i="0">
                <a:solidFill>
                  <a:schemeClr val="bg2">
                    <a:lumMod val="100000"/>
                  </a:schemeClr>
                </a:solidFill>
                <a:effectLst/>
                <a:latin typeface="+mn-lt"/>
              </a:rPr>
              <a:t> | </a:t>
            </a:r>
            <a:fld id="{55EE84F1-812F-F440-AFF9-6DD93A744E0D}" type="slidenum">
              <a:rPr lang="fr-FR" sz="700" smtClean="0">
                <a:solidFill>
                  <a:schemeClr val="bg2">
                    <a:lumMod val="100000"/>
                  </a:schemeClr>
                </a:solidFill>
                <a:latin typeface="+mn-lt"/>
                <a:cs typeface="Poppins Light" panose="00000400000000000000" pitchFamily="2" charset="0"/>
              </a:rPr>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t>‹N°›</a:t>
            </a:fld>
            <a:endParaRPr lang="fr-FR" sz="700">
              <a:solidFill>
                <a:schemeClr val="bg2">
                  <a:lumMod val="100000"/>
                </a:schemeClr>
              </a:solidFill>
              <a:latin typeface="+mn-lt"/>
              <a:cs typeface="Poppins Light" panose="00000400000000000000" pitchFamily="2" charset="0"/>
            </a:endParaRPr>
          </a:p>
        </p:txBody>
      </p:sp>
    </p:spTree>
    <p:extLst>
      <p:ext uri="{BB962C8B-B14F-4D97-AF65-F5344CB8AC3E}">
        <p14:creationId xmlns:p14="http://schemas.microsoft.com/office/powerpoint/2010/main" val="36505604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Iconography guidelines">
    <p:spTree>
      <p:nvGrpSpPr>
        <p:cNvPr id="1" name=""/>
        <p:cNvGrpSpPr/>
        <p:nvPr/>
      </p:nvGrpSpPr>
      <p:grpSpPr>
        <a:xfrm>
          <a:off x="0" y="0"/>
          <a:ext cx="0" cy="0"/>
          <a:chOff x="0" y="0"/>
          <a:chExt cx="0" cy="0"/>
        </a:xfrm>
      </p:grpSpPr>
      <p:pic>
        <p:nvPicPr>
          <p:cNvPr id="66" name="Graphic  23" descr="Orange athletics track seen from above with a touch of green (grass). Clean, graphic photography.">
            <a:extLst>
              <a:ext uri="{FF2B5EF4-FFF2-40B4-BE49-F238E27FC236}">
                <a16:creationId xmlns:a16="http://schemas.microsoft.com/office/drawing/2014/main" id="{F16D04EB-8937-1B76-D220-95B4775384A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
          <a:stretch/>
        </p:blipFill>
        <p:spPr>
          <a:xfrm>
            <a:off x="7101270" y="3230899"/>
            <a:ext cx="1556230" cy="1035369"/>
          </a:xfrm>
          <a:prstGeom prst="rect">
            <a:avLst/>
          </a:prstGeom>
        </p:spPr>
      </p:pic>
      <p:pic>
        <p:nvPicPr>
          <p:cNvPr id="63" name="Graphic  14" descr="Group of unidentifiable people working at a table, seen from above. ">
            <a:extLst>
              <a:ext uri="{FF2B5EF4-FFF2-40B4-BE49-F238E27FC236}">
                <a16:creationId xmlns:a16="http://schemas.microsoft.com/office/drawing/2014/main" id="{A6295D0F-B256-4661-E38E-64F5039A5E5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1499" r="3358"/>
          <a:stretch/>
        </p:blipFill>
        <p:spPr>
          <a:xfrm>
            <a:off x="7101269" y="4190065"/>
            <a:ext cx="1556230" cy="1055296"/>
          </a:xfrm>
          <a:prstGeom prst="rect">
            <a:avLst/>
          </a:prstGeom>
        </p:spPr>
      </p:pic>
      <p:pic>
        <p:nvPicPr>
          <p:cNvPr id="59" name="Graphic 6" descr="View from above of a square crossed by people. ">
            <a:extLst>
              <a:ext uri="{FF2B5EF4-FFF2-40B4-BE49-F238E27FC236}">
                <a16:creationId xmlns:a16="http://schemas.microsoft.com/office/drawing/2014/main" id="{23FBA323-355E-C962-B914-BE010ADD9E3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7101270" y="5201045"/>
            <a:ext cx="1556230" cy="1035369"/>
          </a:xfrm>
          <a:prstGeom prst="rect">
            <a:avLst/>
          </a:prstGeom>
        </p:spPr>
      </p:pic>
      <p:pic>
        <p:nvPicPr>
          <p:cNvPr id="60" name="Graphic  8" descr="Rowing boat crossing the image diagonally, seen from above. Clean, graphic photography.">
            <a:extLst>
              <a:ext uri="{FF2B5EF4-FFF2-40B4-BE49-F238E27FC236}">
                <a16:creationId xmlns:a16="http://schemas.microsoft.com/office/drawing/2014/main" id="{BF4334E0-0106-7C5C-30DC-8B062C916EA6}"/>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8651466" y="3230899"/>
            <a:ext cx="1558172" cy="1035369"/>
          </a:xfrm>
          <a:prstGeom prst="rect">
            <a:avLst/>
          </a:prstGeom>
        </p:spPr>
      </p:pic>
      <p:pic>
        <p:nvPicPr>
          <p:cNvPr id="62" name="Graphic  12" descr="Top view of a moored container ship. Graphic effect of rectangular, brightly-colored containers.">
            <a:extLst>
              <a:ext uri="{FF2B5EF4-FFF2-40B4-BE49-F238E27FC236}">
                <a16:creationId xmlns:a16="http://schemas.microsoft.com/office/drawing/2014/main" id="{4C5D95D2-1081-1361-0F67-EA49D586A938}"/>
              </a:ext>
            </a:extLst>
          </p:cNvPr>
          <p:cNvPicPr>
            <a:picLocks noChangeAspect="1"/>
          </p:cNvPicPr>
          <p:nvPr userDrawn="1"/>
        </p:nvPicPr>
        <p:blipFill rotWithShape="1">
          <a:blip r:embed="rId6" cstate="screen">
            <a:extLst>
              <a:ext uri="{28A0092B-C50C-407E-A947-70E740481C1C}">
                <a14:useLocalDpi xmlns:a14="http://schemas.microsoft.com/office/drawing/2010/main"/>
              </a:ext>
            </a:extLst>
          </a:blip>
          <a:srcRect r="1765"/>
          <a:stretch/>
        </p:blipFill>
        <p:spPr>
          <a:xfrm>
            <a:off x="8651466" y="4190065"/>
            <a:ext cx="1558172" cy="1053975"/>
          </a:xfrm>
          <a:prstGeom prst="rect">
            <a:avLst/>
          </a:prstGeom>
        </p:spPr>
      </p:pic>
      <p:pic>
        <p:nvPicPr>
          <p:cNvPr id="58" name="Graphic  4" descr="Close view of an unidentifiable oarsman seen from above. ">
            <a:extLst>
              <a:ext uri="{FF2B5EF4-FFF2-40B4-BE49-F238E27FC236}">
                <a16:creationId xmlns:a16="http://schemas.microsoft.com/office/drawing/2014/main" id="{958FE77D-7021-15EA-6E44-757C58E0018C}"/>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697" t="1519" r="1178"/>
          <a:stretch/>
        </p:blipFill>
        <p:spPr>
          <a:xfrm>
            <a:off x="8651465" y="5201044"/>
            <a:ext cx="1558172" cy="1039126"/>
          </a:xfrm>
          <a:prstGeom prst="rect">
            <a:avLst/>
          </a:prstGeom>
        </p:spPr>
      </p:pic>
      <p:sp>
        <p:nvSpPr>
          <p:cNvPr id="3" name="Toptitle placeholder 1">
            <a:extLst>
              <a:ext uri="{FF2B5EF4-FFF2-40B4-BE49-F238E27FC236}">
                <a16:creationId xmlns:a16="http://schemas.microsoft.com/office/drawing/2014/main" id="{48424323-0C71-4544-CBF6-1C93EF1ECB49}"/>
              </a:ext>
              <a:ext uri="{C183D7F6-B498-43B3-948B-1728B52AA6E4}">
                <adec:decorative xmlns:adec="http://schemas.microsoft.com/office/drawing/2017/decorative" val="0"/>
              </a:ext>
            </a:extLst>
          </p:cNvPr>
          <p:cNvSpPr>
            <a:spLocks noGrp="1"/>
          </p:cNvSpPr>
          <p:nvPr>
            <p:ph type="body" sz="quarter" idx="13" hasCustomPrompt="1"/>
          </p:nvPr>
        </p:nvSpPr>
        <p:spPr>
          <a:xfrm>
            <a:off x="425355" y="144313"/>
            <a:ext cx="11342769"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sz="1000" noProof="0">
                <a:solidFill>
                  <a:schemeClr val="accent3"/>
                </a:solidFill>
                <a:latin typeface="+mn-lt"/>
              </a:rPr>
              <a:t>How to use the Wavestone ppt template</a:t>
            </a:r>
          </a:p>
        </p:txBody>
      </p:sp>
      <p:sp>
        <p:nvSpPr>
          <p:cNvPr id="27" name="TextBox 26">
            <a:extLst>
              <a:ext uri="{FF2B5EF4-FFF2-40B4-BE49-F238E27FC236}">
                <a16:creationId xmlns:a16="http://schemas.microsoft.com/office/drawing/2014/main" id="{85CCB7FA-E880-8FB2-26C1-5B89F73ABE6B}"/>
              </a:ext>
            </a:extLst>
          </p:cNvPr>
          <p:cNvSpPr txBox="1"/>
          <p:nvPr userDrawn="1"/>
        </p:nvSpPr>
        <p:spPr>
          <a:xfrm>
            <a:off x="423984" y="822120"/>
            <a:ext cx="11344154"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With the rebranding of our corporate design, we will also define a new look and feel for our iconography.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The images we use must be </a:t>
            </a:r>
            <a:r>
              <a:rPr kumimoji="0" lang="fr-FR" sz="1600" b="1" i="0" u="none" strike="noStrike" kern="1200" cap="none" spc="0" normalizeH="0" baseline="0" noProof="0">
                <a:ln>
                  <a:noFill/>
                </a:ln>
                <a:solidFill>
                  <a:schemeClr val="accent5">
                    <a:lumMod val="100000"/>
                  </a:schemeClr>
                </a:solidFill>
                <a:effectLst/>
                <a:uLnTx/>
                <a:uFillTx/>
                <a:latin typeface="Aptos"/>
                <a:ea typeface="+mn-ea"/>
                <a:cs typeface="+mn-cs"/>
              </a:rPr>
              <a:t>authentic, clean (not overloaded) and modern</a:t>
            </a:r>
          </a:p>
        </p:txBody>
      </p:sp>
      <p:sp>
        <p:nvSpPr>
          <p:cNvPr id="2" name="TextBox 1">
            <a:extLst>
              <a:ext uri="{FF2B5EF4-FFF2-40B4-BE49-F238E27FC236}">
                <a16:creationId xmlns:a16="http://schemas.microsoft.com/office/drawing/2014/main" id="{57604518-1748-2D15-2E33-15456C9EFFC2}"/>
              </a:ext>
            </a:extLst>
          </p:cNvPr>
          <p:cNvSpPr txBox="1"/>
          <p:nvPr userDrawn="1"/>
        </p:nvSpPr>
        <p:spPr>
          <a:xfrm>
            <a:off x="423984" y="1593191"/>
            <a:ext cx="5428176" cy="1396142"/>
          </a:xfrm>
          <a:prstGeom prst="rect">
            <a:avLst/>
          </a:prstGeom>
          <a:noFill/>
        </p:spPr>
        <p:txBody>
          <a:bodyPr wrap="square" lIns="0" tIns="36000" rIns="0" bIns="36000" rtlCol="0">
            <a:spAutoFit/>
          </a:bodyPr>
          <a:lstStyle/>
          <a:p>
            <a:pPr>
              <a:spcAft>
                <a:spcPts val="600"/>
              </a:spcAft>
            </a:pPr>
            <a:r>
              <a:rPr lang="fr-FR" sz="1600" b="1">
                <a:solidFill>
                  <a:schemeClr val="accent3">
                    <a:lumMod val="100000"/>
                  </a:schemeClr>
                </a:solidFill>
              </a:rPr>
              <a:t>1. People</a:t>
            </a:r>
          </a:p>
          <a:p>
            <a:r>
              <a:rPr lang="fr-FR" sz="1200"/>
              <a:t>We are a people-centred company. So we should use lots of images of people. </a:t>
            </a:r>
            <a:br>
              <a:rPr lang="fr-FR" sz="1200"/>
            </a:br>
            <a:r>
              <a:rPr lang="fr-FR" sz="1200"/>
              <a:t>The people we show must express our values: </a:t>
            </a:r>
            <a:r>
              <a:rPr lang="fr-FR" sz="1200" b="1">
                <a:solidFill>
                  <a:schemeClr val="accent3">
                    <a:lumMod val="100000"/>
                  </a:schemeClr>
                </a:solidFill>
              </a:rPr>
              <a:t>Energetic, Responsible, Together.</a:t>
            </a:r>
          </a:p>
          <a:p>
            <a:pPr>
              <a:spcBef>
                <a:spcPts val="600"/>
              </a:spcBef>
              <a:spcAft>
                <a:spcPts val="0"/>
              </a:spcAft>
            </a:pPr>
            <a:r>
              <a:rPr lang="fr-FR" sz="1200" b="1"/>
              <a:t>The pictures of people used must be images of our employees. </a:t>
            </a:r>
            <a:r>
              <a:rPr lang="fr-FR" sz="1200" b="0"/>
              <a:t>They must represent </a:t>
            </a:r>
            <a:r>
              <a:rPr lang="fr-FR" sz="1200"/>
              <a:t>positive, authentic and diverse people in focus with blurred foreground or background or eye level.</a:t>
            </a:r>
          </a:p>
        </p:txBody>
      </p:sp>
      <p:pic>
        <p:nvPicPr>
          <p:cNvPr id="38" name="Graphic  9" descr="The picture is a portrait of a smiling woman looking at the camera. A few plant stems appear in the foreground in a blurred effect. The window in the background brings brightness. ">
            <a:extLst>
              <a:ext uri="{FF2B5EF4-FFF2-40B4-BE49-F238E27FC236}">
                <a16:creationId xmlns:a16="http://schemas.microsoft.com/office/drawing/2014/main" id="{AE03EFC9-DF8F-5794-2BBD-1B73A54C1025}"/>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425705" y="3230900"/>
            <a:ext cx="1464532" cy="2196246"/>
          </a:xfrm>
          <a:prstGeom prst="rect">
            <a:avLst/>
          </a:prstGeom>
        </p:spPr>
      </p:pic>
      <p:pic>
        <p:nvPicPr>
          <p:cNvPr id="39" name="Graphic  13" descr="The picture is a portrait of a smiling woman looking off into the distance. Blurred effect in the foreground. The window in the background brings brightness. ">
            <a:extLst>
              <a:ext uri="{FF2B5EF4-FFF2-40B4-BE49-F238E27FC236}">
                <a16:creationId xmlns:a16="http://schemas.microsoft.com/office/drawing/2014/main" id="{C1687472-C80B-BF3B-957A-DF0C78942B17}"/>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883370" y="3230901"/>
            <a:ext cx="1462268" cy="2192257"/>
          </a:xfrm>
          <a:prstGeom prst="rect">
            <a:avLst/>
          </a:prstGeom>
        </p:spPr>
      </p:pic>
      <p:pic>
        <p:nvPicPr>
          <p:cNvPr id="42" name="Graphic 28" descr="Close-up of a woman looking into the distance, blurred effect and brightness from the window in the foreground.&#10;">
            <a:extLst>
              <a:ext uri="{FF2B5EF4-FFF2-40B4-BE49-F238E27FC236}">
                <a16:creationId xmlns:a16="http://schemas.microsoft.com/office/drawing/2014/main" id="{9489508A-2310-65BD-E654-166321249133}"/>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 t="4890" r="2904" b="17564"/>
          <a:stretch/>
        </p:blipFill>
        <p:spPr>
          <a:xfrm>
            <a:off x="3344214" y="3234665"/>
            <a:ext cx="2530407" cy="1347609"/>
          </a:xfrm>
          <a:prstGeom prst="rect">
            <a:avLst/>
          </a:prstGeom>
        </p:spPr>
      </p:pic>
      <p:pic>
        <p:nvPicPr>
          <p:cNvPr id="43" name="Graphic  30" descr="A picture of 3 persons chatting outside, background vegetation. Trees and brightness in the background. Blurred effect at bottom left. ">
            <a:extLst>
              <a:ext uri="{FF2B5EF4-FFF2-40B4-BE49-F238E27FC236}">
                <a16:creationId xmlns:a16="http://schemas.microsoft.com/office/drawing/2014/main" id="{FB68DDAF-A6A5-F466-6103-CC57F842A2D6}"/>
              </a:ext>
            </a:extLst>
          </p:cNvPr>
          <p:cNvPicPr>
            <a:picLocks noChangeAspect="1"/>
          </p:cNvPicPr>
          <p:nvPr userDrawn="1"/>
        </p:nvPicPr>
        <p:blipFill rotWithShape="1">
          <a:blip r:embed="rId11" cstate="print">
            <a:extLst>
              <a:ext uri="{28A0092B-C50C-407E-A947-70E740481C1C}">
                <a14:useLocalDpi xmlns:a14="http://schemas.microsoft.com/office/drawing/2010/main" val="0"/>
              </a:ext>
            </a:extLst>
          </a:blip>
          <a:srcRect l="1942" t="2120" r="-427" b="11149"/>
          <a:stretch/>
        </p:blipFill>
        <p:spPr>
          <a:xfrm>
            <a:off x="425705" y="5377259"/>
            <a:ext cx="1464532" cy="860029"/>
          </a:xfrm>
          <a:prstGeom prst="rect">
            <a:avLst/>
          </a:prstGeom>
        </p:spPr>
      </p:pic>
      <p:pic>
        <p:nvPicPr>
          <p:cNvPr id="7" name="Image 6" descr="A photo of 2 people sitting on an orange sofa, chatting and smiling. Wearing neutral colors (black) in contrast with the orange. ">
            <a:extLst>
              <a:ext uri="{FF2B5EF4-FFF2-40B4-BE49-F238E27FC236}">
                <a16:creationId xmlns:a16="http://schemas.microsoft.com/office/drawing/2014/main" id="{C1C25169-6C15-1F86-B8AA-BBFB6FA01F48}"/>
              </a:ext>
            </a:extLst>
          </p:cNvPr>
          <p:cNvPicPr>
            <a:picLocks noChangeAspect="1"/>
          </p:cNvPicPr>
          <p:nvPr userDrawn="1"/>
        </p:nvPicPr>
        <p:blipFill rotWithShape="1">
          <a:blip r:embed="rId12" cstate="print">
            <a:extLst>
              <a:ext uri="{28A0092B-C50C-407E-A947-70E740481C1C}">
                <a14:useLocalDpi xmlns:a14="http://schemas.microsoft.com/office/drawing/2010/main" val="0"/>
              </a:ext>
            </a:extLst>
          </a:blip>
          <a:srcRect t="530" b="11271"/>
          <a:stretch/>
        </p:blipFill>
        <p:spPr>
          <a:xfrm>
            <a:off x="1883370" y="5376384"/>
            <a:ext cx="1462268" cy="860030"/>
          </a:xfrm>
          <a:prstGeom prst="rect">
            <a:avLst/>
          </a:prstGeom>
        </p:spPr>
      </p:pic>
      <p:pic>
        <p:nvPicPr>
          <p:cNvPr id="5" name="Image 4" descr="3 people wearing neutral-colored clothes (blue, white) standing and talking. Window bringing brightness in the background. ">
            <a:extLst>
              <a:ext uri="{FF2B5EF4-FFF2-40B4-BE49-F238E27FC236}">
                <a16:creationId xmlns:a16="http://schemas.microsoft.com/office/drawing/2014/main" id="{8A389D86-F66E-BEAD-2F5A-AEAC02F8BBFD}"/>
              </a:ext>
            </a:extLst>
          </p:cNvPr>
          <p:cNvPicPr>
            <a:picLocks noChangeAspect="1"/>
          </p:cNvPicPr>
          <p:nvPr userDrawn="1"/>
        </p:nvPicPr>
        <p:blipFill rotWithShape="1">
          <a:blip r:embed="rId13" cstate="print">
            <a:extLst>
              <a:ext uri="{28A0092B-C50C-407E-A947-70E740481C1C}">
                <a14:useLocalDpi xmlns:a14="http://schemas.microsoft.com/office/drawing/2010/main" val="0"/>
              </a:ext>
            </a:extLst>
          </a:blip>
          <a:srcRect l="18995" t="6630" r="-1" b="13801"/>
          <a:stretch/>
        </p:blipFill>
        <p:spPr>
          <a:xfrm>
            <a:off x="3344214" y="4577321"/>
            <a:ext cx="2530407" cy="1659093"/>
          </a:xfrm>
          <a:prstGeom prst="rect">
            <a:avLst/>
          </a:prstGeom>
        </p:spPr>
      </p:pic>
      <p:sp>
        <p:nvSpPr>
          <p:cNvPr id="35" name="TextBox 34">
            <a:extLst>
              <a:ext uri="{FF2B5EF4-FFF2-40B4-BE49-F238E27FC236}">
                <a16:creationId xmlns:a16="http://schemas.microsoft.com/office/drawing/2014/main" id="{F23051DF-1717-5CF2-895E-7B49C40912DB}"/>
              </a:ext>
            </a:extLst>
          </p:cNvPr>
          <p:cNvSpPr txBox="1"/>
          <p:nvPr userDrawn="1"/>
        </p:nvSpPr>
        <p:spPr>
          <a:xfrm>
            <a:off x="7099325" y="1593191"/>
            <a:ext cx="4668691" cy="132343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fr-FR" sz="1600" b="1" i="0" u="none" strike="noStrike" kern="1200" cap="none" spc="0" normalizeH="0" baseline="0" noProof="0">
                <a:ln>
                  <a:noFill/>
                </a:ln>
                <a:solidFill>
                  <a:schemeClr val="accent3">
                    <a:lumMod val="100000"/>
                  </a:schemeClr>
                </a:solidFill>
                <a:effectLst/>
                <a:uLnTx/>
                <a:uFillTx/>
                <a:latin typeface="Aptos"/>
                <a:ea typeface="+mn-ea"/>
                <a:cs typeface="+mn-cs"/>
              </a:rPr>
              <a:t>2. Themes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000000"/>
                </a:solidFill>
                <a:effectLst/>
                <a:uLnTx/>
                <a:uFillTx/>
                <a:latin typeface="Aptos"/>
                <a:ea typeface="+mn-ea"/>
                <a:cs typeface="+mn-cs"/>
              </a:rPr>
              <a:t>We express the global and holistic approach of our company by using bird's eye view images. These images must be clean and have a graphic aesthetic. We will visualise the theme by using analogies.</a:t>
            </a:r>
          </a:p>
          <a:p>
            <a:pPr marL="0" marR="0" lvl="0" indent="0" algn="l" defTabSz="914400" rtl="0" eaLnBrk="1" fontAlgn="auto" latinLnBrk="0" hangingPunct="1">
              <a:lnSpc>
                <a:spcPct val="100000"/>
              </a:lnSpc>
              <a:spcBef>
                <a:spcPts val="600"/>
              </a:spcBef>
              <a:spcAft>
                <a:spcPts val="0"/>
              </a:spcAft>
              <a:buClrTx/>
              <a:buSzTx/>
              <a:buFontTx/>
              <a:buNone/>
              <a:tabLst/>
              <a:defRPr/>
            </a:pPr>
            <a:r>
              <a:rPr lang="fr-FR" sz="1200" b="1"/>
              <a:t>You can find pictures using those keywords:  </a:t>
            </a:r>
            <a:r>
              <a:rPr lang="fr-FR" sz="1200"/>
              <a:t>bird‘s eye view, analogies, clean, graphic aesthetic.</a:t>
            </a:r>
          </a:p>
        </p:txBody>
      </p:sp>
      <p:sp>
        <p:nvSpPr>
          <p:cNvPr id="4" name="Wavestone copyright and page 4">
            <a:extLst>
              <a:ext uri="{FF2B5EF4-FFF2-40B4-BE49-F238E27FC236}">
                <a16:creationId xmlns:a16="http://schemas.microsoft.com/office/drawing/2014/main" id="{1FF19BEE-AB21-F1FE-5F6A-83BFBAB1A60E}"/>
              </a:ext>
              <a:ext uri="{C183D7F6-B498-43B3-948B-1728B52AA6E4}">
                <adec:decorative xmlns:adec="http://schemas.microsoft.com/office/drawing/2017/decorative" val="1"/>
              </a:ext>
            </a:extLst>
          </p:cNvPr>
          <p:cNvSpPr txBox="1">
            <a:spLocks/>
          </p:cNvSpPr>
          <p:nvPr userDrawn="1"/>
        </p:nvSpPr>
        <p:spPr bwMode="ltGray">
          <a:xfrm>
            <a:off x="10591800" y="6578600"/>
            <a:ext cx="1189038" cy="239774"/>
          </a:xfrm>
          <a:prstGeom prst="rect">
            <a:avLst/>
          </a:prstGeom>
        </p:spPr>
        <p:txBody>
          <a:bodyPr lIns="0" rIns="0" anchor="ctr"/>
          <a:lstStyle/>
          <a:p>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r>
              <a:rPr lang="fr-FR" sz="700" b="0" i="0">
                <a:solidFill>
                  <a:schemeClr val="bg2">
                    <a:lumMod val="100000"/>
                  </a:schemeClr>
                </a:solidFill>
                <a:effectLst/>
                <a:latin typeface="+mn-lt"/>
              </a:rPr>
              <a:t>© </a:t>
            </a:r>
            <a:r>
              <a:rPr lang="fr-FR" sz="700" b="0" i="0">
                <a:solidFill>
                  <a:schemeClr val="bg2">
                    <a:lumMod val="100000"/>
                  </a:schemeClr>
                </a:solidFill>
                <a:effectLst/>
                <a:latin typeface="+mn-lt"/>
                <a:cs typeface="Poppins" panose="00000500000000000000" pitchFamily="2" charset="0"/>
              </a:rPr>
              <a:t>WAVESTONE</a:t>
            </a:r>
            <a:r>
              <a:rPr lang="fr-FR" sz="700" b="0" i="0">
                <a:solidFill>
                  <a:schemeClr val="bg2">
                    <a:lumMod val="100000"/>
                  </a:schemeClr>
                </a:solidFill>
                <a:effectLst/>
                <a:latin typeface="+mn-lt"/>
              </a:rPr>
              <a:t> | </a:t>
            </a:r>
            <a:fld id="{55EE84F1-812F-F440-AFF9-6DD93A744E0D}" type="slidenum">
              <a:rPr lang="fr-FR" sz="700" smtClean="0">
                <a:solidFill>
                  <a:schemeClr val="bg2">
                    <a:lumMod val="100000"/>
                  </a:schemeClr>
                </a:solidFill>
                <a:latin typeface="+mn-lt"/>
                <a:cs typeface="Poppins Light" panose="00000400000000000000" pitchFamily="2" charset="0"/>
              </a:rPr>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t>‹N°›</a:t>
            </a:fld>
            <a:endParaRPr lang="fr-FR" sz="700">
              <a:solidFill>
                <a:schemeClr val="bg2">
                  <a:lumMod val="100000"/>
                </a:schemeClr>
              </a:solidFill>
              <a:latin typeface="+mn-lt"/>
              <a:cs typeface="Poppins Light" panose="00000400000000000000" pitchFamily="2" charset="0"/>
            </a:endParaRPr>
          </a:p>
        </p:txBody>
      </p:sp>
      <p:sp>
        <p:nvSpPr>
          <p:cNvPr id="12" name="Freeform: Shape 11">
            <a:extLst>
              <a:ext uri="{FF2B5EF4-FFF2-40B4-BE49-F238E27FC236}">
                <a16:creationId xmlns:a16="http://schemas.microsoft.com/office/drawing/2014/main" id="{83DFFE58-DCEB-BE9E-4D43-AD8C276484CB}"/>
              </a:ext>
            </a:extLst>
          </p:cNvPr>
          <p:cNvSpPr/>
          <p:nvPr userDrawn="1"/>
        </p:nvSpPr>
        <p:spPr>
          <a:xfrm rot="2411869">
            <a:off x="9621264" y="454839"/>
            <a:ext cx="3151694" cy="638614"/>
          </a:xfrm>
          <a:custGeom>
            <a:avLst/>
            <a:gdLst>
              <a:gd name="connsiteX0" fmla="*/ 0 w 3151694"/>
              <a:gd name="connsiteY0" fmla="*/ 638614 h 638614"/>
              <a:gd name="connsiteX1" fmla="*/ 755756 w 3151694"/>
              <a:gd name="connsiteY1" fmla="*/ 0 h 638614"/>
              <a:gd name="connsiteX2" fmla="*/ 2612065 w 3151694"/>
              <a:gd name="connsiteY2" fmla="*/ 0 h 638614"/>
              <a:gd name="connsiteX3" fmla="*/ 3151694 w 3151694"/>
              <a:gd name="connsiteY3" fmla="*/ 638614 h 638614"/>
            </a:gdLst>
            <a:ahLst/>
            <a:cxnLst>
              <a:cxn ang="0">
                <a:pos x="connsiteX0" y="connsiteY0"/>
              </a:cxn>
              <a:cxn ang="0">
                <a:pos x="connsiteX1" y="connsiteY1"/>
              </a:cxn>
              <a:cxn ang="0">
                <a:pos x="connsiteX2" y="connsiteY2"/>
              </a:cxn>
              <a:cxn ang="0">
                <a:pos x="connsiteX3" y="connsiteY3"/>
              </a:cxn>
            </a:cxnLst>
            <a:rect l="l" t="t" r="r" b="b"/>
            <a:pathLst>
              <a:path w="3151694" h="638614">
                <a:moveTo>
                  <a:pt x="0" y="638614"/>
                </a:moveTo>
                <a:lnTo>
                  <a:pt x="755756" y="0"/>
                </a:lnTo>
                <a:lnTo>
                  <a:pt x="2612065" y="0"/>
                </a:lnTo>
                <a:lnTo>
                  <a:pt x="3151694" y="638614"/>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r>
              <a:rPr lang="fr-FR">
                <a:solidFill>
                  <a:schemeClr val="bg1">
                    <a:lumMod val="100000"/>
                  </a:schemeClr>
                </a:solidFill>
                <a:ea typeface="+mj-ea"/>
                <a:cs typeface="+mj-cs"/>
              </a:rPr>
              <a:t>To be deleted</a:t>
            </a:r>
          </a:p>
        </p:txBody>
      </p:sp>
      <p:pic>
        <p:nvPicPr>
          <p:cNvPr id="64" name="Graphic  16" descr="Building and parked trucks seen from above. Graphic effect of the image as it looks like piano keys. ">
            <a:extLst>
              <a:ext uri="{FF2B5EF4-FFF2-40B4-BE49-F238E27FC236}">
                <a16:creationId xmlns:a16="http://schemas.microsoft.com/office/drawing/2014/main" id="{F50E6645-ADF8-9813-8D57-99BD057EC62A}"/>
              </a:ext>
            </a:extLst>
          </p:cNvPr>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10206635" y="3230899"/>
            <a:ext cx="1560118" cy="1035369"/>
          </a:xfrm>
          <a:prstGeom prst="rect">
            <a:avLst/>
          </a:prstGeom>
        </p:spPr>
      </p:pic>
      <p:pic>
        <p:nvPicPr>
          <p:cNvPr id="61" name="Graphic  10" descr="A bird's-eye view of a winding road through nature. ">
            <a:extLst>
              <a:ext uri="{FF2B5EF4-FFF2-40B4-BE49-F238E27FC236}">
                <a16:creationId xmlns:a16="http://schemas.microsoft.com/office/drawing/2014/main" id="{9F09E55B-9B46-F82B-2926-4D5FF94DA7F0}"/>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r="1274"/>
          <a:stretch/>
        </p:blipFill>
        <p:spPr>
          <a:xfrm>
            <a:off x="10206635" y="4190065"/>
            <a:ext cx="1560118" cy="1048722"/>
          </a:xfrm>
          <a:prstGeom prst="rect">
            <a:avLst/>
          </a:prstGeom>
        </p:spPr>
      </p:pic>
      <p:pic>
        <p:nvPicPr>
          <p:cNvPr id="70" name="Graphic  18" descr="Lowland landscape with several wind turbines ">
            <a:extLst>
              <a:ext uri="{FF2B5EF4-FFF2-40B4-BE49-F238E27FC236}">
                <a16:creationId xmlns:a16="http://schemas.microsoft.com/office/drawing/2014/main" id="{043A184B-7EB1-19A8-87F6-0266EEB87E50}"/>
              </a:ext>
            </a:extLst>
          </p:cNvPr>
          <p:cNvPicPr>
            <a:picLocks noChangeAspect="1"/>
          </p:cNvPicPr>
          <p:nvPr userDrawn="1"/>
        </p:nvPicPr>
        <p:blipFill rotWithShape="1">
          <a:blip r:embed="rId16" cstate="screen">
            <a:extLst>
              <a:ext uri="{28A0092B-C50C-407E-A947-70E740481C1C}">
                <a14:useLocalDpi xmlns:a14="http://schemas.microsoft.com/office/drawing/2010/main"/>
              </a:ext>
            </a:extLst>
          </a:blip>
          <a:srcRect l="1017" r="607"/>
          <a:stretch/>
        </p:blipFill>
        <p:spPr>
          <a:xfrm>
            <a:off x="10206635" y="5201043"/>
            <a:ext cx="1560118" cy="1039127"/>
          </a:xfrm>
          <a:prstGeom prst="rect">
            <a:avLst/>
          </a:prstGeom>
        </p:spPr>
      </p:pic>
      <p:sp>
        <p:nvSpPr>
          <p:cNvPr id="6" name="Title 1">
            <a:extLst>
              <a:ext uri="{FF2B5EF4-FFF2-40B4-BE49-F238E27FC236}">
                <a16:creationId xmlns:a16="http://schemas.microsoft.com/office/drawing/2014/main" id="{E06E8F8E-7ACE-6B0E-8998-99156358FAC9}"/>
              </a:ext>
            </a:extLst>
          </p:cNvPr>
          <p:cNvSpPr>
            <a:spLocks noGrp="1"/>
          </p:cNvSpPr>
          <p:nvPr>
            <p:ph type="title" hasCustomPrompt="1"/>
          </p:nvPr>
        </p:nvSpPr>
        <p:spPr>
          <a:xfrm>
            <a:off x="423985" y="404664"/>
            <a:ext cx="11342769" cy="346208"/>
          </a:xfrm>
        </p:spPr>
        <p:txBody>
          <a:bodyPr/>
          <a:lstStyle>
            <a:lvl1pPr>
              <a:defRPr sz="2400"/>
            </a:lvl1pPr>
          </a:lstStyle>
          <a:p>
            <a:r>
              <a:rPr lang="fr-FR"/>
              <a:t>Iconography guidelines</a:t>
            </a:r>
          </a:p>
        </p:txBody>
      </p:sp>
    </p:spTree>
    <p:extLst>
      <p:ext uri="{BB962C8B-B14F-4D97-AF65-F5344CB8AC3E}">
        <p14:creationId xmlns:p14="http://schemas.microsoft.com/office/powerpoint/2010/main" val="2221230587"/>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gital accessibility guidelines">
    <p:spTree>
      <p:nvGrpSpPr>
        <p:cNvPr id="1" name=""/>
        <p:cNvGrpSpPr/>
        <p:nvPr/>
      </p:nvGrpSpPr>
      <p:grpSpPr>
        <a:xfrm>
          <a:off x="0" y="0"/>
          <a:ext cx="0" cy="0"/>
          <a:chOff x="0" y="0"/>
          <a:chExt cx="0" cy="0"/>
        </a:xfrm>
      </p:grpSpPr>
      <p:sp>
        <p:nvSpPr>
          <p:cNvPr id="24" name="Toptitle placeholder 1">
            <a:extLst>
              <a:ext uri="{FF2B5EF4-FFF2-40B4-BE49-F238E27FC236}">
                <a16:creationId xmlns:a16="http://schemas.microsoft.com/office/drawing/2014/main" id="{7E5489D5-9567-EBF2-C236-9D5B2B1B0D17}"/>
              </a:ext>
              <a:ext uri="{C183D7F6-B498-43B3-948B-1728B52AA6E4}">
                <adec:decorative xmlns:adec="http://schemas.microsoft.com/office/drawing/2017/decorative" val="0"/>
              </a:ext>
            </a:extLst>
          </p:cNvPr>
          <p:cNvSpPr>
            <a:spLocks noGrp="1"/>
          </p:cNvSpPr>
          <p:nvPr>
            <p:ph type="body" sz="quarter" idx="13" hasCustomPrompt="1"/>
          </p:nvPr>
        </p:nvSpPr>
        <p:spPr>
          <a:xfrm>
            <a:off x="423984" y="144313"/>
            <a:ext cx="11342769"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sz="1000" noProof="0">
                <a:solidFill>
                  <a:schemeClr val="accent3"/>
                </a:solidFill>
                <a:latin typeface="+mn-lt"/>
              </a:rPr>
              <a:t>How to use the Wavestone ppt template</a:t>
            </a:r>
          </a:p>
        </p:txBody>
      </p:sp>
      <p:sp>
        <p:nvSpPr>
          <p:cNvPr id="27" name="TextBox 2">
            <a:extLst>
              <a:ext uri="{FF2B5EF4-FFF2-40B4-BE49-F238E27FC236}">
                <a16:creationId xmlns:a16="http://schemas.microsoft.com/office/drawing/2014/main" id="{85CCB7FA-E880-8FB2-26C1-5B89F73ABE6B}"/>
              </a:ext>
            </a:extLst>
          </p:cNvPr>
          <p:cNvSpPr txBox="1">
            <a:spLocks/>
          </p:cNvSpPr>
          <p:nvPr userDrawn="1"/>
        </p:nvSpPr>
        <p:spPr>
          <a:xfrm>
            <a:off x="423984" y="1341437"/>
            <a:ext cx="11344154" cy="785313"/>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chemeClr val="tx1"/>
                </a:solidFill>
                <a:effectLst/>
                <a:uLnTx/>
                <a:uFillTx/>
                <a:latin typeface="Aptos"/>
                <a:ea typeface="+mn-ea"/>
                <a:cs typeface="+mn-cs"/>
              </a:rPr>
              <a:t>As part of its CSR* approach, Wavestone is committed to create an inclusive working environment, in particular by ensuring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chemeClr val="tx1"/>
                </a:solidFill>
                <a:effectLst/>
                <a:uLnTx/>
                <a:uFillTx/>
                <a:latin typeface="Aptos"/>
                <a:ea typeface="+mn-ea"/>
                <a:cs typeface="+mn-cs"/>
              </a:rPr>
              <a:t>digital accessibility for all. Here are a few good practices to adopt to enable everyone, and in particular people with disabilities,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chemeClr val="tx1"/>
                </a:solidFill>
                <a:effectLst/>
                <a:uLnTx/>
                <a:uFillTx/>
                <a:latin typeface="Aptos"/>
                <a:ea typeface="+mn-ea"/>
                <a:cs typeface="+mn-cs"/>
              </a:rPr>
              <a:t>to see, read and understand your documents. </a:t>
            </a:r>
          </a:p>
        </p:txBody>
      </p:sp>
      <p:sp>
        <p:nvSpPr>
          <p:cNvPr id="2" name="TextBox 3">
            <a:extLst>
              <a:ext uri="{FF2B5EF4-FFF2-40B4-BE49-F238E27FC236}">
                <a16:creationId xmlns:a16="http://schemas.microsoft.com/office/drawing/2014/main" id="{E3F9AB3F-112B-9146-AD0D-FACADBB01686}"/>
              </a:ext>
            </a:extLst>
          </p:cNvPr>
          <p:cNvSpPr txBox="1">
            <a:spLocks/>
          </p:cNvSpPr>
          <p:nvPr userDrawn="1"/>
        </p:nvSpPr>
        <p:spPr>
          <a:xfrm>
            <a:off x="423863" y="6078765"/>
            <a:ext cx="11344154" cy="158524"/>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chemeClr val="tx1"/>
                </a:solidFill>
                <a:effectLst/>
                <a:uLnTx/>
                <a:uFillTx/>
                <a:latin typeface="Aptos"/>
                <a:ea typeface="+mn-ea"/>
                <a:cs typeface="+mn-cs"/>
              </a:rPr>
              <a:t>*Corporate Social Responsibility </a:t>
            </a:r>
          </a:p>
        </p:txBody>
      </p:sp>
      <p:sp>
        <p:nvSpPr>
          <p:cNvPr id="4" name="Rectangle 1: Rounded Corners 4">
            <a:extLst>
              <a:ext uri="{FF2B5EF4-FFF2-40B4-BE49-F238E27FC236}">
                <a16:creationId xmlns:a16="http://schemas.microsoft.com/office/drawing/2014/main" id="{3E004E1E-1B1E-9886-2985-3C7B030AF083}"/>
              </a:ext>
              <a:ext uri="{C183D7F6-B498-43B3-948B-1728B52AA6E4}">
                <adec:decorative xmlns:adec="http://schemas.microsoft.com/office/drawing/2017/decorative" val="1"/>
              </a:ext>
            </a:extLst>
          </p:cNvPr>
          <p:cNvSpPr>
            <a:spLocks/>
          </p:cNvSpPr>
          <p:nvPr/>
        </p:nvSpPr>
        <p:spPr>
          <a:xfrm>
            <a:off x="423984" y="2181724"/>
            <a:ext cx="2727692" cy="3855794"/>
          </a:xfrm>
          <a:prstGeom prst="roundRect">
            <a:avLst>
              <a:gd name="adj" fmla="val 4754"/>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fr-FR" sz="2000">
              <a:solidFill>
                <a:schemeClr val="bg2"/>
              </a:solidFill>
              <a:ea typeface="+mj-ea"/>
              <a:cs typeface="+mj-cs"/>
            </a:endParaRPr>
          </a:p>
        </p:txBody>
      </p:sp>
      <p:pic>
        <p:nvPicPr>
          <p:cNvPr id="57" name="Arrow 1">
            <a:extLst>
              <a:ext uri="{FF2B5EF4-FFF2-40B4-BE49-F238E27FC236}">
                <a16:creationId xmlns:a16="http://schemas.microsoft.com/office/drawing/2014/main" id="{32E57CFE-B807-8F2A-15E5-11D17B0B549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1232" y="2445969"/>
            <a:ext cx="203991" cy="198424"/>
          </a:xfrm>
          <a:prstGeom prst="rect">
            <a:avLst/>
          </a:prstGeom>
        </p:spPr>
      </p:pic>
      <p:sp>
        <p:nvSpPr>
          <p:cNvPr id="8" name="TextBox 3">
            <a:extLst>
              <a:ext uri="{FF2B5EF4-FFF2-40B4-BE49-F238E27FC236}">
                <a16:creationId xmlns:a16="http://schemas.microsoft.com/office/drawing/2014/main" id="{127A9A04-5E18-8119-0D0A-01D79CAEB9E1}"/>
              </a:ext>
            </a:extLst>
          </p:cNvPr>
          <p:cNvSpPr txBox="1">
            <a:spLocks/>
          </p:cNvSpPr>
          <p:nvPr/>
        </p:nvSpPr>
        <p:spPr>
          <a:xfrm>
            <a:off x="825737" y="2422071"/>
            <a:ext cx="1534691" cy="246221"/>
          </a:xfrm>
          <a:prstGeom prst="rect">
            <a:avLst/>
          </a:prstGeom>
          <a:noFill/>
        </p:spPr>
        <p:txBody>
          <a:bodyPr wrap="square" lIns="0" tIns="0" rIns="0" bIns="0" rtlCol="0" anchor="b">
            <a:spAutoFit/>
          </a:bodyPr>
          <a:lstStyle/>
          <a:p>
            <a:pPr marL="0" lvl="0" defTabSz="914400" rtl="0" eaLnBrk="1" latinLnBrk="0" hangingPunct="1"/>
            <a:r>
              <a:rPr lang="fr-FR" sz="1600" i="0" kern="1200" cap="none" baseline="0">
                <a:solidFill>
                  <a:schemeClr val="bg2"/>
                </a:solidFill>
                <a:latin typeface="+mj-lt"/>
                <a:ea typeface="+mn-ea"/>
                <a:cs typeface="+mn-cs"/>
              </a:rPr>
              <a:t>Slide Master*</a:t>
            </a:r>
          </a:p>
        </p:txBody>
      </p:sp>
      <p:cxnSp>
        <p:nvCxnSpPr>
          <p:cNvPr id="10" name="Straight Connector 1">
            <a:extLst>
              <a:ext uri="{FF2B5EF4-FFF2-40B4-BE49-F238E27FC236}">
                <a16:creationId xmlns:a16="http://schemas.microsoft.com/office/drawing/2014/main" id="{93DD30EF-F538-02FD-EDB9-825656FD10C0}"/>
              </a:ext>
              <a:ext uri="{C183D7F6-B498-43B3-948B-1728B52AA6E4}">
                <adec:decorative xmlns:adec="http://schemas.microsoft.com/office/drawing/2017/decorative" val="1"/>
              </a:ext>
            </a:extLst>
          </p:cNvPr>
          <p:cNvCxnSpPr>
            <a:cxnSpLocks/>
          </p:cNvCxnSpPr>
          <p:nvPr/>
        </p:nvCxnSpPr>
        <p:spPr>
          <a:xfrm>
            <a:off x="541232" y="2758411"/>
            <a:ext cx="235436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6" name="TextBox 4">
            <a:extLst>
              <a:ext uri="{FF2B5EF4-FFF2-40B4-BE49-F238E27FC236}">
                <a16:creationId xmlns:a16="http://schemas.microsoft.com/office/drawing/2014/main" id="{EC5EC7FC-1950-94EA-5AC3-93D3812C41C1}"/>
              </a:ext>
            </a:extLst>
          </p:cNvPr>
          <p:cNvSpPr txBox="1">
            <a:spLocks/>
          </p:cNvSpPr>
          <p:nvPr/>
        </p:nvSpPr>
        <p:spPr>
          <a:xfrm>
            <a:off x="423860" y="2844843"/>
            <a:ext cx="2727595" cy="3104798"/>
          </a:xfrm>
          <a:prstGeom prst="rect">
            <a:avLst/>
          </a:prstGeom>
          <a:noFill/>
        </p:spPr>
        <p:txBody>
          <a:bodyPr wrap="square" lIns="108000" tIns="36000" rIns="108000" bIns="36000" rtlCol="0" anchor="t">
            <a:noAutofit/>
          </a:bodyPr>
          <a:lstStyle/>
          <a:p>
            <a:pPr marL="285750" indent="-285750">
              <a:spcAft>
                <a:spcPts val="1200"/>
              </a:spcAft>
              <a:buClr>
                <a:schemeClr val="bg2"/>
              </a:buClr>
              <a:buFont typeface="Arial" panose="020B0604020202020204" pitchFamily="34" charset="0"/>
              <a:buChar char="•"/>
            </a:pPr>
            <a:r>
              <a:rPr lang="fr-FR" sz="1200">
                <a:solidFill>
                  <a:schemeClr val="bg2"/>
                </a:solidFill>
              </a:rPr>
              <a:t>Make maximum use of the elements provided by the Slide Master (title insert, shapes, fonts, colours)</a:t>
            </a:r>
          </a:p>
          <a:p>
            <a:pPr marL="285750" indent="-285750">
              <a:spcAft>
                <a:spcPts val="1200"/>
              </a:spcAft>
              <a:buClr>
                <a:schemeClr val="bg2"/>
              </a:buClr>
              <a:buFont typeface="Arial" panose="020B0604020202020204" pitchFamily="34" charset="0"/>
              <a:buChar char="•"/>
            </a:pPr>
            <a:r>
              <a:rPr lang="fr-FR" sz="1200">
                <a:solidFill>
                  <a:schemeClr val="bg2"/>
                </a:solidFill>
              </a:rPr>
              <a:t>Only use one Slide Master per presentation (</a:t>
            </a:r>
            <a:r>
              <a:rPr lang="fr-FR" sz="1200" u="none">
                <a:solidFill>
                  <a:schemeClr val="bg2"/>
                </a:solidFill>
              </a:rPr>
              <a:t>do not import slides from old templates)</a:t>
            </a:r>
          </a:p>
          <a:p>
            <a:pPr marL="285750" indent="-285750">
              <a:spcAft>
                <a:spcPts val="1200"/>
              </a:spcAft>
              <a:buClr>
                <a:schemeClr val="bg2"/>
              </a:buClr>
              <a:buFont typeface="Arial" panose="020B0604020202020204" pitchFamily="34" charset="0"/>
              <a:buChar char="•"/>
            </a:pPr>
            <a:r>
              <a:rPr lang="fr-FR" sz="1200">
                <a:solidFill>
                  <a:schemeClr val="bg2"/>
                </a:solidFill>
              </a:rPr>
              <a:t>Set document language according to content language</a:t>
            </a:r>
          </a:p>
          <a:p>
            <a:pPr marL="0" indent="0">
              <a:spcAft>
                <a:spcPts val="1200"/>
              </a:spcAft>
              <a:buClr>
                <a:schemeClr val="bg2"/>
              </a:buClr>
              <a:buFont typeface="Arial" panose="020B0604020202020204" pitchFamily="34" charset="0"/>
              <a:buNone/>
            </a:pPr>
            <a:r>
              <a:rPr lang="fr-FR" sz="1200" i="1">
                <a:solidFill>
                  <a:schemeClr val="bg2"/>
                </a:solidFill>
              </a:rPr>
              <a:t>*Slide Master (accessible via the "View" tab) controls the appearance of your presentation (background, fonts, etc.)</a:t>
            </a:r>
            <a:endParaRPr lang="fr-FR" sz="1400" i="1">
              <a:solidFill>
                <a:schemeClr val="bg2"/>
              </a:solidFill>
              <a:highlight>
                <a:srgbClr val="FFFF00"/>
              </a:highlight>
            </a:endParaRPr>
          </a:p>
          <a:p>
            <a:pPr marL="285750" indent="-285750">
              <a:spcAft>
                <a:spcPts val="1200"/>
              </a:spcAft>
              <a:buClr>
                <a:schemeClr val="bg2"/>
              </a:buClr>
              <a:buFont typeface="Arial" panose="020B0604020202020204" pitchFamily="34" charset="0"/>
              <a:buChar char="•"/>
            </a:pPr>
            <a:endParaRPr lang="fr-FR" sz="1600">
              <a:solidFill>
                <a:schemeClr val="bg2"/>
              </a:solidFill>
            </a:endParaRPr>
          </a:p>
        </p:txBody>
      </p:sp>
      <p:sp>
        <p:nvSpPr>
          <p:cNvPr id="15" name="Rectangle 2: Rounded Corners 5">
            <a:extLst>
              <a:ext uri="{FF2B5EF4-FFF2-40B4-BE49-F238E27FC236}">
                <a16:creationId xmlns:a16="http://schemas.microsoft.com/office/drawing/2014/main" id="{C8A12AF9-3E0F-5FD5-F60B-6450B6DDD114}"/>
              </a:ext>
              <a:ext uri="{C183D7F6-B498-43B3-948B-1728B52AA6E4}">
                <adec:decorative xmlns:adec="http://schemas.microsoft.com/office/drawing/2017/decorative" val="1"/>
              </a:ext>
            </a:extLst>
          </p:cNvPr>
          <p:cNvSpPr>
            <a:spLocks/>
          </p:cNvSpPr>
          <p:nvPr/>
        </p:nvSpPr>
        <p:spPr>
          <a:xfrm>
            <a:off x="3295676" y="2181724"/>
            <a:ext cx="2727692" cy="3855794"/>
          </a:xfrm>
          <a:prstGeom prst="roundRect">
            <a:avLst>
              <a:gd name="adj" fmla="val 4754"/>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fr-FR" sz="2000">
              <a:solidFill>
                <a:schemeClr val="bg2"/>
              </a:solidFill>
              <a:ea typeface="+mj-ea"/>
              <a:cs typeface="+mj-cs"/>
            </a:endParaRPr>
          </a:p>
        </p:txBody>
      </p:sp>
      <p:pic>
        <p:nvPicPr>
          <p:cNvPr id="9" name="Arrow 2">
            <a:extLst>
              <a:ext uri="{FF2B5EF4-FFF2-40B4-BE49-F238E27FC236}">
                <a16:creationId xmlns:a16="http://schemas.microsoft.com/office/drawing/2014/main" id="{F5B28334-A109-8EB6-02C0-44E89E092DD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61509" y="2445969"/>
            <a:ext cx="203991" cy="198424"/>
          </a:xfrm>
          <a:prstGeom prst="rect">
            <a:avLst/>
          </a:prstGeom>
        </p:spPr>
      </p:pic>
      <p:sp>
        <p:nvSpPr>
          <p:cNvPr id="18" name="TextBox 5">
            <a:extLst>
              <a:ext uri="{FF2B5EF4-FFF2-40B4-BE49-F238E27FC236}">
                <a16:creationId xmlns:a16="http://schemas.microsoft.com/office/drawing/2014/main" id="{41FD1FE6-0608-CE8C-A727-4B926585042C}"/>
              </a:ext>
            </a:extLst>
          </p:cNvPr>
          <p:cNvSpPr txBox="1">
            <a:spLocks/>
          </p:cNvSpPr>
          <p:nvPr/>
        </p:nvSpPr>
        <p:spPr>
          <a:xfrm>
            <a:off x="3747279" y="2422071"/>
            <a:ext cx="1501216" cy="246221"/>
          </a:xfrm>
          <a:prstGeom prst="rect">
            <a:avLst/>
          </a:prstGeom>
          <a:noFill/>
        </p:spPr>
        <p:txBody>
          <a:bodyPr wrap="square" lIns="0" tIns="0" rIns="0" bIns="0" rtlCol="0" anchor="b">
            <a:spAutoFit/>
          </a:bodyPr>
          <a:lstStyle/>
          <a:p>
            <a:pPr marL="0" lvl="0" defTabSz="914400" rtl="0" eaLnBrk="1" latinLnBrk="0" hangingPunct="1"/>
            <a:r>
              <a:rPr lang="fr-FR" sz="1600" i="0" kern="1200" cap="none" baseline="0">
                <a:solidFill>
                  <a:schemeClr val="bg2"/>
                </a:solidFill>
                <a:latin typeface="+mj-lt"/>
                <a:ea typeface="+mn-ea"/>
                <a:cs typeface="+mn-cs"/>
              </a:rPr>
              <a:t>Visuals</a:t>
            </a:r>
          </a:p>
        </p:txBody>
      </p:sp>
      <p:cxnSp>
        <p:nvCxnSpPr>
          <p:cNvPr id="5" name="Straight Connector 2">
            <a:extLst>
              <a:ext uri="{FF2B5EF4-FFF2-40B4-BE49-F238E27FC236}">
                <a16:creationId xmlns:a16="http://schemas.microsoft.com/office/drawing/2014/main" id="{EEEBBC05-48CB-E11B-343C-4F3C70A585A2}"/>
              </a:ext>
              <a:ext uri="{C183D7F6-B498-43B3-948B-1728B52AA6E4}">
                <adec:decorative xmlns:adec="http://schemas.microsoft.com/office/drawing/2017/decorative" val="1"/>
              </a:ext>
            </a:extLst>
          </p:cNvPr>
          <p:cNvCxnSpPr>
            <a:cxnSpLocks/>
          </p:cNvCxnSpPr>
          <p:nvPr userDrawn="1"/>
        </p:nvCxnSpPr>
        <p:spPr>
          <a:xfrm>
            <a:off x="3461509" y="2758411"/>
            <a:ext cx="235436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Box 6">
            <a:extLst>
              <a:ext uri="{FF2B5EF4-FFF2-40B4-BE49-F238E27FC236}">
                <a16:creationId xmlns:a16="http://schemas.microsoft.com/office/drawing/2014/main" id="{02590D9C-F951-5F9E-3488-A09E98058955}"/>
              </a:ext>
            </a:extLst>
          </p:cNvPr>
          <p:cNvSpPr txBox="1">
            <a:spLocks/>
          </p:cNvSpPr>
          <p:nvPr/>
        </p:nvSpPr>
        <p:spPr>
          <a:xfrm>
            <a:off x="3294290" y="2908639"/>
            <a:ext cx="2729077" cy="2902780"/>
          </a:xfrm>
          <a:prstGeom prst="rect">
            <a:avLst/>
          </a:prstGeom>
          <a:noFill/>
        </p:spPr>
        <p:txBody>
          <a:bodyPr wrap="square" lIns="108000" tIns="36000" rIns="108000" bIns="36000" rtlCol="0" anchor="t">
            <a:noAutofit/>
          </a:bodyPr>
          <a:lstStyle/>
          <a:p>
            <a:pPr marL="285750" indent="-285750">
              <a:spcAft>
                <a:spcPts val="1200"/>
              </a:spcAft>
              <a:buClr>
                <a:schemeClr val="bg2"/>
              </a:buClr>
              <a:buFont typeface="Arial" panose="020B0604020202020204" pitchFamily="34" charset="0"/>
              <a:buChar char="•"/>
            </a:pPr>
            <a:r>
              <a:rPr lang="fr-FR" sz="1200" u="none">
                <a:solidFill>
                  <a:schemeClr val="bg2"/>
                </a:solidFill>
              </a:rPr>
              <a:t>Include an "Alt Text“* when a visual has a meaning, otherwise mark it as "decorative"</a:t>
            </a:r>
          </a:p>
          <a:p>
            <a:pPr marL="0" indent="0">
              <a:spcAft>
                <a:spcPts val="1200"/>
              </a:spcAft>
              <a:buClr>
                <a:schemeClr val="bg2"/>
              </a:buClr>
              <a:buFont typeface="Arial" panose="020B0604020202020204" pitchFamily="34" charset="0"/>
              <a:buNone/>
            </a:pPr>
            <a:r>
              <a:rPr lang="fr-FR" sz="1200" i="1" u="none">
                <a:solidFill>
                  <a:schemeClr val="bg2"/>
                </a:solidFill>
              </a:rPr>
              <a:t>*The Alt Text </a:t>
            </a:r>
            <a:r>
              <a:rPr lang="fr-FR" sz="1200" i="1">
                <a:solidFill>
                  <a:schemeClr val="bg2"/>
                </a:solidFill>
              </a:rPr>
              <a:t>(≠ from a simple literal description) enables a blind or partially-sighted person to understand the meaning of the image when playing back the presentation</a:t>
            </a:r>
          </a:p>
          <a:p>
            <a:pPr marL="0" indent="0">
              <a:spcAft>
                <a:spcPts val="1200"/>
              </a:spcAft>
              <a:buClr>
                <a:schemeClr val="bg2"/>
              </a:buClr>
              <a:buFont typeface="Arial" panose="020B0604020202020204" pitchFamily="34" charset="0"/>
              <a:buNone/>
            </a:pPr>
            <a:r>
              <a:rPr lang="fr-FR" sz="1200" b="0" i="1" u="none">
                <a:solidFill>
                  <a:schemeClr val="bg2"/>
                </a:solidFill>
                <a:latin typeface="+mn-lt"/>
              </a:rPr>
              <a:t>Right-click the object and select “Edit Alt Text”, select the format menu for the object and then select “Alt text”</a:t>
            </a:r>
          </a:p>
        </p:txBody>
      </p:sp>
      <p:sp>
        <p:nvSpPr>
          <p:cNvPr id="32" name="Rectangle 3: Rounded Corners 7">
            <a:extLst>
              <a:ext uri="{FF2B5EF4-FFF2-40B4-BE49-F238E27FC236}">
                <a16:creationId xmlns:a16="http://schemas.microsoft.com/office/drawing/2014/main" id="{D1CA99AC-D120-1EDA-EB6A-D0935A651E6E}"/>
              </a:ext>
              <a:ext uri="{C183D7F6-B498-43B3-948B-1728B52AA6E4}">
                <adec:decorative xmlns:adec="http://schemas.microsoft.com/office/drawing/2017/decorative" val="1"/>
              </a:ext>
            </a:extLst>
          </p:cNvPr>
          <p:cNvSpPr>
            <a:spLocks/>
          </p:cNvSpPr>
          <p:nvPr/>
        </p:nvSpPr>
        <p:spPr>
          <a:xfrm>
            <a:off x="6167369" y="2181724"/>
            <a:ext cx="2727692" cy="3855794"/>
          </a:xfrm>
          <a:prstGeom prst="roundRect">
            <a:avLst>
              <a:gd name="adj" fmla="val 4754"/>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fr-FR" sz="2000">
              <a:solidFill>
                <a:schemeClr val="bg2"/>
              </a:solidFill>
              <a:ea typeface="+mj-ea"/>
              <a:cs typeface="+mj-cs"/>
            </a:endParaRPr>
          </a:p>
        </p:txBody>
      </p:sp>
      <p:pic>
        <p:nvPicPr>
          <p:cNvPr id="13" name="Arrow 3">
            <a:extLst>
              <a:ext uri="{FF2B5EF4-FFF2-40B4-BE49-F238E27FC236}">
                <a16:creationId xmlns:a16="http://schemas.microsoft.com/office/drawing/2014/main" id="{88576C1B-B6ED-0530-184C-5B9EE8B81DB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55169" y="2445969"/>
            <a:ext cx="203991" cy="198424"/>
          </a:xfrm>
          <a:prstGeom prst="rect">
            <a:avLst/>
          </a:prstGeom>
        </p:spPr>
      </p:pic>
      <p:sp>
        <p:nvSpPr>
          <p:cNvPr id="36" name="TextBox 7">
            <a:extLst>
              <a:ext uri="{FF2B5EF4-FFF2-40B4-BE49-F238E27FC236}">
                <a16:creationId xmlns:a16="http://schemas.microsoft.com/office/drawing/2014/main" id="{6D3EE35C-80CA-DFCF-6072-EC84C1747900}"/>
              </a:ext>
            </a:extLst>
          </p:cNvPr>
          <p:cNvSpPr txBox="1">
            <a:spLocks/>
          </p:cNvSpPr>
          <p:nvPr/>
        </p:nvSpPr>
        <p:spPr>
          <a:xfrm>
            <a:off x="6658094" y="2422071"/>
            <a:ext cx="1673455" cy="246221"/>
          </a:xfrm>
          <a:prstGeom prst="rect">
            <a:avLst/>
          </a:prstGeom>
          <a:noFill/>
        </p:spPr>
        <p:txBody>
          <a:bodyPr wrap="square" lIns="0" tIns="0" rIns="0" bIns="0" rtlCol="0" anchor="b">
            <a:spAutoFit/>
          </a:bodyPr>
          <a:lstStyle/>
          <a:p>
            <a:pPr marL="0" lvl="0" defTabSz="914400" rtl="0" eaLnBrk="1" latinLnBrk="0" hangingPunct="1"/>
            <a:r>
              <a:rPr lang="fr-FR" sz="1600" i="0" kern="1200" cap="none" baseline="0">
                <a:solidFill>
                  <a:schemeClr val="bg2"/>
                </a:solidFill>
                <a:latin typeface="+mj-lt"/>
                <a:ea typeface="+mn-ea"/>
                <a:cs typeface="+mn-cs"/>
              </a:rPr>
              <a:t>Fonts and text</a:t>
            </a:r>
          </a:p>
        </p:txBody>
      </p:sp>
      <p:cxnSp>
        <p:nvCxnSpPr>
          <p:cNvPr id="11" name="Straight Connector 3">
            <a:extLst>
              <a:ext uri="{FF2B5EF4-FFF2-40B4-BE49-F238E27FC236}">
                <a16:creationId xmlns:a16="http://schemas.microsoft.com/office/drawing/2014/main" id="{D2763EEF-C370-AC16-0D77-4D24F22FD638}"/>
              </a:ext>
              <a:ext uri="{C183D7F6-B498-43B3-948B-1728B52AA6E4}">
                <adec:decorative xmlns:adec="http://schemas.microsoft.com/office/drawing/2017/decorative" val="1"/>
              </a:ext>
            </a:extLst>
          </p:cNvPr>
          <p:cNvCxnSpPr>
            <a:cxnSpLocks/>
          </p:cNvCxnSpPr>
          <p:nvPr userDrawn="1"/>
        </p:nvCxnSpPr>
        <p:spPr>
          <a:xfrm>
            <a:off x="6355169" y="2758411"/>
            <a:ext cx="235436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3" name="TextBox 8">
            <a:extLst>
              <a:ext uri="{FF2B5EF4-FFF2-40B4-BE49-F238E27FC236}">
                <a16:creationId xmlns:a16="http://schemas.microsoft.com/office/drawing/2014/main" id="{EB1216A2-DEAC-C074-30C8-40375AC5A0F4}"/>
              </a:ext>
            </a:extLst>
          </p:cNvPr>
          <p:cNvSpPr txBox="1">
            <a:spLocks/>
          </p:cNvSpPr>
          <p:nvPr/>
        </p:nvSpPr>
        <p:spPr>
          <a:xfrm>
            <a:off x="6165981" y="2878701"/>
            <a:ext cx="2729080" cy="1731238"/>
          </a:xfrm>
          <a:prstGeom prst="rect">
            <a:avLst/>
          </a:prstGeom>
          <a:noFill/>
        </p:spPr>
        <p:txBody>
          <a:bodyPr wrap="square" lIns="108000" tIns="36000" rIns="108000" bIns="36000" rtlCol="0" anchor="t">
            <a:noAutofit/>
          </a:bodyPr>
          <a:lstStyle/>
          <a:p>
            <a:pPr marL="285750" indent="-285750">
              <a:spcAft>
                <a:spcPts val="1200"/>
              </a:spcAft>
              <a:buClr>
                <a:schemeClr val="bg2"/>
              </a:buClr>
              <a:buFont typeface="Arial" panose="020B0604020202020204" pitchFamily="34" charset="0"/>
              <a:buChar char="•"/>
            </a:pPr>
            <a:r>
              <a:rPr lang="fr-FR" sz="1200">
                <a:solidFill>
                  <a:schemeClr val="bg2"/>
                </a:solidFill>
              </a:rPr>
              <a:t>Stick to the fonts and colors suggested in the Slide Master</a:t>
            </a:r>
          </a:p>
          <a:p>
            <a:pPr marL="285750" indent="-285750">
              <a:spcAft>
                <a:spcPts val="1200"/>
              </a:spcAft>
              <a:buClr>
                <a:schemeClr val="bg2"/>
              </a:buClr>
              <a:buFont typeface="Arial" panose="020B0604020202020204" pitchFamily="34" charset="0"/>
              <a:buChar char="•"/>
            </a:pPr>
            <a:r>
              <a:rPr lang="fr-FR" sz="1200">
                <a:solidFill>
                  <a:schemeClr val="bg2"/>
                </a:solidFill>
              </a:rPr>
              <a:t>Do not tone down text (e.g. image legend)</a:t>
            </a:r>
          </a:p>
          <a:p>
            <a:pPr marL="285750" indent="-285750">
              <a:spcAft>
                <a:spcPts val="1200"/>
              </a:spcAft>
              <a:buClr>
                <a:schemeClr val="bg2"/>
              </a:buClr>
              <a:buFont typeface="Arial" panose="020B0604020202020204" pitchFamily="34" charset="0"/>
              <a:buChar char="•"/>
            </a:pPr>
            <a:r>
              <a:rPr lang="fr-FR" sz="1200">
                <a:solidFill>
                  <a:schemeClr val="bg2"/>
                </a:solidFill>
              </a:rPr>
              <a:t>Do not use text sizes that are too small (minimum 12</a:t>
            </a:r>
            <a:r>
              <a:rPr lang="fr-FR" sz="1200" i="1">
                <a:solidFill>
                  <a:schemeClr val="bg2"/>
                </a:solidFill>
              </a:rPr>
              <a:t>)</a:t>
            </a:r>
          </a:p>
        </p:txBody>
      </p:sp>
      <p:pic>
        <p:nvPicPr>
          <p:cNvPr id="19" name="Arrow 4">
            <a:extLst>
              <a:ext uri="{FF2B5EF4-FFF2-40B4-BE49-F238E27FC236}">
                <a16:creationId xmlns:a16="http://schemas.microsoft.com/office/drawing/2014/main" id="{6E71A842-41F8-8658-7B70-EA7DDE451C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55169" y="4574237"/>
            <a:ext cx="203991" cy="198424"/>
          </a:xfrm>
          <a:prstGeom prst="rect">
            <a:avLst/>
          </a:prstGeom>
        </p:spPr>
      </p:pic>
      <p:sp>
        <p:nvSpPr>
          <p:cNvPr id="35" name="TextBox 9">
            <a:extLst>
              <a:ext uri="{FF2B5EF4-FFF2-40B4-BE49-F238E27FC236}">
                <a16:creationId xmlns:a16="http://schemas.microsoft.com/office/drawing/2014/main" id="{7CBB4A64-5DE6-715F-9079-A46AEC914F8C}"/>
              </a:ext>
            </a:extLst>
          </p:cNvPr>
          <p:cNvSpPr txBox="1">
            <a:spLocks/>
          </p:cNvSpPr>
          <p:nvPr/>
        </p:nvSpPr>
        <p:spPr>
          <a:xfrm>
            <a:off x="6658094" y="4546010"/>
            <a:ext cx="1334042" cy="251144"/>
          </a:xfrm>
          <a:prstGeom prst="rect">
            <a:avLst/>
          </a:prstGeom>
          <a:solidFill>
            <a:schemeClr val="accent6"/>
          </a:solidFill>
        </p:spPr>
        <p:txBody>
          <a:bodyPr wrap="square" lIns="0" tIns="0" rIns="0" bIns="0" rtlCol="0" anchor="b">
            <a:spAutoFit/>
          </a:bodyPr>
          <a:lstStyle/>
          <a:p>
            <a:pPr marL="0" lvl="0" defTabSz="914400" rtl="0" eaLnBrk="1" latinLnBrk="0" hangingPunct="1"/>
            <a:r>
              <a:rPr lang="fr-FR" sz="1600" i="0" kern="1200" cap="none" baseline="0">
                <a:solidFill>
                  <a:schemeClr val="bg2"/>
                </a:solidFill>
                <a:latin typeface="+mj-lt"/>
                <a:ea typeface="+mn-ea"/>
                <a:cs typeface="+mn-cs"/>
              </a:rPr>
              <a:t>Chart</a:t>
            </a:r>
          </a:p>
        </p:txBody>
      </p:sp>
      <p:cxnSp>
        <p:nvCxnSpPr>
          <p:cNvPr id="17" name="Straight Connector 13">
            <a:extLst>
              <a:ext uri="{FF2B5EF4-FFF2-40B4-BE49-F238E27FC236}">
                <a16:creationId xmlns:a16="http://schemas.microsoft.com/office/drawing/2014/main" id="{6AAE5C9C-BB86-74AB-186F-0E82AC7A1281}"/>
              </a:ext>
              <a:ext uri="{C183D7F6-B498-43B3-948B-1728B52AA6E4}">
                <adec:decorative xmlns:adec="http://schemas.microsoft.com/office/drawing/2017/decorative" val="1"/>
              </a:ext>
            </a:extLst>
          </p:cNvPr>
          <p:cNvCxnSpPr>
            <a:cxnSpLocks/>
          </p:cNvCxnSpPr>
          <p:nvPr userDrawn="1"/>
        </p:nvCxnSpPr>
        <p:spPr>
          <a:xfrm>
            <a:off x="6355169" y="4886679"/>
            <a:ext cx="235436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7" name="TextBox 10">
            <a:extLst>
              <a:ext uri="{FF2B5EF4-FFF2-40B4-BE49-F238E27FC236}">
                <a16:creationId xmlns:a16="http://schemas.microsoft.com/office/drawing/2014/main" id="{DD1DD841-9CA6-6A98-A175-D9C0C3C2155A}"/>
              </a:ext>
            </a:extLst>
          </p:cNvPr>
          <p:cNvSpPr txBox="1">
            <a:spLocks/>
          </p:cNvSpPr>
          <p:nvPr/>
        </p:nvSpPr>
        <p:spPr>
          <a:xfrm>
            <a:off x="6165981" y="5031291"/>
            <a:ext cx="2729080" cy="911460"/>
          </a:xfrm>
          <a:prstGeom prst="rect">
            <a:avLst/>
          </a:prstGeom>
          <a:noFill/>
        </p:spPr>
        <p:txBody>
          <a:bodyPr wrap="square" lIns="108000" tIns="36000" rIns="108000" bIns="36000" rtlCol="0" anchor="t">
            <a:noAutofit/>
          </a:bodyPr>
          <a:lstStyle/>
          <a:p>
            <a:pPr marL="285750" indent="-285750">
              <a:spcAft>
                <a:spcPts val="1200"/>
              </a:spcAft>
              <a:buClr>
                <a:schemeClr val="bg2"/>
              </a:buClr>
              <a:buFont typeface="Arial" panose="020B0604020202020204" pitchFamily="34" charset="0"/>
              <a:buChar char="•"/>
            </a:pPr>
            <a:r>
              <a:rPr lang="fr-FR" sz="1200">
                <a:solidFill>
                  <a:schemeClr val="bg2"/>
                </a:solidFill>
              </a:rPr>
              <a:t>Don't forget table and row/column titles</a:t>
            </a:r>
          </a:p>
          <a:p>
            <a:pPr marL="285750" indent="-285750">
              <a:spcAft>
                <a:spcPts val="1200"/>
              </a:spcAft>
              <a:buClr>
                <a:schemeClr val="bg2"/>
              </a:buClr>
              <a:buFont typeface="Arial" panose="020B0604020202020204" pitchFamily="34" charset="0"/>
              <a:buChar char="•"/>
            </a:pPr>
            <a:r>
              <a:rPr lang="fr-FR" sz="1200">
                <a:solidFill>
                  <a:schemeClr val="bg2"/>
                </a:solidFill>
              </a:rPr>
              <a:t>Avoid merging cells</a:t>
            </a:r>
            <a:endParaRPr lang="fr-FR" sz="1600">
              <a:solidFill>
                <a:schemeClr val="bg2"/>
              </a:solidFill>
            </a:endParaRPr>
          </a:p>
        </p:txBody>
      </p:sp>
      <p:sp>
        <p:nvSpPr>
          <p:cNvPr id="45" name="Rectangle 4: Rounded Corners 6">
            <a:extLst>
              <a:ext uri="{FF2B5EF4-FFF2-40B4-BE49-F238E27FC236}">
                <a16:creationId xmlns:a16="http://schemas.microsoft.com/office/drawing/2014/main" id="{3F15B3F4-1659-C61C-4299-6A1EB07A28B9}"/>
              </a:ext>
              <a:ext uri="{C183D7F6-B498-43B3-948B-1728B52AA6E4}">
                <adec:decorative xmlns:adec="http://schemas.microsoft.com/office/drawing/2017/decorative" val="1"/>
              </a:ext>
            </a:extLst>
          </p:cNvPr>
          <p:cNvSpPr>
            <a:spLocks/>
          </p:cNvSpPr>
          <p:nvPr/>
        </p:nvSpPr>
        <p:spPr>
          <a:xfrm>
            <a:off x="9039061" y="2181724"/>
            <a:ext cx="2727692" cy="3855794"/>
          </a:xfrm>
          <a:prstGeom prst="roundRect">
            <a:avLst>
              <a:gd name="adj" fmla="val 4754"/>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fr-FR" sz="2000">
              <a:solidFill>
                <a:schemeClr val="bg2"/>
              </a:solidFill>
              <a:ea typeface="+mj-ea"/>
              <a:cs typeface="+mj-cs"/>
            </a:endParaRPr>
          </a:p>
        </p:txBody>
      </p:sp>
      <p:pic>
        <p:nvPicPr>
          <p:cNvPr id="23" name="Arrow 5">
            <a:extLst>
              <a:ext uri="{FF2B5EF4-FFF2-40B4-BE49-F238E27FC236}">
                <a16:creationId xmlns:a16="http://schemas.microsoft.com/office/drawing/2014/main" id="{23593776-DC33-C898-A50A-E8B87BA25EF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96400" y="2445969"/>
            <a:ext cx="203991" cy="198424"/>
          </a:xfrm>
          <a:prstGeom prst="rect">
            <a:avLst/>
          </a:prstGeom>
        </p:spPr>
      </p:pic>
      <p:sp>
        <p:nvSpPr>
          <p:cNvPr id="48" name="TextBox 11">
            <a:extLst>
              <a:ext uri="{FF2B5EF4-FFF2-40B4-BE49-F238E27FC236}">
                <a16:creationId xmlns:a16="http://schemas.microsoft.com/office/drawing/2014/main" id="{FA44A2C6-5770-3124-3255-4D1B4BA710C3}"/>
              </a:ext>
            </a:extLst>
          </p:cNvPr>
          <p:cNvSpPr txBox="1">
            <a:spLocks/>
          </p:cNvSpPr>
          <p:nvPr/>
        </p:nvSpPr>
        <p:spPr>
          <a:xfrm>
            <a:off x="9608606" y="2422071"/>
            <a:ext cx="1542386" cy="246221"/>
          </a:xfrm>
          <a:prstGeom prst="rect">
            <a:avLst/>
          </a:prstGeom>
          <a:noFill/>
        </p:spPr>
        <p:txBody>
          <a:bodyPr wrap="square" lIns="0" tIns="0" rIns="0" bIns="0" rtlCol="0" anchor="b">
            <a:spAutoFit/>
          </a:bodyPr>
          <a:lstStyle/>
          <a:p>
            <a:pPr marL="0" lvl="0" defTabSz="914400" rtl="0" eaLnBrk="1" latinLnBrk="0" hangingPunct="1"/>
            <a:r>
              <a:rPr lang="fr-FR" sz="1600">
                <a:solidFill>
                  <a:schemeClr val="bg2"/>
                </a:solidFill>
                <a:latin typeface="+mj-lt"/>
              </a:rPr>
              <a:t>Content</a:t>
            </a:r>
            <a:endParaRPr lang="fr-FR" sz="1600" i="0" kern="1200" cap="none" baseline="0">
              <a:solidFill>
                <a:schemeClr val="bg2"/>
              </a:solidFill>
              <a:latin typeface="+mj-lt"/>
              <a:ea typeface="+mn-ea"/>
              <a:cs typeface="+mn-cs"/>
            </a:endParaRPr>
          </a:p>
        </p:txBody>
      </p:sp>
      <p:cxnSp>
        <p:nvCxnSpPr>
          <p:cNvPr id="22" name="Straight Connector 5">
            <a:extLst>
              <a:ext uri="{FF2B5EF4-FFF2-40B4-BE49-F238E27FC236}">
                <a16:creationId xmlns:a16="http://schemas.microsoft.com/office/drawing/2014/main" id="{154DFE0D-5037-5789-CEB8-BA5011587A96}"/>
              </a:ext>
              <a:ext uri="{C183D7F6-B498-43B3-948B-1728B52AA6E4}">
                <adec:decorative xmlns:adec="http://schemas.microsoft.com/office/drawing/2017/decorative" val="1"/>
              </a:ext>
            </a:extLst>
          </p:cNvPr>
          <p:cNvCxnSpPr>
            <a:cxnSpLocks/>
          </p:cNvCxnSpPr>
          <p:nvPr userDrawn="1"/>
        </p:nvCxnSpPr>
        <p:spPr>
          <a:xfrm>
            <a:off x="9296400" y="2758411"/>
            <a:ext cx="235436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Box 12">
            <a:extLst>
              <a:ext uri="{FF2B5EF4-FFF2-40B4-BE49-F238E27FC236}">
                <a16:creationId xmlns:a16="http://schemas.microsoft.com/office/drawing/2014/main" id="{96A97595-DCDB-1FC1-BCF9-594999418478}"/>
              </a:ext>
            </a:extLst>
          </p:cNvPr>
          <p:cNvSpPr txBox="1">
            <a:spLocks/>
          </p:cNvSpPr>
          <p:nvPr/>
        </p:nvSpPr>
        <p:spPr>
          <a:xfrm>
            <a:off x="9037674" y="2960008"/>
            <a:ext cx="2730464" cy="3203620"/>
          </a:xfrm>
          <a:prstGeom prst="rect">
            <a:avLst/>
          </a:prstGeom>
          <a:noFill/>
        </p:spPr>
        <p:txBody>
          <a:bodyPr wrap="square" lIns="108000" tIns="36000" rIns="108000" bIns="36000" rtlCol="0" anchor="t">
            <a:noAutofit/>
          </a:bodyPr>
          <a:lstStyle/>
          <a:p>
            <a:pPr marL="285750" indent="-285750">
              <a:spcAft>
                <a:spcPts val="1200"/>
              </a:spcAft>
              <a:buClr>
                <a:schemeClr val="bg2"/>
              </a:buClr>
              <a:buFont typeface="Arial" panose="020B0604020202020204" pitchFamily="34" charset="0"/>
              <a:buChar char="•"/>
            </a:pPr>
            <a:r>
              <a:rPr lang="fr-FR" sz="1200">
                <a:solidFill>
                  <a:schemeClr val="bg2"/>
                </a:solidFill>
              </a:rPr>
              <a:t>Avoid abbreviations (explain them once on 1</a:t>
            </a:r>
            <a:r>
              <a:rPr lang="fr-FR" sz="1200" baseline="30000">
                <a:solidFill>
                  <a:schemeClr val="bg2"/>
                </a:solidFill>
              </a:rPr>
              <a:t>st</a:t>
            </a:r>
            <a:r>
              <a:rPr lang="fr-FR" sz="1200">
                <a:solidFill>
                  <a:schemeClr val="bg2"/>
                </a:solidFill>
              </a:rPr>
              <a:t> use)</a:t>
            </a:r>
          </a:p>
          <a:p>
            <a:pPr marL="285750" indent="-285750">
              <a:spcAft>
                <a:spcPts val="1200"/>
              </a:spcAft>
              <a:buClr>
                <a:schemeClr val="bg2"/>
              </a:buClr>
              <a:buFont typeface="Arial" panose="020B0604020202020204" pitchFamily="34" charset="0"/>
              <a:buChar char="•"/>
            </a:pPr>
            <a:r>
              <a:rPr lang="fr-FR" sz="1200">
                <a:solidFill>
                  <a:schemeClr val="bg2"/>
                </a:solidFill>
              </a:rPr>
              <a:t>Avoid overloaded slides (one strong idea per slide)</a:t>
            </a:r>
          </a:p>
          <a:p>
            <a:pPr marL="285750" indent="-285750">
              <a:spcAft>
                <a:spcPts val="1200"/>
              </a:spcAft>
              <a:buClr>
                <a:schemeClr val="bg2"/>
              </a:buClr>
              <a:buFont typeface="Arial" panose="020B0604020202020204" pitchFamily="34" charset="0"/>
              <a:buChar char="•"/>
            </a:pPr>
            <a:r>
              <a:rPr lang="fr-FR" sz="1200">
                <a:solidFill>
                  <a:schemeClr val="bg2"/>
                </a:solidFill>
              </a:rPr>
              <a:t>Systematically explain the titles of links (don't just say "</a:t>
            </a:r>
            <a:r>
              <a:rPr lang="fr-FR" sz="1200" u="sng">
                <a:solidFill>
                  <a:schemeClr val="bg2"/>
                </a:solidFill>
              </a:rPr>
              <a:t>click here</a:t>
            </a:r>
            <a:r>
              <a:rPr lang="fr-FR" sz="1200">
                <a:solidFill>
                  <a:schemeClr val="bg2"/>
                </a:solidFill>
              </a:rPr>
              <a:t>")</a:t>
            </a:r>
          </a:p>
          <a:p>
            <a:pPr marL="285750" indent="-285750">
              <a:spcAft>
                <a:spcPts val="1200"/>
              </a:spcAft>
              <a:buClr>
                <a:schemeClr val="bg2"/>
              </a:buClr>
              <a:buFont typeface="Arial" panose="020B0604020202020204" pitchFamily="34" charset="0"/>
              <a:buChar char="•"/>
            </a:pPr>
            <a:r>
              <a:rPr lang="fr-FR" sz="1200">
                <a:solidFill>
                  <a:schemeClr val="bg2"/>
                </a:solidFill>
              </a:rPr>
              <a:t>Avoid transforming PPTs into PDFs (degrades PPT accessibility)</a:t>
            </a:r>
          </a:p>
          <a:p>
            <a:pPr marL="285750" marR="0" lvl="0" indent="-285750" algn="l" defTabSz="914400" rtl="0" eaLnBrk="1" fontAlgn="auto" latinLnBrk="0" hangingPunct="1">
              <a:lnSpc>
                <a:spcPct val="100000"/>
              </a:lnSpc>
              <a:spcBef>
                <a:spcPts val="0"/>
              </a:spcBef>
              <a:spcAft>
                <a:spcPts val="1200"/>
              </a:spcAft>
              <a:buClr>
                <a:schemeClr val="bg2"/>
              </a:buClr>
              <a:buSzTx/>
              <a:buFont typeface="Arial" panose="020B0604020202020204" pitchFamily="34" charset="0"/>
              <a:buChar char="•"/>
              <a:tabLst/>
              <a:defRPr/>
            </a:pPr>
            <a:r>
              <a:rPr lang="fr-FR" sz="1200">
                <a:solidFill>
                  <a:schemeClr val="bg2"/>
                </a:solidFill>
              </a:rPr>
              <a:t>For  French speakers, avoid using anglicized French (“franglais”) or change language in the "Review" tab, then "Language"</a:t>
            </a:r>
            <a:endParaRPr lang="fr-FR" sz="1200" i="1">
              <a:solidFill>
                <a:schemeClr val="bg2"/>
              </a:solidFill>
            </a:endParaRPr>
          </a:p>
        </p:txBody>
      </p:sp>
      <p:sp>
        <p:nvSpPr>
          <p:cNvPr id="52" name="Rectangle 13" descr="&#10;">
            <a:extLst>
              <a:ext uri="{FF2B5EF4-FFF2-40B4-BE49-F238E27FC236}">
                <a16:creationId xmlns:a16="http://schemas.microsoft.com/office/drawing/2014/main" id="{6119C140-67C7-0A9B-0668-E0D88AFFB224}"/>
              </a:ext>
            </a:extLst>
          </p:cNvPr>
          <p:cNvSpPr>
            <a:spLocks/>
          </p:cNvSpPr>
          <p:nvPr userDrawn="1"/>
        </p:nvSpPr>
        <p:spPr>
          <a:xfrm>
            <a:off x="7124606" y="404814"/>
            <a:ext cx="2958957" cy="694522"/>
          </a:xfrm>
          <a:prstGeom prst="rect">
            <a:avLst/>
          </a:prstGeom>
          <a:no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noProof="0">
                <a:solidFill>
                  <a:schemeClr val="bg2">
                    <a:lumMod val="100000"/>
                  </a:schemeClr>
                </a:solidFill>
                <a:latin typeface="+mj-lt"/>
              </a:rPr>
              <a:t>Accessibility Tip: </a:t>
            </a:r>
            <a:r>
              <a:rPr lang="fr-FR" sz="1200" b="0" baseline="0" noProof="0">
                <a:solidFill>
                  <a:schemeClr val="tx1">
                    <a:lumMod val="100000"/>
                  </a:schemeClr>
                </a:solidFill>
                <a:latin typeface="+mn-lt"/>
              </a:rPr>
              <a:t>check  the accessibility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baseline="0" noProof="0">
                <a:solidFill>
                  <a:schemeClr val="tx1">
                    <a:lumMod val="100000"/>
                  </a:schemeClr>
                </a:solidFill>
                <a:latin typeface="+mn-lt"/>
              </a:rPr>
              <a:t>level of your presentation by going to</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baseline="0" noProof="0">
                <a:solidFill>
                  <a:schemeClr val="tx1">
                    <a:lumMod val="100000"/>
                  </a:schemeClr>
                </a:solidFill>
                <a:latin typeface="+mn-lt"/>
              </a:rPr>
              <a:t> "Review“ then "Check accessibility". </a:t>
            </a:r>
            <a:endParaRPr lang="fr-FR" sz="1400" b="0" baseline="0" noProof="0">
              <a:solidFill>
                <a:schemeClr val="tx1">
                  <a:lumMod val="100000"/>
                </a:schemeClr>
              </a:solidFill>
              <a:latin typeface="+mn-lt"/>
            </a:endParaRPr>
          </a:p>
        </p:txBody>
      </p:sp>
      <p:sp>
        <p:nvSpPr>
          <p:cNvPr id="12" name="Freeform: Shape 14">
            <a:extLst>
              <a:ext uri="{FF2B5EF4-FFF2-40B4-BE49-F238E27FC236}">
                <a16:creationId xmlns:a16="http://schemas.microsoft.com/office/drawing/2014/main" id="{83DFFE58-DCEB-BE9E-4D43-AD8C276484CB}"/>
              </a:ext>
            </a:extLst>
          </p:cNvPr>
          <p:cNvSpPr/>
          <p:nvPr/>
        </p:nvSpPr>
        <p:spPr>
          <a:xfrm rot="2411869">
            <a:off x="9621264" y="454839"/>
            <a:ext cx="3151694" cy="638614"/>
          </a:xfrm>
          <a:custGeom>
            <a:avLst/>
            <a:gdLst>
              <a:gd name="connsiteX0" fmla="*/ 0 w 3151694"/>
              <a:gd name="connsiteY0" fmla="*/ 638614 h 638614"/>
              <a:gd name="connsiteX1" fmla="*/ 755756 w 3151694"/>
              <a:gd name="connsiteY1" fmla="*/ 0 h 638614"/>
              <a:gd name="connsiteX2" fmla="*/ 2612065 w 3151694"/>
              <a:gd name="connsiteY2" fmla="*/ 0 h 638614"/>
              <a:gd name="connsiteX3" fmla="*/ 3151694 w 3151694"/>
              <a:gd name="connsiteY3" fmla="*/ 638614 h 638614"/>
            </a:gdLst>
            <a:ahLst/>
            <a:cxnLst>
              <a:cxn ang="0">
                <a:pos x="connsiteX0" y="connsiteY0"/>
              </a:cxn>
              <a:cxn ang="0">
                <a:pos x="connsiteX1" y="connsiteY1"/>
              </a:cxn>
              <a:cxn ang="0">
                <a:pos x="connsiteX2" y="connsiteY2"/>
              </a:cxn>
              <a:cxn ang="0">
                <a:pos x="connsiteX3" y="connsiteY3"/>
              </a:cxn>
            </a:cxnLst>
            <a:rect l="l" t="t" r="r" b="b"/>
            <a:pathLst>
              <a:path w="3151694" h="638614">
                <a:moveTo>
                  <a:pt x="0" y="638614"/>
                </a:moveTo>
                <a:lnTo>
                  <a:pt x="755756" y="0"/>
                </a:lnTo>
                <a:lnTo>
                  <a:pt x="2612065" y="0"/>
                </a:lnTo>
                <a:lnTo>
                  <a:pt x="3151694" y="638614"/>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r>
              <a:rPr lang="fr-FR">
                <a:solidFill>
                  <a:schemeClr val="bg1">
                    <a:lumMod val="100000"/>
                  </a:schemeClr>
                </a:solidFill>
                <a:ea typeface="+mj-ea"/>
                <a:cs typeface="+mj-cs"/>
              </a:rPr>
              <a:t>To be deleted</a:t>
            </a:r>
          </a:p>
        </p:txBody>
      </p:sp>
      <p:sp>
        <p:nvSpPr>
          <p:cNvPr id="25" name="Copyright and page 4">
            <a:extLst>
              <a:ext uri="{FF2B5EF4-FFF2-40B4-BE49-F238E27FC236}">
                <a16:creationId xmlns:a16="http://schemas.microsoft.com/office/drawing/2014/main" id="{CAC38180-370A-0E5E-0C20-755F3DDBE509}"/>
              </a:ext>
              <a:ext uri="{C183D7F6-B498-43B3-948B-1728B52AA6E4}">
                <adec:decorative xmlns:adec="http://schemas.microsoft.com/office/drawing/2017/decorative" val="1"/>
              </a:ext>
            </a:extLst>
          </p:cNvPr>
          <p:cNvSpPr txBox="1">
            <a:spLocks/>
          </p:cNvSpPr>
          <p:nvPr userDrawn="1"/>
        </p:nvSpPr>
        <p:spPr bwMode="ltGray">
          <a:xfrm>
            <a:off x="10591800" y="6578600"/>
            <a:ext cx="1189038" cy="239774"/>
          </a:xfrm>
          <a:prstGeom prst="rect">
            <a:avLst/>
          </a:prstGeom>
        </p:spPr>
        <p:txBody>
          <a:bodyPr lIns="0" rIns="0" anchor="ctr"/>
          <a:lstStyle/>
          <a:p>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r>
              <a:rPr lang="fr-FR" sz="700" b="0" i="0">
                <a:solidFill>
                  <a:schemeClr val="bg2">
                    <a:lumMod val="100000"/>
                  </a:schemeClr>
                </a:solidFill>
                <a:effectLst/>
                <a:latin typeface="+mn-lt"/>
              </a:rPr>
              <a:t>© </a:t>
            </a:r>
            <a:r>
              <a:rPr lang="fr-FR" sz="700" b="0" i="0">
                <a:solidFill>
                  <a:schemeClr val="bg2">
                    <a:lumMod val="100000"/>
                  </a:schemeClr>
                </a:solidFill>
                <a:effectLst/>
                <a:latin typeface="+mn-lt"/>
                <a:cs typeface="Poppins" panose="00000500000000000000" pitchFamily="2" charset="0"/>
              </a:rPr>
              <a:t>WAVESTONE</a:t>
            </a:r>
            <a:r>
              <a:rPr lang="fr-FR" sz="700" b="0" i="0">
                <a:solidFill>
                  <a:schemeClr val="bg2">
                    <a:lumMod val="100000"/>
                  </a:schemeClr>
                </a:solidFill>
                <a:effectLst/>
                <a:latin typeface="+mn-lt"/>
              </a:rPr>
              <a:t> | </a:t>
            </a:r>
            <a:fld id="{55EE84F1-812F-F440-AFF9-6DD93A744E0D}" type="slidenum">
              <a:rPr lang="fr-FR" sz="700" smtClean="0">
                <a:solidFill>
                  <a:schemeClr val="bg2">
                    <a:lumMod val="100000"/>
                  </a:schemeClr>
                </a:solidFill>
                <a:latin typeface="+mn-lt"/>
                <a:cs typeface="Poppins Light" panose="00000400000000000000" pitchFamily="2" charset="0"/>
              </a:rPr>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t>‹N°›</a:t>
            </a:fld>
            <a:endParaRPr lang="fr-FR" sz="700">
              <a:solidFill>
                <a:schemeClr val="bg2">
                  <a:lumMod val="100000"/>
                </a:schemeClr>
              </a:solidFill>
              <a:latin typeface="+mn-lt"/>
              <a:cs typeface="Poppins Light" panose="00000400000000000000" pitchFamily="2" charset="0"/>
            </a:endParaRPr>
          </a:p>
        </p:txBody>
      </p:sp>
      <p:sp>
        <p:nvSpPr>
          <p:cNvPr id="3" name="Title 1">
            <a:extLst>
              <a:ext uri="{FF2B5EF4-FFF2-40B4-BE49-F238E27FC236}">
                <a16:creationId xmlns:a16="http://schemas.microsoft.com/office/drawing/2014/main" id="{31C12FEA-04FF-E765-EA1B-B3C5D770231F}"/>
              </a:ext>
            </a:extLst>
          </p:cNvPr>
          <p:cNvSpPr>
            <a:spLocks noGrp="1"/>
          </p:cNvSpPr>
          <p:nvPr>
            <p:ph type="title" hasCustomPrompt="1"/>
          </p:nvPr>
        </p:nvSpPr>
        <p:spPr>
          <a:xfrm>
            <a:off x="423984" y="404664"/>
            <a:ext cx="5635503" cy="936774"/>
          </a:xfrm>
        </p:spPr>
        <p:txBody>
          <a:bodyPr/>
          <a:lstStyle>
            <a:lvl1pPr>
              <a:defRPr sz="2400"/>
            </a:lvl1pPr>
          </a:lstStyle>
          <a:p>
            <a:r>
              <a:rPr lang="fr-FR"/>
              <a:t>Digital accessibility guidelines</a:t>
            </a:r>
          </a:p>
        </p:txBody>
      </p:sp>
    </p:spTree>
    <p:extLst>
      <p:ext uri="{BB962C8B-B14F-4D97-AF65-F5344CB8AC3E}">
        <p14:creationId xmlns:p14="http://schemas.microsoft.com/office/powerpoint/2010/main" val="3270863279"/>
      </p:ext>
    </p:extLst>
  </p:cSld>
  <p:clrMapOvr>
    <a:masterClrMapping/>
  </p:clrMapOvr>
  <p:extLst>
    <p:ext uri="{DCECCB84-F9BA-43D5-87BE-67443E8EF086}">
      <p15:sldGuideLst xmlns:p15="http://schemas.microsoft.com/office/powerpoint/2012/main">
        <p15:guide id="1" pos="3817"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General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5354" y="404666"/>
            <a:ext cx="11342769" cy="936773"/>
          </a:xfrm>
        </p:spPr>
        <p:txBody>
          <a:bodyPr lIns="108000" tIns="0" rIns="108000" bIns="0"/>
          <a:lstStyle>
            <a:lvl1pPr>
              <a:defRPr sz="2201" baseline="0">
                <a:solidFill>
                  <a:schemeClr val="bg2"/>
                </a:solidFill>
              </a:defRPr>
            </a:lvl1pPr>
          </a:lstStyle>
          <a:p>
            <a:r>
              <a:rPr lang="fr-FR"/>
              <a:t>Complete </a:t>
            </a:r>
            <a:r>
              <a:rPr lang="fr-FR" err="1"/>
              <a:t>with</a:t>
            </a:r>
            <a:r>
              <a:rPr lang="fr-FR"/>
              <a:t> a </a:t>
            </a:r>
            <a:r>
              <a:rPr lang="fr-FR" err="1"/>
              <a:t>title</a:t>
            </a:r>
            <a:r>
              <a:rPr lang="fr-FR"/>
              <a:t> </a:t>
            </a:r>
            <a:r>
              <a:rPr lang="fr-FR" err="1"/>
              <a:t>here</a:t>
            </a:r>
            <a:r>
              <a:rPr lang="fr-FR"/>
              <a:t> </a:t>
            </a:r>
            <a:r>
              <a:rPr lang="fr-FR" err="1"/>
              <a:t>that</a:t>
            </a:r>
            <a:r>
              <a:rPr lang="fr-FR"/>
              <a:t> carries </a:t>
            </a:r>
            <a:r>
              <a:rPr lang="fr-FR" err="1"/>
              <a:t>your</a:t>
            </a:r>
            <a:r>
              <a:rPr lang="fr-FR"/>
              <a:t> message on </a:t>
            </a:r>
            <a:r>
              <a:rPr lang="fr-FR" err="1"/>
              <a:t>two</a:t>
            </a:r>
            <a:r>
              <a:rPr lang="fr-FR"/>
              <a:t> </a:t>
            </a:r>
            <a:r>
              <a:rPr lang="fr-FR" err="1"/>
              <a:t>lines</a:t>
            </a:r>
            <a:r>
              <a:rPr lang="fr-FR"/>
              <a:t> at </a:t>
            </a:r>
            <a:r>
              <a:rPr lang="fr-FR" err="1"/>
              <a:t>most</a:t>
            </a:r>
            <a:r>
              <a:rPr lang="fr-FR"/>
              <a:t> for more </a:t>
            </a:r>
            <a:r>
              <a:rPr lang="fr-FR" noProof="0" err="1"/>
              <a:t>readability</a:t>
            </a:r>
            <a:endParaRPr lang="fr-FR" noProof="0"/>
          </a:p>
        </p:txBody>
      </p:sp>
      <p:sp>
        <p:nvSpPr>
          <p:cNvPr id="9" name="Text Placeholder 8"/>
          <p:cNvSpPr>
            <a:spLocks noGrp="1"/>
          </p:cNvSpPr>
          <p:nvPr>
            <p:ph type="body" sz="quarter" idx="13" hasCustomPrompt="1"/>
          </p:nvPr>
        </p:nvSpPr>
        <p:spPr>
          <a:xfrm>
            <a:off x="425354" y="144314"/>
            <a:ext cx="11342769" cy="260350"/>
          </a:xfrm>
          <a:prstGeom prst="rect">
            <a:avLst/>
          </a:prstGeom>
        </p:spPr>
        <p:txBody>
          <a:bodyPr lIns="108000" tIns="0" rIns="108000" bIns="0" anchor="b"/>
          <a:lstStyle>
            <a:lvl1pPr>
              <a:spcBef>
                <a:spcPts val="0"/>
              </a:spcBef>
              <a:defRPr sz="1001" i="0" cap="all" baseline="0">
                <a:solidFill>
                  <a:schemeClr val="accent4"/>
                </a:solidFill>
                <a:latin typeface="+mj-lt"/>
              </a:defRPr>
            </a:lvl1pPr>
            <a:lvl2pPr>
              <a:defRPr sz="1001"/>
            </a:lvl2pPr>
          </a:lstStyle>
          <a:p>
            <a:pPr lvl="0"/>
            <a:r>
              <a:rPr lang="fr-FR" noProof="0"/>
              <a:t>Insert a top </a:t>
            </a:r>
            <a:r>
              <a:rPr lang="fr-FR" noProof="0" err="1"/>
              <a:t>title</a:t>
            </a:r>
            <a:r>
              <a:rPr lang="fr-FR" noProof="0"/>
              <a:t> </a:t>
            </a:r>
            <a:r>
              <a:rPr lang="fr-FR" noProof="0" err="1"/>
              <a:t>here</a:t>
            </a:r>
            <a:r>
              <a:rPr lang="fr-FR" noProof="0"/>
              <a:t> - must not </a:t>
            </a:r>
            <a:r>
              <a:rPr lang="fr-FR" noProof="0" err="1"/>
              <a:t>exceed</a:t>
            </a:r>
            <a:r>
              <a:rPr lang="fr-FR" noProof="0"/>
              <a:t> 1 line</a:t>
            </a:r>
          </a:p>
        </p:txBody>
      </p:sp>
      <p:sp>
        <p:nvSpPr>
          <p:cNvPr id="4" name="Espace réservé du contenu 3"/>
          <p:cNvSpPr>
            <a:spLocks noGrp="1"/>
          </p:cNvSpPr>
          <p:nvPr>
            <p:ph sz="quarter" idx="14" hasCustomPrompt="1"/>
          </p:nvPr>
        </p:nvSpPr>
        <p:spPr>
          <a:xfrm>
            <a:off x="425354" y="1341438"/>
            <a:ext cx="11342769" cy="4895850"/>
          </a:xfrm>
          <a:prstGeom prst="rect">
            <a:avLst/>
          </a:prstGeom>
        </p:spPr>
        <p:txBody>
          <a:bodyPr lIns="108000" tIns="108000" rIns="108000" bIns="108000"/>
          <a:lstStyle>
            <a:lvl2pPr>
              <a:defRPr>
                <a:solidFill>
                  <a:schemeClr val="tx1"/>
                </a:solidFill>
              </a:defRPr>
            </a:lvl2pPr>
            <a:lvl3pPr>
              <a:defRPr baseline="0">
                <a:solidFill>
                  <a:schemeClr val="tx1"/>
                </a:solidFill>
              </a:defRPr>
            </a:lvl3pPr>
            <a:lvl4pPr>
              <a:defRPr>
                <a:solidFill>
                  <a:schemeClr val="tx1"/>
                </a:solidFill>
              </a:defRPr>
            </a:lvl4pPr>
            <a:lvl5pPr>
              <a:defRPr>
                <a:solidFill>
                  <a:schemeClr val="tx1"/>
                </a:solidFill>
              </a:defRPr>
            </a:lvl5pPr>
            <a:lvl6pPr algn="just">
              <a:defRPr>
                <a:solidFill>
                  <a:schemeClr val="tx1"/>
                </a:solidFill>
              </a:defRPr>
            </a:lvl6pPr>
            <a:lvl7pPr algn="just">
              <a:defRPr>
                <a:solidFill>
                  <a:schemeClr val="tx1"/>
                </a:solidFill>
              </a:defRPr>
            </a:lvl7pPr>
            <a:lvl8pPr algn="just">
              <a:defRPr>
                <a:solidFill>
                  <a:schemeClr val="tx1"/>
                </a:solidFill>
              </a:defRPr>
            </a:lvl8pPr>
            <a:lvl9pPr algn="just">
              <a:defRPr>
                <a:solidFill>
                  <a:schemeClr val="tx1"/>
                </a:solidFill>
              </a:defRPr>
            </a:lvl9pPr>
          </a:lstStyle>
          <a:p>
            <a:pPr lvl="0"/>
            <a:r>
              <a:rPr lang="fr-FR" err="1"/>
              <a:t>Level</a:t>
            </a:r>
            <a:r>
              <a:rPr lang="fr-FR"/>
              <a:t> 1 - </a:t>
            </a:r>
            <a:r>
              <a:rPr lang="fr-FR">
                <a:solidFill>
                  <a:srgbClr val="503078"/>
                </a:solidFill>
              </a:rPr>
              <a:t>To move to the </a:t>
            </a:r>
            <a:r>
              <a:rPr lang="fr-FR" err="1">
                <a:solidFill>
                  <a:srgbClr val="503078"/>
                </a:solidFill>
              </a:rPr>
              <a:t>next</a:t>
            </a:r>
            <a:r>
              <a:rPr lang="fr-FR">
                <a:solidFill>
                  <a:srgbClr val="503078"/>
                </a:solidFill>
              </a:rPr>
              <a:t> </a:t>
            </a:r>
            <a:r>
              <a:rPr lang="fr-FR" err="1">
                <a:solidFill>
                  <a:srgbClr val="503078"/>
                </a:solidFill>
              </a:rPr>
              <a:t>level</a:t>
            </a:r>
            <a:r>
              <a:rPr lang="fr-FR">
                <a:solidFill>
                  <a:srgbClr val="503078"/>
                </a:solidFill>
              </a:rPr>
              <a:t>, Alt + Shift + right </a:t>
            </a:r>
            <a:r>
              <a:rPr lang="fr-FR" err="1">
                <a:solidFill>
                  <a:srgbClr val="503078"/>
                </a:solidFill>
              </a:rPr>
              <a:t>arrow</a:t>
            </a:r>
            <a:endParaRPr lang="fr-FR"/>
          </a:p>
          <a:p>
            <a:pPr lvl="1"/>
            <a:r>
              <a:rPr lang="fr-FR" err="1"/>
              <a:t>Level</a:t>
            </a:r>
            <a:r>
              <a:rPr lang="fr-FR"/>
              <a:t> 2</a:t>
            </a:r>
          </a:p>
          <a:p>
            <a:pPr lvl="2"/>
            <a:r>
              <a:rPr lang="fr-FR" err="1"/>
              <a:t>Level</a:t>
            </a:r>
            <a:r>
              <a:rPr lang="fr-FR"/>
              <a:t> 3</a:t>
            </a:r>
          </a:p>
          <a:p>
            <a:pPr lvl="3"/>
            <a:r>
              <a:rPr lang="fr-FR" err="1"/>
              <a:t>Level</a:t>
            </a:r>
            <a:r>
              <a:rPr lang="fr-FR"/>
              <a:t> 4</a:t>
            </a:r>
          </a:p>
          <a:p>
            <a:pPr lvl="4"/>
            <a:r>
              <a:rPr lang="fr-FR" err="1"/>
              <a:t>Level</a:t>
            </a:r>
            <a:r>
              <a:rPr lang="fr-FR"/>
              <a:t> 5</a:t>
            </a:r>
          </a:p>
          <a:p>
            <a:pPr lvl="5"/>
            <a:r>
              <a:rPr lang="fr-FR" err="1"/>
              <a:t>Level</a:t>
            </a:r>
            <a:r>
              <a:rPr lang="fr-FR"/>
              <a:t> 6</a:t>
            </a:r>
          </a:p>
          <a:p>
            <a:pPr lvl="6"/>
            <a:r>
              <a:rPr lang="fr-FR" err="1"/>
              <a:t>Level</a:t>
            </a:r>
            <a:r>
              <a:rPr lang="fr-FR"/>
              <a:t> 7</a:t>
            </a:r>
          </a:p>
          <a:p>
            <a:pPr lvl="7"/>
            <a:r>
              <a:rPr lang="fr-FR" noProof="0" err="1"/>
              <a:t>Level</a:t>
            </a:r>
            <a:r>
              <a:rPr lang="fr-FR" noProof="0"/>
              <a:t> </a:t>
            </a:r>
            <a:r>
              <a:rPr lang="fr-FR"/>
              <a:t>8</a:t>
            </a:r>
          </a:p>
          <a:p>
            <a:pPr lvl="8"/>
            <a:r>
              <a:rPr lang="fr-FR" err="1"/>
              <a:t>Level</a:t>
            </a:r>
            <a:r>
              <a:rPr lang="fr-FR"/>
              <a:t> 9</a:t>
            </a:r>
          </a:p>
        </p:txBody>
      </p:sp>
    </p:spTree>
    <p:extLst>
      <p:ext uri="{BB962C8B-B14F-4D97-AF65-F5344CB8AC3E}">
        <p14:creationId xmlns:p14="http://schemas.microsoft.com/office/powerpoint/2010/main" val="10411199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List of 4 items with bullet points ">
    <p:spTree>
      <p:nvGrpSpPr>
        <p:cNvPr id="1" name=""/>
        <p:cNvGrpSpPr/>
        <p:nvPr/>
      </p:nvGrpSpPr>
      <p:grpSpPr>
        <a:xfrm>
          <a:off x="0" y="0"/>
          <a:ext cx="0" cy="0"/>
          <a:chOff x="0" y="0"/>
          <a:chExt cx="0" cy="0"/>
        </a:xfrm>
      </p:grpSpPr>
      <p:sp>
        <p:nvSpPr>
          <p:cNvPr id="5" name="Toptitle placeholder 1">
            <a:extLst>
              <a:ext uri="{FF2B5EF4-FFF2-40B4-BE49-F238E27FC236}">
                <a16:creationId xmlns:a16="http://schemas.microsoft.com/office/drawing/2014/main" id="{052E5ECB-EE23-999C-8089-6F6C5DFFC462}"/>
              </a:ext>
              <a:ext uri="{C183D7F6-B498-43B3-948B-1728B52AA6E4}">
                <adec:decorative xmlns:adec="http://schemas.microsoft.com/office/drawing/2017/decorative" val="1"/>
              </a:ext>
            </a:extLst>
          </p:cNvPr>
          <p:cNvSpPr>
            <a:spLocks noGrp="1"/>
          </p:cNvSpPr>
          <p:nvPr>
            <p:ph type="body" sz="quarter" idx="13" hasCustomPrompt="1"/>
          </p:nvPr>
        </p:nvSpPr>
        <p:spPr>
          <a:xfrm>
            <a:off x="425355" y="144313"/>
            <a:ext cx="7794704"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en-GB" noProof="0"/>
              <a:t>Insert a top title here - must not exceed 1 line</a:t>
            </a:r>
          </a:p>
        </p:txBody>
      </p:sp>
      <p:sp>
        <p:nvSpPr>
          <p:cNvPr id="6" name="Chapter placeholder 1">
            <a:extLst>
              <a:ext uri="{FF2B5EF4-FFF2-40B4-BE49-F238E27FC236}">
                <a16:creationId xmlns:a16="http://schemas.microsoft.com/office/drawing/2014/main" id="{930294FF-6B30-BE75-A69D-F0221F795666}"/>
              </a:ext>
              <a:ext uri="{C183D7F6-B498-43B3-948B-1728B52AA6E4}">
                <adec:decorative xmlns:adec="http://schemas.microsoft.com/office/drawing/2017/decorative" val="1"/>
              </a:ext>
            </a:extLst>
          </p:cNvPr>
          <p:cNvSpPr>
            <a:spLocks noGrp="1"/>
          </p:cNvSpPr>
          <p:nvPr>
            <p:ph type="body" sz="quarter" idx="58" hasCustomPrompt="1"/>
          </p:nvPr>
        </p:nvSpPr>
        <p:spPr>
          <a:xfrm>
            <a:off x="8220074" y="144166"/>
            <a:ext cx="3548064" cy="260647"/>
          </a:xfrm>
          <a:prstGeom prst="rect">
            <a:avLst/>
          </a:prstGeom>
        </p:spPr>
        <p:txBody>
          <a:bodyPr lIns="0" tIns="0" rIns="0" bIns="0" anchor="b"/>
          <a:lstStyle>
            <a:lvl1pPr algn="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en-GB" noProof="0"/>
              <a:t>CHAPTER 1 – CHAPTER 2 – CHAPTER 3 </a:t>
            </a:r>
          </a:p>
        </p:txBody>
      </p:sp>
      <p:sp>
        <p:nvSpPr>
          <p:cNvPr id="7" name="Title 1">
            <a:extLst>
              <a:ext uri="{FF2B5EF4-FFF2-40B4-BE49-F238E27FC236}">
                <a16:creationId xmlns:a16="http://schemas.microsoft.com/office/drawing/2014/main" id="{27B65E3A-D6F3-98C6-EE29-C1E2C8108695}"/>
              </a:ext>
            </a:extLst>
          </p:cNvPr>
          <p:cNvSpPr>
            <a:spLocks noGrp="1"/>
          </p:cNvSpPr>
          <p:nvPr>
            <p:ph type="title" hasCustomPrompt="1"/>
          </p:nvPr>
        </p:nvSpPr>
        <p:spPr>
          <a:xfrm>
            <a:off x="425354" y="404667"/>
            <a:ext cx="11342769" cy="936770"/>
          </a:xfrm>
        </p:spPr>
        <p:txBody>
          <a:bodyPr lIns="0" tIns="0" rIns="0" bIns="0"/>
          <a:lstStyle>
            <a:lvl1pPr>
              <a:defRPr sz="2400" baseline="0">
                <a:solidFill>
                  <a:schemeClr val="bg2">
                    <a:lumMod val="100000"/>
                  </a:schemeClr>
                </a:solidFill>
                <a:latin typeface="+mj-lt"/>
              </a:defRPr>
            </a:lvl1pPr>
          </a:lstStyle>
          <a:p>
            <a:r>
              <a:rPr lang="en-GB"/>
              <a:t>Complete with a title here that carries your message on two lines at most for more </a:t>
            </a:r>
            <a:r>
              <a:rPr lang="en-GB" noProof="0"/>
              <a:t>readability</a:t>
            </a:r>
          </a:p>
        </p:txBody>
      </p:sp>
      <p:sp>
        <p:nvSpPr>
          <p:cNvPr id="11" name="Text Placeholder 10">
            <a:extLst>
              <a:ext uri="{FF2B5EF4-FFF2-40B4-BE49-F238E27FC236}">
                <a16:creationId xmlns:a16="http://schemas.microsoft.com/office/drawing/2014/main" id="{7AA204EC-0602-7E83-92C1-68F89228E1DC}"/>
              </a:ext>
            </a:extLst>
          </p:cNvPr>
          <p:cNvSpPr>
            <a:spLocks noGrp="1"/>
          </p:cNvSpPr>
          <p:nvPr>
            <p:ph type="body" sz="quarter" idx="59" hasCustomPrompt="1"/>
          </p:nvPr>
        </p:nvSpPr>
        <p:spPr>
          <a:xfrm>
            <a:off x="423863" y="1341438"/>
            <a:ext cx="3142599" cy="1080363"/>
          </a:xfrm>
          <a:prstGeom prst="roundRect">
            <a:avLst>
              <a:gd name="adj" fmla="val 7717"/>
            </a:avLst>
          </a:prstGeom>
          <a:solidFill>
            <a:schemeClr val="accent3"/>
          </a:solidFill>
        </p:spPr>
        <p:txBody>
          <a:bodyPr anchor="ctr"/>
          <a:lstStyle>
            <a:lvl1pPr algn="ctr">
              <a:defRPr sz="2400">
                <a:solidFill>
                  <a:schemeClr val="bg1"/>
                </a:solidFill>
                <a:latin typeface="+mj-lt"/>
              </a:defRPr>
            </a:lvl1pPr>
            <a:lvl2pPr marL="0" indent="0" algn="ctr">
              <a:buNone/>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GB"/>
              <a:t>Insert text</a:t>
            </a:r>
          </a:p>
        </p:txBody>
      </p:sp>
      <p:sp>
        <p:nvSpPr>
          <p:cNvPr id="15" name="Text Placeholder 14">
            <a:extLst>
              <a:ext uri="{FF2B5EF4-FFF2-40B4-BE49-F238E27FC236}">
                <a16:creationId xmlns:a16="http://schemas.microsoft.com/office/drawing/2014/main" id="{045C811E-3B0F-5247-2042-6D91CE8CF59E}"/>
              </a:ext>
            </a:extLst>
          </p:cNvPr>
          <p:cNvSpPr>
            <a:spLocks noGrp="1"/>
          </p:cNvSpPr>
          <p:nvPr>
            <p:ph type="body" sz="quarter" idx="60" hasCustomPrompt="1"/>
          </p:nvPr>
        </p:nvSpPr>
        <p:spPr>
          <a:xfrm>
            <a:off x="3875088" y="1341438"/>
            <a:ext cx="7893050" cy="1080363"/>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Text Placeholder 10">
            <a:extLst>
              <a:ext uri="{FF2B5EF4-FFF2-40B4-BE49-F238E27FC236}">
                <a16:creationId xmlns:a16="http://schemas.microsoft.com/office/drawing/2014/main" id="{C458694F-B89B-5021-518C-656CA3EE4299}"/>
              </a:ext>
            </a:extLst>
          </p:cNvPr>
          <p:cNvSpPr>
            <a:spLocks noGrp="1"/>
          </p:cNvSpPr>
          <p:nvPr>
            <p:ph type="body" sz="quarter" idx="61" hasCustomPrompt="1"/>
          </p:nvPr>
        </p:nvSpPr>
        <p:spPr>
          <a:xfrm>
            <a:off x="423862" y="2613266"/>
            <a:ext cx="3142599" cy="1080363"/>
          </a:xfrm>
          <a:prstGeom prst="roundRect">
            <a:avLst>
              <a:gd name="adj" fmla="val 7717"/>
            </a:avLst>
          </a:prstGeom>
          <a:solidFill>
            <a:schemeClr val="accent4"/>
          </a:solidFill>
        </p:spPr>
        <p:txBody>
          <a:bodyPr anchor="ctr"/>
          <a:lstStyle>
            <a:lvl1pPr algn="ctr">
              <a:defRPr sz="2400">
                <a:solidFill>
                  <a:schemeClr val="bg1"/>
                </a:solidFill>
                <a:latin typeface="+mj-lt"/>
              </a:defRPr>
            </a:lvl1pPr>
            <a:lvl2pPr marL="0" indent="0" algn="ctr">
              <a:buNone/>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GB"/>
              <a:t>Insert text</a:t>
            </a:r>
          </a:p>
        </p:txBody>
      </p:sp>
      <p:sp>
        <p:nvSpPr>
          <p:cNvPr id="17" name="Text Placeholder 14">
            <a:extLst>
              <a:ext uri="{FF2B5EF4-FFF2-40B4-BE49-F238E27FC236}">
                <a16:creationId xmlns:a16="http://schemas.microsoft.com/office/drawing/2014/main" id="{1AD18C15-FC82-4DE5-6C7D-3864F7DD9030}"/>
              </a:ext>
            </a:extLst>
          </p:cNvPr>
          <p:cNvSpPr>
            <a:spLocks noGrp="1"/>
          </p:cNvSpPr>
          <p:nvPr>
            <p:ph type="body" sz="quarter" idx="62" hasCustomPrompt="1"/>
          </p:nvPr>
        </p:nvSpPr>
        <p:spPr>
          <a:xfrm>
            <a:off x="3875088" y="2613266"/>
            <a:ext cx="7893050" cy="1080363"/>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Text Placeholder 10">
            <a:extLst>
              <a:ext uri="{FF2B5EF4-FFF2-40B4-BE49-F238E27FC236}">
                <a16:creationId xmlns:a16="http://schemas.microsoft.com/office/drawing/2014/main" id="{0EB24991-12F1-E14F-B188-84213D3952A1}"/>
              </a:ext>
            </a:extLst>
          </p:cNvPr>
          <p:cNvSpPr>
            <a:spLocks noGrp="1"/>
          </p:cNvSpPr>
          <p:nvPr>
            <p:ph type="body" sz="quarter" idx="63" hasCustomPrompt="1"/>
          </p:nvPr>
        </p:nvSpPr>
        <p:spPr>
          <a:xfrm>
            <a:off x="423863" y="3885095"/>
            <a:ext cx="3142599" cy="1080364"/>
          </a:xfrm>
          <a:prstGeom prst="roundRect">
            <a:avLst>
              <a:gd name="adj" fmla="val 7717"/>
            </a:avLst>
          </a:prstGeom>
          <a:solidFill>
            <a:schemeClr val="bg2"/>
          </a:solidFill>
        </p:spPr>
        <p:txBody>
          <a:bodyPr anchor="ctr"/>
          <a:lstStyle>
            <a:lvl1pPr algn="ctr">
              <a:defRPr sz="2400">
                <a:solidFill>
                  <a:schemeClr val="bg1"/>
                </a:solidFill>
                <a:latin typeface="+mj-lt"/>
              </a:defRPr>
            </a:lvl1pPr>
            <a:lvl2pPr marL="0" indent="0" algn="ctr">
              <a:buNone/>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GB"/>
              <a:t>Insert text</a:t>
            </a:r>
          </a:p>
        </p:txBody>
      </p:sp>
      <p:sp>
        <p:nvSpPr>
          <p:cNvPr id="19" name="Text Placeholder 14">
            <a:extLst>
              <a:ext uri="{FF2B5EF4-FFF2-40B4-BE49-F238E27FC236}">
                <a16:creationId xmlns:a16="http://schemas.microsoft.com/office/drawing/2014/main" id="{C0C12D22-DA37-58DB-F2EB-839F45C76DC6}"/>
              </a:ext>
            </a:extLst>
          </p:cNvPr>
          <p:cNvSpPr>
            <a:spLocks noGrp="1"/>
          </p:cNvSpPr>
          <p:nvPr>
            <p:ph type="body" sz="quarter" idx="64" hasCustomPrompt="1"/>
          </p:nvPr>
        </p:nvSpPr>
        <p:spPr>
          <a:xfrm>
            <a:off x="3875088" y="3885094"/>
            <a:ext cx="7893050" cy="1080363"/>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10">
            <a:extLst>
              <a:ext uri="{FF2B5EF4-FFF2-40B4-BE49-F238E27FC236}">
                <a16:creationId xmlns:a16="http://schemas.microsoft.com/office/drawing/2014/main" id="{8F0C1FAB-17A1-3C9B-CE90-19B3B66DEB57}"/>
              </a:ext>
            </a:extLst>
          </p:cNvPr>
          <p:cNvSpPr>
            <a:spLocks noGrp="1"/>
          </p:cNvSpPr>
          <p:nvPr>
            <p:ph type="body" sz="quarter" idx="65" hasCustomPrompt="1"/>
          </p:nvPr>
        </p:nvSpPr>
        <p:spPr>
          <a:xfrm>
            <a:off x="423863" y="5175134"/>
            <a:ext cx="3142599" cy="1080364"/>
          </a:xfrm>
          <a:prstGeom prst="roundRect">
            <a:avLst>
              <a:gd name="adj" fmla="val 7717"/>
            </a:avLst>
          </a:prstGeom>
          <a:solidFill>
            <a:schemeClr val="bg2">
              <a:lumMod val="60000"/>
              <a:lumOff val="40000"/>
            </a:schemeClr>
          </a:solidFill>
        </p:spPr>
        <p:txBody>
          <a:bodyPr anchor="ctr"/>
          <a:lstStyle>
            <a:lvl1pPr algn="ctr">
              <a:defRPr sz="2400">
                <a:solidFill>
                  <a:schemeClr val="bg1"/>
                </a:solidFill>
                <a:latin typeface="+mj-lt"/>
              </a:defRPr>
            </a:lvl1pPr>
            <a:lvl2pPr marL="0" indent="0" algn="ctr">
              <a:buNone/>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GB"/>
              <a:t>Insert text</a:t>
            </a:r>
          </a:p>
        </p:txBody>
      </p:sp>
      <p:sp>
        <p:nvSpPr>
          <p:cNvPr id="10" name="Text Placeholder 14">
            <a:extLst>
              <a:ext uri="{FF2B5EF4-FFF2-40B4-BE49-F238E27FC236}">
                <a16:creationId xmlns:a16="http://schemas.microsoft.com/office/drawing/2014/main" id="{39170BBD-A7A4-67F6-3703-2CDA9E155044}"/>
              </a:ext>
            </a:extLst>
          </p:cNvPr>
          <p:cNvSpPr>
            <a:spLocks noGrp="1"/>
          </p:cNvSpPr>
          <p:nvPr>
            <p:ph type="body" sz="quarter" idx="66" hasCustomPrompt="1"/>
          </p:nvPr>
        </p:nvSpPr>
        <p:spPr>
          <a:xfrm>
            <a:off x="3875088" y="5166701"/>
            <a:ext cx="7893050" cy="1080363"/>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2487189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ver full blue with picture">
    <p:bg>
      <p:bgPr>
        <a:gradFill flip="none" rotWithShape="1">
          <a:gsLst>
            <a:gs pos="100000">
              <a:schemeClr val="accent3"/>
            </a:gs>
            <a:gs pos="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4" name="Subtitle 1" descr="&#10;">
            <a:extLst>
              <a:ext uri="{FF2B5EF4-FFF2-40B4-BE49-F238E27FC236}">
                <a16:creationId xmlns:a16="http://schemas.microsoft.com/office/drawing/2014/main" id="{DB0B5B0D-2EF3-BA23-C0A8-42E00367118C}"/>
              </a:ext>
            </a:extLst>
          </p:cNvPr>
          <p:cNvSpPr>
            <a:spLocks noGrp="1"/>
          </p:cNvSpPr>
          <p:nvPr>
            <p:ph type="body" sz="quarter" idx="15" hasCustomPrompt="1"/>
          </p:nvPr>
        </p:nvSpPr>
        <p:spPr bwMode="gray">
          <a:xfrm>
            <a:off x="423863" y="2116003"/>
            <a:ext cx="6815137" cy="495108"/>
          </a:xfrm>
          <a:prstGeom prst="rect">
            <a:avLst/>
          </a:prstGeom>
        </p:spPr>
        <p:txBody>
          <a:bodyPr lIns="0" tIns="0" rIns="0" bIns="0" anchor="t">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i="0">
                <a:solidFill>
                  <a:schemeClr val="bg1"/>
                </a:solidFill>
                <a:latin typeface="+mn-lt"/>
              </a:defRPr>
            </a:lvl1pPr>
          </a:lstStyle>
          <a:p>
            <a:pPr lvl="0"/>
            <a:r>
              <a:rPr lang="fr-FR" noProof="0" err="1"/>
              <a:t>Placeholder</a:t>
            </a:r>
            <a:r>
              <a:rPr lang="fr-FR" noProof="0"/>
              <a:t> for </a:t>
            </a:r>
            <a:r>
              <a:rPr lang="fr-FR" noProof="0" err="1"/>
              <a:t>your</a:t>
            </a:r>
            <a:r>
              <a:rPr lang="fr-FR" noProof="0"/>
              <a:t> </a:t>
            </a:r>
            <a:r>
              <a:rPr lang="fr-FR" noProof="0" err="1"/>
              <a:t>sub</a:t>
            </a:r>
            <a:r>
              <a:rPr lang="fr-FR" noProof="0"/>
              <a:t> headline</a:t>
            </a:r>
          </a:p>
        </p:txBody>
      </p:sp>
      <p:sp>
        <p:nvSpPr>
          <p:cNvPr id="8" name="Client logo placeholder">
            <a:extLst>
              <a:ext uri="{FF2B5EF4-FFF2-40B4-BE49-F238E27FC236}">
                <a16:creationId xmlns:a16="http://schemas.microsoft.com/office/drawing/2014/main" id="{5CB54D1B-30FC-650C-4FB0-89F95343E7A8}"/>
              </a:ext>
            </a:extLst>
          </p:cNvPr>
          <p:cNvSpPr>
            <a:spLocks noGrp="1"/>
          </p:cNvSpPr>
          <p:nvPr>
            <p:ph type="pic" sz="quarter" idx="19" hasCustomPrompt="1"/>
          </p:nvPr>
        </p:nvSpPr>
        <p:spPr>
          <a:xfrm>
            <a:off x="423862" y="3448559"/>
            <a:ext cx="2627312" cy="782638"/>
          </a:xfrm>
        </p:spPr>
        <p:txBody>
          <a:bodyPr lIns="0" tIns="0" rIns="0" bIns="0"/>
          <a:lstStyle>
            <a:lvl1pPr>
              <a:defRPr>
                <a:solidFill>
                  <a:schemeClr val="bg1">
                    <a:lumMod val="100000"/>
                  </a:schemeClr>
                </a:solidFill>
              </a:defRPr>
            </a:lvl1pPr>
          </a:lstStyle>
          <a:p>
            <a:r>
              <a:rPr lang="fr-FR"/>
              <a:t>Insert logo client</a:t>
            </a:r>
          </a:p>
        </p:txBody>
      </p:sp>
      <p:sp>
        <p:nvSpPr>
          <p:cNvPr id="4" name="Date Author Internal placeholer">
            <a:extLst>
              <a:ext uri="{FF2B5EF4-FFF2-40B4-BE49-F238E27FC236}">
                <a16:creationId xmlns:a16="http://schemas.microsoft.com/office/drawing/2014/main" id="{E64DDF60-6EAD-3BAE-1343-0BEE0FEA54D6}"/>
              </a:ext>
            </a:extLst>
          </p:cNvPr>
          <p:cNvSpPr>
            <a:spLocks noGrp="1"/>
          </p:cNvSpPr>
          <p:nvPr>
            <p:ph type="body" sz="quarter" idx="18" hasCustomPrompt="1"/>
          </p:nvPr>
        </p:nvSpPr>
        <p:spPr>
          <a:xfrm>
            <a:off x="423863" y="2617739"/>
            <a:ext cx="6815137" cy="481013"/>
          </a:xfrm>
        </p:spPr>
        <p:txBody>
          <a:bodyPr lIns="0" tIns="0" rIns="0" bIns="0"/>
          <a:lstStyle>
            <a:lvl1pPr>
              <a:defRPr sz="1200">
                <a:solidFill>
                  <a:schemeClr val="bg1">
                    <a:lumMod val="100000"/>
                  </a:schemeClr>
                </a:solidFill>
                <a:latin typeface="Aptos Light" panose="020B0004020202020204" pitchFamily="34" charset="0"/>
                <a:cs typeface="Poppins Light" panose="00000400000000000000" pitchFamily="2" charset="0"/>
              </a:defRPr>
            </a:lvl1pPr>
          </a:lstStyle>
          <a:p>
            <a:pPr lvl="0"/>
            <a:r>
              <a:rPr lang="fr-FR"/>
              <a:t>Date | </a:t>
            </a:r>
            <a:r>
              <a:rPr lang="fr-FR" err="1"/>
              <a:t>Author</a:t>
            </a:r>
            <a:r>
              <a:rPr lang="fr-FR"/>
              <a:t> | </a:t>
            </a:r>
            <a:r>
              <a:rPr lang="fr-FR" err="1"/>
              <a:t>Internal</a:t>
            </a:r>
            <a:endParaRPr lang="fr-FR"/>
          </a:p>
        </p:txBody>
      </p:sp>
      <p:pic>
        <p:nvPicPr>
          <p:cNvPr id="2" name="Blue Wavestone logo">
            <a:extLst>
              <a:ext uri="{FF2B5EF4-FFF2-40B4-BE49-F238E27FC236}">
                <a16:creationId xmlns:a16="http://schemas.microsoft.com/office/drawing/2014/main" id="{BE512CCC-1695-61D7-A3AD-CD8A1F887DC4}"/>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95789" y="6071526"/>
            <a:ext cx="2743199" cy="684590"/>
          </a:xfrm>
          <a:prstGeom prst="rect">
            <a:avLst/>
          </a:prstGeom>
        </p:spPr>
      </p:pic>
      <p:pic>
        <p:nvPicPr>
          <p:cNvPr id="3" name="White Wavestone logo" descr="Wavestone logo">
            <a:extLst>
              <a:ext uri="{FF2B5EF4-FFF2-40B4-BE49-F238E27FC236}">
                <a16:creationId xmlns:a16="http://schemas.microsoft.com/office/drawing/2014/main" id="{76ADC0A5-1067-2CB4-29A2-83253A1B9832}"/>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95789" y="6071526"/>
            <a:ext cx="2743200" cy="684590"/>
          </a:xfrm>
          <a:prstGeom prst="rect">
            <a:avLst/>
          </a:prstGeom>
        </p:spPr>
      </p:pic>
      <p:grpSp>
        <p:nvGrpSpPr>
          <p:cNvPr id="19" name="Strokes">
            <a:extLst>
              <a:ext uri="{FF2B5EF4-FFF2-40B4-BE49-F238E27FC236}">
                <a16:creationId xmlns:a16="http://schemas.microsoft.com/office/drawing/2014/main" id="{9D66CEAF-5896-9678-2399-77CD601EFBF8}"/>
              </a:ext>
              <a:ext uri="{C183D7F6-B498-43B3-948B-1728B52AA6E4}">
                <adec:decorative xmlns:adec="http://schemas.microsoft.com/office/drawing/2017/decorative" val="1"/>
              </a:ext>
            </a:extLst>
          </p:cNvPr>
          <p:cNvGrpSpPr/>
          <p:nvPr userDrawn="1"/>
        </p:nvGrpSpPr>
        <p:grpSpPr>
          <a:xfrm>
            <a:off x="-21100" y="2362201"/>
            <a:ext cx="12236484" cy="4500730"/>
            <a:chOff x="7485" y="2372714"/>
            <a:chExt cx="12179313" cy="4479703"/>
          </a:xfrm>
        </p:grpSpPr>
        <p:sp>
          <p:nvSpPr>
            <p:cNvPr id="17" name="Freeform: Shape 16">
              <a:extLst>
                <a:ext uri="{FF2B5EF4-FFF2-40B4-BE49-F238E27FC236}">
                  <a16:creationId xmlns:a16="http://schemas.microsoft.com/office/drawing/2014/main" id="{E4A3BFA1-BB6F-72A8-622E-01414B797B3E}"/>
                </a:ext>
                <a:ext uri="{C183D7F6-B498-43B3-948B-1728B52AA6E4}">
                  <adec:decorative xmlns:adec="http://schemas.microsoft.com/office/drawing/2017/decorative" val="1"/>
                </a:ext>
              </a:extLst>
            </p:cNvPr>
            <p:cNvSpPr/>
            <p:nvPr/>
          </p:nvSpPr>
          <p:spPr>
            <a:xfrm>
              <a:off x="7485" y="3916442"/>
              <a:ext cx="12179313" cy="2600047"/>
            </a:xfrm>
            <a:custGeom>
              <a:avLst/>
              <a:gdLst>
                <a:gd name="connsiteX0" fmla="*/ 0 w 12179313"/>
                <a:gd name="connsiteY0" fmla="*/ 341972 h 2600047"/>
                <a:gd name="connsiteX1" fmla="*/ 8343401 w 12179313"/>
                <a:gd name="connsiteY1" fmla="*/ 2235348 h 2600047"/>
                <a:gd name="connsiteX2" fmla="*/ 12179314 w 12179313"/>
                <a:gd name="connsiteY2" fmla="*/ 0 h 2600047"/>
              </a:gdLst>
              <a:ahLst/>
              <a:cxnLst>
                <a:cxn ang="0">
                  <a:pos x="connsiteX0" y="connsiteY0"/>
                </a:cxn>
                <a:cxn ang="0">
                  <a:pos x="connsiteX1" y="connsiteY1"/>
                </a:cxn>
                <a:cxn ang="0">
                  <a:pos x="connsiteX2" y="connsiteY2"/>
                </a:cxn>
              </a:cxnLst>
              <a:rect l="l" t="t" r="r" b="b"/>
              <a:pathLst>
                <a:path w="12179313" h="2600047">
                  <a:moveTo>
                    <a:pt x="0" y="341972"/>
                  </a:moveTo>
                  <a:cubicBezTo>
                    <a:pt x="593424" y="835996"/>
                    <a:pt x="4005852" y="3573297"/>
                    <a:pt x="8343401" y="2235348"/>
                  </a:cubicBezTo>
                  <a:cubicBezTo>
                    <a:pt x="9562981" y="1859185"/>
                    <a:pt x="10855574" y="1160904"/>
                    <a:pt x="12179314" y="0"/>
                  </a:cubicBezTo>
                </a:path>
              </a:pathLst>
            </a:custGeom>
            <a:noFill/>
            <a:ln w="28575" cap="flat">
              <a:solidFill>
                <a:srgbClr val="04F06A"/>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6BAEA99-B6B7-C0A7-81D8-2B72AB61ECC5}"/>
                </a:ext>
                <a:ext uri="{C183D7F6-B498-43B3-948B-1728B52AA6E4}">
                  <adec:decorative xmlns:adec="http://schemas.microsoft.com/office/drawing/2017/decorative" val="1"/>
                </a:ext>
              </a:extLst>
            </p:cNvPr>
            <p:cNvSpPr/>
            <p:nvPr/>
          </p:nvSpPr>
          <p:spPr>
            <a:xfrm>
              <a:off x="8093216" y="2372714"/>
              <a:ext cx="4093581" cy="4479703"/>
            </a:xfrm>
            <a:custGeom>
              <a:avLst/>
              <a:gdLst>
                <a:gd name="connsiteX0" fmla="*/ 4093582 w 4093581"/>
                <a:gd name="connsiteY0" fmla="*/ 0 h 4479703"/>
                <a:gd name="connsiteX1" fmla="*/ 257669 w 4093581"/>
                <a:gd name="connsiteY1" fmla="*/ 3779076 h 4479703"/>
                <a:gd name="connsiteX2" fmla="*/ 0 w 4093581"/>
                <a:gd name="connsiteY2" fmla="*/ 4479704 h 4479703"/>
              </a:gdLst>
              <a:ahLst/>
              <a:cxnLst>
                <a:cxn ang="0">
                  <a:pos x="connsiteX0" y="connsiteY0"/>
                </a:cxn>
                <a:cxn ang="0">
                  <a:pos x="connsiteX1" y="connsiteY1"/>
                </a:cxn>
                <a:cxn ang="0">
                  <a:pos x="connsiteX2" y="connsiteY2"/>
                </a:cxn>
              </a:cxnLst>
              <a:rect l="l" t="t" r="r" b="b"/>
              <a:pathLst>
                <a:path w="4093581" h="4479703">
                  <a:moveTo>
                    <a:pt x="4093582" y="0"/>
                  </a:moveTo>
                  <a:cubicBezTo>
                    <a:pt x="3611294" y="167529"/>
                    <a:pt x="1403920" y="1064612"/>
                    <a:pt x="257669" y="3779076"/>
                  </a:cubicBezTo>
                  <a:cubicBezTo>
                    <a:pt x="164231" y="4000333"/>
                    <a:pt x="77834" y="4233707"/>
                    <a:pt x="0" y="4479704"/>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sp>
        <p:nvSpPr>
          <p:cNvPr id="24" name="Picture Placeholder 1">
            <a:extLst>
              <a:ext uri="{FF2B5EF4-FFF2-40B4-BE49-F238E27FC236}">
                <a16:creationId xmlns:a16="http://schemas.microsoft.com/office/drawing/2014/main" id="{27DB79B2-30B9-24F2-E432-CF955CDC613F}"/>
              </a:ext>
              <a:ext uri="{C183D7F6-B498-43B3-948B-1728B52AA6E4}">
                <adec:decorative xmlns:adec="http://schemas.microsoft.com/office/drawing/2017/decorative" val="1"/>
              </a:ext>
            </a:extLst>
          </p:cNvPr>
          <p:cNvSpPr>
            <a:spLocks noGrp="1"/>
          </p:cNvSpPr>
          <p:nvPr>
            <p:ph type="pic" sz="quarter" idx="20" hasCustomPrompt="1"/>
          </p:nvPr>
        </p:nvSpPr>
        <p:spPr>
          <a:xfrm>
            <a:off x="7416801" y="0"/>
            <a:ext cx="4775201" cy="6858000"/>
          </a:xfrm>
          <a:custGeom>
            <a:avLst/>
            <a:gdLst>
              <a:gd name="connsiteX0" fmla="*/ 1517945 w 4775201"/>
              <a:gd name="connsiteY0" fmla="*/ 0 h 6858000"/>
              <a:gd name="connsiteX1" fmla="*/ 4775201 w 4775201"/>
              <a:gd name="connsiteY1" fmla="*/ 0 h 6858000"/>
              <a:gd name="connsiteX2" fmla="*/ 4775201 w 4775201"/>
              <a:gd name="connsiteY2" fmla="*/ 6858000 h 6858000"/>
              <a:gd name="connsiteX3" fmla="*/ 1517945 w 4775201"/>
              <a:gd name="connsiteY3" fmla="*/ 6858000 h 6858000"/>
              <a:gd name="connsiteX4" fmla="*/ 1435478 w 4775201"/>
              <a:gd name="connsiteY4" fmla="*/ 6784103 h 6858000"/>
              <a:gd name="connsiteX5" fmla="*/ 0 w 4775201"/>
              <a:gd name="connsiteY5" fmla="*/ 3429000 h 6858000"/>
              <a:gd name="connsiteX6" fmla="*/ 1435478 w 4775201"/>
              <a:gd name="connsiteY6" fmla="*/ 7389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75201" h="6858000">
                <a:moveTo>
                  <a:pt x="1517945" y="0"/>
                </a:moveTo>
                <a:lnTo>
                  <a:pt x="4775201" y="0"/>
                </a:lnTo>
                <a:lnTo>
                  <a:pt x="4775201" y="6858000"/>
                </a:lnTo>
                <a:lnTo>
                  <a:pt x="1517945" y="6858000"/>
                </a:lnTo>
                <a:lnTo>
                  <a:pt x="1435478" y="6784103"/>
                </a:lnTo>
                <a:cubicBezTo>
                  <a:pt x="553634" y="5954966"/>
                  <a:pt x="0" y="4758867"/>
                  <a:pt x="0" y="3429000"/>
                </a:cubicBezTo>
                <a:cubicBezTo>
                  <a:pt x="0" y="2099134"/>
                  <a:pt x="553634" y="903034"/>
                  <a:pt x="1435478" y="73898"/>
                </a:cubicBezTo>
                <a:close/>
              </a:path>
            </a:pathLst>
          </a:custGeom>
        </p:spPr>
        <p:txBody>
          <a:bodyPr wrap="square" lIns="108000" tIns="0" rIns="108000" bIns="0" anchor="ctr">
            <a:noAutofit/>
          </a:bodyPr>
          <a:lstStyle>
            <a:lvl1pPr>
              <a:defRPr>
                <a:solidFill>
                  <a:schemeClr val="bg1">
                    <a:lumMod val="100000"/>
                  </a:schemeClr>
                </a:solidFill>
              </a:defRPr>
            </a:lvl1pPr>
          </a:lstStyle>
          <a:p>
            <a:r>
              <a:rPr lang="fr-FR"/>
              <a:t>Insert image</a:t>
            </a:r>
          </a:p>
        </p:txBody>
      </p:sp>
      <p:sp>
        <p:nvSpPr>
          <p:cNvPr id="10" name="Title 9">
            <a:extLst>
              <a:ext uri="{FF2B5EF4-FFF2-40B4-BE49-F238E27FC236}">
                <a16:creationId xmlns:a16="http://schemas.microsoft.com/office/drawing/2014/main" id="{82FD9D35-5265-AC61-DA20-E908CED92EB3}"/>
              </a:ext>
            </a:extLst>
          </p:cNvPr>
          <p:cNvSpPr>
            <a:spLocks noGrp="1"/>
          </p:cNvSpPr>
          <p:nvPr>
            <p:ph type="title" hasCustomPrompt="1"/>
          </p:nvPr>
        </p:nvSpPr>
        <p:spPr>
          <a:xfrm>
            <a:off x="423985" y="404663"/>
            <a:ext cx="6815016" cy="1704711"/>
          </a:xfrm>
        </p:spPr>
        <p:txBody>
          <a:bodyPr/>
          <a:lstStyle>
            <a:lvl1pPr>
              <a:defRPr sz="3400">
                <a:solidFill>
                  <a:schemeClr val="bg1">
                    <a:lumMod val="100000"/>
                  </a:schemeClr>
                </a:solidFill>
              </a:defRPr>
            </a:lvl1pPr>
          </a:lstStyle>
          <a:p>
            <a:pPr lvl="0"/>
            <a:r>
              <a:rPr lang="fr-FR"/>
              <a:t>Complete </a:t>
            </a:r>
            <a:r>
              <a:rPr lang="fr-FR" err="1"/>
              <a:t>here</a:t>
            </a:r>
            <a:r>
              <a:rPr lang="fr-FR"/>
              <a:t> </a:t>
            </a:r>
            <a:r>
              <a:rPr lang="fr-FR" err="1"/>
              <a:t>with</a:t>
            </a:r>
            <a:r>
              <a:rPr lang="fr-FR"/>
              <a:t> the </a:t>
            </a:r>
            <a:r>
              <a:rPr lang="fr-FR" err="1"/>
              <a:t>title</a:t>
            </a:r>
            <a:r>
              <a:rPr lang="fr-FR"/>
              <a:t> of </a:t>
            </a:r>
            <a:r>
              <a:rPr lang="fr-FR" err="1"/>
              <a:t>your</a:t>
            </a:r>
            <a:r>
              <a:rPr lang="fr-FR"/>
              <a:t> </a:t>
            </a:r>
            <a:r>
              <a:rPr lang="fr-FR" err="1"/>
              <a:t>presentation</a:t>
            </a:r>
            <a:r>
              <a:rPr lang="fr-FR" noProof="0"/>
              <a:t> of maximum 3 </a:t>
            </a:r>
            <a:r>
              <a:rPr lang="fr-FR" noProof="0" err="1"/>
              <a:t>lines</a:t>
            </a:r>
            <a:endParaRPr lang="fr-FR"/>
          </a:p>
        </p:txBody>
      </p:sp>
    </p:spTree>
    <p:extLst>
      <p:ext uri="{BB962C8B-B14F-4D97-AF65-F5344CB8AC3E}">
        <p14:creationId xmlns:p14="http://schemas.microsoft.com/office/powerpoint/2010/main" val="1631860230"/>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ver full blue without picture">
    <p:bg>
      <p:bgPr>
        <a:gradFill flip="none" rotWithShape="1">
          <a:gsLst>
            <a:gs pos="100000">
              <a:schemeClr val="accent3"/>
            </a:gs>
            <a:gs pos="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id="{8E7C07B8-761D-5B0A-BBA4-2509B93128DD}"/>
              </a:ext>
            </a:extLst>
          </p:cNvPr>
          <p:cNvSpPr>
            <a:spLocks noGrp="1"/>
          </p:cNvSpPr>
          <p:nvPr>
            <p:ph type="body" sz="quarter" idx="15" hasCustomPrompt="1"/>
          </p:nvPr>
        </p:nvSpPr>
        <p:spPr bwMode="gray">
          <a:xfrm>
            <a:off x="423863" y="2116003"/>
            <a:ext cx="6815137" cy="495108"/>
          </a:xfrm>
          <a:prstGeom prst="rect">
            <a:avLst/>
          </a:prstGeom>
        </p:spPr>
        <p:txBody>
          <a:bodyPr lIns="0" tIns="0" rIns="0" bIns="0" anchor="t">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i="0">
                <a:solidFill>
                  <a:schemeClr val="bg1"/>
                </a:solidFill>
                <a:latin typeface="+mn-lt"/>
              </a:defRPr>
            </a:lvl1pPr>
          </a:lstStyle>
          <a:p>
            <a:pPr lvl="0"/>
            <a:r>
              <a:rPr lang="fr-FR" noProof="0" err="1"/>
              <a:t>Placeholder</a:t>
            </a:r>
            <a:r>
              <a:rPr lang="fr-FR" noProof="0"/>
              <a:t> for </a:t>
            </a:r>
            <a:r>
              <a:rPr lang="fr-FR" noProof="0" err="1"/>
              <a:t>your</a:t>
            </a:r>
            <a:r>
              <a:rPr lang="fr-FR" noProof="0"/>
              <a:t> </a:t>
            </a:r>
            <a:r>
              <a:rPr lang="fr-FR" noProof="0" err="1"/>
              <a:t>sub</a:t>
            </a:r>
            <a:r>
              <a:rPr lang="fr-FR" noProof="0"/>
              <a:t> headline</a:t>
            </a:r>
          </a:p>
        </p:txBody>
      </p:sp>
      <p:sp>
        <p:nvSpPr>
          <p:cNvPr id="15" name="Client logo placeholder">
            <a:extLst>
              <a:ext uri="{FF2B5EF4-FFF2-40B4-BE49-F238E27FC236}">
                <a16:creationId xmlns:a16="http://schemas.microsoft.com/office/drawing/2014/main" id="{0E0467A6-A3B4-56CE-4A41-A359642DF55D}"/>
              </a:ext>
            </a:extLst>
          </p:cNvPr>
          <p:cNvSpPr>
            <a:spLocks noGrp="1"/>
          </p:cNvSpPr>
          <p:nvPr>
            <p:ph type="pic" sz="quarter" idx="19" hasCustomPrompt="1"/>
          </p:nvPr>
        </p:nvSpPr>
        <p:spPr>
          <a:xfrm>
            <a:off x="423862" y="3448559"/>
            <a:ext cx="2627312" cy="782638"/>
          </a:xfrm>
        </p:spPr>
        <p:txBody>
          <a:bodyPr lIns="0" tIns="0" rIns="0" bIns="0"/>
          <a:lstStyle>
            <a:lvl1pPr>
              <a:defRPr>
                <a:solidFill>
                  <a:schemeClr val="bg1">
                    <a:lumMod val="100000"/>
                  </a:schemeClr>
                </a:solidFill>
              </a:defRPr>
            </a:lvl1pPr>
          </a:lstStyle>
          <a:p>
            <a:r>
              <a:rPr lang="fr-FR"/>
              <a:t>Insert logo client</a:t>
            </a:r>
          </a:p>
        </p:txBody>
      </p:sp>
      <p:sp>
        <p:nvSpPr>
          <p:cNvPr id="7" name="Date Author Internal placeholer">
            <a:extLst>
              <a:ext uri="{FF2B5EF4-FFF2-40B4-BE49-F238E27FC236}">
                <a16:creationId xmlns:a16="http://schemas.microsoft.com/office/drawing/2014/main" id="{5D7C9DCD-FBB0-1A0D-19DB-017C19EFBAC6}"/>
              </a:ext>
            </a:extLst>
          </p:cNvPr>
          <p:cNvSpPr>
            <a:spLocks noGrp="1"/>
          </p:cNvSpPr>
          <p:nvPr>
            <p:ph type="body" sz="quarter" idx="18" hasCustomPrompt="1"/>
          </p:nvPr>
        </p:nvSpPr>
        <p:spPr>
          <a:xfrm>
            <a:off x="423863" y="2617739"/>
            <a:ext cx="6815137" cy="481013"/>
          </a:xfrm>
        </p:spPr>
        <p:txBody>
          <a:bodyPr lIns="0" tIns="0" rIns="0" bIns="0"/>
          <a:lstStyle>
            <a:lvl1pPr>
              <a:defRPr sz="1200">
                <a:solidFill>
                  <a:schemeClr val="bg1">
                    <a:lumMod val="100000"/>
                  </a:schemeClr>
                </a:solidFill>
                <a:latin typeface="Aptos Light" panose="020B0004020202020204" pitchFamily="34" charset="0"/>
                <a:cs typeface="Poppins Light" panose="00000400000000000000" pitchFamily="2" charset="0"/>
              </a:defRPr>
            </a:lvl1pPr>
          </a:lstStyle>
          <a:p>
            <a:pPr lvl="0"/>
            <a:r>
              <a:rPr lang="fr-FR"/>
              <a:t>Date | </a:t>
            </a:r>
            <a:r>
              <a:rPr lang="fr-FR" err="1"/>
              <a:t>Author</a:t>
            </a:r>
            <a:r>
              <a:rPr lang="fr-FR"/>
              <a:t> | </a:t>
            </a:r>
            <a:r>
              <a:rPr lang="fr-FR" err="1"/>
              <a:t>Internal</a:t>
            </a:r>
            <a:endParaRPr lang="fr-FR"/>
          </a:p>
        </p:txBody>
      </p:sp>
      <p:grpSp>
        <p:nvGrpSpPr>
          <p:cNvPr id="9" name="Strokes">
            <a:extLst>
              <a:ext uri="{FF2B5EF4-FFF2-40B4-BE49-F238E27FC236}">
                <a16:creationId xmlns:a16="http://schemas.microsoft.com/office/drawing/2014/main" id="{E65E3B24-C0B4-8C53-E4AC-190D0A39FE93}"/>
              </a:ext>
              <a:ext uri="{C183D7F6-B498-43B3-948B-1728B52AA6E4}">
                <adec:decorative xmlns:adec="http://schemas.microsoft.com/office/drawing/2017/decorative" val="1"/>
              </a:ext>
            </a:extLst>
          </p:cNvPr>
          <p:cNvGrpSpPr/>
          <p:nvPr userDrawn="1"/>
        </p:nvGrpSpPr>
        <p:grpSpPr>
          <a:xfrm>
            <a:off x="-21100" y="2374901"/>
            <a:ext cx="12236484" cy="4500730"/>
            <a:chOff x="7485" y="2372714"/>
            <a:chExt cx="12179313" cy="4479703"/>
          </a:xfrm>
        </p:grpSpPr>
        <p:sp>
          <p:nvSpPr>
            <p:cNvPr id="12" name="Freeform: Shape 11">
              <a:extLst>
                <a:ext uri="{FF2B5EF4-FFF2-40B4-BE49-F238E27FC236}">
                  <a16:creationId xmlns:a16="http://schemas.microsoft.com/office/drawing/2014/main" id="{BA32A3AB-4385-E96C-6A06-A57A3095A459}"/>
                </a:ext>
              </a:extLst>
            </p:cNvPr>
            <p:cNvSpPr/>
            <p:nvPr/>
          </p:nvSpPr>
          <p:spPr>
            <a:xfrm>
              <a:off x="7485" y="3916442"/>
              <a:ext cx="12179313" cy="2600047"/>
            </a:xfrm>
            <a:custGeom>
              <a:avLst/>
              <a:gdLst>
                <a:gd name="connsiteX0" fmla="*/ 0 w 12179313"/>
                <a:gd name="connsiteY0" fmla="*/ 341972 h 2600047"/>
                <a:gd name="connsiteX1" fmla="*/ 8343401 w 12179313"/>
                <a:gd name="connsiteY1" fmla="*/ 2235348 h 2600047"/>
                <a:gd name="connsiteX2" fmla="*/ 12179314 w 12179313"/>
                <a:gd name="connsiteY2" fmla="*/ 0 h 2600047"/>
              </a:gdLst>
              <a:ahLst/>
              <a:cxnLst>
                <a:cxn ang="0">
                  <a:pos x="connsiteX0" y="connsiteY0"/>
                </a:cxn>
                <a:cxn ang="0">
                  <a:pos x="connsiteX1" y="connsiteY1"/>
                </a:cxn>
                <a:cxn ang="0">
                  <a:pos x="connsiteX2" y="connsiteY2"/>
                </a:cxn>
              </a:cxnLst>
              <a:rect l="l" t="t" r="r" b="b"/>
              <a:pathLst>
                <a:path w="12179313" h="2600047">
                  <a:moveTo>
                    <a:pt x="0" y="341972"/>
                  </a:moveTo>
                  <a:cubicBezTo>
                    <a:pt x="593424" y="835996"/>
                    <a:pt x="4005852" y="3573297"/>
                    <a:pt x="8343401" y="2235348"/>
                  </a:cubicBezTo>
                  <a:cubicBezTo>
                    <a:pt x="9562981" y="1859185"/>
                    <a:pt x="10855574" y="1160904"/>
                    <a:pt x="12179314" y="0"/>
                  </a:cubicBezTo>
                </a:path>
              </a:pathLst>
            </a:custGeom>
            <a:noFill/>
            <a:ln w="28575" cap="flat">
              <a:solidFill>
                <a:srgbClr val="04F06A"/>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A1E8959A-D255-2D9E-6E80-07ECD5223A99}"/>
                </a:ext>
              </a:extLst>
            </p:cNvPr>
            <p:cNvSpPr/>
            <p:nvPr/>
          </p:nvSpPr>
          <p:spPr>
            <a:xfrm>
              <a:off x="8093216" y="2372714"/>
              <a:ext cx="4093581" cy="4479703"/>
            </a:xfrm>
            <a:custGeom>
              <a:avLst/>
              <a:gdLst>
                <a:gd name="connsiteX0" fmla="*/ 4093582 w 4093581"/>
                <a:gd name="connsiteY0" fmla="*/ 0 h 4479703"/>
                <a:gd name="connsiteX1" fmla="*/ 257669 w 4093581"/>
                <a:gd name="connsiteY1" fmla="*/ 3779076 h 4479703"/>
                <a:gd name="connsiteX2" fmla="*/ 0 w 4093581"/>
                <a:gd name="connsiteY2" fmla="*/ 4479704 h 4479703"/>
              </a:gdLst>
              <a:ahLst/>
              <a:cxnLst>
                <a:cxn ang="0">
                  <a:pos x="connsiteX0" y="connsiteY0"/>
                </a:cxn>
                <a:cxn ang="0">
                  <a:pos x="connsiteX1" y="connsiteY1"/>
                </a:cxn>
                <a:cxn ang="0">
                  <a:pos x="connsiteX2" y="connsiteY2"/>
                </a:cxn>
              </a:cxnLst>
              <a:rect l="l" t="t" r="r" b="b"/>
              <a:pathLst>
                <a:path w="4093581" h="4479703">
                  <a:moveTo>
                    <a:pt x="4093582" y="0"/>
                  </a:moveTo>
                  <a:cubicBezTo>
                    <a:pt x="3611294" y="167529"/>
                    <a:pt x="1403920" y="1064612"/>
                    <a:pt x="257669" y="3779076"/>
                  </a:cubicBezTo>
                  <a:cubicBezTo>
                    <a:pt x="164231" y="4000333"/>
                    <a:pt x="77834" y="4233707"/>
                    <a:pt x="0" y="4479704"/>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pic>
        <p:nvPicPr>
          <p:cNvPr id="5" name="Blue Wavestone logo">
            <a:extLst>
              <a:ext uri="{FF2B5EF4-FFF2-40B4-BE49-F238E27FC236}">
                <a16:creationId xmlns:a16="http://schemas.microsoft.com/office/drawing/2014/main" id="{BCD57857-FD15-E832-C433-88A51E79353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95789" y="6071526"/>
            <a:ext cx="2743199" cy="684590"/>
          </a:xfrm>
          <a:prstGeom prst="rect">
            <a:avLst/>
          </a:prstGeom>
        </p:spPr>
      </p:pic>
      <p:pic>
        <p:nvPicPr>
          <p:cNvPr id="6" name="White Wavestone logo" descr="Wavestone logo">
            <a:extLst>
              <a:ext uri="{FF2B5EF4-FFF2-40B4-BE49-F238E27FC236}">
                <a16:creationId xmlns:a16="http://schemas.microsoft.com/office/drawing/2014/main" id="{4EBE1307-FB4C-A2FF-CA0D-F617893B60BD}"/>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95789" y="6071526"/>
            <a:ext cx="2743200" cy="684590"/>
          </a:xfrm>
          <a:prstGeom prst="rect">
            <a:avLst/>
          </a:prstGeom>
        </p:spPr>
      </p:pic>
      <p:sp>
        <p:nvSpPr>
          <p:cNvPr id="2" name="Title 9">
            <a:extLst>
              <a:ext uri="{FF2B5EF4-FFF2-40B4-BE49-F238E27FC236}">
                <a16:creationId xmlns:a16="http://schemas.microsoft.com/office/drawing/2014/main" id="{A3A45817-C259-069B-BA15-B25640BF5552}"/>
              </a:ext>
            </a:extLst>
          </p:cNvPr>
          <p:cNvSpPr>
            <a:spLocks noGrp="1"/>
          </p:cNvSpPr>
          <p:nvPr>
            <p:ph type="title" hasCustomPrompt="1"/>
          </p:nvPr>
        </p:nvSpPr>
        <p:spPr>
          <a:xfrm>
            <a:off x="423985" y="404663"/>
            <a:ext cx="6815016" cy="1704711"/>
          </a:xfrm>
        </p:spPr>
        <p:txBody>
          <a:bodyPr/>
          <a:lstStyle>
            <a:lvl1pPr>
              <a:defRPr sz="3400">
                <a:solidFill>
                  <a:schemeClr val="bg1">
                    <a:lumMod val="100000"/>
                  </a:schemeClr>
                </a:solidFill>
              </a:defRPr>
            </a:lvl1pPr>
          </a:lstStyle>
          <a:p>
            <a:pPr lvl="0"/>
            <a:r>
              <a:rPr lang="fr-FR"/>
              <a:t>Complete </a:t>
            </a:r>
            <a:r>
              <a:rPr lang="fr-FR" err="1"/>
              <a:t>here</a:t>
            </a:r>
            <a:r>
              <a:rPr lang="fr-FR"/>
              <a:t> </a:t>
            </a:r>
            <a:r>
              <a:rPr lang="fr-FR" err="1"/>
              <a:t>with</a:t>
            </a:r>
            <a:r>
              <a:rPr lang="fr-FR"/>
              <a:t> the </a:t>
            </a:r>
            <a:r>
              <a:rPr lang="fr-FR" err="1"/>
              <a:t>title</a:t>
            </a:r>
            <a:r>
              <a:rPr lang="fr-FR"/>
              <a:t> of </a:t>
            </a:r>
            <a:r>
              <a:rPr lang="fr-FR" err="1"/>
              <a:t>your</a:t>
            </a:r>
            <a:r>
              <a:rPr lang="fr-FR"/>
              <a:t> </a:t>
            </a:r>
            <a:r>
              <a:rPr lang="fr-FR" err="1"/>
              <a:t>presentation</a:t>
            </a:r>
            <a:r>
              <a:rPr lang="fr-FR" noProof="0"/>
              <a:t> of maximum 3 </a:t>
            </a:r>
            <a:r>
              <a:rPr lang="fr-FR" noProof="0" err="1"/>
              <a:t>lines</a:t>
            </a:r>
            <a:endParaRPr lang="fr-FR"/>
          </a:p>
        </p:txBody>
      </p:sp>
    </p:spTree>
    <p:extLst>
      <p:ext uri="{BB962C8B-B14F-4D97-AF65-F5344CB8AC3E}">
        <p14:creationId xmlns:p14="http://schemas.microsoft.com/office/powerpoint/2010/main" val="1839400225"/>
      </p:ext>
    </p:extLst>
  </p:cSld>
  <p:clrMapOvr>
    <a:masterClrMapping/>
  </p:clrMapOvr>
  <p:extLst>
    <p:ext uri="{DCECCB84-F9BA-43D5-87BE-67443E8EF086}">
      <p15:sldGuideLst xmlns:p15="http://schemas.microsoft.com/office/powerpoint/2012/main">
        <p15:guide id="2" pos="456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ver full white with picture">
    <p:bg>
      <p:bgPr>
        <a:solidFill>
          <a:schemeClr val="bg1"/>
        </a:solidFill>
        <a:effectLst/>
      </p:bgPr>
    </p:bg>
    <p:spTree>
      <p:nvGrpSpPr>
        <p:cNvPr id="1" name=""/>
        <p:cNvGrpSpPr/>
        <p:nvPr/>
      </p:nvGrpSpPr>
      <p:grpSpPr>
        <a:xfrm>
          <a:off x="0" y="0"/>
          <a:ext cx="0" cy="0"/>
          <a:chOff x="0" y="0"/>
          <a:chExt cx="0" cy="0"/>
        </a:xfrm>
      </p:grpSpPr>
      <p:sp>
        <p:nvSpPr>
          <p:cNvPr id="13" name="Subtitle 1">
            <a:extLst>
              <a:ext uri="{FF2B5EF4-FFF2-40B4-BE49-F238E27FC236}">
                <a16:creationId xmlns:a16="http://schemas.microsoft.com/office/drawing/2014/main" id="{B7D66CE5-36E9-C7E5-4F66-BDDB24BC139E}"/>
              </a:ext>
            </a:extLst>
          </p:cNvPr>
          <p:cNvSpPr>
            <a:spLocks noGrp="1"/>
          </p:cNvSpPr>
          <p:nvPr>
            <p:ph type="body" sz="quarter" idx="15" hasCustomPrompt="1"/>
          </p:nvPr>
        </p:nvSpPr>
        <p:spPr bwMode="gray">
          <a:xfrm>
            <a:off x="423863" y="2116003"/>
            <a:ext cx="6815137" cy="495108"/>
          </a:xfrm>
          <a:prstGeom prst="rect">
            <a:avLst/>
          </a:prstGeom>
        </p:spPr>
        <p:txBody>
          <a:bodyPr lIns="0" tIns="0" rIns="0" bIns="0" anchor="t">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i="0">
                <a:solidFill>
                  <a:schemeClr val="bg2">
                    <a:lumMod val="100000"/>
                  </a:schemeClr>
                </a:solidFill>
                <a:latin typeface="+mn-lt"/>
              </a:defRPr>
            </a:lvl1pPr>
          </a:lstStyle>
          <a:p>
            <a:pPr lvl="0"/>
            <a:r>
              <a:rPr lang="fr-FR" noProof="0" err="1"/>
              <a:t>Placeholder</a:t>
            </a:r>
            <a:r>
              <a:rPr lang="fr-FR" noProof="0"/>
              <a:t> for </a:t>
            </a:r>
            <a:r>
              <a:rPr lang="fr-FR" noProof="0" err="1"/>
              <a:t>your</a:t>
            </a:r>
            <a:r>
              <a:rPr lang="fr-FR" noProof="0"/>
              <a:t> </a:t>
            </a:r>
            <a:r>
              <a:rPr lang="fr-FR" noProof="0" err="1"/>
              <a:t>sub</a:t>
            </a:r>
            <a:r>
              <a:rPr lang="fr-FR" noProof="0"/>
              <a:t> headline</a:t>
            </a:r>
          </a:p>
        </p:txBody>
      </p:sp>
      <p:sp>
        <p:nvSpPr>
          <p:cNvPr id="7" name="Client logo placeholder">
            <a:extLst>
              <a:ext uri="{FF2B5EF4-FFF2-40B4-BE49-F238E27FC236}">
                <a16:creationId xmlns:a16="http://schemas.microsoft.com/office/drawing/2014/main" id="{28E92DB5-23F6-F411-855C-998B6CA674E0}"/>
              </a:ext>
            </a:extLst>
          </p:cNvPr>
          <p:cNvSpPr>
            <a:spLocks noGrp="1"/>
          </p:cNvSpPr>
          <p:nvPr>
            <p:ph type="pic" sz="quarter" idx="19" hasCustomPrompt="1"/>
          </p:nvPr>
        </p:nvSpPr>
        <p:spPr>
          <a:xfrm>
            <a:off x="423862" y="3448559"/>
            <a:ext cx="2627312" cy="782638"/>
          </a:xfrm>
        </p:spPr>
        <p:txBody>
          <a:bodyPr lIns="0" tIns="0" rIns="0" bIns="0"/>
          <a:lstStyle>
            <a:lvl1pPr>
              <a:defRPr>
                <a:solidFill>
                  <a:schemeClr val="bg2">
                    <a:lumMod val="100000"/>
                  </a:schemeClr>
                </a:solidFill>
              </a:defRPr>
            </a:lvl1pPr>
          </a:lstStyle>
          <a:p>
            <a:r>
              <a:rPr lang="fr-FR"/>
              <a:t>Insert logo client</a:t>
            </a:r>
          </a:p>
        </p:txBody>
      </p:sp>
      <p:sp>
        <p:nvSpPr>
          <p:cNvPr id="9" name="Date Author Internal placeholer">
            <a:extLst>
              <a:ext uri="{FF2B5EF4-FFF2-40B4-BE49-F238E27FC236}">
                <a16:creationId xmlns:a16="http://schemas.microsoft.com/office/drawing/2014/main" id="{2A49AA8B-4F27-FEFD-A529-F87B23E9299D}"/>
              </a:ext>
            </a:extLst>
          </p:cNvPr>
          <p:cNvSpPr>
            <a:spLocks noGrp="1"/>
          </p:cNvSpPr>
          <p:nvPr>
            <p:ph type="body" sz="quarter" idx="18" hasCustomPrompt="1"/>
          </p:nvPr>
        </p:nvSpPr>
        <p:spPr>
          <a:xfrm>
            <a:off x="423863" y="2617739"/>
            <a:ext cx="6815137" cy="481013"/>
          </a:xfrm>
        </p:spPr>
        <p:txBody>
          <a:bodyPr lIns="0" tIns="0" rIns="0" bIns="0"/>
          <a:lstStyle>
            <a:lvl1pPr>
              <a:defRPr sz="1200">
                <a:solidFill>
                  <a:schemeClr val="bg2">
                    <a:lumMod val="100000"/>
                  </a:schemeClr>
                </a:solidFill>
                <a:latin typeface="Aptos Light" panose="020B0004020202020204" pitchFamily="34" charset="0"/>
                <a:cs typeface="Poppins Light" panose="00000400000000000000" pitchFamily="2" charset="0"/>
              </a:defRPr>
            </a:lvl1pPr>
          </a:lstStyle>
          <a:p>
            <a:pPr lvl="0"/>
            <a:r>
              <a:rPr lang="fr-FR"/>
              <a:t>Date | </a:t>
            </a:r>
            <a:r>
              <a:rPr lang="fr-FR" err="1"/>
              <a:t>Author</a:t>
            </a:r>
            <a:r>
              <a:rPr lang="fr-FR"/>
              <a:t> | </a:t>
            </a:r>
            <a:r>
              <a:rPr lang="fr-FR" err="1"/>
              <a:t>Internal</a:t>
            </a:r>
            <a:endParaRPr lang="fr-FR"/>
          </a:p>
        </p:txBody>
      </p:sp>
      <p:grpSp>
        <p:nvGrpSpPr>
          <p:cNvPr id="3" name="Strokes">
            <a:extLst>
              <a:ext uri="{FF2B5EF4-FFF2-40B4-BE49-F238E27FC236}">
                <a16:creationId xmlns:a16="http://schemas.microsoft.com/office/drawing/2014/main" id="{6CE86B2F-AA39-FBBD-3275-520B0823BE08}"/>
              </a:ext>
              <a:ext uri="{C183D7F6-B498-43B3-948B-1728B52AA6E4}">
                <adec:decorative xmlns:adec="http://schemas.microsoft.com/office/drawing/2017/decorative" val="1"/>
              </a:ext>
            </a:extLst>
          </p:cNvPr>
          <p:cNvGrpSpPr/>
          <p:nvPr userDrawn="1"/>
        </p:nvGrpSpPr>
        <p:grpSpPr>
          <a:xfrm>
            <a:off x="-21100" y="2374901"/>
            <a:ext cx="12236484" cy="4500730"/>
            <a:chOff x="7485" y="2372714"/>
            <a:chExt cx="12179313" cy="4479703"/>
          </a:xfrm>
        </p:grpSpPr>
        <p:sp>
          <p:nvSpPr>
            <p:cNvPr id="5" name="Freeform: Shape 4">
              <a:extLst>
                <a:ext uri="{FF2B5EF4-FFF2-40B4-BE49-F238E27FC236}">
                  <a16:creationId xmlns:a16="http://schemas.microsoft.com/office/drawing/2014/main" id="{BBFE9AE4-9EAB-7FD2-CBF2-EEE30A3C480C}"/>
                </a:ext>
              </a:extLst>
            </p:cNvPr>
            <p:cNvSpPr/>
            <p:nvPr/>
          </p:nvSpPr>
          <p:spPr>
            <a:xfrm>
              <a:off x="7485" y="3916442"/>
              <a:ext cx="12179313" cy="2600047"/>
            </a:xfrm>
            <a:custGeom>
              <a:avLst/>
              <a:gdLst>
                <a:gd name="connsiteX0" fmla="*/ 0 w 12179313"/>
                <a:gd name="connsiteY0" fmla="*/ 341972 h 2600047"/>
                <a:gd name="connsiteX1" fmla="*/ 8343401 w 12179313"/>
                <a:gd name="connsiteY1" fmla="*/ 2235348 h 2600047"/>
                <a:gd name="connsiteX2" fmla="*/ 12179314 w 12179313"/>
                <a:gd name="connsiteY2" fmla="*/ 0 h 2600047"/>
              </a:gdLst>
              <a:ahLst/>
              <a:cxnLst>
                <a:cxn ang="0">
                  <a:pos x="connsiteX0" y="connsiteY0"/>
                </a:cxn>
                <a:cxn ang="0">
                  <a:pos x="connsiteX1" y="connsiteY1"/>
                </a:cxn>
                <a:cxn ang="0">
                  <a:pos x="connsiteX2" y="connsiteY2"/>
                </a:cxn>
              </a:cxnLst>
              <a:rect l="l" t="t" r="r" b="b"/>
              <a:pathLst>
                <a:path w="12179313" h="2600047">
                  <a:moveTo>
                    <a:pt x="0" y="341972"/>
                  </a:moveTo>
                  <a:cubicBezTo>
                    <a:pt x="593424" y="835996"/>
                    <a:pt x="4005852" y="3573297"/>
                    <a:pt x="8343401" y="2235348"/>
                  </a:cubicBezTo>
                  <a:cubicBezTo>
                    <a:pt x="9562981" y="1859185"/>
                    <a:pt x="10855574" y="1160904"/>
                    <a:pt x="12179314" y="0"/>
                  </a:cubicBezTo>
                </a:path>
              </a:pathLst>
            </a:custGeom>
            <a:noFill/>
            <a:ln w="28575" cap="flat">
              <a:solidFill>
                <a:srgbClr val="04F06A"/>
              </a:solid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A72BACA7-13B3-D8B4-5AF8-1AA0B0A91ACC}"/>
                </a:ext>
              </a:extLst>
            </p:cNvPr>
            <p:cNvSpPr/>
            <p:nvPr/>
          </p:nvSpPr>
          <p:spPr>
            <a:xfrm>
              <a:off x="8093216" y="2372714"/>
              <a:ext cx="4093581" cy="4479703"/>
            </a:xfrm>
            <a:custGeom>
              <a:avLst/>
              <a:gdLst>
                <a:gd name="connsiteX0" fmla="*/ 4093582 w 4093581"/>
                <a:gd name="connsiteY0" fmla="*/ 0 h 4479703"/>
                <a:gd name="connsiteX1" fmla="*/ 257669 w 4093581"/>
                <a:gd name="connsiteY1" fmla="*/ 3779076 h 4479703"/>
                <a:gd name="connsiteX2" fmla="*/ 0 w 4093581"/>
                <a:gd name="connsiteY2" fmla="*/ 4479704 h 4479703"/>
              </a:gdLst>
              <a:ahLst/>
              <a:cxnLst>
                <a:cxn ang="0">
                  <a:pos x="connsiteX0" y="connsiteY0"/>
                </a:cxn>
                <a:cxn ang="0">
                  <a:pos x="connsiteX1" y="connsiteY1"/>
                </a:cxn>
                <a:cxn ang="0">
                  <a:pos x="connsiteX2" y="connsiteY2"/>
                </a:cxn>
              </a:cxnLst>
              <a:rect l="l" t="t" r="r" b="b"/>
              <a:pathLst>
                <a:path w="4093581" h="4479703">
                  <a:moveTo>
                    <a:pt x="4093582" y="0"/>
                  </a:moveTo>
                  <a:cubicBezTo>
                    <a:pt x="3611294" y="167529"/>
                    <a:pt x="1403920" y="1064612"/>
                    <a:pt x="257669" y="3779076"/>
                  </a:cubicBezTo>
                  <a:cubicBezTo>
                    <a:pt x="164231" y="4000333"/>
                    <a:pt x="77834" y="4233707"/>
                    <a:pt x="0" y="4479704"/>
                  </a:cubicBezTo>
                </a:path>
              </a:pathLst>
            </a:custGeom>
            <a:noFill/>
            <a:ln w="28575" cap="flat" cmpd="sng" algn="ctr">
              <a:solidFill>
                <a:schemeClr val="bg2">
                  <a:lumMod val="100000"/>
                </a:schemeClr>
              </a:solidFill>
              <a:prstDash val="solid"/>
              <a:miter lim="800000"/>
              <a:headEnd type="none" w="med" len="med"/>
              <a:tailEnd type="none" w="med" len="med"/>
            </a:ln>
          </p:spPr>
          <p:txBody>
            <a:bodyPr rtlCol="0" anchor="ctr"/>
            <a:lstStyle/>
            <a:p>
              <a:endParaRPr lang="en-US"/>
            </a:p>
          </p:txBody>
        </p:sp>
      </p:grpSp>
      <p:sp>
        <p:nvSpPr>
          <p:cNvPr id="12" name="Picture Placeholder">
            <a:extLst>
              <a:ext uri="{FF2B5EF4-FFF2-40B4-BE49-F238E27FC236}">
                <a16:creationId xmlns:a16="http://schemas.microsoft.com/office/drawing/2014/main" id="{809333A3-CFE9-6C67-FC9A-647D210E3EEA}"/>
              </a:ext>
              <a:ext uri="{C183D7F6-B498-43B3-948B-1728B52AA6E4}">
                <adec:decorative xmlns:adec="http://schemas.microsoft.com/office/drawing/2017/decorative" val="1"/>
              </a:ext>
            </a:extLst>
          </p:cNvPr>
          <p:cNvSpPr>
            <a:spLocks noGrp="1"/>
          </p:cNvSpPr>
          <p:nvPr>
            <p:ph type="pic" sz="quarter" idx="20" hasCustomPrompt="1"/>
          </p:nvPr>
        </p:nvSpPr>
        <p:spPr>
          <a:xfrm>
            <a:off x="7416801" y="0"/>
            <a:ext cx="4775201" cy="6858000"/>
          </a:xfrm>
          <a:custGeom>
            <a:avLst/>
            <a:gdLst>
              <a:gd name="connsiteX0" fmla="*/ 1517945 w 4775201"/>
              <a:gd name="connsiteY0" fmla="*/ 0 h 6858000"/>
              <a:gd name="connsiteX1" fmla="*/ 4775201 w 4775201"/>
              <a:gd name="connsiteY1" fmla="*/ 0 h 6858000"/>
              <a:gd name="connsiteX2" fmla="*/ 4775201 w 4775201"/>
              <a:gd name="connsiteY2" fmla="*/ 6858000 h 6858000"/>
              <a:gd name="connsiteX3" fmla="*/ 1517945 w 4775201"/>
              <a:gd name="connsiteY3" fmla="*/ 6858000 h 6858000"/>
              <a:gd name="connsiteX4" fmla="*/ 1435478 w 4775201"/>
              <a:gd name="connsiteY4" fmla="*/ 6784103 h 6858000"/>
              <a:gd name="connsiteX5" fmla="*/ 0 w 4775201"/>
              <a:gd name="connsiteY5" fmla="*/ 3429000 h 6858000"/>
              <a:gd name="connsiteX6" fmla="*/ 1435478 w 4775201"/>
              <a:gd name="connsiteY6" fmla="*/ 7389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75201" h="6858000">
                <a:moveTo>
                  <a:pt x="1517945" y="0"/>
                </a:moveTo>
                <a:lnTo>
                  <a:pt x="4775201" y="0"/>
                </a:lnTo>
                <a:lnTo>
                  <a:pt x="4775201" y="6858000"/>
                </a:lnTo>
                <a:lnTo>
                  <a:pt x="1517945" y="6858000"/>
                </a:lnTo>
                <a:lnTo>
                  <a:pt x="1435478" y="6784103"/>
                </a:lnTo>
                <a:cubicBezTo>
                  <a:pt x="553634" y="5954966"/>
                  <a:pt x="0" y="4758867"/>
                  <a:pt x="0" y="3429000"/>
                </a:cubicBezTo>
                <a:cubicBezTo>
                  <a:pt x="0" y="2099134"/>
                  <a:pt x="553634" y="903034"/>
                  <a:pt x="1435478" y="73898"/>
                </a:cubicBezTo>
                <a:close/>
              </a:path>
            </a:pathLst>
          </a:custGeom>
        </p:spPr>
        <p:txBody>
          <a:bodyPr wrap="square" anchor="ctr">
            <a:noAutofit/>
          </a:bodyPr>
          <a:lstStyle>
            <a:lvl1pPr>
              <a:defRPr>
                <a:solidFill>
                  <a:schemeClr val="tx1">
                    <a:lumMod val="100000"/>
                  </a:schemeClr>
                </a:solidFill>
              </a:defRPr>
            </a:lvl1pPr>
          </a:lstStyle>
          <a:p>
            <a:r>
              <a:rPr lang="fr-FR"/>
              <a:t>Insert image</a:t>
            </a:r>
          </a:p>
        </p:txBody>
      </p:sp>
      <p:pic>
        <p:nvPicPr>
          <p:cNvPr id="10" name="White Wavestone logo" descr="Wavestone logo">
            <a:extLst>
              <a:ext uri="{FF2B5EF4-FFF2-40B4-BE49-F238E27FC236}">
                <a16:creationId xmlns:a16="http://schemas.microsoft.com/office/drawing/2014/main" id="{C24581C9-449B-0114-E3CA-0BF0CC26CF2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95789" y="6071526"/>
            <a:ext cx="2743200" cy="684590"/>
          </a:xfrm>
          <a:prstGeom prst="rect">
            <a:avLst/>
          </a:prstGeom>
        </p:spPr>
      </p:pic>
      <p:pic>
        <p:nvPicPr>
          <p:cNvPr id="8" name="Blue Wavestone logo">
            <a:extLst>
              <a:ext uri="{FF2B5EF4-FFF2-40B4-BE49-F238E27FC236}">
                <a16:creationId xmlns:a16="http://schemas.microsoft.com/office/drawing/2014/main" id="{82B939A0-F94E-A40E-D5F6-B35B28C8F3A1}"/>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95789" y="6071526"/>
            <a:ext cx="2743199" cy="684590"/>
          </a:xfrm>
          <a:prstGeom prst="rect">
            <a:avLst/>
          </a:prstGeom>
        </p:spPr>
      </p:pic>
      <p:sp>
        <p:nvSpPr>
          <p:cNvPr id="2" name="Title 9">
            <a:extLst>
              <a:ext uri="{FF2B5EF4-FFF2-40B4-BE49-F238E27FC236}">
                <a16:creationId xmlns:a16="http://schemas.microsoft.com/office/drawing/2014/main" id="{E58CD6CB-DFCB-B190-650C-576E3B5992BA}"/>
              </a:ext>
            </a:extLst>
          </p:cNvPr>
          <p:cNvSpPr>
            <a:spLocks noGrp="1"/>
          </p:cNvSpPr>
          <p:nvPr>
            <p:ph type="title" hasCustomPrompt="1"/>
          </p:nvPr>
        </p:nvSpPr>
        <p:spPr>
          <a:xfrm>
            <a:off x="423985" y="404663"/>
            <a:ext cx="6815016" cy="1704711"/>
          </a:xfrm>
        </p:spPr>
        <p:txBody>
          <a:bodyPr/>
          <a:lstStyle>
            <a:lvl1pPr>
              <a:defRPr sz="3400">
                <a:solidFill>
                  <a:schemeClr val="bg2">
                    <a:lumMod val="100000"/>
                  </a:schemeClr>
                </a:solidFill>
              </a:defRPr>
            </a:lvl1pPr>
          </a:lstStyle>
          <a:p>
            <a:pPr lvl="0"/>
            <a:r>
              <a:rPr lang="fr-FR"/>
              <a:t>Complete </a:t>
            </a:r>
            <a:r>
              <a:rPr lang="fr-FR" err="1"/>
              <a:t>here</a:t>
            </a:r>
            <a:r>
              <a:rPr lang="fr-FR"/>
              <a:t> </a:t>
            </a:r>
            <a:r>
              <a:rPr lang="fr-FR" err="1"/>
              <a:t>with</a:t>
            </a:r>
            <a:r>
              <a:rPr lang="fr-FR"/>
              <a:t> the </a:t>
            </a:r>
            <a:r>
              <a:rPr lang="fr-FR" err="1"/>
              <a:t>title</a:t>
            </a:r>
            <a:r>
              <a:rPr lang="fr-FR"/>
              <a:t> of </a:t>
            </a:r>
            <a:r>
              <a:rPr lang="fr-FR" err="1"/>
              <a:t>your</a:t>
            </a:r>
            <a:r>
              <a:rPr lang="fr-FR"/>
              <a:t> </a:t>
            </a:r>
            <a:r>
              <a:rPr lang="fr-FR" err="1"/>
              <a:t>presentation</a:t>
            </a:r>
            <a:r>
              <a:rPr lang="fr-FR" noProof="0"/>
              <a:t> of maximum 3 </a:t>
            </a:r>
            <a:r>
              <a:rPr lang="fr-FR" noProof="0" err="1"/>
              <a:t>lines</a:t>
            </a:r>
            <a:endParaRPr lang="fr-FR"/>
          </a:p>
        </p:txBody>
      </p:sp>
    </p:spTree>
    <p:extLst>
      <p:ext uri="{BB962C8B-B14F-4D97-AF65-F5344CB8AC3E}">
        <p14:creationId xmlns:p14="http://schemas.microsoft.com/office/powerpoint/2010/main" val="2731164139"/>
      </p:ext>
    </p:extLst>
  </p:cSld>
  <p:clrMapOvr>
    <a:masterClrMapping/>
  </p:clrMapOvr>
  <p:extLst>
    <p:ext uri="{DCECCB84-F9BA-43D5-87BE-67443E8EF086}">
      <p15:sldGuideLst xmlns:p15="http://schemas.microsoft.com/office/powerpoint/2012/main">
        <p15:guide id="1" pos="456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over full white without picture">
    <p:bg>
      <p:bgPr>
        <a:solidFill>
          <a:schemeClr val="bg1"/>
        </a:solidFill>
        <a:effectLst/>
      </p:bgPr>
    </p:bg>
    <p:spTree>
      <p:nvGrpSpPr>
        <p:cNvPr id="1" name=""/>
        <p:cNvGrpSpPr/>
        <p:nvPr/>
      </p:nvGrpSpPr>
      <p:grpSpPr>
        <a:xfrm>
          <a:off x="0" y="0"/>
          <a:ext cx="0" cy="0"/>
          <a:chOff x="0" y="0"/>
          <a:chExt cx="0" cy="0"/>
        </a:xfrm>
      </p:grpSpPr>
      <p:sp>
        <p:nvSpPr>
          <p:cNvPr id="9" name="Subtitle 1">
            <a:extLst>
              <a:ext uri="{FF2B5EF4-FFF2-40B4-BE49-F238E27FC236}">
                <a16:creationId xmlns:a16="http://schemas.microsoft.com/office/drawing/2014/main" id="{E12C197A-BB25-5561-74A9-9C42A88AAD7D}"/>
              </a:ext>
            </a:extLst>
          </p:cNvPr>
          <p:cNvSpPr>
            <a:spLocks noGrp="1"/>
          </p:cNvSpPr>
          <p:nvPr>
            <p:ph type="body" sz="quarter" idx="15" hasCustomPrompt="1"/>
          </p:nvPr>
        </p:nvSpPr>
        <p:spPr bwMode="gray">
          <a:xfrm>
            <a:off x="423863" y="2116003"/>
            <a:ext cx="6815137" cy="495108"/>
          </a:xfrm>
          <a:prstGeom prst="rect">
            <a:avLst/>
          </a:prstGeom>
        </p:spPr>
        <p:txBody>
          <a:bodyPr lIns="0" tIns="0" rIns="0" bIns="0" anchor="t">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i="0">
                <a:solidFill>
                  <a:schemeClr val="bg2">
                    <a:lumMod val="100000"/>
                  </a:schemeClr>
                </a:solidFill>
                <a:latin typeface="+mn-lt"/>
              </a:defRPr>
            </a:lvl1pPr>
          </a:lstStyle>
          <a:p>
            <a:pPr lvl="0"/>
            <a:r>
              <a:rPr lang="fr-FR" noProof="0" err="1"/>
              <a:t>Placeholder</a:t>
            </a:r>
            <a:r>
              <a:rPr lang="fr-FR" noProof="0"/>
              <a:t> for </a:t>
            </a:r>
            <a:r>
              <a:rPr lang="fr-FR" noProof="0" err="1"/>
              <a:t>your</a:t>
            </a:r>
            <a:r>
              <a:rPr lang="fr-FR" noProof="0"/>
              <a:t> </a:t>
            </a:r>
            <a:r>
              <a:rPr lang="fr-FR" noProof="0" err="1"/>
              <a:t>sub</a:t>
            </a:r>
            <a:r>
              <a:rPr lang="fr-FR" noProof="0"/>
              <a:t> headline</a:t>
            </a:r>
          </a:p>
        </p:txBody>
      </p:sp>
      <p:sp>
        <p:nvSpPr>
          <p:cNvPr id="6" name="Client logo placeholder">
            <a:extLst>
              <a:ext uri="{FF2B5EF4-FFF2-40B4-BE49-F238E27FC236}">
                <a16:creationId xmlns:a16="http://schemas.microsoft.com/office/drawing/2014/main" id="{FF992F39-4192-FE74-2876-6045E840AB7B}"/>
              </a:ext>
            </a:extLst>
          </p:cNvPr>
          <p:cNvSpPr>
            <a:spLocks noGrp="1"/>
          </p:cNvSpPr>
          <p:nvPr>
            <p:ph type="pic" sz="quarter" idx="19" hasCustomPrompt="1"/>
          </p:nvPr>
        </p:nvSpPr>
        <p:spPr>
          <a:xfrm>
            <a:off x="423862" y="3448559"/>
            <a:ext cx="2627312" cy="782638"/>
          </a:xfrm>
        </p:spPr>
        <p:txBody>
          <a:bodyPr lIns="0" tIns="0" rIns="0" bIns="0"/>
          <a:lstStyle>
            <a:lvl1pPr>
              <a:defRPr>
                <a:solidFill>
                  <a:schemeClr val="bg2">
                    <a:lumMod val="100000"/>
                  </a:schemeClr>
                </a:solidFill>
              </a:defRPr>
            </a:lvl1pPr>
          </a:lstStyle>
          <a:p>
            <a:r>
              <a:rPr lang="fr-FR"/>
              <a:t>Insert logo client</a:t>
            </a:r>
          </a:p>
        </p:txBody>
      </p:sp>
      <p:sp>
        <p:nvSpPr>
          <p:cNvPr id="8" name="Date Author Internal placeholer">
            <a:extLst>
              <a:ext uri="{FF2B5EF4-FFF2-40B4-BE49-F238E27FC236}">
                <a16:creationId xmlns:a16="http://schemas.microsoft.com/office/drawing/2014/main" id="{B09AB756-E359-D998-331A-DDE765653015}"/>
              </a:ext>
            </a:extLst>
          </p:cNvPr>
          <p:cNvSpPr>
            <a:spLocks noGrp="1"/>
          </p:cNvSpPr>
          <p:nvPr>
            <p:ph type="body" sz="quarter" idx="18" hasCustomPrompt="1"/>
          </p:nvPr>
        </p:nvSpPr>
        <p:spPr>
          <a:xfrm>
            <a:off x="423863" y="2617739"/>
            <a:ext cx="6815137" cy="481013"/>
          </a:xfrm>
        </p:spPr>
        <p:txBody>
          <a:bodyPr lIns="0" tIns="0" rIns="0" bIns="0"/>
          <a:lstStyle>
            <a:lvl1pPr>
              <a:defRPr sz="1200">
                <a:solidFill>
                  <a:schemeClr val="bg2">
                    <a:lumMod val="100000"/>
                  </a:schemeClr>
                </a:solidFill>
                <a:latin typeface="Aptos Light" panose="020B0004020202020204" pitchFamily="34" charset="0"/>
                <a:cs typeface="Poppins Light" panose="00000400000000000000" pitchFamily="2" charset="0"/>
              </a:defRPr>
            </a:lvl1pPr>
          </a:lstStyle>
          <a:p>
            <a:pPr lvl="0"/>
            <a:r>
              <a:rPr lang="fr-FR"/>
              <a:t>Date | </a:t>
            </a:r>
            <a:r>
              <a:rPr lang="fr-FR" err="1"/>
              <a:t>Author</a:t>
            </a:r>
            <a:r>
              <a:rPr lang="fr-FR"/>
              <a:t> | </a:t>
            </a:r>
            <a:r>
              <a:rPr lang="fr-FR" err="1"/>
              <a:t>Internal</a:t>
            </a:r>
            <a:endParaRPr lang="fr-FR"/>
          </a:p>
        </p:txBody>
      </p:sp>
      <p:grpSp>
        <p:nvGrpSpPr>
          <p:cNvPr id="3" name="Strokes">
            <a:extLst>
              <a:ext uri="{FF2B5EF4-FFF2-40B4-BE49-F238E27FC236}">
                <a16:creationId xmlns:a16="http://schemas.microsoft.com/office/drawing/2014/main" id="{352F13CF-408E-154D-8F3D-D76666C5D7FB}"/>
              </a:ext>
              <a:ext uri="{C183D7F6-B498-43B3-948B-1728B52AA6E4}">
                <adec:decorative xmlns:adec="http://schemas.microsoft.com/office/drawing/2017/decorative" val="1"/>
              </a:ext>
            </a:extLst>
          </p:cNvPr>
          <p:cNvGrpSpPr/>
          <p:nvPr userDrawn="1"/>
        </p:nvGrpSpPr>
        <p:grpSpPr>
          <a:xfrm>
            <a:off x="-21100" y="2374901"/>
            <a:ext cx="12236484" cy="4500730"/>
            <a:chOff x="7485" y="2372714"/>
            <a:chExt cx="12179313" cy="4479703"/>
          </a:xfrm>
        </p:grpSpPr>
        <p:sp>
          <p:nvSpPr>
            <p:cNvPr id="4" name="Freeform: Shape 3">
              <a:extLst>
                <a:ext uri="{FF2B5EF4-FFF2-40B4-BE49-F238E27FC236}">
                  <a16:creationId xmlns:a16="http://schemas.microsoft.com/office/drawing/2014/main" id="{ED2B5DDE-8A43-C98E-1F58-CEC636C222CD}"/>
                </a:ext>
              </a:extLst>
            </p:cNvPr>
            <p:cNvSpPr/>
            <p:nvPr/>
          </p:nvSpPr>
          <p:spPr>
            <a:xfrm>
              <a:off x="7485" y="3916442"/>
              <a:ext cx="12179313" cy="2600047"/>
            </a:xfrm>
            <a:custGeom>
              <a:avLst/>
              <a:gdLst>
                <a:gd name="connsiteX0" fmla="*/ 0 w 12179313"/>
                <a:gd name="connsiteY0" fmla="*/ 341972 h 2600047"/>
                <a:gd name="connsiteX1" fmla="*/ 8343401 w 12179313"/>
                <a:gd name="connsiteY1" fmla="*/ 2235348 h 2600047"/>
                <a:gd name="connsiteX2" fmla="*/ 12179314 w 12179313"/>
                <a:gd name="connsiteY2" fmla="*/ 0 h 2600047"/>
              </a:gdLst>
              <a:ahLst/>
              <a:cxnLst>
                <a:cxn ang="0">
                  <a:pos x="connsiteX0" y="connsiteY0"/>
                </a:cxn>
                <a:cxn ang="0">
                  <a:pos x="connsiteX1" y="connsiteY1"/>
                </a:cxn>
                <a:cxn ang="0">
                  <a:pos x="connsiteX2" y="connsiteY2"/>
                </a:cxn>
              </a:cxnLst>
              <a:rect l="l" t="t" r="r" b="b"/>
              <a:pathLst>
                <a:path w="12179313" h="2600047">
                  <a:moveTo>
                    <a:pt x="0" y="341972"/>
                  </a:moveTo>
                  <a:cubicBezTo>
                    <a:pt x="593424" y="835996"/>
                    <a:pt x="4005852" y="3573297"/>
                    <a:pt x="8343401" y="2235348"/>
                  </a:cubicBezTo>
                  <a:cubicBezTo>
                    <a:pt x="9562981" y="1859185"/>
                    <a:pt x="10855574" y="1160904"/>
                    <a:pt x="12179314" y="0"/>
                  </a:cubicBezTo>
                </a:path>
              </a:pathLst>
            </a:custGeom>
            <a:noFill/>
            <a:ln w="28575" cap="flat">
              <a:solidFill>
                <a:srgbClr val="04F06A"/>
              </a:solid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D11169D3-0065-4986-0CD7-63D733769DE0}"/>
                </a:ext>
              </a:extLst>
            </p:cNvPr>
            <p:cNvSpPr/>
            <p:nvPr/>
          </p:nvSpPr>
          <p:spPr>
            <a:xfrm>
              <a:off x="8093216" y="2372714"/>
              <a:ext cx="4093581" cy="4479703"/>
            </a:xfrm>
            <a:custGeom>
              <a:avLst/>
              <a:gdLst>
                <a:gd name="connsiteX0" fmla="*/ 4093582 w 4093581"/>
                <a:gd name="connsiteY0" fmla="*/ 0 h 4479703"/>
                <a:gd name="connsiteX1" fmla="*/ 257669 w 4093581"/>
                <a:gd name="connsiteY1" fmla="*/ 3779076 h 4479703"/>
                <a:gd name="connsiteX2" fmla="*/ 0 w 4093581"/>
                <a:gd name="connsiteY2" fmla="*/ 4479704 h 4479703"/>
              </a:gdLst>
              <a:ahLst/>
              <a:cxnLst>
                <a:cxn ang="0">
                  <a:pos x="connsiteX0" y="connsiteY0"/>
                </a:cxn>
                <a:cxn ang="0">
                  <a:pos x="connsiteX1" y="connsiteY1"/>
                </a:cxn>
                <a:cxn ang="0">
                  <a:pos x="connsiteX2" y="connsiteY2"/>
                </a:cxn>
              </a:cxnLst>
              <a:rect l="l" t="t" r="r" b="b"/>
              <a:pathLst>
                <a:path w="4093581" h="4479703">
                  <a:moveTo>
                    <a:pt x="4093582" y="0"/>
                  </a:moveTo>
                  <a:cubicBezTo>
                    <a:pt x="3611294" y="167529"/>
                    <a:pt x="1403920" y="1064612"/>
                    <a:pt x="257669" y="3779076"/>
                  </a:cubicBezTo>
                  <a:cubicBezTo>
                    <a:pt x="164231" y="4000333"/>
                    <a:pt x="77834" y="4233707"/>
                    <a:pt x="0" y="4479704"/>
                  </a:cubicBezTo>
                </a:path>
              </a:pathLst>
            </a:custGeom>
            <a:noFill/>
            <a:ln w="28575" cap="flat" cmpd="sng" algn="ctr">
              <a:solidFill>
                <a:schemeClr val="bg2">
                  <a:lumMod val="100000"/>
                </a:schemeClr>
              </a:solidFill>
              <a:prstDash val="solid"/>
              <a:miter lim="800000"/>
              <a:headEnd type="none" w="med" len="med"/>
              <a:tailEnd type="none" w="med" len="med"/>
            </a:ln>
          </p:spPr>
          <p:txBody>
            <a:bodyPr rtlCol="0" anchor="ctr"/>
            <a:lstStyle/>
            <a:p>
              <a:endParaRPr lang="en-US"/>
            </a:p>
          </p:txBody>
        </p:sp>
      </p:grpSp>
      <p:pic>
        <p:nvPicPr>
          <p:cNvPr id="11" name="White Wavestone logo" descr="Wavestone logo">
            <a:extLst>
              <a:ext uri="{FF2B5EF4-FFF2-40B4-BE49-F238E27FC236}">
                <a16:creationId xmlns:a16="http://schemas.microsoft.com/office/drawing/2014/main" id="{48D1F763-BFE2-F09B-EE76-82FBAD2D79D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95789" y="6071526"/>
            <a:ext cx="2743200" cy="684590"/>
          </a:xfrm>
          <a:prstGeom prst="rect">
            <a:avLst/>
          </a:prstGeom>
        </p:spPr>
      </p:pic>
      <p:pic>
        <p:nvPicPr>
          <p:cNvPr id="12" name="Blue Wavestone logo">
            <a:extLst>
              <a:ext uri="{FF2B5EF4-FFF2-40B4-BE49-F238E27FC236}">
                <a16:creationId xmlns:a16="http://schemas.microsoft.com/office/drawing/2014/main" id="{F3C0A1F6-8E6B-A250-8783-37D8B51A48DA}"/>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95789" y="6071526"/>
            <a:ext cx="2743199" cy="684590"/>
          </a:xfrm>
          <a:prstGeom prst="rect">
            <a:avLst/>
          </a:prstGeom>
        </p:spPr>
      </p:pic>
      <p:sp>
        <p:nvSpPr>
          <p:cNvPr id="2" name="Title 9">
            <a:extLst>
              <a:ext uri="{FF2B5EF4-FFF2-40B4-BE49-F238E27FC236}">
                <a16:creationId xmlns:a16="http://schemas.microsoft.com/office/drawing/2014/main" id="{C0877EA9-B35D-D696-9631-3A18F66607E1}"/>
              </a:ext>
            </a:extLst>
          </p:cNvPr>
          <p:cNvSpPr>
            <a:spLocks noGrp="1"/>
          </p:cNvSpPr>
          <p:nvPr>
            <p:ph type="title" hasCustomPrompt="1"/>
          </p:nvPr>
        </p:nvSpPr>
        <p:spPr>
          <a:xfrm>
            <a:off x="423985" y="404663"/>
            <a:ext cx="6815016" cy="1704711"/>
          </a:xfrm>
        </p:spPr>
        <p:txBody>
          <a:bodyPr/>
          <a:lstStyle>
            <a:lvl1pPr>
              <a:defRPr sz="3400">
                <a:solidFill>
                  <a:schemeClr val="bg2">
                    <a:lumMod val="100000"/>
                  </a:schemeClr>
                </a:solidFill>
              </a:defRPr>
            </a:lvl1pPr>
          </a:lstStyle>
          <a:p>
            <a:pPr lvl="0"/>
            <a:r>
              <a:rPr lang="fr-FR"/>
              <a:t>Complete </a:t>
            </a:r>
            <a:r>
              <a:rPr lang="fr-FR" err="1"/>
              <a:t>here</a:t>
            </a:r>
            <a:r>
              <a:rPr lang="fr-FR"/>
              <a:t> </a:t>
            </a:r>
            <a:r>
              <a:rPr lang="fr-FR" err="1"/>
              <a:t>with</a:t>
            </a:r>
            <a:r>
              <a:rPr lang="fr-FR"/>
              <a:t> the </a:t>
            </a:r>
            <a:r>
              <a:rPr lang="fr-FR" err="1"/>
              <a:t>title</a:t>
            </a:r>
            <a:r>
              <a:rPr lang="fr-FR"/>
              <a:t> of </a:t>
            </a:r>
            <a:r>
              <a:rPr lang="fr-FR" err="1"/>
              <a:t>your</a:t>
            </a:r>
            <a:r>
              <a:rPr lang="fr-FR"/>
              <a:t> </a:t>
            </a:r>
            <a:r>
              <a:rPr lang="fr-FR" err="1"/>
              <a:t>presentation</a:t>
            </a:r>
            <a:r>
              <a:rPr lang="fr-FR" noProof="0"/>
              <a:t> of maximum 3 </a:t>
            </a:r>
            <a:r>
              <a:rPr lang="fr-FR" noProof="0" err="1"/>
              <a:t>lines</a:t>
            </a:r>
            <a:endParaRPr lang="fr-FR"/>
          </a:p>
        </p:txBody>
      </p:sp>
    </p:spTree>
    <p:extLst>
      <p:ext uri="{BB962C8B-B14F-4D97-AF65-F5344CB8AC3E}">
        <p14:creationId xmlns:p14="http://schemas.microsoft.com/office/powerpoint/2010/main" val="57229423"/>
      </p:ext>
    </p:extLst>
  </p:cSld>
  <p:clrMapOvr>
    <a:masterClrMapping/>
  </p:clrMapOvr>
  <p:extLst>
    <p:ext uri="{DCECCB84-F9BA-43D5-87BE-67443E8EF086}">
      <p15:sldGuideLst xmlns:p15="http://schemas.microsoft.com/office/powerpoint/2012/main">
        <p15:guide id="1" pos="456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eneral content without picture ">
    <p:spTree>
      <p:nvGrpSpPr>
        <p:cNvPr id="1" name=""/>
        <p:cNvGrpSpPr/>
        <p:nvPr/>
      </p:nvGrpSpPr>
      <p:grpSpPr>
        <a:xfrm>
          <a:off x="0" y="0"/>
          <a:ext cx="0" cy="0"/>
          <a:chOff x="0" y="0"/>
          <a:chExt cx="0" cy="0"/>
        </a:xfrm>
      </p:grpSpPr>
      <p:sp>
        <p:nvSpPr>
          <p:cNvPr id="6" name="Toptitle placeholder 1">
            <a:extLst>
              <a:ext uri="{FF2B5EF4-FFF2-40B4-BE49-F238E27FC236}">
                <a16:creationId xmlns:a16="http://schemas.microsoft.com/office/drawing/2014/main" id="{851225A9-B9A5-5D43-2356-907348CE522B}"/>
              </a:ext>
              <a:ext uri="{C183D7F6-B498-43B3-948B-1728B52AA6E4}">
                <adec:decorative xmlns:adec="http://schemas.microsoft.com/office/drawing/2017/decorative" val="1"/>
              </a:ext>
            </a:extLst>
          </p:cNvPr>
          <p:cNvSpPr>
            <a:spLocks noGrp="1"/>
          </p:cNvSpPr>
          <p:nvPr>
            <p:ph type="body" sz="quarter" idx="13" hasCustomPrompt="1"/>
          </p:nvPr>
        </p:nvSpPr>
        <p:spPr>
          <a:xfrm>
            <a:off x="425355" y="144313"/>
            <a:ext cx="7794704"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Insert a top </a:t>
            </a:r>
            <a:r>
              <a:rPr lang="fr-FR" noProof="0" err="1"/>
              <a:t>title</a:t>
            </a:r>
            <a:r>
              <a:rPr lang="fr-FR" noProof="0"/>
              <a:t> </a:t>
            </a:r>
            <a:r>
              <a:rPr lang="fr-FR" noProof="0" err="1"/>
              <a:t>here</a:t>
            </a:r>
            <a:r>
              <a:rPr lang="fr-FR" noProof="0"/>
              <a:t> - must not </a:t>
            </a:r>
            <a:r>
              <a:rPr lang="fr-FR" noProof="0" err="1"/>
              <a:t>exceed</a:t>
            </a:r>
            <a:r>
              <a:rPr lang="fr-FR" noProof="0"/>
              <a:t> 1 line</a:t>
            </a:r>
          </a:p>
        </p:txBody>
      </p:sp>
      <p:sp>
        <p:nvSpPr>
          <p:cNvPr id="8" name="Chapter placeholder 1">
            <a:extLst>
              <a:ext uri="{FF2B5EF4-FFF2-40B4-BE49-F238E27FC236}">
                <a16:creationId xmlns:a16="http://schemas.microsoft.com/office/drawing/2014/main" id="{AE7685B7-31BA-B763-988E-64FA2F7EC79F}"/>
              </a:ext>
              <a:ext uri="{C183D7F6-B498-43B3-948B-1728B52AA6E4}">
                <adec:decorative xmlns:adec="http://schemas.microsoft.com/office/drawing/2017/decorative" val="1"/>
              </a:ext>
            </a:extLst>
          </p:cNvPr>
          <p:cNvSpPr>
            <a:spLocks noGrp="1"/>
          </p:cNvSpPr>
          <p:nvPr>
            <p:ph type="body" sz="quarter" idx="15" hasCustomPrompt="1"/>
          </p:nvPr>
        </p:nvSpPr>
        <p:spPr>
          <a:xfrm>
            <a:off x="8220074" y="144166"/>
            <a:ext cx="3548064" cy="260647"/>
          </a:xfrm>
          <a:prstGeom prst="rect">
            <a:avLst/>
          </a:prstGeom>
        </p:spPr>
        <p:txBody>
          <a:bodyPr lIns="0" tIns="0" rIns="0" bIns="0" anchor="b"/>
          <a:lstStyle>
            <a:lvl1pPr algn="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CHAPTER 1 – CHAPTER 2 – CHAPTER 3 </a:t>
            </a:r>
          </a:p>
        </p:txBody>
      </p:sp>
      <p:sp>
        <p:nvSpPr>
          <p:cNvPr id="2" name="Title 1"/>
          <p:cNvSpPr>
            <a:spLocks noGrp="1"/>
          </p:cNvSpPr>
          <p:nvPr>
            <p:ph type="title" hasCustomPrompt="1"/>
          </p:nvPr>
        </p:nvSpPr>
        <p:spPr>
          <a:xfrm>
            <a:off x="425354" y="404667"/>
            <a:ext cx="11342769" cy="936770"/>
          </a:xfrm>
        </p:spPr>
        <p:txBody>
          <a:bodyPr lIns="0" tIns="0" rIns="0" bIns="0"/>
          <a:lstStyle>
            <a:lvl1pPr>
              <a:defRPr sz="2400" baseline="0">
                <a:solidFill>
                  <a:schemeClr val="bg2">
                    <a:lumMod val="100000"/>
                  </a:schemeClr>
                </a:solidFill>
                <a:latin typeface="+mj-lt"/>
              </a:defRPr>
            </a:lvl1pPr>
          </a:lstStyle>
          <a:p>
            <a:r>
              <a:rPr lang="fr-FR"/>
              <a:t>Complete </a:t>
            </a:r>
            <a:r>
              <a:rPr lang="fr-FR" err="1"/>
              <a:t>with</a:t>
            </a:r>
            <a:r>
              <a:rPr lang="fr-FR"/>
              <a:t> a </a:t>
            </a:r>
            <a:r>
              <a:rPr lang="fr-FR" err="1"/>
              <a:t>title</a:t>
            </a:r>
            <a:r>
              <a:rPr lang="fr-FR"/>
              <a:t> </a:t>
            </a:r>
            <a:r>
              <a:rPr lang="fr-FR" err="1"/>
              <a:t>here</a:t>
            </a:r>
            <a:r>
              <a:rPr lang="fr-FR"/>
              <a:t> </a:t>
            </a:r>
            <a:r>
              <a:rPr lang="fr-FR" err="1"/>
              <a:t>that</a:t>
            </a:r>
            <a:r>
              <a:rPr lang="fr-FR"/>
              <a:t> carries </a:t>
            </a:r>
            <a:r>
              <a:rPr lang="fr-FR" err="1"/>
              <a:t>your</a:t>
            </a:r>
            <a:r>
              <a:rPr lang="fr-FR"/>
              <a:t> message on </a:t>
            </a:r>
            <a:r>
              <a:rPr lang="fr-FR" err="1"/>
              <a:t>two</a:t>
            </a:r>
            <a:r>
              <a:rPr lang="fr-FR"/>
              <a:t> </a:t>
            </a:r>
            <a:r>
              <a:rPr lang="fr-FR" err="1"/>
              <a:t>lines</a:t>
            </a:r>
            <a:r>
              <a:rPr lang="fr-FR"/>
              <a:t> at </a:t>
            </a:r>
            <a:r>
              <a:rPr lang="fr-FR" err="1"/>
              <a:t>most</a:t>
            </a:r>
            <a:r>
              <a:rPr lang="fr-FR"/>
              <a:t> for more </a:t>
            </a:r>
            <a:r>
              <a:rPr lang="fr-FR" noProof="0" err="1"/>
              <a:t>readability</a:t>
            </a:r>
            <a:endParaRPr lang="fr-FR" noProof="0"/>
          </a:p>
        </p:txBody>
      </p:sp>
      <p:sp>
        <p:nvSpPr>
          <p:cNvPr id="5" name="Content Placeholder 4" descr="Content placeholder: &#10;The first line is dedicated to Level 1.&#10;To move to the next level, click Alt + Shift + right arrow. 3 levels are available. ">
            <a:extLst>
              <a:ext uri="{FF2B5EF4-FFF2-40B4-BE49-F238E27FC236}">
                <a16:creationId xmlns:a16="http://schemas.microsoft.com/office/drawing/2014/main" id="{7AB6DAC7-33AA-E7F9-D829-CACCD01E64C1}"/>
              </a:ext>
            </a:extLst>
          </p:cNvPr>
          <p:cNvSpPr>
            <a:spLocks noGrp="1"/>
          </p:cNvSpPr>
          <p:nvPr>
            <p:ph sz="quarter" idx="16"/>
          </p:nvPr>
        </p:nvSpPr>
        <p:spPr>
          <a:xfrm>
            <a:off x="423863" y="1341438"/>
            <a:ext cx="11344275" cy="4895850"/>
          </a:xfrm>
        </p:spPr>
        <p:txBody>
          <a:bodyPr lIns="0" tIns="36000" rIns="0" bIns="36000"/>
          <a:lstStyle/>
          <a:p>
            <a:pPr lvl="0"/>
            <a:r>
              <a:rPr lang="fr-FR"/>
              <a:t>Click to </a:t>
            </a:r>
            <a:r>
              <a:rPr lang="fr-FR" err="1"/>
              <a:t>edit</a:t>
            </a:r>
            <a:r>
              <a:rPr lang="fr-FR"/>
              <a:t> Master </a:t>
            </a:r>
            <a:r>
              <a:rPr lang="fr-FR" err="1"/>
              <a:t>text</a:t>
            </a:r>
            <a:r>
              <a:rPr lang="fr-FR"/>
              <a:t> styles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fr-FR"/>
          </a:p>
        </p:txBody>
      </p:sp>
    </p:spTree>
    <p:extLst>
      <p:ext uri="{BB962C8B-B14F-4D97-AF65-F5344CB8AC3E}">
        <p14:creationId xmlns:p14="http://schemas.microsoft.com/office/powerpoint/2010/main" val="25796773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optitle 1">
            <a:extLst>
              <a:ext uri="{FF2B5EF4-FFF2-40B4-BE49-F238E27FC236}">
                <a16:creationId xmlns:a16="http://schemas.microsoft.com/office/drawing/2014/main" id="{76849AAF-1C69-4F35-4759-ECA8DCF54AFA}"/>
              </a:ext>
              <a:ext uri="{C183D7F6-B498-43B3-948B-1728B52AA6E4}">
                <adec:decorative xmlns:adec="http://schemas.microsoft.com/office/drawing/2017/decorative" val="1"/>
              </a:ext>
            </a:extLst>
          </p:cNvPr>
          <p:cNvSpPr>
            <a:spLocks noGrp="1"/>
          </p:cNvSpPr>
          <p:nvPr>
            <p:ph type="body" sz="quarter" idx="13" hasCustomPrompt="1"/>
          </p:nvPr>
        </p:nvSpPr>
        <p:spPr>
          <a:xfrm>
            <a:off x="425355" y="144313"/>
            <a:ext cx="7794704"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Insert a top </a:t>
            </a:r>
            <a:r>
              <a:rPr lang="fr-FR" noProof="0" err="1"/>
              <a:t>title</a:t>
            </a:r>
            <a:r>
              <a:rPr lang="fr-FR" noProof="0"/>
              <a:t> </a:t>
            </a:r>
            <a:r>
              <a:rPr lang="fr-FR" noProof="0" err="1"/>
              <a:t>here</a:t>
            </a:r>
            <a:r>
              <a:rPr lang="fr-FR" noProof="0"/>
              <a:t> - must not </a:t>
            </a:r>
            <a:r>
              <a:rPr lang="fr-FR" noProof="0" err="1"/>
              <a:t>exceed</a:t>
            </a:r>
            <a:r>
              <a:rPr lang="fr-FR" noProof="0"/>
              <a:t> 1 line</a:t>
            </a:r>
          </a:p>
        </p:txBody>
      </p:sp>
      <p:sp>
        <p:nvSpPr>
          <p:cNvPr id="5" name="Chapter placeholder 1">
            <a:extLst>
              <a:ext uri="{FF2B5EF4-FFF2-40B4-BE49-F238E27FC236}">
                <a16:creationId xmlns:a16="http://schemas.microsoft.com/office/drawing/2014/main" id="{8BBD3644-B711-1D97-E528-4D75DCB5C90A}"/>
              </a:ext>
              <a:ext uri="{C183D7F6-B498-43B3-948B-1728B52AA6E4}">
                <adec:decorative xmlns:adec="http://schemas.microsoft.com/office/drawing/2017/decorative" val="1"/>
              </a:ext>
            </a:extLst>
          </p:cNvPr>
          <p:cNvSpPr>
            <a:spLocks noGrp="1"/>
          </p:cNvSpPr>
          <p:nvPr>
            <p:ph type="body" sz="quarter" idx="15" hasCustomPrompt="1"/>
          </p:nvPr>
        </p:nvSpPr>
        <p:spPr>
          <a:xfrm>
            <a:off x="8220075" y="144166"/>
            <a:ext cx="3548064" cy="260647"/>
          </a:xfrm>
          <a:prstGeom prst="rect">
            <a:avLst/>
          </a:prstGeom>
        </p:spPr>
        <p:txBody>
          <a:bodyPr lIns="0" tIns="0" rIns="0" bIns="0" anchor="b"/>
          <a:lstStyle>
            <a:lvl1pPr algn="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CHAPTER 1 – CHAPTER 2 – CHAPTER 3 </a:t>
            </a:r>
          </a:p>
        </p:txBody>
      </p:sp>
      <p:sp>
        <p:nvSpPr>
          <p:cNvPr id="4" name="Title 1"/>
          <p:cNvSpPr>
            <a:spLocks noGrp="1"/>
          </p:cNvSpPr>
          <p:nvPr>
            <p:ph type="title" hasCustomPrompt="1"/>
          </p:nvPr>
        </p:nvSpPr>
        <p:spPr>
          <a:xfrm>
            <a:off x="425355" y="404665"/>
            <a:ext cx="11342768" cy="936773"/>
          </a:xfrm>
        </p:spPr>
        <p:txBody>
          <a:bodyPr lIns="0" tIns="0" rIns="0" bIns="0"/>
          <a:lstStyle>
            <a:lvl1pPr>
              <a:defRPr sz="2400" baseline="0">
                <a:solidFill>
                  <a:schemeClr val="bg2">
                    <a:lumMod val="100000"/>
                  </a:schemeClr>
                </a:solidFill>
                <a:latin typeface="+mj-lt"/>
              </a:defRPr>
            </a:lvl1pPr>
          </a:lstStyle>
          <a:p>
            <a:r>
              <a:rPr lang="fr-FR" noProof="0"/>
              <a:t>Complete </a:t>
            </a:r>
            <a:r>
              <a:rPr lang="fr-FR" noProof="0" err="1"/>
              <a:t>with</a:t>
            </a:r>
            <a:r>
              <a:rPr lang="fr-FR" noProof="0"/>
              <a:t> a </a:t>
            </a:r>
            <a:r>
              <a:rPr lang="fr-FR" noProof="0" err="1"/>
              <a:t>title</a:t>
            </a:r>
            <a:r>
              <a:rPr lang="fr-FR" noProof="0"/>
              <a:t> </a:t>
            </a:r>
            <a:r>
              <a:rPr lang="fr-FR" noProof="0" err="1"/>
              <a:t>here</a:t>
            </a:r>
            <a:r>
              <a:rPr lang="fr-FR" noProof="0"/>
              <a:t> </a:t>
            </a:r>
            <a:r>
              <a:rPr lang="fr-FR" noProof="0" err="1"/>
              <a:t>that</a:t>
            </a:r>
            <a:r>
              <a:rPr lang="fr-FR" noProof="0"/>
              <a:t> carries </a:t>
            </a:r>
            <a:r>
              <a:rPr lang="fr-FR" noProof="0" err="1"/>
              <a:t>your</a:t>
            </a:r>
            <a:r>
              <a:rPr lang="fr-FR" noProof="0"/>
              <a:t> message on </a:t>
            </a:r>
            <a:r>
              <a:rPr lang="fr-FR" noProof="0" err="1"/>
              <a:t>two</a:t>
            </a:r>
            <a:r>
              <a:rPr lang="fr-FR" noProof="0"/>
              <a:t> </a:t>
            </a:r>
            <a:r>
              <a:rPr lang="fr-FR" noProof="0" err="1"/>
              <a:t>lines</a:t>
            </a:r>
            <a:r>
              <a:rPr lang="fr-FR" noProof="0"/>
              <a:t> at </a:t>
            </a:r>
            <a:r>
              <a:rPr lang="fr-FR" noProof="0" err="1"/>
              <a:t>most</a:t>
            </a:r>
            <a:r>
              <a:rPr lang="fr-FR" noProof="0"/>
              <a:t> for more </a:t>
            </a:r>
            <a:r>
              <a:rPr lang="fr-FR" noProof="0" err="1"/>
              <a:t>readability</a:t>
            </a:r>
            <a:endParaRPr lang="fr-FR" noProof="0"/>
          </a:p>
        </p:txBody>
      </p:sp>
    </p:spTree>
    <p:extLst>
      <p:ext uri="{BB962C8B-B14F-4D97-AF65-F5344CB8AC3E}">
        <p14:creationId xmlns:p14="http://schemas.microsoft.com/office/powerpoint/2010/main" val="29533510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lat text left + text right">
    <p:spTree>
      <p:nvGrpSpPr>
        <p:cNvPr id="1" name=""/>
        <p:cNvGrpSpPr/>
        <p:nvPr/>
      </p:nvGrpSpPr>
      <p:grpSpPr>
        <a:xfrm>
          <a:off x="0" y="0"/>
          <a:ext cx="0" cy="0"/>
          <a:chOff x="0" y="0"/>
          <a:chExt cx="0" cy="0"/>
        </a:xfrm>
      </p:grpSpPr>
      <p:sp>
        <p:nvSpPr>
          <p:cNvPr id="3" name="Toptitle placeholder 1">
            <a:extLst>
              <a:ext uri="{FF2B5EF4-FFF2-40B4-BE49-F238E27FC236}">
                <a16:creationId xmlns:a16="http://schemas.microsoft.com/office/drawing/2014/main" id="{C3E536A8-35FA-BE3C-96F0-8E12379D56E4}"/>
              </a:ext>
              <a:ext uri="{C183D7F6-B498-43B3-948B-1728B52AA6E4}">
                <adec:decorative xmlns:adec="http://schemas.microsoft.com/office/drawing/2017/decorative" val="1"/>
              </a:ext>
            </a:extLst>
          </p:cNvPr>
          <p:cNvSpPr>
            <a:spLocks noGrp="1"/>
          </p:cNvSpPr>
          <p:nvPr>
            <p:ph type="body" sz="quarter" idx="13" hasCustomPrompt="1"/>
          </p:nvPr>
        </p:nvSpPr>
        <p:spPr>
          <a:xfrm>
            <a:off x="425355" y="144313"/>
            <a:ext cx="7794704"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Insert a top </a:t>
            </a:r>
            <a:r>
              <a:rPr lang="fr-FR" noProof="0" err="1"/>
              <a:t>title</a:t>
            </a:r>
            <a:r>
              <a:rPr lang="fr-FR" noProof="0"/>
              <a:t> </a:t>
            </a:r>
            <a:r>
              <a:rPr lang="fr-FR" noProof="0" err="1"/>
              <a:t>here</a:t>
            </a:r>
            <a:r>
              <a:rPr lang="fr-FR" noProof="0"/>
              <a:t> - must not </a:t>
            </a:r>
            <a:r>
              <a:rPr lang="fr-FR" noProof="0" err="1"/>
              <a:t>exceed</a:t>
            </a:r>
            <a:r>
              <a:rPr lang="fr-FR" noProof="0"/>
              <a:t> 1 line</a:t>
            </a:r>
          </a:p>
        </p:txBody>
      </p:sp>
      <p:sp>
        <p:nvSpPr>
          <p:cNvPr id="2" name="Chapter placeholder 1">
            <a:extLst>
              <a:ext uri="{FF2B5EF4-FFF2-40B4-BE49-F238E27FC236}">
                <a16:creationId xmlns:a16="http://schemas.microsoft.com/office/drawing/2014/main" id="{5B219629-E151-CA04-8232-A7687951C37F}"/>
              </a:ext>
              <a:ext uri="{C183D7F6-B498-43B3-948B-1728B52AA6E4}">
                <adec:decorative xmlns:adec="http://schemas.microsoft.com/office/drawing/2017/decorative" val="1"/>
              </a:ext>
            </a:extLst>
          </p:cNvPr>
          <p:cNvSpPr>
            <a:spLocks noGrp="1"/>
          </p:cNvSpPr>
          <p:nvPr>
            <p:ph type="body" sz="quarter" idx="15" hasCustomPrompt="1"/>
          </p:nvPr>
        </p:nvSpPr>
        <p:spPr>
          <a:xfrm>
            <a:off x="8220075" y="144166"/>
            <a:ext cx="3548064" cy="260647"/>
          </a:xfrm>
          <a:prstGeom prst="rect">
            <a:avLst/>
          </a:prstGeom>
        </p:spPr>
        <p:txBody>
          <a:bodyPr lIns="0" tIns="0" rIns="0" bIns="0" anchor="b"/>
          <a:lstStyle>
            <a:lvl1pPr algn="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CHAPTER 1 – CHAPTER 2 – CHAPTER 3 </a:t>
            </a:r>
          </a:p>
        </p:txBody>
      </p:sp>
      <p:sp>
        <p:nvSpPr>
          <p:cNvPr id="10" name="Title 1"/>
          <p:cNvSpPr>
            <a:spLocks noGrp="1"/>
          </p:cNvSpPr>
          <p:nvPr>
            <p:ph type="title" hasCustomPrompt="1"/>
          </p:nvPr>
        </p:nvSpPr>
        <p:spPr>
          <a:xfrm>
            <a:off x="425354" y="404665"/>
            <a:ext cx="11342769" cy="936772"/>
          </a:xfrm>
        </p:spPr>
        <p:txBody>
          <a:bodyPr lIns="0" tIns="0" rIns="0" bIns="0">
            <a:noAutofit/>
          </a:bodyPr>
          <a:lstStyle>
            <a:lvl1pPr>
              <a:defRPr sz="2400" baseline="0">
                <a:solidFill>
                  <a:schemeClr val="bg2">
                    <a:lumMod val="100000"/>
                  </a:schemeClr>
                </a:solidFill>
                <a:latin typeface="+mj-lt"/>
              </a:defRPr>
            </a:lvl1pPr>
          </a:lstStyle>
          <a:p>
            <a:r>
              <a:rPr lang="fr-FR"/>
              <a:t>Complete </a:t>
            </a:r>
            <a:r>
              <a:rPr lang="fr-FR" err="1"/>
              <a:t>with</a:t>
            </a:r>
            <a:r>
              <a:rPr lang="fr-FR"/>
              <a:t> a </a:t>
            </a:r>
            <a:r>
              <a:rPr lang="fr-FR" err="1"/>
              <a:t>title</a:t>
            </a:r>
            <a:r>
              <a:rPr lang="fr-FR"/>
              <a:t> </a:t>
            </a:r>
            <a:r>
              <a:rPr lang="fr-FR" err="1"/>
              <a:t>here</a:t>
            </a:r>
            <a:r>
              <a:rPr lang="fr-FR"/>
              <a:t> </a:t>
            </a:r>
            <a:r>
              <a:rPr lang="fr-FR" err="1"/>
              <a:t>that</a:t>
            </a:r>
            <a:r>
              <a:rPr lang="fr-FR"/>
              <a:t> carries </a:t>
            </a:r>
            <a:r>
              <a:rPr lang="fr-FR" err="1"/>
              <a:t>your</a:t>
            </a:r>
            <a:r>
              <a:rPr lang="fr-FR"/>
              <a:t> message on </a:t>
            </a:r>
            <a:r>
              <a:rPr lang="fr-FR" err="1"/>
              <a:t>two</a:t>
            </a:r>
            <a:r>
              <a:rPr lang="fr-FR"/>
              <a:t> </a:t>
            </a:r>
            <a:r>
              <a:rPr lang="fr-FR" err="1"/>
              <a:t>lines</a:t>
            </a:r>
            <a:r>
              <a:rPr lang="fr-FR"/>
              <a:t> at </a:t>
            </a:r>
            <a:r>
              <a:rPr lang="fr-FR" err="1"/>
              <a:t>most</a:t>
            </a:r>
            <a:r>
              <a:rPr lang="fr-FR"/>
              <a:t> for more </a:t>
            </a:r>
            <a:r>
              <a:rPr lang="fr-FR" noProof="0" err="1"/>
              <a:t>readability</a:t>
            </a:r>
            <a:endParaRPr lang="fr-FR" noProof="0"/>
          </a:p>
        </p:txBody>
      </p:sp>
      <p:sp>
        <p:nvSpPr>
          <p:cNvPr id="4" name="Text placeholder 1">
            <a:extLst>
              <a:ext uri="{FF2B5EF4-FFF2-40B4-BE49-F238E27FC236}">
                <a16:creationId xmlns:a16="http://schemas.microsoft.com/office/drawing/2014/main" id="{F0D1A3EB-B6CB-8791-B273-427226C61150}"/>
              </a:ext>
            </a:extLst>
          </p:cNvPr>
          <p:cNvSpPr>
            <a:spLocks noGrp="1"/>
          </p:cNvSpPr>
          <p:nvPr>
            <p:ph type="body" sz="quarter" idx="18"/>
          </p:nvPr>
        </p:nvSpPr>
        <p:spPr>
          <a:xfrm>
            <a:off x="423863" y="1341438"/>
            <a:ext cx="5502275" cy="4895850"/>
          </a:xfrm>
        </p:spPr>
        <p:txBody>
          <a:bodyPr lIns="0" tIns="36000" rIns="0" bIns="36000"/>
          <a:lstStyle>
            <a:lvl1pPr algn="l">
              <a:defRPr/>
            </a:lvl1pPr>
            <a:lvl2pPr algn="l">
              <a:defRPr/>
            </a:lvl2pPr>
            <a:lvl3pPr algn="l">
              <a:defRPr/>
            </a:lvl3pPr>
            <a:lvl4pPr algn="l">
              <a:defRPr/>
            </a:lvl4pPr>
            <a:lvl5pPr algn="l">
              <a:defRPr/>
            </a:lvl5pPr>
          </a:lstStyle>
          <a:p>
            <a:pPr lvl="0"/>
            <a:r>
              <a:rPr lang="fr-FR"/>
              <a:t>Click to </a:t>
            </a:r>
            <a:r>
              <a:rPr lang="fr-FR" err="1"/>
              <a:t>edit</a:t>
            </a:r>
            <a:r>
              <a:rPr lang="fr-FR"/>
              <a:t> Master </a:t>
            </a:r>
            <a:r>
              <a:rPr lang="fr-FR" err="1"/>
              <a:t>text</a:t>
            </a:r>
            <a:r>
              <a:rPr lang="fr-FR"/>
              <a:t> styles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fr-FR"/>
          </a:p>
        </p:txBody>
      </p:sp>
      <p:sp>
        <p:nvSpPr>
          <p:cNvPr id="5" name="Text placeholder 2">
            <a:extLst>
              <a:ext uri="{FF2B5EF4-FFF2-40B4-BE49-F238E27FC236}">
                <a16:creationId xmlns:a16="http://schemas.microsoft.com/office/drawing/2014/main" id="{07AA2186-6393-9722-7709-04D4D067EB84}"/>
              </a:ext>
            </a:extLst>
          </p:cNvPr>
          <p:cNvSpPr>
            <a:spLocks noGrp="1"/>
          </p:cNvSpPr>
          <p:nvPr>
            <p:ph type="body" sz="quarter" idx="19"/>
          </p:nvPr>
        </p:nvSpPr>
        <p:spPr>
          <a:xfrm>
            <a:off x="6265864" y="1341438"/>
            <a:ext cx="5502275" cy="4895850"/>
          </a:xfrm>
        </p:spPr>
        <p:txBody>
          <a:bodyPr lIns="0" tIns="36000" rIns="0" bIns="36000"/>
          <a:lstStyle>
            <a:lvl1pPr algn="l">
              <a:defRPr/>
            </a:lvl1pPr>
            <a:lvl2pPr algn="l">
              <a:defRPr/>
            </a:lvl2pPr>
            <a:lvl3pPr algn="l">
              <a:defRPr/>
            </a:lvl3pPr>
            <a:lvl4pPr algn="l">
              <a:defRPr/>
            </a:lvl4pPr>
            <a:lvl5pPr algn="l">
              <a:defRPr/>
            </a:lvl5pPr>
          </a:lstStyle>
          <a:p>
            <a:pPr lvl="0"/>
            <a:r>
              <a:rPr lang="fr-FR"/>
              <a:t>Click to </a:t>
            </a:r>
            <a:r>
              <a:rPr lang="fr-FR" err="1"/>
              <a:t>edit</a:t>
            </a:r>
            <a:r>
              <a:rPr lang="fr-FR"/>
              <a:t> Master </a:t>
            </a:r>
            <a:r>
              <a:rPr lang="fr-FR" err="1"/>
              <a:t>text</a:t>
            </a:r>
            <a:r>
              <a:rPr lang="fr-FR"/>
              <a:t> styles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fr-FR"/>
          </a:p>
        </p:txBody>
      </p:sp>
    </p:spTree>
    <p:extLst>
      <p:ext uri="{BB962C8B-B14F-4D97-AF65-F5344CB8AC3E}">
        <p14:creationId xmlns:p14="http://schemas.microsoft.com/office/powerpoint/2010/main" val="28022909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eneral content with picture right">
    <p:spTree>
      <p:nvGrpSpPr>
        <p:cNvPr id="1" name=""/>
        <p:cNvGrpSpPr/>
        <p:nvPr/>
      </p:nvGrpSpPr>
      <p:grpSpPr>
        <a:xfrm>
          <a:off x="0" y="0"/>
          <a:ext cx="0" cy="0"/>
          <a:chOff x="0" y="0"/>
          <a:chExt cx="0" cy="0"/>
        </a:xfrm>
      </p:grpSpPr>
      <p:sp>
        <p:nvSpPr>
          <p:cNvPr id="6" name="Toptitle 1">
            <a:extLst>
              <a:ext uri="{FF2B5EF4-FFF2-40B4-BE49-F238E27FC236}">
                <a16:creationId xmlns:a16="http://schemas.microsoft.com/office/drawing/2014/main" id="{FAC3B790-990D-7E1E-EF9F-7E42C783E760}"/>
              </a:ext>
              <a:ext uri="{C183D7F6-B498-43B3-948B-1728B52AA6E4}">
                <adec:decorative xmlns:adec="http://schemas.microsoft.com/office/drawing/2017/decorative" val="1"/>
              </a:ext>
            </a:extLst>
          </p:cNvPr>
          <p:cNvSpPr>
            <a:spLocks noGrp="1"/>
          </p:cNvSpPr>
          <p:nvPr>
            <p:ph type="body" sz="quarter" idx="13" hasCustomPrompt="1"/>
          </p:nvPr>
        </p:nvSpPr>
        <p:spPr>
          <a:xfrm>
            <a:off x="425355" y="144313"/>
            <a:ext cx="6823170"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Insert a top </a:t>
            </a:r>
            <a:r>
              <a:rPr lang="fr-FR" noProof="0" err="1"/>
              <a:t>title</a:t>
            </a:r>
            <a:r>
              <a:rPr lang="fr-FR" noProof="0"/>
              <a:t> </a:t>
            </a:r>
            <a:r>
              <a:rPr lang="fr-FR" noProof="0" err="1"/>
              <a:t>here</a:t>
            </a:r>
            <a:r>
              <a:rPr lang="fr-FR" noProof="0"/>
              <a:t> - must not </a:t>
            </a:r>
            <a:r>
              <a:rPr lang="fr-FR" noProof="0" err="1"/>
              <a:t>exceed</a:t>
            </a:r>
            <a:r>
              <a:rPr lang="fr-FR" noProof="0"/>
              <a:t> 1 line</a:t>
            </a:r>
          </a:p>
        </p:txBody>
      </p:sp>
      <p:sp>
        <p:nvSpPr>
          <p:cNvPr id="2" name="Title 1"/>
          <p:cNvSpPr>
            <a:spLocks noGrp="1"/>
          </p:cNvSpPr>
          <p:nvPr>
            <p:ph type="title" hasCustomPrompt="1"/>
          </p:nvPr>
        </p:nvSpPr>
        <p:spPr>
          <a:xfrm>
            <a:off x="425355" y="404666"/>
            <a:ext cx="6823170" cy="936772"/>
          </a:xfrm>
        </p:spPr>
        <p:txBody>
          <a:bodyPr lIns="0" tIns="0" rIns="0" bIns="0">
            <a:noAutofit/>
          </a:bodyPr>
          <a:lstStyle>
            <a:lvl1pPr>
              <a:defRPr sz="2400" baseline="0">
                <a:solidFill>
                  <a:schemeClr val="bg2">
                    <a:lumMod val="100000"/>
                  </a:schemeClr>
                </a:solidFill>
                <a:latin typeface="+mj-lt"/>
              </a:defRPr>
            </a:lvl1pPr>
          </a:lstStyle>
          <a:p>
            <a:r>
              <a:rPr lang="fr-FR"/>
              <a:t>Complete </a:t>
            </a:r>
            <a:r>
              <a:rPr lang="fr-FR" err="1"/>
              <a:t>with</a:t>
            </a:r>
            <a:r>
              <a:rPr lang="fr-FR"/>
              <a:t> a </a:t>
            </a:r>
            <a:r>
              <a:rPr lang="fr-FR" err="1"/>
              <a:t>title</a:t>
            </a:r>
            <a:r>
              <a:rPr lang="fr-FR"/>
              <a:t> </a:t>
            </a:r>
            <a:r>
              <a:rPr lang="fr-FR" err="1"/>
              <a:t>here</a:t>
            </a:r>
            <a:r>
              <a:rPr lang="fr-FR"/>
              <a:t> </a:t>
            </a:r>
            <a:r>
              <a:rPr lang="fr-FR" err="1"/>
              <a:t>that</a:t>
            </a:r>
            <a:r>
              <a:rPr lang="fr-FR"/>
              <a:t> carries </a:t>
            </a:r>
            <a:r>
              <a:rPr lang="fr-FR" err="1"/>
              <a:t>your</a:t>
            </a:r>
            <a:r>
              <a:rPr lang="fr-FR"/>
              <a:t> message on </a:t>
            </a:r>
            <a:r>
              <a:rPr lang="fr-FR" err="1"/>
              <a:t>two</a:t>
            </a:r>
            <a:r>
              <a:rPr lang="fr-FR"/>
              <a:t> </a:t>
            </a:r>
            <a:r>
              <a:rPr lang="fr-FR" err="1"/>
              <a:t>lines</a:t>
            </a:r>
            <a:r>
              <a:rPr lang="fr-FR"/>
              <a:t> at </a:t>
            </a:r>
            <a:r>
              <a:rPr lang="fr-FR" err="1"/>
              <a:t>most</a:t>
            </a:r>
            <a:r>
              <a:rPr lang="fr-FR"/>
              <a:t> for more </a:t>
            </a:r>
            <a:r>
              <a:rPr lang="fr-FR" noProof="0" err="1"/>
              <a:t>readability</a:t>
            </a:r>
            <a:endParaRPr lang="fr-FR" noProof="0"/>
          </a:p>
        </p:txBody>
      </p:sp>
      <p:sp>
        <p:nvSpPr>
          <p:cNvPr id="5" name="Content Placeholder 4">
            <a:extLst>
              <a:ext uri="{FF2B5EF4-FFF2-40B4-BE49-F238E27FC236}">
                <a16:creationId xmlns:a16="http://schemas.microsoft.com/office/drawing/2014/main" id="{F9159FE6-ADA0-40D4-21CD-E9E8F8E99B6B}"/>
              </a:ext>
            </a:extLst>
          </p:cNvPr>
          <p:cNvSpPr>
            <a:spLocks noGrp="1"/>
          </p:cNvSpPr>
          <p:nvPr>
            <p:ph sz="quarter" idx="19"/>
          </p:nvPr>
        </p:nvSpPr>
        <p:spPr>
          <a:xfrm>
            <a:off x="423863" y="1341438"/>
            <a:ext cx="6823075" cy="4894976"/>
          </a:xfrm>
        </p:spPr>
        <p:txBody>
          <a:bodyPr lIns="0" tIns="36000" rIns="0" bIns="36000"/>
          <a:lstStyle/>
          <a:p>
            <a:pPr lvl="0"/>
            <a:r>
              <a:rPr lang="fr-FR"/>
              <a:t>Click to </a:t>
            </a:r>
            <a:r>
              <a:rPr lang="fr-FR" err="1"/>
              <a:t>edit</a:t>
            </a:r>
            <a:r>
              <a:rPr lang="fr-FR"/>
              <a:t> Master </a:t>
            </a:r>
            <a:r>
              <a:rPr lang="fr-FR" err="1"/>
              <a:t>text</a:t>
            </a:r>
            <a:r>
              <a:rPr lang="fr-FR"/>
              <a:t> styles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fr-FR"/>
          </a:p>
        </p:txBody>
      </p:sp>
      <p:sp>
        <p:nvSpPr>
          <p:cNvPr id="8" name="Picture Placeholder 1">
            <a:extLst>
              <a:ext uri="{FF2B5EF4-FFF2-40B4-BE49-F238E27FC236}">
                <a16:creationId xmlns:a16="http://schemas.microsoft.com/office/drawing/2014/main" id="{023D9650-B46E-B22A-2227-4109F258BAFE}"/>
              </a:ext>
              <a:ext uri="{C183D7F6-B498-43B3-948B-1728B52AA6E4}">
                <adec:decorative xmlns:adec="http://schemas.microsoft.com/office/drawing/2017/decorative" val="1"/>
              </a:ext>
            </a:extLst>
          </p:cNvPr>
          <p:cNvSpPr>
            <a:spLocks noGrp="1"/>
          </p:cNvSpPr>
          <p:nvPr>
            <p:ph type="pic" sz="quarter" idx="18" hasCustomPrompt="1"/>
          </p:nvPr>
        </p:nvSpPr>
        <p:spPr>
          <a:xfrm>
            <a:off x="7899402" y="0"/>
            <a:ext cx="4292599" cy="6858000"/>
          </a:xfrm>
          <a:custGeom>
            <a:avLst/>
            <a:gdLst>
              <a:gd name="connsiteX0" fmla="*/ 704485 w 4292599"/>
              <a:gd name="connsiteY0" fmla="*/ 0 h 6858000"/>
              <a:gd name="connsiteX1" fmla="*/ 4292599 w 4292599"/>
              <a:gd name="connsiteY1" fmla="*/ 0 h 6858000"/>
              <a:gd name="connsiteX2" fmla="*/ 4292599 w 4292599"/>
              <a:gd name="connsiteY2" fmla="*/ 6858000 h 6858000"/>
              <a:gd name="connsiteX3" fmla="*/ 584306 w 4292599"/>
              <a:gd name="connsiteY3" fmla="*/ 6858000 h 6858000"/>
              <a:gd name="connsiteX4" fmla="*/ 573350 w 4292599"/>
              <a:gd name="connsiteY4" fmla="*/ 6830215 h 6858000"/>
              <a:gd name="connsiteX5" fmla="*/ 0 w 4292599"/>
              <a:gd name="connsiteY5" fmla="*/ 3581400 h 6858000"/>
              <a:gd name="connsiteX6" fmla="*/ 573350 w 4292599"/>
              <a:gd name="connsiteY6" fmla="*/ 3325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92599" h="6858000">
                <a:moveTo>
                  <a:pt x="704485" y="0"/>
                </a:moveTo>
                <a:lnTo>
                  <a:pt x="4292599" y="0"/>
                </a:lnTo>
                <a:lnTo>
                  <a:pt x="4292599" y="6858000"/>
                </a:lnTo>
                <a:lnTo>
                  <a:pt x="584306" y="6858000"/>
                </a:lnTo>
                <a:lnTo>
                  <a:pt x="573350" y="6830215"/>
                </a:lnTo>
                <a:cubicBezTo>
                  <a:pt x="202430" y="5817182"/>
                  <a:pt x="0" y="4722931"/>
                  <a:pt x="0" y="3581400"/>
                </a:cubicBezTo>
                <a:cubicBezTo>
                  <a:pt x="0" y="2439869"/>
                  <a:pt x="202430" y="1345618"/>
                  <a:pt x="573350" y="332586"/>
                </a:cubicBezTo>
                <a:close/>
              </a:path>
            </a:pathLst>
          </a:custGeom>
        </p:spPr>
        <p:txBody>
          <a:bodyPr wrap="square" anchor="ctr">
            <a:noAutofit/>
          </a:bodyPr>
          <a:lstStyle>
            <a:lvl1pPr>
              <a:defRPr/>
            </a:lvl1pPr>
          </a:lstStyle>
          <a:p>
            <a:r>
              <a:rPr lang="fr-FR"/>
              <a:t>Insert image</a:t>
            </a:r>
          </a:p>
        </p:txBody>
      </p:sp>
    </p:spTree>
    <p:extLst>
      <p:ext uri="{BB962C8B-B14F-4D97-AF65-F5344CB8AC3E}">
        <p14:creationId xmlns:p14="http://schemas.microsoft.com/office/powerpoint/2010/main" val="783923761"/>
      </p:ext>
    </p:extLst>
  </p:cSld>
  <p:clrMapOvr>
    <a:masterClrMapping/>
  </p:clrMapOvr>
  <p:extLst>
    <p:ext uri="{DCECCB84-F9BA-43D5-87BE-67443E8EF086}">
      <p15:sldGuideLst xmlns:p15="http://schemas.microsoft.com/office/powerpoint/2012/main">
        <p15:guide id="1" pos="456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eneral content with picture bottom">
    <p:spTree>
      <p:nvGrpSpPr>
        <p:cNvPr id="1" name=""/>
        <p:cNvGrpSpPr/>
        <p:nvPr/>
      </p:nvGrpSpPr>
      <p:grpSpPr>
        <a:xfrm>
          <a:off x="0" y="0"/>
          <a:ext cx="0" cy="0"/>
          <a:chOff x="0" y="0"/>
          <a:chExt cx="0" cy="0"/>
        </a:xfrm>
      </p:grpSpPr>
      <p:sp>
        <p:nvSpPr>
          <p:cNvPr id="6" name="Toptitle 1">
            <a:extLst>
              <a:ext uri="{FF2B5EF4-FFF2-40B4-BE49-F238E27FC236}">
                <a16:creationId xmlns:a16="http://schemas.microsoft.com/office/drawing/2014/main" id="{2B79800B-FA87-9C3B-3D8E-1D09EF999F8F}"/>
              </a:ext>
              <a:ext uri="{C183D7F6-B498-43B3-948B-1728B52AA6E4}">
                <adec:decorative xmlns:adec="http://schemas.microsoft.com/office/drawing/2017/decorative" val="1"/>
              </a:ext>
            </a:extLst>
          </p:cNvPr>
          <p:cNvSpPr>
            <a:spLocks noGrp="1"/>
          </p:cNvSpPr>
          <p:nvPr>
            <p:ph type="body" sz="quarter" idx="13" hasCustomPrompt="1"/>
          </p:nvPr>
        </p:nvSpPr>
        <p:spPr>
          <a:xfrm>
            <a:off x="425355" y="144313"/>
            <a:ext cx="7794704"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Insert a top </a:t>
            </a:r>
            <a:r>
              <a:rPr lang="fr-FR" noProof="0" err="1"/>
              <a:t>title</a:t>
            </a:r>
            <a:r>
              <a:rPr lang="fr-FR" noProof="0"/>
              <a:t> </a:t>
            </a:r>
            <a:r>
              <a:rPr lang="fr-FR" noProof="0" err="1"/>
              <a:t>here</a:t>
            </a:r>
            <a:r>
              <a:rPr lang="fr-FR" noProof="0"/>
              <a:t> - must not </a:t>
            </a:r>
            <a:r>
              <a:rPr lang="fr-FR" noProof="0" err="1"/>
              <a:t>exceed</a:t>
            </a:r>
            <a:r>
              <a:rPr lang="fr-FR" noProof="0"/>
              <a:t> 1 line</a:t>
            </a:r>
          </a:p>
        </p:txBody>
      </p:sp>
      <p:sp>
        <p:nvSpPr>
          <p:cNvPr id="2" name="Title 1"/>
          <p:cNvSpPr>
            <a:spLocks noGrp="1"/>
          </p:cNvSpPr>
          <p:nvPr>
            <p:ph type="title" hasCustomPrompt="1"/>
          </p:nvPr>
        </p:nvSpPr>
        <p:spPr>
          <a:xfrm>
            <a:off x="425354" y="404666"/>
            <a:ext cx="11342769" cy="936771"/>
          </a:xfrm>
        </p:spPr>
        <p:txBody>
          <a:bodyPr lIns="0" tIns="0" rIns="0" bIns="0"/>
          <a:lstStyle>
            <a:lvl1pPr>
              <a:defRPr sz="2400" baseline="0">
                <a:solidFill>
                  <a:schemeClr val="bg2">
                    <a:lumMod val="100000"/>
                  </a:schemeClr>
                </a:solidFill>
                <a:latin typeface="+mj-lt"/>
              </a:defRPr>
            </a:lvl1pPr>
          </a:lstStyle>
          <a:p>
            <a:r>
              <a:rPr lang="fr-FR"/>
              <a:t>Complete </a:t>
            </a:r>
            <a:r>
              <a:rPr lang="fr-FR" err="1"/>
              <a:t>with</a:t>
            </a:r>
            <a:r>
              <a:rPr lang="fr-FR"/>
              <a:t> a </a:t>
            </a:r>
            <a:r>
              <a:rPr lang="fr-FR" err="1"/>
              <a:t>title</a:t>
            </a:r>
            <a:r>
              <a:rPr lang="fr-FR"/>
              <a:t> </a:t>
            </a:r>
            <a:r>
              <a:rPr lang="fr-FR" err="1"/>
              <a:t>here</a:t>
            </a:r>
            <a:r>
              <a:rPr lang="fr-FR"/>
              <a:t> </a:t>
            </a:r>
            <a:r>
              <a:rPr lang="fr-FR" err="1"/>
              <a:t>that</a:t>
            </a:r>
            <a:r>
              <a:rPr lang="fr-FR"/>
              <a:t> carries </a:t>
            </a:r>
            <a:r>
              <a:rPr lang="fr-FR" err="1"/>
              <a:t>your</a:t>
            </a:r>
            <a:r>
              <a:rPr lang="fr-FR"/>
              <a:t> message on </a:t>
            </a:r>
            <a:r>
              <a:rPr lang="fr-FR" err="1"/>
              <a:t>two</a:t>
            </a:r>
            <a:r>
              <a:rPr lang="fr-FR"/>
              <a:t> </a:t>
            </a:r>
            <a:r>
              <a:rPr lang="fr-FR" err="1"/>
              <a:t>lines</a:t>
            </a:r>
            <a:r>
              <a:rPr lang="fr-FR"/>
              <a:t> at </a:t>
            </a:r>
            <a:r>
              <a:rPr lang="fr-FR" err="1"/>
              <a:t>most</a:t>
            </a:r>
            <a:r>
              <a:rPr lang="fr-FR"/>
              <a:t> for more </a:t>
            </a:r>
            <a:r>
              <a:rPr lang="fr-FR" noProof="0" err="1"/>
              <a:t>readability</a:t>
            </a:r>
            <a:endParaRPr lang="fr-FR" noProof="0"/>
          </a:p>
        </p:txBody>
      </p:sp>
      <p:sp>
        <p:nvSpPr>
          <p:cNvPr id="5" name="Content Placeholder 4">
            <a:extLst>
              <a:ext uri="{FF2B5EF4-FFF2-40B4-BE49-F238E27FC236}">
                <a16:creationId xmlns:a16="http://schemas.microsoft.com/office/drawing/2014/main" id="{B03CF1B5-100D-FD95-AA1E-3E2F48083B03}"/>
              </a:ext>
            </a:extLst>
          </p:cNvPr>
          <p:cNvSpPr>
            <a:spLocks noGrp="1"/>
          </p:cNvSpPr>
          <p:nvPr>
            <p:ph sz="quarter" idx="21"/>
          </p:nvPr>
        </p:nvSpPr>
        <p:spPr>
          <a:xfrm>
            <a:off x="423863" y="1341438"/>
            <a:ext cx="11342769" cy="3167062"/>
          </a:xfrm>
        </p:spPr>
        <p:txBody>
          <a:bodyPr lIns="0" tIns="36000" rIns="0" bIns="36000"/>
          <a:lstStyle/>
          <a:p>
            <a:pPr lvl="0"/>
            <a:r>
              <a:rPr lang="fr-FR"/>
              <a:t>Click to </a:t>
            </a:r>
            <a:r>
              <a:rPr lang="fr-FR" err="1"/>
              <a:t>edit</a:t>
            </a:r>
            <a:r>
              <a:rPr lang="fr-FR"/>
              <a:t> Master </a:t>
            </a:r>
            <a:r>
              <a:rPr lang="fr-FR" err="1"/>
              <a:t>text</a:t>
            </a:r>
            <a:r>
              <a:rPr lang="fr-FR"/>
              <a:t> styles</a:t>
            </a: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fr-FR"/>
          </a:p>
        </p:txBody>
      </p:sp>
      <p:sp>
        <p:nvSpPr>
          <p:cNvPr id="8" name="Picture Placeholder 1">
            <a:extLst>
              <a:ext uri="{FF2B5EF4-FFF2-40B4-BE49-F238E27FC236}">
                <a16:creationId xmlns:a16="http://schemas.microsoft.com/office/drawing/2014/main" id="{29035D89-7B89-6229-706B-E4E52626AD2C}"/>
              </a:ext>
              <a:ext uri="{C183D7F6-B498-43B3-948B-1728B52AA6E4}">
                <adec:decorative xmlns:adec="http://schemas.microsoft.com/office/drawing/2017/decorative" val="1"/>
              </a:ext>
            </a:extLst>
          </p:cNvPr>
          <p:cNvSpPr>
            <a:spLocks noGrp="1"/>
          </p:cNvSpPr>
          <p:nvPr>
            <p:ph type="pic" sz="quarter" idx="18" hasCustomPrompt="1"/>
          </p:nvPr>
        </p:nvSpPr>
        <p:spPr>
          <a:xfrm>
            <a:off x="0" y="4648200"/>
            <a:ext cx="12192000" cy="2209801"/>
          </a:xfrm>
          <a:custGeom>
            <a:avLst/>
            <a:gdLst>
              <a:gd name="connsiteX0" fmla="*/ 6019801 w 12192000"/>
              <a:gd name="connsiteY0" fmla="*/ 0 h 2209801"/>
              <a:gd name="connsiteX1" fmla="*/ 12022492 w 12192000"/>
              <a:gd name="connsiteY1" fmla="*/ 1226249 h 2209801"/>
              <a:gd name="connsiteX2" fmla="*/ 12192000 w 12192000"/>
              <a:gd name="connsiteY2" fmla="*/ 1327836 h 2209801"/>
              <a:gd name="connsiteX3" fmla="*/ 12192000 w 12192000"/>
              <a:gd name="connsiteY3" fmla="*/ 2209801 h 2209801"/>
              <a:gd name="connsiteX4" fmla="*/ 0 w 12192000"/>
              <a:gd name="connsiteY4" fmla="*/ 2209801 h 2209801"/>
              <a:gd name="connsiteX5" fmla="*/ 0 w 12192000"/>
              <a:gd name="connsiteY5" fmla="*/ 1236502 h 2209801"/>
              <a:gd name="connsiteX6" fmla="*/ 17108 w 12192000"/>
              <a:gd name="connsiteY6" fmla="*/ 1226249 h 2209801"/>
              <a:gd name="connsiteX7" fmla="*/ 6019801 w 12192000"/>
              <a:gd name="connsiteY7" fmla="*/ 0 h 2209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209801">
                <a:moveTo>
                  <a:pt x="6019801" y="0"/>
                </a:moveTo>
                <a:cubicBezTo>
                  <a:pt x="8518543" y="0"/>
                  <a:pt x="10721592" y="486418"/>
                  <a:pt x="12022492" y="1226249"/>
                </a:cubicBezTo>
                <a:lnTo>
                  <a:pt x="12192000" y="1327836"/>
                </a:lnTo>
                <a:lnTo>
                  <a:pt x="12192000" y="2209801"/>
                </a:lnTo>
                <a:lnTo>
                  <a:pt x="0" y="2209801"/>
                </a:lnTo>
                <a:lnTo>
                  <a:pt x="0" y="1236502"/>
                </a:lnTo>
                <a:lnTo>
                  <a:pt x="17108" y="1226249"/>
                </a:lnTo>
                <a:cubicBezTo>
                  <a:pt x="1318009" y="486418"/>
                  <a:pt x="3521057" y="0"/>
                  <a:pt x="6019801" y="0"/>
                </a:cubicBezTo>
                <a:close/>
              </a:path>
            </a:pathLst>
          </a:custGeom>
        </p:spPr>
        <p:txBody>
          <a:bodyPr wrap="square">
            <a:noAutofit/>
          </a:bodyPr>
          <a:lstStyle>
            <a:lvl1pPr algn="ctr">
              <a:defRPr/>
            </a:lvl1pPr>
          </a:lstStyle>
          <a:p>
            <a:r>
              <a:rPr lang="fr-FR"/>
              <a:t>Insert image</a:t>
            </a:r>
          </a:p>
        </p:txBody>
      </p:sp>
      <p:sp>
        <p:nvSpPr>
          <p:cNvPr id="3" name="Chapter placeholder 1">
            <a:extLst>
              <a:ext uri="{FF2B5EF4-FFF2-40B4-BE49-F238E27FC236}">
                <a16:creationId xmlns:a16="http://schemas.microsoft.com/office/drawing/2014/main" id="{8054FE66-D5E9-AAC6-DDAC-3CEB3CC4B4C7}"/>
              </a:ext>
              <a:ext uri="{C183D7F6-B498-43B3-948B-1728B52AA6E4}">
                <adec:decorative xmlns:adec="http://schemas.microsoft.com/office/drawing/2017/decorative" val="1"/>
              </a:ext>
            </a:extLst>
          </p:cNvPr>
          <p:cNvSpPr>
            <a:spLocks noGrp="1"/>
          </p:cNvSpPr>
          <p:nvPr>
            <p:ph type="body" sz="quarter" idx="15" hasCustomPrompt="1"/>
          </p:nvPr>
        </p:nvSpPr>
        <p:spPr>
          <a:xfrm>
            <a:off x="8220075" y="144166"/>
            <a:ext cx="3548064" cy="260647"/>
          </a:xfrm>
          <a:prstGeom prst="rect">
            <a:avLst/>
          </a:prstGeom>
        </p:spPr>
        <p:txBody>
          <a:bodyPr lIns="0" tIns="0" rIns="0" bIns="0" anchor="b"/>
          <a:lstStyle>
            <a:lvl1pPr algn="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noProof="0"/>
              <a:t>CHAPTER 1 – CHAPTER 2 – CHAPTER 3 </a:t>
            </a:r>
          </a:p>
        </p:txBody>
      </p:sp>
    </p:spTree>
    <p:extLst>
      <p:ext uri="{BB962C8B-B14F-4D97-AF65-F5344CB8AC3E}">
        <p14:creationId xmlns:p14="http://schemas.microsoft.com/office/powerpoint/2010/main" val="16085031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genda - 1 to 6 chapters">
    <p:spTree>
      <p:nvGrpSpPr>
        <p:cNvPr id="1" name=""/>
        <p:cNvGrpSpPr/>
        <p:nvPr/>
      </p:nvGrpSpPr>
      <p:grpSpPr>
        <a:xfrm>
          <a:off x="0" y="0"/>
          <a:ext cx="0" cy="0"/>
          <a:chOff x="0" y="0"/>
          <a:chExt cx="0" cy="0"/>
        </a:xfrm>
      </p:grpSpPr>
      <p:sp>
        <p:nvSpPr>
          <p:cNvPr id="44" name="Text Placeholder 4" descr="Chapter 1"/>
          <p:cNvSpPr>
            <a:spLocks noGrp="1"/>
          </p:cNvSpPr>
          <p:nvPr>
            <p:ph type="body" sz="quarter" idx="38" hasCustomPrompt="1"/>
          </p:nvPr>
        </p:nvSpPr>
        <p:spPr>
          <a:xfrm>
            <a:off x="423863" y="1341439"/>
            <a:ext cx="1329231" cy="725829"/>
          </a:xfrm>
          <a:prstGeom prst="rect">
            <a:avLst/>
          </a:prstGeom>
          <a:noFill/>
        </p:spPr>
        <p:txBody>
          <a:bodyPr anchor="ctr">
            <a:noAutofit/>
          </a:bodyPr>
          <a:lstStyle>
            <a:lvl1pPr marL="0" indent="0" algn="just">
              <a:lnSpc>
                <a:spcPct val="100000"/>
              </a:lnSpc>
              <a:spcBef>
                <a:spcPts val="400"/>
              </a:spcBef>
              <a:buClr>
                <a:schemeClr val="accent1"/>
              </a:buClr>
              <a:buFont typeface="Tempus Sans ITC" panose="04020404030D07020202" pitchFamily="82" charset="0"/>
              <a:buNone/>
              <a:defRPr sz="2200" b="0"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01</a:t>
            </a:r>
          </a:p>
        </p:txBody>
      </p:sp>
      <p:sp>
        <p:nvSpPr>
          <p:cNvPr id="5" name="Text Placeholder 8"/>
          <p:cNvSpPr>
            <a:spLocks noGrp="1"/>
          </p:cNvSpPr>
          <p:nvPr>
            <p:ph type="body" sz="quarter" idx="15" hasCustomPrompt="1"/>
          </p:nvPr>
        </p:nvSpPr>
        <p:spPr>
          <a:xfrm>
            <a:off x="2019238" y="1341439"/>
            <a:ext cx="7810561" cy="725829"/>
          </a:xfrm>
          <a:prstGeom prst="rect">
            <a:avLst/>
          </a:prstGeom>
        </p:spPr>
        <p:txBody>
          <a:bodyPr wrap="square" lIns="0" tIns="0" rIns="0" bIns="0" anchor="ctr">
            <a:noAutofit/>
          </a:bodyPr>
          <a:lstStyle>
            <a:lvl1pPr marL="0" indent="0" algn="l">
              <a:buClr>
                <a:schemeClr val="bg2"/>
              </a:buClr>
              <a:buFontTx/>
              <a:buNone/>
              <a:defRPr sz="2200" i="0" cap="none" baseline="0">
                <a:solidFill>
                  <a:schemeClr val="tx1">
                    <a:lumMod val="100000"/>
                  </a:schemeClr>
                </a:solidFill>
                <a:latin typeface="+mj-lt"/>
              </a:defRPr>
            </a:lvl1pPr>
            <a:lvl2pPr>
              <a:defRPr sz="1000"/>
            </a:lvl2pPr>
          </a:lstStyle>
          <a:p>
            <a:pPr lvl="0"/>
            <a:r>
              <a:rPr lang="fr-FR" noProof="0" err="1"/>
              <a:t>Chapter</a:t>
            </a:r>
            <a:r>
              <a:rPr lang="fr-FR" noProof="0"/>
              <a:t> 1</a:t>
            </a:r>
          </a:p>
        </p:txBody>
      </p:sp>
      <p:sp>
        <p:nvSpPr>
          <p:cNvPr id="30" name="Text Placeholder 8"/>
          <p:cNvSpPr>
            <a:spLocks noGrp="1"/>
          </p:cNvSpPr>
          <p:nvPr>
            <p:ph type="body" sz="quarter" idx="25" hasCustomPrompt="1"/>
          </p:nvPr>
        </p:nvSpPr>
        <p:spPr>
          <a:xfrm>
            <a:off x="10063445" y="1341439"/>
            <a:ext cx="1700834" cy="725829"/>
          </a:xfrm>
          <a:prstGeom prst="rect">
            <a:avLst/>
          </a:prstGeom>
        </p:spPr>
        <p:txBody>
          <a:bodyPr wrap="square" anchor="ctr">
            <a:noAutofit/>
          </a:bodyPr>
          <a:lstStyle>
            <a:lvl1pPr algn="l">
              <a:defRPr sz="1000" b="0" i="0" cap="none" baseline="0">
                <a:solidFill>
                  <a:schemeClr val="tx1">
                    <a:lumMod val="100000"/>
                  </a:schemeClr>
                </a:solidFill>
                <a:latin typeface="+mj-lt"/>
              </a:defRPr>
            </a:lvl1pPr>
            <a:lvl2pPr>
              <a:defRPr sz="1000"/>
            </a:lvl2pPr>
          </a:lstStyle>
          <a:p>
            <a:pPr lvl="0"/>
            <a:r>
              <a:rPr lang="fr-FR" noProof="0"/>
              <a:t>Page x</a:t>
            </a:r>
          </a:p>
        </p:txBody>
      </p:sp>
      <p:sp>
        <p:nvSpPr>
          <p:cNvPr id="45" name="Text Placeholder 4" descr="Chapter 2"/>
          <p:cNvSpPr>
            <a:spLocks noGrp="1"/>
          </p:cNvSpPr>
          <p:nvPr>
            <p:ph type="body" sz="quarter" idx="39" hasCustomPrompt="1"/>
          </p:nvPr>
        </p:nvSpPr>
        <p:spPr>
          <a:xfrm>
            <a:off x="423863" y="2175267"/>
            <a:ext cx="1329231" cy="725829"/>
          </a:xfrm>
          <a:prstGeom prst="rect">
            <a:avLst/>
          </a:prstGeom>
          <a:noFill/>
        </p:spPr>
        <p:txBody>
          <a:bodyPr anchor="ctr">
            <a:noAutofit/>
          </a:bodyPr>
          <a:lstStyle>
            <a:lvl1pPr marL="0" indent="0" algn="just">
              <a:lnSpc>
                <a:spcPct val="100000"/>
              </a:lnSpc>
              <a:spcBef>
                <a:spcPts val="400"/>
              </a:spcBef>
              <a:buClr>
                <a:schemeClr val="accent1"/>
              </a:buClr>
              <a:buFont typeface="Tempus Sans ITC" panose="04020404030D07020202" pitchFamily="82" charset="0"/>
              <a:buNone/>
              <a:defRPr sz="2200" b="0"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02</a:t>
            </a:r>
          </a:p>
        </p:txBody>
      </p:sp>
      <p:sp>
        <p:nvSpPr>
          <p:cNvPr id="8" name="Text Placeholder 8"/>
          <p:cNvSpPr>
            <a:spLocks noGrp="1"/>
          </p:cNvSpPr>
          <p:nvPr>
            <p:ph type="body" sz="quarter" idx="17" hasCustomPrompt="1"/>
          </p:nvPr>
        </p:nvSpPr>
        <p:spPr>
          <a:xfrm>
            <a:off x="2019239" y="2175267"/>
            <a:ext cx="7810561" cy="725829"/>
          </a:xfrm>
          <a:prstGeom prst="rect">
            <a:avLst/>
          </a:prstGeom>
        </p:spPr>
        <p:txBody>
          <a:bodyPr vert="horz" wrap="square" lIns="0" tIns="0" rIns="0" bIns="0" rtlCol="0" anchor="ctr">
            <a:noAutofit/>
          </a:bodyPr>
          <a:lstStyle>
            <a:lvl1pPr algn="l">
              <a:defRPr lang="fr-FR" sz="2200" i="0" cap="none" noProof="0" dirty="0">
                <a:solidFill>
                  <a:schemeClr val="tx1">
                    <a:lumMod val="100000"/>
                  </a:schemeClr>
                </a:solidFill>
                <a:latin typeface="+mj-lt"/>
              </a:defRPr>
            </a:lvl1pPr>
          </a:lstStyle>
          <a:p>
            <a:pPr lvl="0">
              <a:buClr>
                <a:schemeClr val="bg2"/>
              </a:buClr>
            </a:pPr>
            <a:r>
              <a:rPr lang="fr-FR" noProof="0" err="1"/>
              <a:t>Chapter</a:t>
            </a:r>
            <a:r>
              <a:rPr lang="fr-FR" noProof="0"/>
              <a:t> 2</a:t>
            </a:r>
          </a:p>
        </p:txBody>
      </p:sp>
      <p:sp>
        <p:nvSpPr>
          <p:cNvPr id="35" name="Text Placeholder 8"/>
          <p:cNvSpPr>
            <a:spLocks noGrp="1"/>
          </p:cNvSpPr>
          <p:nvPr>
            <p:ph type="body" sz="quarter" idx="29" hasCustomPrompt="1"/>
          </p:nvPr>
        </p:nvSpPr>
        <p:spPr>
          <a:xfrm>
            <a:off x="10063445" y="2175267"/>
            <a:ext cx="1700834" cy="725829"/>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46" name="Text Placeholder 4" descr="Chapter 3"/>
          <p:cNvSpPr>
            <a:spLocks noGrp="1"/>
          </p:cNvSpPr>
          <p:nvPr>
            <p:ph type="body" sz="quarter" idx="40" hasCustomPrompt="1"/>
          </p:nvPr>
        </p:nvSpPr>
        <p:spPr>
          <a:xfrm>
            <a:off x="423863" y="3009097"/>
            <a:ext cx="1329231" cy="725829"/>
          </a:xfrm>
          <a:prstGeom prst="rect">
            <a:avLst/>
          </a:prstGeom>
          <a:noFill/>
        </p:spPr>
        <p:txBody>
          <a:bodyPr anchor="ctr">
            <a:noAutofit/>
          </a:bodyPr>
          <a:lstStyle>
            <a:lvl1pPr marL="0" indent="0" algn="just">
              <a:lnSpc>
                <a:spcPct val="100000"/>
              </a:lnSpc>
              <a:spcBef>
                <a:spcPts val="400"/>
              </a:spcBef>
              <a:buClr>
                <a:schemeClr val="accent1"/>
              </a:buClr>
              <a:buFont typeface="Tempus Sans ITC" panose="04020404030D07020202" pitchFamily="82" charset="0"/>
              <a:buNone/>
              <a:defRPr sz="2200" b="0"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03</a:t>
            </a:r>
          </a:p>
        </p:txBody>
      </p:sp>
      <p:sp>
        <p:nvSpPr>
          <p:cNvPr id="11" name="Text Placeholder 8"/>
          <p:cNvSpPr>
            <a:spLocks noGrp="1"/>
          </p:cNvSpPr>
          <p:nvPr>
            <p:ph type="body" sz="quarter" idx="19" hasCustomPrompt="1"/>
          </p:nvPr>
        </p:nvSpPr>
        <p:spPr>
          <a:xfrm>
            <a:off x="2019239" y="3009097"/>
            <a:ext cx="7810561" cy="725829"/>
          </a:xfrm>
          <a:prstGeom prst="rect">
            <a:avLst/>
          </a:prstGeom>
        </p:spPr>
        <p:txBody>
          <a:bodyPr vert="horz" wrap="square" lIns="0" tIns="0" rIns="0" bIns="0" rtlCol="0" anchor="ctr">
            <a:noAutofit/>
          </a:bodyPr>
          <a:lstStyle>
            <a:lvl1pPr algn="l">
              <a:defRPr lang="fr-FR" sz="2200" i="0" cap="none" noProof="0" dirty="0">
                <a:solidFill>
                  <a:schemeClr val="tx1">
                    <a:lumMod val="100000"/>
                  </a:schemeClr>
                </a:solidFill>
                <a:latin typeface="+mj-lt"/>
              </a:defRPr>
            </a:lvl1pPr>
          </a:lstStyle>
          <a:p>
            <a:pPr lvl="0">
              <a:buClr>
                <a:schemeClr val="bg2"/>
              </a:buClr>
            </a:pPr>
            <a:r>
              <a:rPr lang="fr-FR" noProof="0" err="1"/>
              <a:t>Chapter</a:t>
            </a:r>
            <a:r>
              <a:rPr lang="fr-FR" noProof="0"/>
              <a:t> 3</a:t>
            </a:r>
          </a:p>
        </p:txBody>
      </p:sp>
      <p:sp>
        <p:nvSpPr>
          <p:cNvPr id="34" name="Text Placeholder 8"/>
          <p:cNvSpPr>
            <a:spLocks noGrp="1"/>
          </p:cNvSpPr>
          <p:nvPr>
            <p:ph type="body" sz="quarter" idx="28" hasCustomPrompt="1"/>
          </p:nvPr>
        </p:nvSpPr>
        <p:spPr>
          <a:xfrm>
            <a:off x="10063445" y="3009097"/>
            <a:ext cx="1700834" cy="725829"/>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47" name="Text Placeholder 4" descr="Chapter 4"/>
          <p:cNvSpPr>
            <a:spLocks noGrp="1"/>
          </p:cNvSpPr>
          <p:nvPr>
            <p:ph type="body" sz="quarter" idx="41" hasCustomPrompt="1"/>
          </p:nvPr>
        </p:nvSpPr>
        <p:spPr>
          <a:xfrm>
            <a:off x="423863" y="3842926"/>
            <a:ext cx="1329231" cy="725829"/>
          </a:xfrm>
          <a:prstGeom prst="rect">
            <a:avLst/>
          </a:prstGeom>
          <a:noFill/>
        </p:spPr>
        <p:txBody>
          <a:bodyPr anchor="ctr">
            <a:noAutofit/>
          </a:bodyPr>
          <a:lstStyle>
            <a:lvl1pPr marL="0" indent="0" algn="just">
              <a:lnSpc>
                <a:spcPct val="100000"/>
              </a:lnSpc>
              <a:spcBef>
                <a:spcPts val="400"/>
              </a:spcBef>
              <a:buClr>
                <a:schemeClr val="accent1"/>
              </a:buClr>
              <a:buFont typeface="Tempus Sans ITC" panose="04020404030D07020202" pitchFamily="82" charset="0"/>
              <a:buNone/>
              <a:defRPr sz="2200" b="0"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04</a:t>
            </a:r>
          </a:p>
        </p:txBody>
      </p:sp>
      <p:sp>
        <p:nvSpPr>
          <p:cNvPr id="14" name="Text Placeholder 8"/>
          <p:cNvSpPr>
            <a:spLocks noGrp="1"/>
          </p:cNvSpPr>
          <p:nvPr>
            <p:ph type="body" sz="quarter" idx="21" hasCustomPrompt="1"/>
          </p:nvPr>
        </p:nvSpPr>
        <p:spPr>
          <a:xfrm>
            <a:off x="2019239" y="3842926"/>
            <a:ext cx="7810561" cy="725829"/>
          </a:xfrm>
          <a:prstGeom prst="rect">
            <a:avLst/>
          </a:prstGeom>
        </p:spPr>
        <p:txBody>
          <a:bodyPr vert="horz" wrap="square" lIns="0" tIns="0" rIns="0" bIns="0" rtlCol="0" anchor="ctr">
            <a:noAutofit/>
          </a:bodyPr>
          <a:lstStyle>
            <a:lvl1pPr algn="l">
              <a:defRPr lang="fr-FR" sz="2200" i="0" cap="none" noProof="0" dirty="0">
                <a:solidFill>
                  <a:schemeClr val="tx1">
                    <a:lumMod val="100000"/>
                  </a:schemeClr>
                </a:solidFill>
                <a:latin typeface="+mj-lt"/>
              </a:defRPr>
            </a:lvl1pPr>
          </a:lstStyle>
          <a:p>
            <a:pPr lvl="0">
              <a:buClr>
                <a:schemeClr val="bg2"/>
              </a:buClr>
            </a:pPr>
            <a:r>
              <a:rPr lang="fr-FR" noProof="0" err="1"/>
              <a:t>Chapter</a:t>
            </a:r>
            <a:r>
              <a:rPr lang="fr-FR" noProof="0"/>
              <a:t> 4</a:t>
            </a:r>
          </a:p>
        </p:txBody>
      </p:sp>
      <p:sp>
        <p:nvSpPr>
          <p:cNvPr id="33" name="Text Placeholder 8"/>
          <p:cNvSpPr>
            <a:spLocks noGrp="1"/>
          </p:cNvSpPr>
          <p:nvPr>
            <p:ph type="body" sz="quarter" idx="27" hasCustomPrompt="1"/>
          </p:nvPr>
        </p:nvSpPr>
        <p:spPr>
          <a:xfrm>
            <a:off x="10063445" y="3842926"/>
            <a:ext cx="1700834" cy="725829"/>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48" name="Text Placeholder 4" descr="Chapter 5"/>
          <p:cNvSpPr>
            <a:spLocks noGrp="1"/>
          </p:cNvSpPr>
          <p:nvPr>
            <p:ph type="body" sz="quarter" idx="42" hasCustomPrompt="1"/>
          </p:nvPr>
        </p:nvSpPr>
        <p:spPr>
          <a:xfrm>
            <a:off x="423863" y="4676755"/>
            <a:ext cx="1329231" cy="725829"/>
          </a:xfrm>
          <a:prstGeom prst="rect">
            <a:avLst/>
          </a:prstGeom>
          <a:noFill/>
        </p:spPr>
        <p:txBody>
          <a:bodyPr anchor="ctr">
            <a:noAutofit/>
          </a:bodyPr>
          <a:lstStyle>
            <a:lvl1pPr marL="0" indent="0" algn="just">
              <a:lnSpc>
                <a:spcPct val="100000"/>
              </a:lnSpc>
              <a:spcBef>
                <a:spcPts val="400"/>
              </a:spcBef>
              <a:buClr>
                <a:schemeClr val="accent1"/>
              </a:buClr>
              <a:buFont typeface="Tempus Sans ITC" panose="04020404030D07020202" pitchFamily="82" charset="0"/>
              <a:buNone/>
              <a:defRPr sz="2200" b="0"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05</a:t>
            </a:r>
          </a:p>
        </p:txBody>
      </p:sp>
      <p:sp>
        <p:nvSpPr>
          <p:cNvPr id="17" name="Text Placeholder 8"/>
          <p:cNvSpPr>
            <a:spLocks noGrp="1"/>
          </p:cNvSpPr>
          <p:nvPr>
            <p:ph type="body" sz="quarter" idx="23" hasCustomPrompt="1"/>
          </p:nvPr>
        </p:nvSpPr>
        <p:spPr>
          <a:xfrm>
            <a:off x="2019239" y="4676755"/>
            <a:ext cx="7810561" cy="725829"/>
          </a:xfrm>
          <a:prstGeom prst="rect">
            <a:avLst/>
          </a:prstGeom>
        </p:spPr>
        <p:txBody>
          <a:bodyPr vert="horz" wrap="square" lIns="0" tIns="0" rIns="0" bIns="0" rtlCol="0" anchor="ctr">
            <a:noAutofit/>
          </a:bodyPr>
          <a:lstStyle>
            <a:lvl1pPr algn="l">
              <a:defRPr lang="fr-FR" sz="2200" i="0" cap="none" noProof="0" dirty="0">
                <a:solidFill>
                  <a:schemeClr val="tx1">
                    <a:lumMod val="100000"/>
                  </a:schemeClr>
                </a:solidFill>
                <a:latin typeface="+mj-lt"/>
              </a:defRPr>
            </a:lvl1pPr>
          </a:lstStyle>
          <a:p>
            <a:pPr lvl="0">
              <a:buClr>
                <a:schemeClr val="bg2"/>
              </a:buClr>
            </a:pPr>
            <a:r>
              <a:rPr lang="fr-FR" noProof="0" err="1"/>
              <a:t>Chapter</a:t>
            </a:r>
            <a:r>
              <a:rPr lang="fr-FR" noProof="0"/>
              <a:t> 5</a:t>
            </a:r>
          </a:p>
        </p:txBody>
      </p:sp>
      <p:sp>
        <p:nvSpPr>
          <p:cNvPr id="32" name="Text Placeholder 8"/>
          <p:cNvSpPr>
            <a:spLocks noGrp="1"/>
          </p:cNvSpPr>
          <p:nvPr>
            <p:ph type="body" sz="quarter" idx="26" hasCustomPrompt="1"/>
          </p:nvPr>
        </p:nvSpPr>
        <p:spPr>
          <a:xfrm>
            <a:off x="10063445" y="4676755"/>
            <a:ext cx="1700834" cy="725829"/>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49" name="Text Placeholder 4" descr="Chapter 6"/>
          <p:cNvSpPr>
            <a:spLocks noGrp="1"/>
          </p:cNvSpPr>
          <p:nvPr>
            <p:ph type="body" sz="quarter" idx="43" hasCustomPrompt="1"/>
          </p:nvPr>
        </p:nvSpPr>
        <p:spPr>
          <a:xfrm>
            <a:off x="423863" y="5510585"/>
            <a:ext cx="1329231" cy="725829"/>
          </a:xfrm>
          <a:prstGeom prst="rect">
            <a:avLst/>
          </a:prstGeom>
          <a:noFill/>
        </p:spPr>
        <p:txBody>
          <a:bodyPr anchor="ctr">
            <a:noAutofit/>
          </a:bodyPr>
          <a:lstStyle>
            <a:lvl1pPr marL="0" indent="0" algn="just">
              <a:lnSpc>
                <a:spcPct val="100000"/>
              </a:lnSpc>
              <a:spcBef>
                <a:spcPts val="400"/>
              </a:spcBef>
              <a:buClr>
                <a:schemeClr val="accent1"/>
              </a:buClr>
              <a:buFont typeface="Tempus Sans ITC" panose="04020404030D07020202" pitchFamily="82" charset="0"/>
              <a:buNone/>
              <a:defRPr sz="2200" b="0"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06</a:t>
            </a:r>
          </a:p>
        </p:txBody>
      </p:sp>
      <p:sp>
        <p:nvSpPr>
          <p:cNvPr id="24" name="Text Placeholder 8"/>
          <p:cNvSpPr>
            <a:spLocks noGrp="1"/>
          </p:cNvSpPr>
          <p:nvPr>
            <p:ph type="body" sz="quarter" idx="30" hasCustomPrompt="1"/>
          </p:nvPr>
        </p:nvSpPr>
        <p:spPr>
          <a:xfrm>
            <a:off x="2019239" y="5510585"/>
            <a:ext cx="7810561" cy="725829"/>
          </a:xfrm>
          <a:prstGeom prst="rect">
            <a:avLst/>
          </a:prstGeom>
        </p:spPr>
        <p:txBody>
          <a:bodyPr vert="horz" wrap="square" lIns="0" tIns="0" rIns="0" bIns="0" rtlCol="0" anchor="ctr">
            <a:noAutofit/>
          </a:bodyPr>
          <a:lstStyle>
            <a:lvl1pPr algn="l">
              <a:defRPr lang="fr-FR" sz="2200" i="0" cap="none" noProof="0" dirty="0">
                <a:solidFill>
                  <a:schemeClr val="tx1">
                    <a:lumMod val="100000"/>
                  </a:schemeClr>
                </a:solidFill>
                <a:latin typeface="+mj-lt"/>
              </a:defRPr>
            </a:lvl1pPr>
          </a:lstStyle>
          <a:p>
            <a:pPr lvl="0">
              <a:buClr>
                <a:schemeClr val="bg2"/>
              </a:buClr>
            </a:pPr>
            <a:r>
              <a:rPr lang="fr-FR" noProof="0" err="1"/>
              <a:t>Chapter</a:t>
            </a:r>
            <a:r>
              <a:rPr lang="fr-FR" noProof="0"/>
              <a:t> 6</a:t>
            </a:r>
          </a:p>
        </p:txBody>
      </p:sp>
      <p:sp>
        <p:nvSpPr>
          <p:cNvPr id="26" name="Text Placeholder 8"/>
          <p:cNvSpPr>
            <a:spLocks noGrp="1"/>
          </p:cNvSpPr>
          <p:nvPr>
            <p:ph type="body" sz="quarter" idx="32" hasCustomPrompt="1"/>
          </p:nvPr>
        </p:nvSpPr>
        <p:spPr>
          <a:xfrm>
            <a:off x="10063445" y="5510585"/>
            <a:ext cx="1700834" cy="725829"/>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2" name="Title 1">
            <a:extLst>
              <a:ext uri="{FF2B5EF4-FFF2-40B4-BE49-F238E27FC236}">
                <a16:creationId xmlns:a16="http://schemas.microsoft.com/office/drawing/2014/main" id="{6D236E38-5EBC-B8DE-F744-6D2A67268D26}"/>
              </a:ext>
            </a:extLst>
          </p:cNvPr>
          <p:cNvSpPr>
            <a:spLocks noGrp="1"/>
          </p:cNvSpPr>
          <p:nvPr>
            <p:ph type="title" hasCustomPrompt="1"/>
          </p:nvPr>
        </p:nvSpPr>
        <p:spPr/>
        <p:txBody>
          <a:bodyPr/>
          <a:lstStyle>
            <a:lvl1pPr>
              <a:defRPr sz="2400"/>
            </a:lvl1pPr>
          </a:lstStyle>
          <a:p>
            <a:r>
              <a:rPr lang="fr-FR"/>
              <a:t>AGENDA</a:t>
            </a:r>
          </a:p>
        </p:txBody>
      </p:sp>
    </p:spTree>
    <p:extLst>
      <p:ext uri="{BB962C8B-B14F-4D97-AF65-F5344CB8AC3E}">
        <p14:creationId xmlns:p14="http://schemas.microsoft.com/office/powerpoint/2010/main" val="11155586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genda - 1 to 10 chapters">
    <p:spTree>
      <p:nvGrpSpPr>
        <p:cNvPr id="1" name=""/>
        <p:cNvGrpSpPr/>
        <p:nvPr/>
      </p:nvGrpSpPr>
      <p:grpSpPr>
        <a:xfrm>
          <a:off x="0" y="0"/>
          <a:ext cx="0" cy="0"/>
          <a:chOff x="0" y="0"/>
          <a:chExt cx="0" cy="0"/>
        </a:xfrm>
      </p:grpSpPr>
      <p:sp>
        <p:nvSpPr>
          <p:cNvPr id="40" name="Text Placeholder 4" descr="Chapter 1"/>
          <p:cNvSpPr>
            <a:spLocks noGrp="1"/>
          </p:cNvSpPr>
          <p:nvPr>
            <p:ph type="body" sz="quarter" idx="56" hasCustomPrompt="1"/>
          </p:nvPr>
        </p:nvSpPr>
        <p:spPr>
          <a:xfrm>
            <a:off x="423985" y="1341438"/>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01</a:t>
            </a:r>
          </a:p>
        </p:txBody>
      </p:sp>
      <p:sp>
        <p:nvSpPr>
          <p:cNvPr id="5" name="Text Placeholder 8"/>
          <p:cNvSpPr>
            <a:spLocks noGrp="1"/>
          </p:cNvSpPr>
          <p:nvPr>
            <p:ph type="body" sz="quarter" idx="15" hasCustomPrompt="1"/>
          </p:nvPr>
        </p:nvSpPr>
        <p:spPr>
          <a:xfrm>
            <a:off x="2019239" y="1341438"/>
            <a:ext cx="7962961" cy="392298"/>
          </a:xfrm>
          <a:prstGeom prst="rect">
            <a:avLst/>
          </a:prstGeom>
        </p:spPr>
        <p:txBody>
          <a:bodyPr wrap="square" tIns="0" bIns="0" anchor="ctr">
            <a:noAutofit/>
          </a:bodyPr>
          <a:lstStyle>
            <a:lvl1pPr marL="0" indent="0" algn="l">
              <a:buClr>
                <a:schemeClr val="bg2"/>
              </a:buClr>
              <a:buFontTx/>
              <a:buNone/>
              <a:defRPr sz="2000" i="0" cap="none" baseline="0">
                <a:solidFill>
                  <a:schemeClr val="tx1">
                    <a:lumMod val="100000"/>
                  </a:schemeClr>
                </a:solidFill>
                <a:latin typeface="+mj-lt"/>
              </a:defRPr>
            </a:lvl1pPr>
            <a:lvl2pPr>
              <a:defRPr sz="1000"/>
            </a:lvl2pPr>
          </a:lstStyle>
          <a:p>
            <a:pPr lvl="0"/>
            <a:r>
              <a:rPr lang="fr-FR" noProof="0" err="1"/>
              <a:t>Chapter</a:t>
            </a:r>
            <a:r>
              <a:rPr lang="fr-FR" noProof="0"/>
              <a:t> 1</a:t>
            </a:r>
          </a:p>
        </p:txBody>
      </p:sp>
      <p:sp>
        <p:nvSpPr>
          <p:cNvPr id="30" name="Text Placeholder 8"/>
          <p:cNvSpPr>
            <a:spLocks noGrp="1"/>
          </p:cNvSpPr>
          <p:nvPr>
            <p:ph type="body" sz="quarter" idx="25" hasCustomPrompt="1"/>
          </p:nvPr>
        </p:nvSpPr>
        <p:spPr>
          <a:xfrm>
            <a:off x="10213096" y="1341438"/>
            <a:ext cx="1546213" cy="392298"/>
          </a:xfrm>
          <a:prstGeom prst="rect">
            <a:avLst/>
          </a:prstGeom>
        </p:spPr>
        <p:txBody>
          <a:bodyPr wrap="square" tIns="0" bIns="0" anchor="ctr">
            <a:noAutofit/>
          </a:bodyPr>
          <a:lstStyle>
            <a:lvl1pPr algn="l">
              <a:defRPr sz="1000" b="0" i="0" cap="none" baseline="0">
                <a:solidFill>
                  <a:schemeClr val="tx1">
                    <a:lumMod val="100000"/>
                  </a:schemeClr>
                </a:solidFill>
                <a:latin typeface="+mj-lt"/>
              </a:defRPr>
            </a:lvl1pPr>
            <a:lvl2pPr>
              <a:defRPr sz="1000"/>
            </a:lvl2pPr>
          </a:lstStyle>
          <a:p>
            <a:pPr lvl="0"/>
            <a:r>
              <a:rPr lang="fr-FR" noProof="0"/>
              <a:t>Page x</a:t>
            </a:r>
          </a:p>
        </p:txBody>
      </p:sp>
      <p:sp>
        <p:nvSpPr>
          <p:cNvPr id="43" name="Text Placeholder 4" descr="Chapter 2"/>
          <p:cNvSpPr>
            <a:spLocks noGrp="1"/>
          </p:cNvSpPr>
          <p:nvPr>
            <p:ph type="body" sz="quarter" idx="57" hasCustomPrompt="1"/>
          </p:nvPr>
        </p:nvSpPr>
        <p:spPr>
          <a:xfrm>
            <a:off x="423985" y="1841736"/>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02</a:t>
            </a:r>
          </a:p>
        </p:txBody>
      </p:sp>
      <p:sp>
        <p:nvSpPr>
          <p:cNvPr id="8" name="Text Placeholder 8"/>
          <p:cNvSpPr>
            <a:spLocks noGrp="1"/>
          </p:cNvSpPr>
          <p:nvPr>
            <p:ph type="body" sz="quarter" idx="17" hasCustomPrompt="1"/>
          </p:nvPr>
        </p:nvSpPr>
        <p:spPr>
          <a:xfrm>
            <a:off x="2019239" y="1841736"/>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err="1"/>
              <a:t>Chapter</a:t>
            </a:r>
            <a:r>
              <a:rPr lang="fr-FR" noProof="0"/>
              <a:t> 2</a:t>
            </a:r>
          </a:p>
        </p:txBody>
      </p:sp>
      <p:sp>
        <p:nvSpPr>
          <p:cNvPr id="35" name="Text Placeholder 8"/>
          <p:cNvSpPr>
            <a:spLocks noGrp="1"/>
          </p:cNvSpPr>
          <p:nvPr>
            <p:ph type="body" sz="quarter" idx="29" hasCustomPrompt="1"/>
          </p:nvPr>
        </p:nvSpPr>
        <p:spPr>
          <a:xfrm>
            <a:off x="10213095" y="1841736"/>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48" name="Text Placeholder 4" descr="Chapter 3"/>
          <p:cNvSpPr>
            <a:spLocks noGrp="1"/>
          </p:cNvSpPr>
          <p:nvPr>
            <p:ph type="body" sz="quarter" idx="58" hasCustomPrompt="1"/>
          </p:nvPr>
        </p:nvSpPr>
        <p:spPr>
          <a:xfrm>
            <a:off x="423985" y="2342033"/>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03</a:t>
            </a:r>
          </a:p>
        </p:txBody>
      </p:sp>
      <p:sp>
        <p:nvSpPr>
          <p:cNvPr id="11" name="Text Placeholder 8"/>
          <p:cNvSpPr>
            <a:spLocks noGrp="1"/>
          </p:cNvSpPr>
          <p:nvPr>
            <p:ph type="body" sz="quarter" idx="19" hasCustomPrompt="1"/>
          </p:nvPr>
        </p:nvSpPr>
        <p:spPr>
          <a:xfrm>
            <a:off x="2019239" y="2342033"/>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err="1"/>
              <a:t>Chapter</a:t>
            </a:r>
            <a:r>
              <a:rPr lang="fr-FR" noProof="0"/>
              <a:t> 3</a:t>
            </a:r>
          </a:p>
        </p:txBody>
      </p:sp>
      <p:sp>
        <p:nvSpPr>
          <p:cNvPr id="34" name="Text Placeholder 8"/>
          <p:cNvSpPr>
            <a:spLocks noGrp="1"/>
          </p:cNvSpPr>
          <p:nvPr>
            <p:ph type="body" sz="quarter" idx="28" hasCustomPrompt="1"/>
          </p:nvPr>
        </p:nvSpPr>
        <p:spPr>
          <a:xfrm>
            <a:off x="10213095" y="2342033"/>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59" name="Text Placeholder 4" descr="Chapter 4"/>
          <p:cNvSpPr>
            <a:spLocks noGrp="1"/>
          </p:cNvSpPr>
          <p:nvPr>
            <p:ph type="body" sz="quarter" idx="59" hasCustomPrompt="1"/>
          </p:nvPr>
        </p:nvSpPr>
        <p:spPr>
          <a:xfrm>
            <a:off x="423985" y="2842331"/>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04</a:t>
            </a:r>
          </a:p>
        </p:txBody>
      </p:sp>
      <p:sp>
        <p:nvSpPr>
          <p:cNvPr id="14" name="Text Placeholder 8"/>
          <p:cNvSpPr>
            <a:spLocks noGrp="1"/>
          </p:cNvSpPr>
          <p:nvPr>
            <p:ph type="body" sz="quarter" idx="21" hasCustomPrompt="1"/>
          </p:nvPr>
        </p:nvSpPr>
        <p:spPr>
          <a:xfrm>
            <a:off x="2019239" y="2842331"/>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err="1"/>
              <a:t>Chapter</a:t>
            </a:r>
            <a:r>
              <a:rPr lang="fr-FR" noProof="0"/>
              <a:t> 4</a:t>
            </a:r>
          </a:p>
        </p:txBody>
      </p:sp>
      <p:sp>
        <p:nvSpPr>
          <p:cNvPr id="33" name="Text Placeholder 8"/>
          <p:cNvSpPr>
            <a:spLocks noGrp="1"/>
          </p:cNvSpPr>
          <p:nvPr>
            <p:ph type="body" sz="quarter" idx="27" hasCustomPrompt="1"/>
          </p:nvPr>
        </p:nvSpPr>
        <p:spPr>
          <a:xfrm>
            <a:off x="10213095" y="2842331"/>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60" name="Text Placeholder 4" descr="Chapter 5"/>
          <p:cNvSpPr>
            <a:spLocks noGrp="1"/>
          </p:cNvSpPr>
          <p:nvPr>
            <p:ph type="body" sz="quarter" idx="60" hasCustomPrompt="1"/>
          </p:nvPr>
        </p:nvSpPr>
        <p:spPr>
          <a:xfrm>
            <a:off x="423985" y="3342629"/>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05</a:t>
            </a:r>
          </a:p>
        </p:txBody>
      </p:sp>
      <p:sp>
        <p:nvSpPr>
          <p:cNvPr id="22" name="Text Placeholder 8"/>
          <p:cNvSpPr>
            <a:spLocks noGrp="1"/>
          </p:cNvSpPr>
          <p:nvPr>
            <p:ph type="body" sz="quarter" idx="30" hasCustomPrompt="1"/>
          </p:nvPr>
        </p:nvSpPr>
        <p:spPr>
          <a:xfrm>
            <a:off x="2019239" y="3342629"/>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err="1"/>
              <a:t>Chapter</a:t>
            </a:r>
            <a:r>
              <a:rPr lang="fr-FR" noProof="0"/>
              <a:t> 5</a:t>
            </a:r>
          </a:p>
        </p:txBody>
      </p:sp>
      <p:sp>
        <p:nvSpPr>
          <p:cNvPr id="24" name="Text Placeholder 8"/>
          <p:cNvSpPr>
            <a:spLocks noGrp="1"/>
          </p:cNvSpPr>
          <p:nvPr>
            <p:ph type="body" sz="quarter" idx="32" hasCustomPrompt="1"/>
          </p:nvPr>
        </p:nvSpPr>
        <p:spPr>
          <a:xfrm>
            <a:off x="10213095" y="3342629"/>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61" name="Text Placeholder 4" descr="Chapter 6"/>
          <p:cNvSpPr>
            <a:spLocks noGrp="1"/>
          </p:cNvSpPr>
          <p:nvPr>
            <p:ph type="body" sz="quarter" idx="61" hasCustomPrompt="1"/>
          </p:nvPr>
        </p:nvSpPr>
        <p:spPr>
          <a:xfrm>
            <a:off x="423985" y="3842926"/>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06</a:t>
            </a:r>
          </a:p>
        </p:txBody>
      </p:sp>
      <p:sp>
        <p:nvSpPr>
          <p:cNvPr id="25" name="Text Placeholder 8"/>
          <p:cNvSpPr>
            <a:spLocks noGrp="1"/>
          </p:cNvSpPr>
          <p:nvPr>
            <p:ph type="body" sz="quarter" idx="33" hasCustomPrompt="1"/>
          </p:nvPr>
        </p:nvSpPr>
        <p:spPr>
          <a:xfrm>
            <a:off x="2019239" y="3842926"/>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err="1"/>
              <a:t>Chapter</a:t>
            </a:r>
            <a:r>
              <a:rPr lang="fr-FR" noProof="0"/>
              <a:t> 6</a:t>
            </a:r>
          </a:p>
        </p:txBody>
      </p:sp>
      <p:sp>
        <p:nvSpPr>
          <p:cNvPr id="31" name="Text Placeholder 8"/>
          <p:cNvSpPr>
            <a:spLocks noGrp="1"/>
          </p:cNvSpPr>
          <p:nvPr>
            <p:ph type="body" sz="quarter" idx="38" hasCustomPrompt="1"/>
          </p:nvPr>
        </p:nvSpPr>
        <p:spPr>
          <a:xfrm>
            <a:off x="10213095" y="3842926"/>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62" name="Text Placeholder 4" descr="Chapter 7"/>
          <p:cNvSpPr>
            <a:spLocks noGrp="1"/>
          </p:cNvSpPr>
          <p:nvPr>
            <p:ph type="body" sz="quarter" idx="62" hasCustomPrompt="1"/>
          </p:nvPr>
        </p:nvSpPr>
        <p:spPr>
          <a:xfrm>
            <a:off x="423985" y="4343224"/>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07</a:t>
            </a:r>
          </a:p>
        </p:txBody>
      </p:sp>
      <p:sp>
        <p:nvSpPr>
          <p:cNvPr id="27" name="Text Placeholder 8"/>
          <p:cNvSpPr>
            <a:spLocks noGrp="1"/>
          </p:cNvSpPr>
          <p:nvPr>
            <p:ph type="body" sz="quarter" idx="35" hasCustomPrompt="1"/>
          </p:nvPr>
        </p:nvSpPr>
        <p:spPr>
          <a:xfrm>
            <a:off x="2019239" y="4343224"/>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err="1"/>
              <a:t>Chapter</a:t>
            </a:r>
            <a:r>
              <a:rPr lang="fr-FR" noProof="0"/>
              <a:t> 7</a:t>
            </a:r>
          </a:p>
        </p:txBody>
      </p:sp>
      <p:sp>
        <p:nvSpPr>
          <p:cNvPr id="29" name="Text Placeholder 8"/>
          <p:cNvSpPr>
            <a:spLocks noGrp="1"/>
          </p:cNvSpPr>
          <p:nvPr>
            <p:ph type="body" sz="quarter" idx="37" hasCustomPrompt="1"/>
          </p:nvPr>
        </p:nvSpPr>
        <p:spPr>
          <a:xfrm>
            <a:off x="10213095" y="4343224"/>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63" name="Text Placeholder 4" descr="Chapter 8"/>
          <p:cNvSpPr>
            <a:spLocks noGrp="1"/>
          </p:cNvSpPr>
          <p:nvPr>
            <p:ph type="body" sz="quarter" idx="63" hasCustomPrompt="1"/>
          </p:nvPr>
        </p:nvSpPr>
        <p:spPr>
          <a:xfrm>
            <a:off x="423985" y="4843521"/>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08</a:t>
            </a:r>
          </a:p>
        </p:txBody>
      </p:sp>
      <p:sp>
        <p:nvSpPr>
          <p:cNvPr id="39" name="Text Placeholder 8"/>
          <p:cNvSpPr>
            <a:spLocks noGrp="1"/>
          </p:cNvSpPr>
          <p:nvPr>
            <p:ph type="body" sz="quarter" idx="39" hasCustomPrompt="1"/>
          </p:nvPr>
        </p:nvSpPr>
        <p:spPr>
          <a:xfrm>
            <a:off x="2019239" y="4843521"/>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err="1"/>
              <a:t>Chapter</a:t>
            </a:r>
            <a:r>
              <a:rPr lang="fr-FR" noProof="0"/>
              <a:t> 8</a:t>
            </a:r>
          </a:p>
        </p:txBody>
      </p:sp>
      <p:sp>
        <p:nvSpPr>
          <p:cNvPr id="41" name="Text Placeholder 8"/>
          <p:cNvSpPr>
            <a:spLocks noGrp="1"/>
          </p:cNvSpPr>
          <p:nvPr>
            <p:ph type="body" sz="quarter" idx="41" hasCustomPrompt="1"/>
          </p:nvPr>
        </p:nvSpPr>
        <p:spPr>
          <a:xfrm>
            <a:off x="10213095" y="4843521"/>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64" name="Text Placeholder 4" descr="Chapter 9"/>
          <p:cNvSpPr>
            <a:spLocks noGrp="1"/>
          </p:cNvSpPr>
          <p:nvPr>
            <p:ph type="body" sz="quarter" idx="64" hasCustomPrompt="1"/>
          </p:nvPr>
        </p:nvSpPr>
        <p:spPr>
          <a:xfrm>
            <a:off x="423985" y="5343819"/>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09</a:t>
            </a:r>
          </a:p>
        </p:txBody>
      </p:sp>
      <p:sp>
        <p:nvSpPr>
          <p:cNvPr id="42" name="Text Placeholder 8"/>
          <p:cNvSpPr>
            <a:spLocks noGrp="1"/>
          </p:cNvSpPr>
          <p:nvPr>
            <p:ph type="body" sz="quarter" idx="42" hasCustomPrompt="1"/>
          </p:nvPr>
        </p:nvSpPr>
        <p:spPr>
          <a:xfrm>
            <a:off x="2019239" y="5343819"/>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err="1"/>
              <a:t>Chapter</a:t>
            </a:r>
            <a:r>
              <a:rPr lang="fr-FR" noProof="0"/>
              <a:t> 9</a:t>
            </a:r>
          </a:p>
        </p:txBody>
      </p:sp>
      <p:sp>
        <p:nvSpPr>
          <p:cNvPr id="44" name="Text Placeholder 8"/>
          <p:cNvSpPr>
            <a:spLocks noGrp="1"/>
          </p:cNvSpPr>
          <p:nvPr>
            <p:ph type="body" sz="quarter" idx="44" hasCustomPrompt="1"/>
          </p:nvPr>
        </p:nvSpPr>
        <p:spPr>
          <a:xfrm>
            <a:off x="10213095" y="5343819"/>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65" name="Text Placeholder 4" descr="Chapter 10"/>
          <p:cNvSpPr>
            <a:spLocks noGrp="1"/>
          </p:cNvSpPr>
          <p:nvPr>
            <p:ph type="body" sz="quarter" idx="65" hasCustomPrompt="1"/>
          </p:nvPr>
        </p:nvSpPr>
        <p:spPr>
          <a:xfrm>
            <a:off x="423985" y="5844116"/>
            <a:ext cx="1329231" cy="392298"/>
          </a:xfrm>
          <a:prstGeom prst="rect">
            <a:avLst/>
          </a:prstGeom>
          <a:noFill/>
        </p:spPr>
        <p:txBody>
          <a:bodyPr tIns="0" bIns="0" anchor="ctr">
            <a:noAutofit/>
          </a:bodyPr>
          <a:lstStyle>
            <a:lvl1pPr marL="0" indent="0" algn="just">
              <a:lnSpc>
                <a:spcPct val="100000"/>
              </a:lnSpc>
              <a:spcBef>
                <a:spcPts val="400"/>
              </a:spcBef>
              <a:buClr>
                <a:schemeClr val="accent1"/>
              </a:buClr>
              <a:buFont typeface="Tempus Sans ITC" panose="04020404030D07020202" pitchFamily="82" charset="0"/>
              <a:buNone/>
              <a:defRPr sz="2000" b="1" i="0">
                <a:solidFill>
                  <a:schemeClr val="tx1">
                    <a:lumMod val="100000"/>
                  </a:schemeClr>
                </a:solidFill>
                <a:latin typeface="+mj-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10</a:t>
            </a:r>
          </a:p>
        </p:txBody>
      </p:sp>
      <p:sp>
        <p:nvSpPr>
          <p:cNvPr id="17" name="Text Placeholder 8"/>
          <p:cNvSpPr>
            <a:spLocks noGrp="1"/>
          </p:cNvSpPr>
          <p:nvPr>
            <p:ph type="body" sz="quarter" idx="23" hasCustomPrompt="1"/>
          </p:nvPr>
        </p:nvSpPr>
        <p:spPr>
          <a:xfrm>
            <a:off x="2019239" y="5844116"/>
            <a:ext cx="7962961" cy="392298"/>
          </a:xfrm>
          <a:prstGeom prst="rect">
            <a:avLst/>
          </a:prstGeom>
        </p:spPr>
        <p:txBody>
          <a:bodyPr vert="horz" wrap="square" lIns="0" tIns="0" rIns="0" bIns="0" rtlCol="0" anchor="ctr">
            <a:noAutofit/>
          </a:bodyPr>
          <a:lstStyle>
            <a:lvl1pPr algn="l">
              <a:defRPr lang="fr-FR" sz="2000" i="0" cap="none" noProof="0" dirty="0">
                <a:solidFill>
                  <a:schemeClr val="tx1">
                    <a:lumMod val="100000"/>
                  </a:schemeClr>
                </a:solidFill>
                <a:latin typeface="+mj-lt"/>
              </a:defRPr>
            </a:lvl1pPr>
          </a:lstStyle>
          <a:p>
            <a:pPr lvl="0">
              <a:buClr>
                <a:schemeClr val="bg2"/>
              </a:buClr>
            </a:pPr>
            <a:r>
              <a:rPr lang="fr-FR" noProof="0" err="1"/>
              <a:t>Chapter</a:t>
            </a:r>
            <a:r>
              <a:rPr lang="fr-FR" noProof="0"/>
              <a:t> 10</a:t>
            </a:r>
          </a:p>
        </p:txBody>
      </p:sp>
      <p:sp>
        <p:nvSpPr>
          <p:cNvPr id="32" name="Text Placeholder 8"/>
          <p:cNvSpPr>
            <a:spLocks noGrp="1"/>
          </p:cNvSpPr>
          <p:nvPr>
            <p:ph type="body" sz="quarter" idx="26" hasCustomPrompt="1"/>
          </p:nvPr>
        </p:nvSpPr>
        <p:spPr>
          <a:xfrm>
            <a:off x="10213095" y="5844116"/>
            <a:ext cx="1546213" cy="392298"/>
          </a:xfrm>
          <a:prstGeom prst="rect">
            <a:avLst/>
          </a:prstGeom>
        </p:spPr>
        <p:txBody>
          <a:bodyPr vert="horz" wrap="square" lIns="0" tIns="0" rIns="0" bIns="0" rtlCol="0" anchor="ctr">
            <a:noAutofit/>
          </a:bodyPr>
          <a:lstStyle>
            <a:lvl1pPr algn="l">
              <a:defRPr lang="fr-FR" sz="1000" b="0" i="0" cap="none" noProof="0" dirty="0">
                <a:solidFill>
                  <a:schemeClr val="tx1">
                    <a:lumMod val="100000"/>
                  </a:schemeClr>
                </a:solidFill>
                <a:latin typeface="+mj-lt"/>
              </a:defRPr>
            </a:lvl1pPr>
          </a:lstStyle>
          <a:p>
            <a:pPr lvl="0"/>
            <a:r>
              <a:rPr lang="fr-FR" noProof="0"/>
              <a:t>Page x</a:t>
            </a:r>
          </a:p>
        </p:txBody>
      </p:sp>
      <p:sp>
        <p:nvSpPr>
          <p:cNvPr id="2" name="Title 1">
            <a:extLst>
              <a:ext uri="{FF2B5EF4-FFF2-40B4-BE49-F238E27FC236}">
                <a16:creationId xmlns:a16="http://schemas.microsoft.com/office/drawing/2014/main" id="{145B47C4-F2C3-EE7D-17FA-2B6721573CD3}"/>
              </a:ext>
            </a:extLst>
          </p:cNvPr>
          <p:cNvSpPr>
            <a:spLocks noGrp="1"/>
          </p:cNvSpPr>
          <p:nvPr>
            <p:ph type="title" hasCustomPrompt="1"/>
          </p:nvPr>
        </p:nvSpPr>
        <p:spPr>
          <a:xfrm>
            <a:off x="423984" y="404664"/>
            <a:ext cx="11342769" cy="936774"/>
          </a:xfrm>
        </p:spPr>
        <p:txBody>
          <a:bodyPr/>
          <a:lstStyle>
            <a:lvl1pPr>
              <a:defRPr sz="2400"/>
            </a:lvl1pPr>
          </a:lstStyle>
          <a:p>
            <a:r>
              <a:rPr lang="fr-FR"/>
              <a:t>AGENDA</a:t>
            </a:r>
          </a:p>
        </p:txBody>
      </p:sp>
    </p:spTree>
    <p:extLst>
      <p:ext uri="{BB962C8B-B14F-4D97-AF65-F5344CB8AC3E}">
        <p14:creationId xmlns:p14="http://schemas.microsoft.com/office/powerpoint/2010/main" val="10401211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hapter gradient blue">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FB919E34-A1C7-6BE5-FBE3-7C590F12DEE5}"/>
              </a:ext>
            </a:extLst>
          </p:cNvPr>
          <p:cNvSpPr>
            <a:spLocks noGrp="1"/>
          </p:cNvSpPr>
          <p:nvPr>
            <p:ph type="body" sz="quarter" idx="38" hasCustomPrompt="1"/>
          </p:nvPr>
        </p:nvSpPr>
        <p:spPr bwMode="gray">
          <a:xfrm>
            <a:off x="423862" y="1351478"/>
            <a:ext cx="5443538" cy="1219200"/>
          </a:xfrm>
          <a:prstGeom prst="rect">
            <a:avLst/>
          </a:prstGeom>
          <a:noFill/>
        </p:spPr>
        <p:txBody>
          <a:bodyPr lIns="0" tIns="0" rIns="0" bIns="0" anchor="t">
            <a:noAutofit/>
          </a:bodyPr>
          <a:lstStyle>
            <a:lvl1pPr marL="0" indent="0" algn="just">
              <a:lnSpc>
                <a:spcPct val="100000"/>
              </a:lnSpc>
              <a:spcBef>
                <a:spcPts val="400"/>
              </a:spcBef>
              <a:buClr>
                <a:schemeClr val="bg2"/>
              </a:buClr>
              <a:buFont typeface="Tempus Sans ITC" panose="04020404030D07020202" pitchFamily="82" charset="0"/>
              <a:buNone/>
              <a:defRPr sz="8800" b="0" i="0">
                <a:solidFill>
                  <a:schemeClr val="bg2">
                    <a:lumMod val="100000"/>
                  </a:schemeClr>
                </a:solidFill>
                <a:latin typeface="+mn-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1.</a:t>
            </a:r>
          </a:p>
        </p:txBody>
      </p:sp>
      <p:sp>
        <p:nvSpPr>
          <p:cNvPr id="3" name="Freeform: Shape 2">
            <a:extLst>
              <a:ext uri="{FF2B5EF4-FFF2-40B4-BE49-F238E27FC236}">
                <a16:creationId xmlns:a16="http://schemas.microsoft.com/office/drawing/2014/main" id="{95D24991-9593-6011-4D88-250D013FCE7A}"/>
              </a:ext>
              <a:ext uri="{C183D7F6-B498-43B3-948B-1728B52AA6E4}">
                <adec:decorative xmlns:adec="http://schemas.microsoft.com/office/drawing/2017/decorative" val="1"/>
              </a:ext>
            </a:extLst>
          </p:cNvPr>
          <p:cNvSpPr>
            <a:spLocks/>
          </p:cNvSpPr>
          <p:nvPr userDrawn="1"/>
        </p:nvSpPr>
        <p:spPr>
          <a:xfrm>
            <a:off x="6600825" y="0"/>
            <a:ext cx="5591175" cy="6858000"/>
          </a:xfrm>
          <a:custGeom>
            <a:avLst/>
            <a:gdLst>
              <a:gd name="connsiteX0" fmla="*/ 705085 w 5591175"/>
              <a:gd name="connsiteY0" fmla="*/ 0 h 6858000"/>
              <a:gd name="connsiteX1" fmla="*/ 5591175 w 5591175"/>
              <a:gd name="connsiteY1" fmla="*/ 0 h 6858000"/>
              <a:gd name="connsiteX2" fmla="*/ 5591175 w 5591175"/>
              <a:gd name="connsiteY2" fmla="*/ 6858000 h 6858000"/>
              <a:gd name="connsiteX3" fmla="*/ 622198 w 5591175"/>
              <a:gd name="connsiteY3" fmla="*/ 6858000 h 6858000"/>
              <a:gd name="connsiteX4" fmla="*/ 557757 w 5591175"/>
              <a:gd name="connsiteY4" fmla="*/ 6694566 h 6858000"/>
              <a:gd name="connsiteX5" fmla="*/ 0 w 5591175"/>
              <a:gd name="connsiteY5" fmla="*/ 3534111 h 6858000"/>
              <a:gd name="connsiteX6" fmla="*/ 557757 w 5591175"/>
              <a:gd name="connsiteY6" fmla="*/ 3736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1175" h="6858000">
                <a:moveTo>
                  <a:pt x="705085" y="0"/>
                </a:moveTo>
                <a:lnTo>
                  <a:pt x="5591175" y="0"/>
                </a:lnTo>
                <a:lnTo>
                  <a:pt x="5591175" y="6858000"/>
                </a:lnTo>
                <a:lnTo>
                  <a:pt x="622198" y="6858000"/>
                </a:lnTo>
                <a:lnTo>
                  <a:pt x="557757" y="6694566"/>
                </a:lnTo>
                <a:cubicBezTo>
                  <a:pt x="196925" y="5709086"/>
                  <a:pt x="0" y="4644596"/>
                  <a:pt x="0" y="3534111"/>
                </a:cubicBezTo>
                <a:cubicBezTo>
                  <a:pt x="0" y="2423627"/>
                  <a:pt x="196925" y="1359136"/>
                  <a:pt x="557757" y="373656"/>
                </a:cubicBezTo>
                <a:close/>
              </a:path>
            </a:pathLst>
          </a:custGeom>
          <a:gradFill>
            <a:gsLst>
              <a:gs pos="100000">
                <a:schemeClr val="accent3"/>
              </a:gs>
              <a:gs pos="0">
                <a:schemeClr val="bg2"/>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endParaRPr lang="fr-FR">
              <a:solidFill>
                <a:schemeClr val="bg2"/>
              </a:solidFill>
              <a:ea typeface="+mj-ea"/>
              <a:cs typeface="+mj-cs"/>
            </a:endParaRPr>
          </a:p>
        </p:txBody>
      </p:sp>
      <p:grpSp>
        <p:nvGrpSpPr>
          <p:cNvPr id="20" name="Strokes">
            <a:extLst>
              <a:ext uri="{FF2B5EF4-FFF2-40B4-BE49-F238E27FC236}">
                <a16:creationId xmlns:a16="http://schemas.microsoft.com/office/drawing/2014/main" id="{0B58CFC9-C855-8C8C-2C84-41B14641E0B5}"/>
              </a:ext>
              <a:ext uri="{C183D7F6-B498-43B3-948B-1728B52AA6E4}">
                <adec:decorative xmlns:adec="http://schemas.microsoft.com/office/drawing/2017/decorative" val="1"/>
              </a:ext>
            </a:extLst>
          </p:cNvPr>
          <p:cNvGrpSpPr/>
          <p:nvPr userDrawn="1"/>
        </p:nvGrpSpPr>
        <p:grpSpPr>
          <a:xfrm>
            <a:off x="9448800" y="-38315"/>
            <a:ext cx="1665950" cy="6935067"/>
            <a:chOff x="5268685" y="-38315"/>
            <a:chExt cx="1665950" cy="6935067"/>
          </a:xfrm>
        </p:grpSpPr>
        <p:sp>
          <p:nvSpPr>
            <p:cNvPr id="18" name="Graphic 2">
              <a:extLst>
                <a:ext uri="{FF2B5EF4-FFF2-40B4-BE49-F238E27FC236}">
                  <a16:creationId xmlns:a16="http://schemas.microsoft.com/office/drawing/2014/main" id="{22505BBA-9534-53A1-8A03-39AB2B1A10B0}"/>
                </a:ext>
                <a:ext uri="{C183D7F6-B498-43B3-948B-1728B52AA6E4}">
                  <adec:decorative xmlns:adec="http://schemas.microsoft.com/office/drawing/2017/decorative" val="1"/>
                </a:ext>
              </a:extLst>
            </p:cNvPr>
            <p:cNvSpPr/>
            <p:nvPr/>
          </p:nvSpPr>
          <p:spPr>
            <a:xfrm>
              <a:off x="5268685" y="-19374"/>
              <a:ext cx="1196776" cy="6915472"/>
            </a:xfrm>
            <a:custGeom>
              <a:avLst/>
              <a:gdLst>
                <a:gd name="connsiteX0" fmla="*/ 53775 w 1196776"/>
                <a:gd name="connsiteY0" fmla="*/ 0 h 6915472"/>
                <a:gd name="connsiteX1" fmla="*/ 1196776 w 1196776"/>
                <a:gd name="connsiteY1" fmla="*/ 6915473 h 6915472"/>
              </a:gdLst>
              <a:ahLst/>
              <a:cxnLst>
                <a:cxn ang="0">
                  <a:pos x="connsiteX0" y="connsiteY0"/>
                </a:cxn>
                <a:cxn ang="0">
                  <a:pos x="connsiteX1" y="connsiteY1"/>
                </a:cxn>
              </a:cxnLst>
              <a:rect l="l" t="t" r="r" b="b"/>
              <a:pathLst>
                <a:path w="1196776" h="6915472">
                  <a:moveTo>
                    <a:pt x="53775" y="0"/>
                  </a:moveTo>
                  <a:cubicBezTo>
                    <a:pt x="53775" y="0"/>
                    <a:pt x="-376429" y="3291621"/>
                    <a:pt x="1196776" y="6915473"/>
                  </a:cubicBezTo>
                </a:path>
              </a:pathLst>
            </a:custGeom>
            <a:noFill/>
            <a:ln w="28575" cap="flat" cmpd="sng" algn="ctr">
              <a:solidFill>
                <a:schemeClr val="tx2">
                  <a:lumMod val="100000"/>
                </a:schemeClr>
              </a:solidFill>
              <a:prstDash val="solid"/>
              <a:miter lim="800000"/>
              <a:headEnd type="none" w="med" len="med"/>
              <a:tailEnd type="none" w="med" len="med"/>
            </a:ln>
          </p:spPr>
          <p:txBody>
            <a:bodyPr rtlCol="0" anchor="ctr"/>
            <a:lstStyle/>
            <a:p>
              <a:endParaRPr lang="en-US"/>
            </a:p>
          </p:txBody>
        </p:sp>
        <p:sp>
          <p:nvSpPr>
            <p:cNvPr id="19" name="Graphic 1">
              <a:extLst>
                <a:ext uri="{FF2B5EF4-FFF2-40B4-BE49-F238E27FC236}">
                  <a16:creationId xmlns:a16="http://schemas.microsoft.com/office/drawing/2014/main" id="{DB4214DF-70DF-B49D-4AC2-1DC59C982D81}"/>
                </a:ext>
                <a:ext uri="{C183D7F6-B498-43B3-948B-1728B52AA6E4}">
                  <adec:decorative xmlns:adec="http://schemas.microsoft.com/office/drawing/2017/decorative" val="1"/>
                </a:ext>
              </a:extLst>
            </p:cNvPr>
            <p:cNvSpPr/>
            <p:nvPr/>
          </p:nvSpPr>
          <p:spPr>
            <a:xfrm>
              <a:off x="5442443" y="-38315"/>
              <a:ext cx="1492192" cy="6935067"/>
            </a:xfrm>
            <a:custGeom>
              <a:avLst/>
              <a:gdLst>
                <a:gd name="connsiteX0" fmla="*/ 1492192 w 1492192"/>
                <a:gd name="connsiteY0" fmla="*/ 0 h 6935067"/>
                <a:gd name="connsiteX1" fmla="*/ 13911 w 1492192"/>
                <a:gd name="connsiteY1" fmla="*/ 6935067 h 6935067"/>
              </a:gdLst>
              <a:ahLst/>
              <a:cxnLst>
                <a:cxn ang="0">
                  <a:pos x="connsiteX0" y="connsiteY0"/>
                </a:cxn>
                <a:cxn ang="0">
                  <a:pos x="connsiteX1" y="connsiteY1"/>
                </a:cxn>
              </a:cxnLst>
              <a:rect l="l" t="t" r="r" b="b"/>
              <a:pathLst>
                <a:path w="1492192" h="6935067">
                  <a:moveTo>
                    <a:pt x="1492192" y="0"/>
                  </a:moveTo>
                  <a:cubicBezTo>
                    <a:pt x="1492192" y="0"/>
                    <a:pt x="-167881" y="2988780"/>
                    <a:pt x="13911" y="6935067"/>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grpSp>
      <p:sp>
        <p:nvSpPr>
          <p:cNvPr id="2" name="Title 1">
            <a:extLst>
              <a:ext uri="{FF2B5EF4-FFF2-40B4-BE49-F238E27FC236}">
                <a16:creationId xmlns:a16="http://schemas.microsoft.com/office/drawing/2014/main" id="{2E1836B4-830D-5B1B-BD6F-E2169BA9CB59}"/>
              </a:ext>
            </a:extLst>
          </p:cNvPr>
          <p:cNvSpPr>
            <a:spLocks noGrp="1"/>
          </p:cNvSpPr>
          <p:nvPr>
            <p:ph type="title" hasCustomPrompt="1"/>
          </p:nvPr>
        </p:nvSpPr>
        <p:spPr>
          <a:xfrm>
            <a:off x="423985" y="2570677"/>
            <a:ext cx="5443538" cy="1219199"/>
          </a:xfrm>
        </p:spPr>
        <p:txBody>
          <a:bodyPr/>
          <a:lstStyle>
            <a:lvl1pPr>
              <a:defRPr sz="3600">
                <a:latin typeface="+mn-lt"/>
              </a:defRPr>
            </a:lvl1pPr>
          </a:lstStyle>
          <a:p>
            <a:pPr lvl="0"/>
            <a:r>
              <a:rPr lang="fr-FR" noProof="0" err="1"/>
              <a:t>Chapter</a:t>
            </a:r>
            <a:br>
              <a:rPr lang="fr-FR" noProof="0"/>
            </a:br>
            <a:r>
              <a:rPr lang="fr-FR" noProof="0" err="1"/>
              <a:t>divider</a:t>
            </a:r>
            <a:endParaRPr lang="fr-FR" noProof="0"/>
          </a:p>
        </p:txBody>
      </p:sp>
    </p:spTree>
    <p:extLst>
      <p:ext uri="{BB962C8B-B14F-4D97-AF65-F5344CB8AC3E}">
        <p14:creationId xmlns:p14="http://schemas.microsoft.com/office/powerpoint/2010/main" val="2547759112"/>
      </p:ext>
    </p:extLst>
  </p:cSld>
  <p:clrMapOvr>
    <a:masterClrMapping/>
  </p:clrMapOvr>
  <p:extLst>
    <p:ext uri="{DCECCB84-F9BA-43D5-87BE-67443E8EF086}">
      <p15:sldGuideLst xmlns:p15="http://schemas.microsoft.com/office/powerpoint/2012/main">
        <p15:guide id="1" pos="415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hapter vibrant blue">
    <p:spTree>
      <p:nvGrpSpPr>
        <p:cNvPr id="1" name=""/>
        <p:cNvGrpSpPr/>
        <p:nvPr/>
      </p:nvGrpSpPr>
      <p:grpSpPr>
        <a:xfrm>
          <a:off x="0" y="0"/>
          <a:ext cx="0" cy="0"/>
          <a:chOff x="0" y="0"/>
          <a:chExt cx="0" cy="0"/>
        </a:xfrm>
      </p:grpSpPr>
      <p:sp>
        <p:nvSpPr>
          <p:cNvPr id="10" name="Text Placeholder 1"/>
          <p:cNvSpPr>
            <a:spLocks noGrp="1"/>
          </p:cNvSpPr>
          <p:nvPr>
            <p:ph type="body" sz="quarter" idx="38" hasCustomPrompt="1"/>
          </p:nvPr>
        </p:nvSpPr>
        <p:spPr bwMode="gray">
          <a:xfrm>
            <a:off x="423862" y="1351478"/>
            <a:ext cx="5443538" cy="1219200"/>
          </a:xfrm>
          <a:prstGeom prst="rect">
            <a:avLst/>
          </a:prstGeom>
          <a:noFill/>
        </p:spPr>
        <p:txBody>
          <a:bodyPr lIns="0" tIns="0" rIns="0" bIns="0" anchor="t">
            <a:noAutofit/>
          </a:bodyPr>
          <a:lstStyle>
            <a:lvl1pPr marL="0" indent="0" algn="just">
              <a:lnSpc>
                <a:spcPct val="100000"/>
              </a:lnSpc>
              <a:spcBef>
                <a:spcPts val="400"/>
              </a:spcBef>
              <a:buClr>
                <a:schemeClr val="bg2"/>
              </a:buClr>
              <a:buFont typeface="Tempus Sans ITC" panose="04020404030D07020202" pitchFamily="82" charset="0"/>
              <a:buNone/>
              <a:defRPr sz="8800" b="0" i="0">
                <a:solidFill>
                  <a:schemeClr val="bg2">
                    <a:lumMod val="100000"/>
                  </a:schemeClr>
                </a:solidFill>
                <a:latin typeface="+mn-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1.</a:t>
            </a:r>
          </a:p>
        </p:txBody>
      </p:sp>
      <p:sp>
        <p:nvSpPr>
          <p:cNvPr id="3" name="Freeform: Shape 2">
            <a:extLst>
              <a:ext uri="{FF2B5EF4-FFF2-40B4-BE49-F238E27FC236}">
                <a16:creationId xmlns:a16="http://schemas.microsoft.com/office/drawing/2014/main" id="{81CDD358-1B24-A515-51A2-F0CEB125A6AE}"/>
              </a:ext>
              <a:ext uri="{C183D7F6-B498-43B3-948B-1728B52AA6E4}">
                <adec:decorative xmlns:adec="http://schemas.microsoft.com/office/drawing/2017/decorative" val="1"/>
              </a:ext>
            </a:extLst>
          </p:cNvPr>
          <p:cNvSpPr>
            <a:spLocks/>
          </p:cNvSpPr>
          <p:nvPr userDrawn="1"/>
        </p:nvSpPr>
        <p:spPr>
          <a:xfrm>
            <a:off x="6600825" y="0"/>
            <a:ext cx="5591175" cy="6858000"/>
          </a:xfrm>
          <a:custGeom>
            <a:avLst/>
            <a:gdLst>
              <a:gd name="connsiteX0" fmla="*/ 705085 w 5591175"/>
              <a:gd name="connsiteY0" fmla="*/ 0 h 6858000"/>
              <a:gd name="connsiteX1" fmla="*/ 5591175 w 5591175"/>
              <a:gd name="connsiteY1" fmla="*/ 0 h 6858000"/>
              <a:gd name="connsiteX2" fmla="*/ 5591175 w 5591175"/>
              <a:gd name="connsiteY2" fmla="*/ 6858000 h 6858000"/>
              <a:gd name="connsiteX3" fmla="*/ 622198 w 5591175"/>
              <a:gd name="connsiteY3" fmla="*/ 6858000 h 6858000"/>
              <a:gd name="connsiteX4" fmla="*/ 557757 w 5591175"/>
              <a:gd name="connsiteY4" fmla="*/ 6694566 h 6858000"/>
              <a:gd name="connsiteX5" fmla="*/ 0 w 5591175"/>
              <a:gd name="connsiteY5" fmla="*/ 3534111 h 6858000"/>
              <a:gd name="connsiteX6" fmla="*/ 557757 w 5591175"/>
              <a:gd name="connsiteY6" fmla="*/ 3736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1175" h="6858000">
                <a:moveTo>
                  <a:pt x="705085" y="0"/>
                </a:moveTo>
                <a:lnTo>
                  <a:pt x="5591175" y="0"/>
                </a:lnTo>
                <a:lnTo>
                  <a:pt x="5591175" y="6858000"/>
                </a:lnTo>
                <a:lnTo>
                  <a:pt x="622198" y="6858000"/>
                </a:lnTo>
                <a:lnTo>
                  <a:pt x="557757" y="6694566"/>
                </a:lnTo>
                <a:cubicBezTo>
                  <a:pt x="196925" y="5709086"/>
                  <a:pt x="0" y="4644596"/>
                  <a:pt x="0" y="3534111"/>
                </a:cubicBezTo>
                <a:cubicBezTo>
                  <a:pt x="0" y="2423627"/>
                  <a:pt x="196925" y="1359136"/>
                  <a:pt x="557757" y="373656"/>
                </a:cubicBezTo>
                <a:close/>
              </a:path>
            </a:pathLst>
          </a:custGeom>
          <a:solidFill>
            <a:schemeClr val="bg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endParaRPr lang="fr-FR">
              <a:solidFill>
                <a:schemeClr val="bg2"/>
              </a:solidFill>
              <a:ea typeface="+mj-ea"/>
              <a:cs typeface="+mj-cs"/>
            </a:endParaRPr>
          </a:p>
        </p:txBody>
      </p:sp>
      <p:grpSp>
        <p:nvGrpSpPr>
          <p:cNvPr id="20" name="Strokes">
            <a:extLst>
              <a:ext uri="{FF2B5EF4-FFF2-40B4-BE49-F238E27FC236}">
                <a16:creationId xmlns:a16="http://schemas.microsoft.com/office/drawing/2014/main" id="{0B58CFC9-C855-8C8C-2C84-41B14641E0B5}"/>
              </a:ext>
              <a:ext uri="{C183D7F6-B498-43B3-948B-1728B52AA6E4}">
                <adec:decorative xmlns:adec="http://schemas.microsoft.com/office/drawing/2017/decorative" val="1"/>
              </a:ext>
            </a:extLst>
          </p:cNvPr>
          <p:cNvGrpSpPr/>
          <p:nvPr userDrawn="1"/>
        </p:nvGrpSpPr>
        <p:grpSpPr>
          <a:xfrm>
            <a:off x="9448800" y="-38315"/>
            <a:ext cx="1665950" cy="6935067"/>
            <a:chOff x="5268685" y="-38315"/>
            <a:chExt cx="1665950" cy="6935067"/>
          </a:xfrm>
        </p:grpSpPr>
        <p:sp>
          <p:nvSpPr>
            <p:cNvPr id="18" name="Graphic 2">
              <a:extLst>
                <a:ext uri="{FF2B5EF4-FFF2-40B4-BE49-F238E27FC236}">
                  <a16:creationId xmlns:a16="http://schemas.microsoft.com/office/drawing/2014/main" id="{22505BBA-9534-53A1-8A03-39AB2B1A10B0}"/>
                </a:ext>
                <a:ext uri="{C183D7F6-B498-43B3-948B-1728B52AA6E4}">
                  <adec:decorative xmlns:adec="http://schemas.microsoft.com/office/drawing/2017/decorative" val="1"/>
                </a:ext>
              </a:extLst>
            </p:cNvPr>
            <p:cNvSpPr/>
            <p:nvPr/>
          </p:nvSpPr>
          <p:spPr>
            <a:xfrm>
              <a:off x="5268685" y="-19374"/>
              <a:ext cx="1196776" cy="6915472"/>
            </a:xfrm>
            <a:custGeom>
              <a:avLst/>
              <a:gdLst>
                <a:gd name="connsiteX0" fmla="*/ 53775 w 1196776"/>
                <a:gd name="connsiteY0" fmla="*/ 0 h 6915472"/>
                <a:gd name="connsiteX1" fmla="*/ 1196776 w 1196776"/>
                <a:gd name="connsiteY1" fmla="*/ 6915473 h 6915472"/>
              </a:gdLst>
              <a:ahLst/>
              <a:cxnLst>
                <a:cxn ang="0">
                  <a:pos x="connsiteX0" y="connsiteY0"/>
                </a:cxn>
                <a:cxn ang="0">
                  <a:pos x="connsiteX1" y="connsiteY1"/>
                </a:cxn>
              </a:cxnLst>
              <a:rect l="l" t="t" r="r" b="b"/>
              <a:pathLst>
                <a:path w="1196776" h="6915472">
                  <a:moveTo>
                    <a:pt x="53775" y="0"/>
                  </a:moveTo>
                  <a:cubicBezTo>
                    <a:pt x="53775" y="0"/>
                    <a:pt x="-376429" y="3291621"/>
                    <a:pt x="1196776" y="6915473"/>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9" name="Graphic 1">
              <a:extLst>
                <a:ext uri="{FF2B5EF4-FFF2-40B4-BE49-F238E27FC236}">
                  <a16:creationId xmlns:a16="http://schemas.microsoft.com/office/drawing/2014/main" id="{DB4214DF-70DF-B49D-4AC2-1DC59C982D81}"/>
                </a:ext>
                <a:ext uri="{C183D7F6-B498-43B3-948B-1728B52AA6E4}">
                  <adec:decorative xmlns:adec="http://schemas.microsoft.com/office/drawing/2017/decorative" val="1"/>
                </a:ext>
              </a:extLst>
            </p:cNvPr>
            <p:cNvSpPr/>
            <p:nvPr/>
          </p:nvSpPr>
          <p:spPr>
            <a:xfrm>
              <a:off x="5442443" y="-38315"/>
              <a:ext cx="1492192" cy="6935067"/>
            </a:xfrm>
            <a:custGeom>
              <a:avLst/>
              <a:gdLst>
                <a:gd name="connsiteX0" fmla="*/ 1492192 w 1492192"/>
                <a:gd name="connsiteY0" fmla="*/ 0 h 6935067"/>
                <a:gd name="connsiteX1" fmla="*/ 13911 w 1492192"/>
                <a:gd name="connsiteY1" fmla="*/ 6935067 h 6935067"/>
              </a:gdLst>
              <a:ahLst/>
              <a:cxnLst>
                <a:cxn ang="0">
                  <a:pos x="connsiteX0" y="connsiteY0"/>
                </a:cxn>
                <a:cxn ang="0">
                  <a:pos x="connsiteX1" y="connsiteY1"/>
                </a:cxn>
              </a:cxnLst>
              <a:rect l="l" t="t" r="r" b="b"/>
              <a:pathLst>
                <a:path w="1492192" h="6935067">
                  <a:moveTo>
                    <a:pt x="1492192" y="0"/>
                  </a:moveTo>
                  <a:cubicBezTo>
                    <a:pt x="1492192" y="0"/>
                    <a:pt x="-167881" y="2988780"/>
                    <a:pt x="13911" y="6935067"/>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sp>
        <p:nvSpPr>
          <p:cNvPr id="4" name="Title 1">
            <a:extLst>
              <a:ext uri="{FF2B5EF4-FFF2-40B4-BE49-F238E27FC236}">
                <a16:creationId xmlns:a16="http://schemas.microsoft.com/office/drawing/2014/main" id="{78A0290B-3051-1D42-DD53-7F86983E1D00}"/>
              </a:ext>
            </a:extLst>
          </p:cNvPr>
          <p:cNvSpPr>
            <a:spLocks noGrp="1"/>
          </p:cNvSpPr>
          <p:nvPr>
            <p:ph type="title" hasCustomPrompt="1"/>
          </p:nvPr>
        </p:nvSpPr>
        <p:spPr>
          <a:xfrm>
            <a:off x="423985" y="2570677"/>
            <a:ext cx="5443538" cy="1219199"/>
          </a:xfrm>
        </p:spPr>
        <p:txBody>
          <a:bodyPr/>
          <a:lstStyle>
            <a:lvl1pPr>
              <a:defRPr sz="3600">
                <a:latin typeface="+mn-lt"/>
              </a:defRPr>
            </a:lvl1pPr>
          </a:lstStyle>
          <a:p>
            <a:pPr lvl="0"/>
            <a:r>
              <a:rPr lang="fr-FR" noProof="0" err="1"/>
              <a:t>Chapter</a:t>
            </a:r>
            <a:br>
              <a:rPr lang="fr-FR" noProof="0"/>
            </a:br>
            <a:r>
              <a:rPr lang="fr-FR" noProof="0" err="1"/>
              <a:t>divider</a:t>
            </a:r>
            <a:endParaRPr lang="fr-FR" noProof="0"/>
          </a:p>
        </p:txBody>
      </p:sp>
    </p:spTree>
    <p:extLst>
      <p:ext uri="{BB962C8B-B14F-4D97-AF65-F5344CB8AC3E}">
        <p14:creationId xmlns:p14="http://schemas.microsoft.com/office/powerpoint/2010/main" val="21874946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hapter deep blue">
    <p:spTree>
      <p:nvGrpSpPr>
        <p:cNvPr id="1" name=""/>
        <p:cNvGrpSpPr/>
        <p:nvPr/>
      </p:nvGrpSpPr>
      <p:grpSpPr>
        <a:xfrm>
          <a:off x="0" y="0"/>
          <a:ext cx="0" cy="0"/>
          <a:chOff x="0" y="0"/>
          <a:chExt cx="0" cy="0"/>
        </a:xfrm>
      </p:grpSpPr>
      <p:sp>
        <p:nvSpPr>
          <p:cNvPr id="10" name="Text Placeholder 1"/>
          <p:cNvSpPr>
            <a:spLocks noGrp="1"/>
          </p:cNvSpPr>
          <p:nvPr>
            <p:ph type="body" sz="quarter" idx="38" hasCustomPrompt="1"/>
          </p:nvPr>
        </p:nvSpPr>
        <p:spPr bwMode="gray">
          <a:xfrm>
            <a:off x="423862" y="1351478"/>
            <a:ext cx="5443538" cy="1219200"/>
          </a:xfrm>
          <a:prstGeom prst="rect">
            <a:avLst/>
          </a:prstGeom>
          <a:noFill/>
        </p:spPr>
        <p:txBody>
          <a:bodyPr lIns="0" tIns="0" rIns="0" bIns="0" anchor="t">
            <a:noAutofit/>
          </a:bodyPr>
          <a:lstStyle>
            <a:lvl1pPr marL="0" indent="0" algn="just">
              <a:lnSpc>
                <a:spcPct val="100000"/>
              </a:lnSpc>
              <a:spcBef>
                <a:spcPts val="400"/>
              </a:spcBef>
              <a:buClr>
                <a:schemeClr val="bg2"/>
              </a:buClr>
              <a:buFont typeface="Tempus Sans ITC" panose="04020404030D07020202" pitchFamily="82" charset="0"/>
              <a:buNone/>
              <a:defRPr sz="8800" b="0" i="0">
                <a:solidFill>
                  <a:schemeClr val="bg2">
                    <a:lumMod val="100000"/>
                  </a:schemeClr>
                </a:solidFill>
                <a:latin typeface="+mn-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1.</a:t>
            </a:r>
          </a:p>
        </p:txBody>
      </p:sp>
      <p:sp>
        <p:nvSpPr>
          <p:cNvPr id="4" name="Freeform: Shape 3">
            <a:extLst>
              <a:ext uri="{FF2B5EF4-FFF2-40B4-BE49-F238E27FC236}">
                <a16:creationId xmlns:a16="http://schemas.microsoft.com/office/drawing/2014/main" id="{23FC7270-1DEF-7AE3-DFB3-5C02ABBD454E}"/>
              </a:ext>
              <a:ext uri="{C183D7F6-B498-43B3-948B-1728B52AA6E4}">
                <adec:decorative xmlns:adec="http://schemas.microsoft.com/office/drawing/2017/decorative" val="1"/>
              </a:ext>
            </a:extLst>
          </p:cNvPr>
          <p:cNvSpPr>
            <a:spLocks/>
          </p:cNvSpPr>
          <p:nvPr userDrawn="1"/>
        </p:nvSpPr>
        <p:spPr>
          <a:xfrm>
            <a:off x="6600825" y="0"/>
            <a:ext cx="5591175" cy="6858000"/>
          </a:xfrm>
          <a:custGeom>
            <a:avLst/>
            <a:gdLst>
              <a:gd name="connsiteX0" fmla="*/ 705085 w 5591175"/>
              <a:gd name="connsiteY0" fmla="*/ 0 h 6858000"/>
              <a:gd name="connsiteX1" fmla="*/ 5591175 w 5591175"/>
              <a:gd name="connsiteY1" fmla="*/ 0 h 6858000"/>
              <a:gd name="connsiteX2" fmla="*/ 5591175 w 5591175"/>
              <a:gd name="connsiteY2" fmla="*/ 6858000 h 6858000"/>
              <a:gd name="connsiteX3" fmla="*/ 622198 w 5591175"/>
              <a:gd name="connsiteY3" fmla="*/ 6858000 h 6858000"/>
              <a:gd name="connsiteX4" fmla="*/ 557757 w 5591175"/>
              <a:gd name="connsiteY4" fmla="*/ 6694566 h 6858000"/>
              <a:gd name="connsiteX5" fmla="*/ 0 w 5591175"/>
              <a:gd name="connsiteY5" fmla="*/ 3534111 h 6858000"/>
              <a:gd name="connsiteX6" fmla="*/ 557757 w 5591175"/>
              <a:gd name="connsiteY6" fmla="*/ 3736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1175" h="6858000">
                <a:moveTo>
                  <a:pt x="705085" y="0"/>
                </a:moveTo>
                <a:lnTo>
                  <a:pt x="5591175" y="0"/>
                </a:lnTo>
                <a:lnTo>
                  <a:pt x="5591175" y="6858000"/>
                </a:lnTo>
                <a:lnTo>
                  <a:pt x="622198" y="6858000"/>
                </a:lnTo>
                <a:lnTo>
                  <a:pt x="557757" y="6694566"/>
                </a:lnTo>
                <a:cubicBezTo>
                  <a:pt x="196925" y="5709086"/>
                  <a:pt x="0" y="4644596"/>
                  <a:pt x="0" y="3534111"/>
                </a:cubicBezTo>
                <a:cubicBezTo>
                  <a:pt x="0" y="2423627"/>
                  <a:pt x="196925" y="1359136"/>
                  <a:pt x="557757" y="373656"/>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endParaRPr lang="fr-FR">
              <a:solidFill>
                <a:schemeClr val="bg2"/>
              </a:solidFill>
              <a:ea typeface="+mj-ea"/>
              <a:cs typeface="+mj-cs"/>
            </a:endParaRPr>
          </a:p>
        </p:txBody>
      </p:sp>
      <p:grpSp>
        <p:nvGrpSpPr>
          <p:cNvPr id="20" name="Strokes">
            <a:extLst>
              <a:ext uri="{FF2B5EF4-FFF2-40B4-BE49-F238E27FC236}">
                <a16:creationId xmlns:a16="http://schemas.microsoft.com/office/drawing/2014/main" id="{0B58CFC9-C855-8C8C-2C84-41B14641E0B5}"/>
              </a:ext>
              <a:ext uri="{C183D7F6-B498-43B3-948B-1728B52AA6E4}">
                <adec:decorative xmlns:adec="http://schemas.microsoft.com/office/drawing/2017/decorative" val="1"/>
              </a:ext>
            </a:extLst>
          </p:cNvPr>
          <p:cNvGrpSpPr/>
          <p:nvPr userDrawn="1"/>
        </p:nvGrpSpPr>
        <p:grpSpPr>
          <a:xfrm>
            <a:off x="9448800" y="-38315"/>
            <a:ext cx="1665950" cy="6935067"/>
            <a:chOff x="5268685" y="-38315"/>
            <a:chExt cx="1665950" cy="6935067"/>
          </a:xfrm>
        </p:grpSpPr>
        <p:sp>
          <p:nvSpPr>
            <p:cNvPr id="18" name="Graphic 2">
              <a:extLst>
                <a:ext uri="{FF2B5EF4-FFF2-40B4-BE49-F238E27FC236}">
                  <a16:creationId xmlns:a16="http://schemas.microsoft.com/office/drawing/2014/main" id="{22505BBA-9534-53A1-8A03-39AB2B1A10B0}"/>
                </a:ext>
                <a:ext uri="{C183D7F6-B498-43B3-948B-1728B52AA6E4}">
                  <adec:decorative xmlns:adec="http://schemas.microsoft.com/office/drawing/2017/decorative" val="1"/>
                </a:ext>
              </a:extLst>
            </p:cNvPr>
            <p:cNvSpPr/>
            <p:nvPr/>
          </p:nvSpPr>
          <p:spPr>
            <a:xfrm>
              <a:off x="5268685" y="-19374"/>
              <a:ext cx="1196776" cy="6915472"/>
            </a:xfrm>
            <a:custGeom>
              <a:avLst/>
              <a:gdLst>
                <a:gd name="connsiteX0" fmla="*/ 53775 w 1196776"/>
                <a:gd name="connsiteY0" fmla="*/ 0 h 6915472"/>
                <a:gd name="connsiteX1" fmla="*/ 1196776 w 1196776"/>
                <a:gd name="connsiteY1" fmla="*/ 6915473 h 6915472"/>
              </a:gdLst>
              <a:ahLst/>
              <a:cxnLst>
                <a:cxn ang="0">
                  <a:pos x="connsiteX0" y="connsiteY0"/>
                </a:cxn>
                <a:cxn ang="0">
                  <a:pos x="connsiteX1" y="connsiteY1"/>
                </a:cxn>
              </a:cxnLst>
              <a:rect l="l" t="t" r="r" b="b"/>
              <a:pathLst>
                <a:path w="1196776" h="6915472">
                  <a:moveTo>
                    <a:pt x="53775" y="0"/>
                  </a:moveTo>
                  <a:cubicBezTo>
                    <a:pt x="53775" y="0"/>
                    <a:pt x="-376429" y="3291621"/>
                    <a:pt x="1196776" y="6915473"/>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9" name="Graphic 1">
              <a:extLst>
                <a:ext uri="{FF2B5EF4-FFF2-40B4-BE49-F238E27FC236}">
                  <a16:creationId xmlns:a16="http://schemas.microsoft.com/office/drawing/2014/main" id="{DB4214DF-70DF-B49D-4AC2-1DC59C982D81}"/>
                </a:ext>
                <a:ext uri="{C183D7F6-B498-43B3-948B-1728B52AA6E4}">
                  <adec:decorative xmlns:adec="http://schemas.microsoft.com/office/drawing/2017/decorative" val="1"/>
                </a:ext>
              </a:extLst>
            </p:cNvPr>
            <p:cNvSpPr/>
            <p:nvPr/>
          </p:nvSpPr>
          <p:spPr>
            <a:xfrm>
              <a:off x="5442443" y="-38315"/>
              <a:ext cx="1492192" cy="6935067"/>
            </a:xfrm>
            <a:custGeom>
              <a:avLst/>
              <a:gdLst>
                <a:gd name="connsiteX0" fmla="*/ 1492192 w 1492192"/>
                <a:gd name="connsiteY0" fmla="*/ 0 h 6935067"/>
                <a:gd name="connsiteX1" fmla="*/ 13911 w 1492192"/>
                <a:gd name="connsiteY1" fmla="*/ 6935067 h 6935067"/>
              </a:gdLst>
              <a:ahLst/>
              <a:cxnLst>
                <a:cxn ang="0">
                  <a:pos x="connsiteX0" y="connsiteY0"/>
                </a:cxn>
                <a:cxn ang="0">
                  <a:pos x="connsiteX1" y="connsiteY1"/>
                </a:cxn>
              </a:cxnLst>
              <a:rect l="l" t="t" r="r" b="b"/>
              <a:pathLst>
                <a:path w="1492192" h="6935067">
                  <a:moveTo>
                    <a:pt x="1492192" y="0"/>
                  </a:moveTo>
                  <a:cubicBezTo>
                    <a:pt x="1492192" y="0"/>
                    <a:pt x="-167881" y="2988780"/>
                    <a:pt x="13911" y="6935067"/>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sp>
        <p:nvSpPr>
          <p:cNvPr id="3" name="Title 1">
            <a:extLst>
              <a:ext uri="{FF2B5EF4-FFF2-40B4-BE49-F238E27FC236}">
                <a16:creationId xmlns:a16="http://schemas.microsoft.com/office/drawing/2014/main" id="{348DA029-BA70-021C-A4EF-12082A2D5FEC}"/>
              </a:ext>
            </a:extLst>
          </p:cNvPr>
          <p:cNvSpPr>
            <a:spLocks noGrp="1"/>
          </p:cNvSpPr>
          <p:nvPr>
            <p:ph type="title" hasCustomPrompt="1"/>
          </p:nvPr>
        </p:nvSpPr>
        <p:spPr>
          <a:xfrm>
            <a:off x="423985" y="2570678"/>
            <a:ext cx="5443538" cy="1219200"/>
          </a:xfrm>
        </p:spPr>
        <p:txBody>
          <a:bodyPr/>
          <a:lstStyle>
            <a:lvl1pPr>
              <a:defRPr sz="3600">
                <a:latin typeface="+mn-lt"/>
              </a:defRPr>
            </a:lvl1pPr>
          </a:lstStyle>
          <a:p>
            <a:pPr lvl="0"/>
            <a:r>
              <a:rPr lang="fr-FR" noProof="0" err="1"/>
              <a:t>Chapter</a:t>
            </a:r>
            <a:br>
              <a:rPr lang="fr-FR" noProof="0"/>
            </a:br>
            <a:r>
              <a:rPr lang="fr-FR" noProof="0" err="1"/>
              <a:t>divider</a:t>
            </a:r>
            <a:endParaRPr lang="fr-FR" noProof="0"/>
          </a:p>
        </p:txBody>
      </p:sp>
    </p:spTree>
    <p:extLst>
      <p:ext uri="{BB962C8B-B14F-4D97-AF65-F5344CB8AC3E}">
        <p14:creationId xmlns:p14="http://schemas.microsoft.com/office/powerpoint/2010/main" val="757304815"/>
      </p:ext>
    </p:extLst>
  </p:cSld>
  <p:clrMapOvr>
    <a:masterClrMapping/>
  </p:clrMapOvr>
  <p:extLst>
    <p:ext uri="{DCECCB84-F9BA-43D5-87BE-67443E8EF086}">
      <p15:sldGuideLst xmlns:p15="http://schemas.microsoft.com/office/powerpoint/2012/main">
        <p15:guide id="1" pos="415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hapter white with picture">
    <p:spTree>
      <p:nvGrpSpPr>
        <p:cNvPr id="1" name=""/>
        <p:cNvGrpSpPr/>
        <p:nvPr/>
      </p:nvGrpSpPr>
      <p:grpSpPr>
        <a:xfrm>
          <a:off x="0" y="0"/>
          <a:ext cx="0" cy="0"/>
          <a:chOff x="0" y="0"/>
          <a:chExt cx="0" cy="0"/>
        </a:xfrm>
      </p:grpSpPr>
      <p:sp>
        <p:nvSpPr>
          <p:cNvPr id="10" name="Text Placeholder 1"/>
          <p:cNvSpPr>
            <a:spLocks noGrp="1"/>
          </p:cNvSpPr>
          <p:nvPr>
            <p:ph type="body" sz="quarter" idx="38" hasCustomPrompt="1"/>
          </p:nvPr>
        </p:nvSpPr>
        <p:spPr bwMode="gray">
          <a:xfrm>
            <a:off x="423862" y="1344719"/>
            <a:ext cx="5443538" cy="1219200"/>
          </a:xfrm>
          <a:prstGeom prst="rect">
            <a:avLst/>
          </a:prstGeom>
          <a:noFill/>
        </p:spPr>
        <p:txBody>
          <a:bodyPr lIns="0" tIns="0" rIns="0" bIns="0" anchor="t">
            <a:noAutofit/>
          </a:bodyPr>
          <a:lstStyle>
            <a:lvl1pPr marL="0" indent="0" algn="just">
              <a:lnSpc>
                <a:spcPct val="100000"/>
              </a:lnSpc>
              <a:spcBef>
                <a:spcPts val="400"/>
              </a:spcBef>
              <a:buClr>
                <a:schemeClr val="bg2"/>
              </a:buClr>
              <a:buFont typeface="Tempus Sans ITC" panose="04020404030D07020202" pitchFamily="82" charset="0"/>
              <a:buNone/>
              <a:defRPr sz="8800" b="0" i="0">
                <a:solidFill>
                  <a:schemeClr val="bg2">
                    <a:lumMod val="100000"/>
                  </a:schemeClr>
                </a:solidFill>
                <a:latin typeface="+mn-lt"/>
              </a:defRPr>
            </a:lvl1pPr>
            <a:lvl2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2pPr>
            <a:lvl3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3pPr>
            <a:lvl4pPr marL="0" indent="-252000" algn="just">
              <a:lnSpc>
                <a:spcPct val="100000"/>
              </a:lnSpc>
              <a:spcBef>
                <a:spcPts val="400"/>
              </a:spcBef>
              <a:buClr>
                <a:schemeClr val="accent1"/>
              </a:buClr>
              <a:buFont typeface="Tahoma" panose="020B0604030504040204" pitchFamily="34" charset="0"/>
              <a:buChar char="⁄"/>
              <a:defRPr sz="2000" b="1" i="0" cap="none" baseline="0">
                <a:solidFill>
                  <a:schemeClr val="bg2"/>
                </a:solidFill>
              </a:defRPr>
            </a:lvl4pPr>
            <a:lvl5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5pPr>
            <a:lvl6pPr marL="0" indent="-252000" algn="just">
              <a:lnSpc>
                <a:spcPct val="100000"/>
              </a:lnSpc>
              <a:spcBef>
                <a:spcPts val="400"/>
              </a:spcBef>
              <a:buClr>
                <a:schemeClr val="accent1"/>
              </a:buClr>
              <a:buFont typeface="Tahoma" panose="020B0604030504040204" pitchFamily="34" charset="0"/>
              <a:buChar char="⁄"/>
              <a:defRPr sz="2000" b="1" i="0">
                <a:solidFill>
                  <a:schemeClr val="bg2"/>
                </a:solidFill>
              </a:defRPr>
            </a:lvl6pPr>
            <a:lvl7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7pPr>
            <a:lvl8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8pPr>
            <a:lvl9pPr marL="0" indent="-252000" algn="just">
              <a:lnSpc>
                <a:spcPct val="100000"/>
              </a:lnSpc>
              <a:spcBef>
                <a:spcPts val="400"/>
              </a:spcBef>
              <a:buClr>
                <a:schemeClr val="accent1"/>
              </a:buClr>
              <a:buFont typeface="Tahoma" panose="020B0604030504040204" pitchFamily="34" charset="0"/>
              <a:buChar char="⁄"/>
              <a:defRPr sz="2000" b="1" i="0" baseline="0">
                <a:solidFill>
                  <a:schemeClr val="bg2"/>
                </a:solidFill>
              </a:defRPr>
            </a:lvl9pPr>
          </a:lstStyle>
          <a:p>
            <a:pPr lvl="0"/>
            <a:r>
              <a:rPr lang="fr-FR" noProof="0"/>
              <a:t>1.</a:t>
            </a:r>
          </a:p>
        </p:txBody>
      </p:sp>
      <p:sp>
        <p:nvSpPr>
          <p:cNvPr id="24" name="Picture placeholder">
            <a:extLst>
              <a:ext uri="{FF2B5EF4-FFF2-40B4-BE49-F238E27FC236}">
                <a16:creationId xmlns:a16="http://schemas.microsoft.com/office/drawing/2014/main" id="{262EFC9A-FD0B-AFEC-332F-B9C4A3A4E21B}"/>
              </a:ext>
              <a:ext uri="{C183D7F6-B498-43B3-948B-1728B52AA6E4}">
                <adec:decorative xmlns:adec="http://schemas.microsoft.com/office/drawing/2017/decorative" val="1"/>
              </a:ext>
            </a:extLst>
          </p:cNvPr>
          <p:cNvSpPr>
            <a:spLocks noGrp="1"/>
          </p:cNvSpPr>
          <p:nvPr>
            <p:ph type="pic" sz="quarter" idx="42" hasCustomPrompt="1"/>
          </p:nvPr>
        </p:nvSpPr>
        <p:spPr>
          <a:xfrm>
            <a:off x="7603094" y="0"/>
            <a:ext cx="4590494" cy="6858000"/>
          </a:xfrm>
          <a:custGeom>
            <a:avLst/>
            <a:gdLst>
              <a:gd name="connsiteX0" fmla="*/ 1589671 w 4590494"/>
              <a:gd name="connsiteY0" fmla="*/ 0 h 6858000"/>
              <a:gd name="connsiteX1" fmla="*/ 4590494 w 4590494"/>
              <a:gd name="connsiteY1" fmla="*/ 0 h 6858000"/>
              <a:gd name="connsiteX2" fmla="*/ 4590494 w 4590494"/>
              <a:gd name="connsiteY2" fmla="*/ 6858000 h 6858000"/>
              <a:gd name="connsiteX3" fmla="*/ 1589671 w 4590494"/>
              <a:gd name="connsiteY3" fmla="*/ 6858000 h 6858000"/>
              <a:gd name="connsiteX4" fmla="*/ 1472926 w 4590494"/>
              <a:gd name="connsiteY4" fmla="*/ 6756873 h 6858000"/>
              <a:gd name="connsiteX5" fmla="*/ 0 w 4590494"/>
              <a:gd name="connsiteY5" fmla="*/ 3429000 h 6858000"/>
              <a:gd name="connsiteX6" fmla="*/ 1472926 w 4590494"/>
              <a:gd name="connsiteY6" fmla="*/ 1011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0494" h="6858000">
                <a:moveTo>
                  <a:pt x="1589671" y="0"/>
                </a:moveTo>
                <a:lnTo>
                  <a:pt x="4590494" y="0"/>
                </a:lnTo>
                <a:lnTo>
                  <a:pt x="4590494" y="6858000"/>
                </a:lnTo>
                <a:lnTo>
                  <a:pt x="1589671" y="6858000"/>
                </a:lnTo>
                <a:lnTo>
                  <a:pt x="1472926" y="6756873"/>
                </a:lnTo>
                <a:cubicBezTo>
                  <a:pt x="568077" y="5934466"/>
                  <a:pt x="0" y="4748074"/>
                  <a:pt x="0" y="3429000"/>
                </a:cubicBezTo>
                <a:cubicBezTo>
                  <a:pt x="0" y="2109927"/>
                  <a:pt x="568077" y="923534"/>
                  <a:pt x="1472926" y="101127"/>
                </a:cubicBezTo>
                <a:close/>
              </a:path>
            </a:pathLst>
          </a:custGeom>
        </p:spPr>
        <p:txBody>
          <a:bodyPr wrap="square" anchor="ctr">
            <a:noAutofit/>
          </a:bodyPr>
          <a:lstStyle>
            <a:lvl1pPr>
              <a:defRPr/>
            </a:lvl1pPr>
          </a:lstStyle>
          <a:p>
            <a:r>
              <a:rPr lang="fr-FR"/>
              <a:t>Insert image</a:t>
            </a:r>
          </a:p>
        </p:txBody>
      </p:sp>
      <p:grpSp>
        <p:nvGrpSpPr>
          <p:cNvPr id="14" name="Strokes">
            <a:extLst>
              <a:ext uri="{FF2B5EF4-FFF2-40B4-BE49-F238E27FC236}">
                <a16:creationId xmlns:a16="http://schemas.microsoft.com/office/drawing/2014/main" id="{601CE935-C356-500C-F5A7-58C9E3487E55}"/>
              </a:ext>
              <a:ext uri="{C183D7F6-B498-43B3-948B-1728B52AA6E4}">
                <adec:decorative xmlns:adec="http://schemas.microsoft.com/office/drawing/2017/decorative" val="1"/>
              </a:ext>
            </a:extLst>
          </p:cNvPr>
          <p:cNvGrpSpPr/>
          <p:nvPr userDrawn="1"/>
        </p:nvGrpSpPr>
        <p:grpSpPr>
          <a:xfrm>
            <a:off x="0" y="3454940"/>
            <a:ext cx="12192863" cy="3429232"/>
            <a:chOff x="0" y="1716074"/>
            <a:chExt cx="12192863" cy="3429232"/>
          </a:xfrm>
        </p:grpSpPr>
        <p:sp>
          <p:nvSpPr>
            <p:cNvPr id="12" name="Graphic 2">
              <a:extLst>
                <a:ext uri="{FF2B5EF4-FFF2-40B4-BE49-F238E27FC236}">
                  <a16:creationId xmlns:a16="http://schemas.microsoft.com/office/drawing/2014/main" id="{0DC83FE4-0D2A-A00F-80EE-8F10E86B8B19}"/>
                </a:ext>
                <a:ext uri="{C183D7F6-B498-43B3-948B-1728B52AA6E4}">
                  <adec:decorative xmlns:adec="http://schemas.microsoft.com/office/drawing/2017/decorative" val="1"/>
                </a:ext>
              </a:extLst>
            </p:cNvPr>
            <p:cNvSpPr/>
            <p:nvPr/>
          </p:nvSpPr>
          <p:spPr>
            <a:xfrm>
              <a:off x="0" y="1716074"/>
              <a:ext cx="12192863" cy="2183025"/>
            </a:xfrm>
            <a:custGeom>
              <a:avLst/>
              <a:gdLst>
                <a:gd name="connsiteX0" fmla="*/ 0 w 12192863"/>
                <a:gd name="connsiteY0" fmla="*/ 1435691 h 2183025"/>
                <a:gd name="connsiteX1" fmla="*/ 12192864 w 12192863"/>
                <a:gd name="connsiteY1" fmla="*/ 0 h 2183025"/>
              </a:gdLst>
              <a:ahLst/>
              <a:cxnLst>
                <a:cxn ang="0">
                  <a:pos x="connsiteX0" y="connsiteY0"/>
                </a:cxn>
                <a:cxn ang="0">
                  <a:pos x="connsiteX1" y="connsiteY1"/>
                </a:cxn>
              </a:cxnLst>
              <a:rect l="l" t="t" r="r" b="b"/>
              <a:pathLst>
                <a:path w="12192863" h="2183025">
                  <a:moveTo>
                    <a:pt x="0" y="1435691"/>
                  </a:moveTo>
                  <a:cubicBezTo>
                    <a:pt x="0" y="1435691"/>
                    <a:pt x="6346390" y="3849908"/>
                    <a:pt x="12192864" y="0"/>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3" name="Graphic 1">
              <a:extLst>
                <a:ext uri="{FF2B5EF4-FFF2-40B4-BE49-F238E27FC236}">
                  <a16:creationId xmlns:a16="http://schemas.microsoft.com/office/drawing/2014/main" id="{6CD1389A-3900-85CF-BD33-2ED1A4EE5AA1}"/>
                </a:ext>
                <a:ext uri="{C183D7F6-B498-43B3-948B-1728B52AA6E4}">
                  <adec:decorative xmlns:adec="http://schemas.microsoft.com/office/drawing/2017/decorative" val="1"/>
                </a:ext>
              </a:extLst>
            </p:cNvPr>
            <p:cNvSpPr/>
            <p:nvPr/>
          </p:nvSpPr>
          <p:spPr>
            <a:xfrm>
              <a:off x="3974851" y="2876302"/>
              <a:ext cx="8218012" cy="2269004"/>
            </a:xfrm>
            <a:custGeom>
              <a:avLst/>
              <a:gdLst>
                <a:gd name="connsiteX0" fmla="*/ 0 w 8218012"/>
                <a:gd name="connsiteY0" fmla="*/ 2269005 h 2269004"/>
                <a:gd name="connsiteX1" fmla="*/ 8218013 w 8218012"/>
                <a:gd name="connsiteY1" fmla="*/ 220620 h 2269004"/>
              </a:gdLst>
              <a:ahLst/>
              <a:cxnLst>
                <a:cxn ang="0">
                  <a:pos x="connsiteX0" y="connsiteY0"/>
                </a:cxn>
                <a:cxn ang="0">
                  <a:pos x="connsiteX1" y="connsiteY1"/>
                </a:cxn>
              </a:cxnLst>
              <a:rect l="l" t="t" r="r" b="b"/>
              <a:pathLst>
                <a:path w="8218012" h="2269004">
                  <a:moveTo>
                    <a:pt x="0" y="2269005"/>
                  </a:moveTo>
                  <a:cubicBezTo>
                    <a:pt x="0" y="2269005"/>
                    <a:pt x="2755579" y="-840171"/>
                    <a:pt x="8218013" y="220620"/>
                  </a:cubicBezTo>
                </a:path>
              </a:pathLst>
            </a:custGeom>
            <a:noFill/>
            <a:ln w="28575" cap="flat" cmpd="sng" algn="ctr">
              <a:solidFill>
                <a:schemeClr val="bg2">
                  <a:lumMod val="100000"/>
                </a:schemeClr>
              </a:solidFill>
              <a:prstDash val="solid"/>
              <a:miter lim="800000"/>
              <a:headEnd type="none" w="med" len="med"/>
              <a:tailEnd type="none" w="med" len="med"/>
            </a:ln>
          </p:spPr>
          <p:txBody>
            <a:bodyPr rtlCol="0" anchor="ctr"/>
            <a:lstStyle/>
            <a:p>
              <a:endParaRPr lang="en-US"/>
            </a:p>
          </p:txBody>
        </p:sp>
      </p:grpSp>
      <p:sp>
        <p:nvSpPr>
          <p:cNvPr id="3" name="Title 1">
            <a:extLst>
              <a:ext uri="{FF2B5EF4-FFF2-40B4-BE49-F238E27FC236}">
                <a16:creationId xmlns:a16="http://schemas.microsoft.com/office/drawing/2014/main" id="{AB9EC2DB-6BBB-CDD5-13FF-7115D2EBFDCB}"/>
              </a:ext>
            </a:extLst>
          </p:cNvPr>
          <p:cNvSpPr>
            <a:spLocks noGrp="1"/>
          </p:cNvSpPr>
          <p:nvPr>
            <p:ph type="title" hasCustomPrompt="1"/>
          </p:nvPr>
        </p:nvSpPr>
        <p:spPr>
          <a:xfrm>
            <a:off x="423985" y="2570678"/>
            <a:ext cx="5443538" cy="1218686"/>
          </a:xfrm>
        </p:spPr>
        <p:txBody>
          <a:bodyPr/>
          <a:lstStyle>
            <a:lvl1pPr>
              <a:defRPr sz="3600">
                <a:latin typeface="+mn-lt"/>
              </a:defRPr>
            </a:lvl1pPr>
          </a:lstStyle>
          <a:p>
            <a:pPr lvl="0"/>
            <a:r>
              <a:rPr lang="fr-FR" noProof="0" err="1"/>
              <a:t>Chapter</a:t>
            </a:r>
            <a:br>
              <a:rPr lang="fr-FR" noProof="0"/>
            </a:br>
            <a:r>
              <a:rPr lang="fr-FR" noProof="0" err="1"/>
              <a:t>divider</a:t>
            </a:r>
            <a:endParaRPr lang="fr-FR" noProof="0"/>
          </a:p>
        </p:txBody>
      </p:sp>
    </p:spTree>
    <p:extLst>
      <p:ext uri="{BB962C8B-B14F-4D97-AF65-F5344CB8AC3E}">
        <p14:creationId xmlns:p14="http://schemas.microsoft.com/office/powerpoint/2010/main" val="24203980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with picture left">
    <p:bg>
      <p:bgPr>
        <a:gradFill flip="none" rotWithShape="1">
          <a:gsLst>
            <a:gs pos="0">
              <a:schemeClr val="bg2"/>
            </a:gs>
            <a:gs pos="100000">
              <a:schemeClr val="accent3"/>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Strokes">
            <a:extLst>
              <a:ext uri="{FF2B5EF4-FFF2-40B4-BE49-F238E27FC236}">
                <a16:creationId xmlns:a16="http://schemas.microsoft.com/office/drawing/2014/main" id="{4A45B4E5-2874-9EDA-B7B4-648956357971}"/>
              </a:ext>
              <a:ext uri="{C183D7F6-B498-43B3-948B-1728B52AA6E4}">
                <adec:decorative xmlns:adec="http://schemas.microsoft.com/office/drawing/2017/decorative" val="1"/>
              </a:ext>
            </a:extLst>
          </p:cNvPr>
          <p:cNvGrpSpPr/>
          <p:nvPr userDrawn="1"/>
        </p:nvGrpSpPr>
        <p:grpSpPr>
          <a:xfrm>
            <a:off x="0" y="3454940"/>
            <a:ext cx="12192863" cy="3429232"/>
            <a:chOff x="0" y="1716074"/>
            <a:chExt cx="12192863" cy="3429232"/>
          </a:xfrm>
        </p:grpSpPr>
        <p:sp>
          <p:nvSpPr>
            <p:cNvPr id="10" name="Graphic 2">
              <a:extLst>
                <a:ext uri="{FF2B5EF4-FFF2-40B4-BE49-F238E27FC236}">
                  <a16:creationId xmlns:a16="http://schemas.microsoft.com/office/drawing/2014/main" id="{BF8F9DEC-A229-615F-A903-BDDFE7A4B0A5}"/>
                </a:ext>
                <a:ext uri="{C183D7F6-B498-43B3-948B-1728B52AA6E4}">
                  <adec:decorative xmlns:adec="http://schemas.microsoft.com/office/drawing/2017/decorative" val="1"/>
                </a:ext>
              </a:extLst>
            </p:cNvPr>
            <p:cNvSpPr/>
            <p:nvPr/>
          </p:nvSpPr>
          <p:spPr>
            <a:xfrm>
              <a:off x="0" y="1716074"/>
              <a:ext cx="12192863" cy="2183025"/>
            </a:xfrm>
            <a:custGeom>
              <a:avLst/>
              <a:gdLst>
                <a:gd name="connsiteX0" fmla="*/ 0 w 12192863"/>
                <a:gd name="connsiteY0" fmla="*/ 1435691 h 2183025"/>
                <a:gd name="connsiteX1" fmla="*/ 12192864 w 12192863"/>
                <a:gd name="connsiteY1" fmla="*/ 0 h 2183025"/>
              </a:gdLst>
              <a:ahLst/>
              <a:cxnLst>
                <a:cxn ang="0">
                  <a:pos x="connsiteX0" y="connsiteY0"/>
                </a:cxn>
                <a:cxn ang="0">
                  <a:pos x="connsiteX1" y="connsiteY1"/>
                </a:cxn>
              </a:cxnLst>
              <a:rect l="l" t="t" r="r" b="b"/>
              <a:pathLst>
                <a:path w="12192863" h="2183025">
                  <a:moveTo>
                    <a:pt x="0" y="1435691"/>
                  </a:moveTo>
                  <a:cubicBezTo>
                    <a:pt x="0" y="1435691"/>
                    <a:pt x="6346390" y="3849908"/>
                    <a:pt x="12192864" y="0"/>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1" name="Graphic 1">
              <a:extLst>
                <a:ext uri="{FF2B5EF4-FFF2-40B4-BE49-F238E27FC236}">
                  <a16:creationId xmlns:a16="http://schemas.microsoft.com/office/drawing/2014/main" id="{3A3AE033-F28A-D2FA-6A12-D5CBCA821AC1}"/>
                </a:ext>
                <a:ext uri="{C183D7F6-B498-43B3-948B-1728B52AA6E4}">
                  <adec:decorative xmlns:adec="http://schemas.microsoft.com/office/drawing/2017/decorative" val="1"/>
                </a:ext>
              </a:extLst>
            </p:cNvPr>
            <p:cNvSpPr/>
            <p:nvPr/>
          </p:nvSpPr>
          <p:spPr>
            <a:xfrm>
              <a:off x="3974851" y="2876302"/>
              <a:ext cx="8218012" cy="2269004"/>
            </a:xfrm>
            <a:custGeom>
              <a:avLst/>
              <a:gdLst>
                <a:gd name="connsiteX0" fmla="*/ 0 w 8218012"/>
                <a:gd name="connsiteY0" fmla="*/ 2269005 h 2269004"/>
                <a:gd name="connsiteX1" fmla="*/ 8218013 w 8218012"/>
                <a:gd name="connsiteY1" fmla="*/ 220620 h 2269004"/>
              </a:gdLst>
              <a:ahLst/>
              <a:cxnLst>
                <a:cxn ang="0">
                  <a:pos x="connsiteX0" y="connsiteY0"/>
                </a:cxn>
                <a:cxn ang="0">
                  <a:pos x="connsiteX1" y="connsiteY1"/>
                </a:cxn>
              </a:cxnLst>
              <a:rect l="l" t="t" r="r" b="b"/>
              <a:pathLst>
                <a:path w="8218012" h="2269004">
                  <a:moveTo>
                    <a:pt x="0" y="2269005"/>
                  </a:moveTo>
                  <a:cubicBezTo>
                    <a:pt x="0" y="2269005"/>
                    <a:pt x="2755579" y="-840171"/>
                    <a:pt x="8218013" y="220620"/>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sp>
        <p:nvSpPr>
          <p:cNvPr id="13" name="Text Placeholder 1">
            <a:extLst>
              <a:ext uri="{FF2B5EF4-FFF2-40B4-BE49-F238E27FC236}">
                <a16:creationId xmlns:a16="http://schemas.microsoft.com/office/drawing/2014/main" id="{974FFEB3-ED51-39BE-50EE-0CB5A1C293C9}"/>
              </a:ext>
            </a:extLst>
          </p:cNvPr>
          <p:cNvSpPr>
            <a:spLocks noGrp="1"/>
          </p:cNvSpPr>
          <p:nvPr>
            <p:ph type="body" sz="quarter" idx="11" hasCustomPrompt="1"/>
          </p:nvPr>
        </p:nvSpPr>
        <p:spPr>
          <a:xfrm>
            <a:off x="5276851" y="1367004"/>
            <a:ext cx="6491288" cy="4203534"/>
          </a:xfrm>
        </p:spPr>
        <p:txBody>
          <a:bodyPr anchor="ctr"/>
          <a:lstStyle>
            <a:lvl1pPr algn="l">
              <a:defRPr sz="2800">
                <a:solidFill>
                  <a:schemeClr val="bg1">
                    <a:lumMod val="100000"/>
                  </a:schemeClr>
                </a:solidFill>
                <a:latin typeface="+mj-lt"/>
              </a:defRPr>
            </a:lvl1pPr>
            <a:lvl2pPr>
              <a:defRPr sz="2800">
                <a:solidFill>
                  <a:schemeClr val="bg1">
                    <a:lumMod val="100000"/>
                  </a:schemeClr>
                </a:solidFill>
              </a:defRPr>
            </a:lvl2pPr>
            <a:lvl3pPr>
              <a:defRPr sz="2800">
                <a:solidFill>
                  <a:schemeClr val="bg1">
                    <a:lumMod val="100000"/>
                  </a:schemeClr>
                </a:solidFill>
              </a:defRPr>
            </a:lvl3pPr>
            <a:lvl4pPr>
              <a:defRPr sz="2800">
                <a:solidFill>
                  <a:schemeClr val="bg1">
                    <a:lumMod val="100000"/>
                  </a:schemeClr>
                </a:solidFill>
              </a:defRPr>
            </a:lvl4pPr>
            <a:lvl5pPr>
              <a:defRPr sz="2800">
                <a:solidFill>
                  <a:schemeClr val="bg1">
                    <a:lumMod val="100000"/>
                  </a:schemeClr>
                </a:solidFill>
              </a:defRPr>
            </a:lvl5pPr>
          </a:lstStyle>
          <a:p>
            <a:pPr lvl="0"/>
            <a:r>
              <a:rPr lang="fr-FR"/>
              <a:t>“Insert a </a:t>
            </a:r>
            <a:r>
              <a:rPr lang="fr-FR" err="1"/>
              <a:t>quote</a:t>
            </a:r>
            <a:r>
              <a:rPr lang="fr-FR"/>
              <a:t> </a:t>
            </a:r>
            <a:r>
              <a:rPr lang="fr-FR" err="1"/>
              <a:t>here</a:t>
            </a:r>
            <a:r>
              <a:rPr lang="fr-FR"/>
              <a:t>.”</a:t>
            </a:r>
          </a:p>
        </p:txBody>
      </p:sp>
      <p:sp>
        <p:nvSpPr>
          <p:cNvPr id="4" name="Picture Placeholder 1">
            <a:extLst>
              <a:ext uri="{FF2B5EF4-FFF2-40B4-BE49-F238E27FC236}">
                <a16:creationId xmlns:a16="http://schemas.microsoft.com/office/drawing/2014/main" id="{C67FAC2F-9E8E-BBCF-CE7C-761A5D718B61}"/>
              </a:ext>
              <a:ext uri="{C183D7F6-B498-43B3-948B-1728B52AA6E4}">
                <adec:decorative xmlns:adec="http://schemas.microsoft.com/office/drawing/2017/decorative" val="1"/>
              </a:ext>
            </a:extLst>
          </p:cNvPr>
          <p:cNvSpPr>
            <a:spLocks noGrp="1"/>
          </p:cNvSpPr>
          <p:nvPr>
            <p:ph type="pic" sz="quarter" idx="13" hasCustomPrompt="1"/>
          </p:nvPr>
        </p:nvSpPr>
        <p:spPr>
          <a:xfrm>
            <a:off x="0" y="0"/>
            <a:ext cx="4622564" cy="6858000"/>
          </a:xfrm>
          <a:custGeom>
            <a:avLst/>
            <a:gdLst>
              <a:gd name="connsiteX0" fmla="*/ 0 w 4622564"/>
              <a:gd name="connsiteY0" fmla="*/ 0 h 6858000"/>
              <a:gd name="connsiteX1" fmla="*/ 3111089 w 4622564"/>
              <a:gd name="connsiteY1" fmla="*/ 0 h 6858000"/>
              <a:gd name="connsiteX2" fmla="*/ 3242020 w 4622564"/>
              <a:gd name="connsiteY2" fmla="*/ 124831 h 6858000"/>
              <a:gd name="connsiteX3" fmla="*/ 4622564 w 4622564"/>
              <a:gd name="connsiteY3" fmla="*/ 3457760 h 6858000"/>
              <a:gd name="connsiteX4" fmla="*/ 3242020 w 4622564"/>
              <a:gd name="connsiteY4" fmla="*/ 6790690 h 6858000"/>
              <a:gd name="connsiteX5" fmla="*/ 3171420 w 4622564"/>
              <a:gd name="connsiteY5" fmla="*/ 6858000 h 6858000"/>
              <a:gd name="connsiteX6" fmla="*/ 0 w 46225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2564" h="6858000">
                <a:moveTo>
                  <a:pt x="0" y="0"/>
                </a:moveTo>
                <a:lnTo>
                  <a:pt x="3111089" y="0"/>
                </a:lnTo>
                <a:lnTo>
                  <a:pt x="3242020" y="124831"/>
                </a:lnTo>
                <a:cubicBezTo>
                  <a:pt x="4094991" y="977802"/>
                  <a:pt x="4622564" y="2156170"/>
                  <a:pt x="4622564" y="3457760"/>
                </a:cubicBezTo>
                <a:cubicBezTo>
                  <a:pt x="4622564" y="4759350"/>
                  <a:pt x="4094991" y="5937719"/>
                  <a:pt x="3242020" y="6790690"/>
                </a:cubicBezTo>
                <a:lnTo>
                  <a:pt x="3171420" y="6858000"/>
                </a:lnTo>
                <a:lnTo>
                  <a:pt x="0" y="6858000"/>
                </a:lnTo>
                <a:close/>
              </a:path>
            </a:pathLst>
          </a:custGeom>
        </p:spPr>
        <p:txBody>
          <a:bodyPr wrap="square" anchor="ctr">
            <a:noAutofit/>
          </a:bodyPr>
          <a:lstStyle>
            <a:lvl1pPr>
              <a:defRPr>
                <a:solidFill>
                  <a:schemeClr val="bg1">
                    <a:lumMod val="100000"/>
                  </a:schemeClr>
                </a:solidFill>
              </a:defRPr>
            </a:lvl1pPr>
          </a:lstStyle>
          <a:p>
            <a:r>
              <a:rPr lang="fr-FR"/>
              <a:t>Insert image</a:t>
            </a:r>
          </a:p>
        </p:txBody>
      </p:sp>
    </p:spTree>
    <p:extLst>
      <p:ext uri="{BB962C8B-B14F-4D97-AF65-F5344CB8AC3E}">
        <p14:creationId xmlns:p14="http://schemas.microsoft.com/office/powerpoint/2010/main" val="97871791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with people picture">
    <p:bg>
      <p:bgPr>
        <a:gradFill flip="none" rotWithShape="1">
          <a:gsLst>
            <a:gs pos="0">
              <a:schemeClr val="bg2"/>
            </a:gs>
            <a:gs pos="100000">
              <a:schemeClr val="accent3"/>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Strokes">
            <a:extLst>
              <a:ext uri="{FF2B5EF4-FFF2-40B4-BE49-F238E27FC236}">
                <a16:creationId xmlns:a16="http://schemas.microsoft.com/office/drawing/2014/main" id="{4A45B4E5-2874-9EDA-B7B4-648956357971}"/>
              </a:ext>
              <a:ext uri="{C183D7F6-B498-43B3-948B-1728B52AA6E4}">
                <adec:decorative xmlns:adec="http://schemas.microsoft.com/office/drawing/2017/decorative" val="1"/>
              </a:ext>
            </a:extLst>
          </p:cNvPr>
          <p:cNvGrpSpPr/>
          <p:nvPr userDrawn="1"/>
        </p:nvGrpSpPr>
        <p:grpSpPr>
          <a:xfrm>
            <a:off x="0" y="3454940"/>
            <a:ext cx="12192863" cy="3429232"/>
            <a:chOff x="0" y="1716074"/>
            <a:chExt cx="12192863" cy="3429232"/>
          </a:xfrm>
        </p:grpSpPr>
        <p:sp>
          <p:nvSpPr>
            <p:cNvPr id="10" name="Graphic 2">
              <a:extLst>
                <a:ext uri="{FF2B5EF4-FFF2-40B4-BE49-F238E27FC236}">
                  <a16:creationId xmlns:a16="http://schemas.microsoft.com/office/drawing/2014/main" id="{BF8F9DEC-A229-615F-A903-BDDFE7A4B0A5}"/>
                </a:ext>
                <a:ext uri="{C183D7F6-B498-43B3-948B-1728B52AA6E4}">
                  <adec:decorative xmlns:adec="http://schemas.microsoft.com/office/drawing/2017/decorative" val="1"/>
                </a:ext>
              </a:extLst>
            </p:cNvPr>
            <p:cNvSpPr/>
            <p:nvPr/>
          </p:nvSpPr>
          <p:spPr>
            <a:xfrm>
              <a:off x="0" y="1716074"/>
              <a:ext cx="12192863" cy="2183025"/>
            </a:xfrm>
            <a:custGeom>
              <a:avLst/>
              <a:gdLst>
                <a:gd name="connsiteX0" fmla="*/ 0 w 12192863"/>
                <a:gd name="connsiteY0" fmla="*/ 1435691 h 2183025"/>
                <a:gd name="connsiteX1" fmla="*/ 12192864 w 12192863"/>
                <a:gd name="connsiteY1" fmla="*/ 0 h 2183025"/>
              </a:gdLst>
              <a:ahLst/>
              <a:cxnLst>
                <a:cxn ang="0">
                  <a:pos x="connsiteX0" y="connsiteY0"/>
                </a:cxn>
                <a:cxn ang="0">
                  <a:pos x="connsiteX1" y="connsiteY1"/>
                </a:cxn>
              </a:cxnLst>
              <a:rect l="l" t="t" r="r" b="b"/>
              <a:pathLst>
                <a:path w="12192863" h="2183025">
                  <a:moveTo>
                    <a:pt x="0" y="1435691"/>
                  </a:moveTo>
                  <a:cubicBezTo>
                    <a:pt x="0" y="1435691"/>
                    <a:pt x="6346390" y="3849908"/>
                    <a:pt x="12192864" y="0"/>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1" name="Graphic 1">
              <a:extLst>
                <a:ext uri="{FF2B5EF4-FFF2-40B4-BE49-F238E27FC236}">
                  <a16:creationId xmlns:a16="http://schemas.microsoft.com/office/drawing/2014/main" id="{3A3AE033-F28A-D2FA-6A12-D5CBCA821AC1}"/>
                </a:ext>
                <a:ext uri="{C183D7F6-B498-43B3-948B-1728B52AA6E4}">
                  <adec:decorative xmlns:adec="http://schemas.microsoft.com/office/drawing/2017/decorative" val="1"/>
                </a:ext>
              </a:extLst>
            </p:cNvPr>
            <p:cNvSpPr/>
            <p:nvPr/>
          </p:nvSpPr>
          <p:spPr>
            <a:xfrm>
              <a:off x="3974851" y="2876302"/>
              <a:ext cx="8218012" cy="2269004"/>
            </a:xfrm>
            <a:custGeom>
              <a:avLst/>
              <a:gdLst>
                <a:gd name="connsiteX0" fmla="*/ 0 w 8218012"/>
                <a:gd name="connsiteY0" fmla="*/ 2269005 h 2269004"/>
                <a:gd name="connsiteX1" fmla="*/ 8218013 w 8218012"/>
                <a:gd name="connsiteY1" fmla="*/ 220620 h 2269004"/>
              </a:gdLst>
              <a:ahLst/>
              <a:cxnLst>
                <a:cxn ang="0">
                  <a:pos x="connsiteX0" y="connsiteY0"/>
                </a:cxn>
                <a:cxn ang="0">
                  <a:pos x="connsiteX1" y="connsiteY1"/>
                </a:cxn>
              </a:cxnLst>
              <a:rect l="l" t="t" r="r" b="b"/>
              <a:pathLst>
                <a:path w="8218012" h="2269004">
                  <a:moveTo>
                    <a:pt x="0" y="2269005"/>
                  </a:moveTo>
                  <a:cubicBezTo>
                    <a:pt x="0" y="2269005"/>
                    <a:pt x="2755579" y="-840171"/>
                    <a:pt x="8218013" y="220620"/>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sp>
        <p:nvSpPr>
          <p:cNvPr id="13" name="Text Placeholder 1" descr="Quote placeholder">
            <a:extLst>
              <a:ext uri="{FF2B5EF4-FFF2-40B4-BE49-F238E27FC236}">
                <a16:creationId xmlns:a16="http://schemas.microsoft.com/office/drawing/2014/main" id="{974FFEB3-ED51-39BE-50EE-0CB5A1C293C9}"/>
              </a:ext>
            </a:extLst>
          </p:cNvPr>
          <p:cNvSpPr>
            <a:spLocks noGrp="1"/>
          </p:cNvSpPr>
          <p:nvPr>
            <p:ph type="body" sz="quarter" idx="11" hasCustomPrompt="1"/>
          </p:nvPr>
        </p:nvSpPr>
        <p:spPr>
          <a:xfrm>
            <a:off x="423864" y="2473541"/>
            <a:ext cx="11342769" cy="2487389"/>
          </a:xfrm>
        </p:spPr>
        <p:txBody>
          <a:bodyPr anchor="t"/>
          <a:lstStyle>
            <a:lvl1pPr algn="ctr">
              <a:defRPr sz="2800">
                <a:solidFill>
                  <a:schemeClr val="bg1">
                    <a:lumMod val="100000"/>
                  </a:schemeClr>
                </a:solidFill>
                <a:latin typeface="+mj-lt"/>
              </a:defRPr>
            </a:lvl1pPr>
            <a:lvl2pPr>
              <a:defRPr sz="2800">
                <a:solidFill>
                  <a:schemeClr val="bg1">
                    <a:lumMod val="100000"/>
                  </a:schemeClr>
                </a:solidFill>
              </a:defRPr>
            </a:lvl2pPr>
            <a:lvl3pPr>
              <a:defRPr sz="2800">
                <a:solidFill>
                  <a:schemeClr val="bg1">
                    <a:lumMod val="100000"/>
                  </a:schemeClr>
                </a:solidFill>
              </a:defRPr>
            </a:lvl3pPr>
            <a:lvl4pPr>
              <a:defRPr sz="2800">
                <a:solidFill>
                  <a:schemeClr val="bg1">
                    <a:lumMod val="100000"/>
                  </a:schemeClr>
                </a:solidFill>
              </a:defRPr>
            </a:lvl4pPr>
            <a:lvl5pPr>
              <a:defRPr sz="2800">
                <a:solidFill>
                  <a:schemeClr val="bg1">
                    <a:lumMod val="100000"/>
                  </a:schemeClr>
                </a:solidFill>
              </a:defRPr>
            </a:lvl5pPr>
          </a:lstStyle>
          <a:p>
            <a:pPr lvl="0"/>
            <a:r>
              <a:rPr lang="fr-FR"/>
              <a:t>“Insert a </a:t>
            </a:r>
            <a:r>
              <a:rPr lang="fr-FR" err="1"/>
              <a:t>quote</a:t>
            </a:r>
            <a:r>
              <a:rPr lang="fr-FR"/>
              <a:t> </a:t>
            </a:r>
            <a:r>
              <a:rPr lang="fr-FR" err="1"/>
              <a:t>here</a:t>
            </a:r>
            <a:r>
              <a:rPr lang="fr-FR"/>
              <a:t>.”</a:t>
            </a:r>
          </a:p>
        </p:txBody>
      </p:sp>
      <p:sp>
        <p:nvSpPr>
          <p:cNvPr id="3" name="Picture Placeholder 1">
            <a:extLst>
              <a:ext uri="{FF2B5EF4-FFF2-40B4-BE49-F238E27FC236}">
                <a16:creationId xmlns:a16="http://schemas.microsoft.com/office/drawing/2014/main" id="{2DACCEA3-ADB0-F7A2-A3BB-B9052EE3CB35}"/>
              </a:ext>
              <a:ext uri="{C183D7F6-B498-43B3-948B-1728B52AA6E4}">
                <adec:decorative xmlns:adec="http://schemas.microsoft.com/office/drawing/2017/decorative" val="1"/>
              </a:ext>
            </a:extLst>
          </p:cNvPr>
          <p:cNvSpPr>
            <a:spLocks noGrp="1"/>
          </p:cNvSpPr>
          <p:nvPr>
            <p:ph type="pic" sz="quarter" idx="12" hasCustomPrompt="1"/>
          </p:nvPr>
        </p:nvSpPr>
        <p:spPr>
          <a:xfrm>
            <a:off x="5362643" y="742019"/>
            <a:ext cx="1466714" cy="1466714"/>
          </a:xfrm>
          <a:prstGeom prst="ellipse">
            <a:avLst/>
          </a:prstGeom>
        </p:spPr>
        <p:txBody>
          <a:bodyPr/>
          <a:lstStyle>
            <a:lvl1pPr algn="ctr">
              <a:defRPr>
                <a:solidFill>
                  <a:schemeClr val="bg1">
                    <a:lumMod val="100000"/>
                  </a:schemeClr>
                </a:solidFill>
              </a:defRPr>
            </a:lvl1pPr>
          </a:lstStyle>
          <a:p>
            <a:r>
              <a:rPr lang="fr-FR"/>
              <a:t>Insert image</a:t>
            </a:r>
          </a:p>
        </p:txBody>
      </p:sp>
    </p:spTree>
    <p:extLst>
      <p:ext uri="{BB962C8B-B14F-4D97-AF65-F5344CB8AC3E}">
        <p14:creationId xmlns:p14="http://schemas.microsoft.com/office/powerpoint/2010/main" val="15282913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lank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42355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ontacts white">
    <p:spTree>
      <p:nvGrpSpPr>
        <p:cNvPr id="1" name=""/>
        <p:cNvGrpSpPr/>
        <p:nvPr/>
      </p:nvGrpSpPr>
      <p:grpSpPr>
        <a:xfrm>
          <a:off x="0" y="0"/>
          <a:ext cx="0" cy="0"/>
          <a:chOff x="0" y="0"/>
          <a:chExt cx="0" cy="0"/>
        </a:xfrm>
      </p:grpSpPr>
      <p:sp>
        <p:nvSpPr>
          <p:cNvPr id="21" name="Reserved text space 20">
            <a:extLst>
              <a:ext uri="{FF2B5EF4-FFF2-40B4-BE49-F238E27FC236}">
                <a16:creationId xmlns:a16="http://schemas.microsoft.com/office/drawing/2014/main" id="{396A1B03-6D53-7126-70B1-8B5190F8AE68}"/>
              </a:ext>
            </a:extLst>
          </p:cNvPr>
          <p:cNvSpPr>
            <a:spLocks noGrp="1"/>
          </p:cNvSpPr>
          <p:nvPr>
            <p:ph type="body" sz="quarter" idx="10" hasCustomPrompt="1"/>
          </p:nvPr>
        </p:nvSpPr>
        <p:spPr>
          <a:xfrm>
            <a:off x="3505200" y="2530870"/>
            <a:ext cx="3200400" cy="216428"/>
          </a:xfrm>
        </p:spPr>
        <p:txBody>
          <a:bodyPr lIns="0" tIns="0" rIns="0" bIns="0"/>
          <a:lstStyle>
            <a:lvl1pPr>
              <a:spcBef>
                <a:spcPts val="0"/>
              </a:spcBef>
              <a:defRPr sz="1200">
                <a:latin typeface="+mj-lt"/>
              </a:defRPr>
            </a:lvl1pPr>
            <a:lvl2pPr marL="0" indent="0">
              <a:spcBef>
                <a:spcPts val="0"/>
              </a:spcBef>
              <a:buNone/>
              <a:defRPr sz="1200"/>
            </a:lvl2pPr>
          </a:lstStyle>
          <a:p>
            <a:pPr lvl="0"/>
            <a:r>
              <a:rPr lang="fr-FR"/>
              <a:t>First Name LAST NAME</a:t>
            </a:r>
          </a:p>
        </p:txBody>
      </p:sp>
      <p:sp>
        <p:nvSpPr>
          <p:cNvPr id="33" name="Reserved text space 32">
            <a:extLst>
              <a:ext uri="{FF2B5EF4-FFF2-40B4-BE49-F238E27FC236}">
                <a16:creationId xmlns:a16="http://schemas.microsoft.com/office/drawing/2014/main" id="{AB8D343A-8010-C989-7C3E-07E4FA519368}"/>
              </a:ext>
            </a:extLst>
          </p:cNvPr>
          <p:cNvSpPr>
            <a:spLocks noGrp="1"/>
          </p:cNvSpPr>
          <p:nvPr>
            <p:ph type="body" sz="quarter" idx="17" hasCustomPrompt="1"/>
          </p:nvPr>
        </p:nvSpPr>
        <p:spPr>
          <a:xfrm>
            <a:off x="3505200" y="2749164"/>
            <a:ext cx="3200400" cy="216428"/>
          </a:xfrm>
        </p:spPr>
        <p:txBody>
          <a:bodyPr lIns="0" tIns="0" rIns="0" bIns="0"/>
          <a:lstStyle>
            <a:lvl1pPr>
              <a:defRPr sz="1200"/>
            </a:lvl1pPr>
          </a:lstStyle>
          <a:p>
            <a:pPr lvl="0"/>
            <a:r>
              <a:rPr lang="fr-FR" err="1"/>
              <a:t>Level</a:t>
            </a:r>
            <a:r>
              <a:rPr lang="fr-FR"/>
              <a:t> (Partner…)</a:t>
            </a:r>
          </a:p>
        </p:txBody>
      </p:sp>
      <p:sp>
        <p:nvSpPr>
          <p:cNvPr id="24" name="Reserved text space 20">
            <a:extLst>
              <a:ext uri="{FF2B5EF4-FFF2-40B4-BE49-F238E27FC236}">
                <a16:creationId xmlns:a16="http://schemas.microsoft.com/office/drawing/2014/main" id="{A6F19060-472B-3A97-DA56-AFE14384F7A3}"/>
              </a:ext>
            </a:extLst>
          </p:cNvPr>
          <p:cNvSpPr>
            <a:spLocks noGrp="1"/>
          </p:cNvSpPr>
          <p:nvPr>
            <p:ph type="body" sz="quarter" idx="11" hasCustomPrompt="1"/>
          </p:nvPr>
        </p:nvSpPr>
        <p:spPr>
          <a:xfrm>
            <a:off x="7804353" y="2530870"/>
            <a:ext cx="3962400" cy="216427"/>
          </a:xfrm>
        </p:spPr>
        <p:txBody>
          <a:bodyPr lIns="0" tIns="0" rIns="0" bIns="0"/>
          <a:lstStyle>
            <a:lvl1pPr>
              <a:spcBef>
                <a:spcPts val="0"/>
              </a:spcBef>
              <a:defRPr sz="1200">
                <a:latin typeface="+mj-lt"/>
              </a:defRPr>
            </a:lvl1pPr>
            <a:lvl2pPr marL="0" indent="0" algn="r">
              <a:spcBef>
                <a:spcPts val="0"/>
              </a:spcBef>
              <a:buNone/>
              <a:defRPr sz="1200"/>
            </a:lvl2pPr>
          </a:lstStyle>
          <a:p>
            <a:pPr lvl="1" algn="r" defTabSz="179388"/>
            <a:r>
              <a:rPr lang="fr-FR" sz="1200" b="1">
                <a:solidFill>
                  <a:schemeClr val="tx1">
                    <a:lumMod val="100000"/>
                  </a:schemeClr>
                </a:solidFill>
              </a:rPr>
              <a:t>M</a:t>
            </a:r>
            <a:r>
              <a:rPr lang="fr-FR" sz="1200">
                <a:solidFill>
                  <a:schemeClr val="tx1">
                    <a:lumMod val="100000"/>
                  </a:schemeClr>
                </a:solidFill>
              </a:rPr>
              <a:t>	+33 (0)6 00 00 00 00</a:t>
            </a:r>
          </a:p>
        </p:txBody>
      </p:sp>
      <p:sp>
        <p:nvSpPr>
          <p:cNvPr id="38" name="Reserved text space 20">
            <a:extLst>
              <a:ext uri="{FF2B5EF4-FFF2-40B4-BE49-F238E27FC236}">
                <a16:creationId xmlns:a16="http://schemas.microsoft.com/office/drawing/2014/main" id="{F3EFAFAA-F278-C8EA-70C2-EFEB16B5A306}"/>
              </a:ext>
            </a:extLst>
          </p:cNvPr>
          <p:cNvSpPr>
            <a:spLocks noGrp="1"/>
          </p:cNvSpPr>
          <p:nvPr>
            <p:ph type="body" sz="quarter" idx="22" hasCustomPrompt="1"/>
          </p:nvPr>
        </p:nvSpPr>
        <p:spPr>
          <a:xfrm>
            <a:off x="7804353" y="2749164"/>
            <a:ext cx="3962400" cy="225809"/>
          </a:xfrm>
        </p:spPr>
        <p:txBody>
          <a:bodyPr lIns="0" tIns="0" rIns="0" bIns="0"/>
          <a:lstStyle>
            <a:lvl1pPr>
              <a:spcBef>
                <a:spcPts val="0"/>
              </a:spcBef>
              <a:defRPr sz="1200">
                <a:latin typeface="+mj-lt"/>
              </a:defRPr>
            </a:lvl1pPr>
            <a:lvl2pPr marL="0" indent="0" algn="r">
              <a:spcBef>
                <a:spcPts val="0"/>
              </a:spcBef>
              <a:buNone/>
              <a:defRPr sz="1200"/>
            </a:lvl2pPr>
          </a:lstStyle>
          <a:p>
            <a:pPr lvl="1" algn="r" defTabSz="179388"/>
            <a:r>
              <a:rPr lang="fr-FR" sz="1200">
                <a:solidFill>
                  <a:schemeClr val="tx1">
                    <a:lumMod val="100000"/>
                  </a:schemeClr>
                </a:solidFill>
              </a:rPr>
              <a:t>firstname.lastname@wavestone.com</a:t>
            </a:r>
          </a:p>
        </p:txBody>
      </p:sp>
      <p:sp>
        <p:nvSpPr>
          <p:cNvPr id="4" name="Reserved text space 20">
            <a:extLst>
              <a:ext uri="{FF2B5EF4-FFF2-40B4-BE49-F238E27FC236}">
                <a16:creationId xmlns:a16="http://schemas.microsoft.com/office/drawing/2014/main" id="{381898D0-F078-0CA7-60A4-D73CC734B662}"/>
              </a:ext>
            </a:extLst>
          </p:cNvPr>
          <p:cNvSpPr>
            <a:spLocks noGrp="1"/>
          </p:cNvSpPr>
          <p:nvPr>
            <p:ph type="body" sz="quarter" idx="23" hasCustomPrompt="1"/>
          </p:nvPr>
        </p:nvSpPr>
        <p:spPr>
          <a:xfrm>
            <a:off x="3505200" y="3210706"/>
            <a:ext cx="3200400" cy="216428"/>
          </a:xfrm>
        </p:spPr>
        <p:txBody>
          <a:bodyPr lIns="0" tIns="0" rIns="0" bIns="0"/>
          <a:lstStyle>
            <a:lvl1pPr>
              <a:spcBef>
                <a:spcPts val="0"/>
              </a:spcBef>
              <a:defRPr sz="1200">
                <a:latin typeface="+mj-lt"/>
              </a:defRPr>
            </a:lvl1pPr>
            <a:lvl2pPr marL="0" indent="0">
              <a:spcBef>
                <a:spcPts val="0"/>
              </a:spcBef>
              <a:buNone/>
              <a:defRPr sz="1200"/>
            </a:lvl2pPr>
          </a:lstStyle>
          <a:p>
            <a:pPr lvl="0"/>
            <a:r>
              <a:rPr lang="fr-FR"/>
              <a:t>First Name LAST NAME</a:t>
            </a:r>
          </a:p>
        </p:txBody>
      </p:sp>
      <p:sp>
        <p:nvSpPr>
          <p:cNvPr id="7" name="Reserved text space 32">
            <a:extLst>
              <a:ext uri="{FF2B5EF4-FFF2-40B4-BE49-F238E27FC236}">
                <a16:creationId xmlns:a16="http://schemas.microsoft.com/office/drawing/2014/main" id="{5C995286-76E9-14D8-4B8E-875087AF5A59}"/>
              </a:ext>
            </a:extLst>
          </p:cNvPr>
          <p:cNvSpPr>
            <a:spLocks noGrp="1"/>
          </p:cNvSpPr>
          <p:nvPr>
            <p:ph type="body" sz="quarter" idx="24" hasCustomPrompt="1"/>
          </p:nvPr>
        </p:nvSpPr>
        <p:spPr>
          <a:xfrm>
            <a:off x="3505200" y="3429000"/>
            <a:ext cx="3200400" cy="216428"/>
          </a:xfrm>
        </p:spPr>
        <p:txBody>
          <a:bodyPr lIns="0" tIns="0" rIns="0" bIns="0"/>
          <a:lstStyle>
            <a:lvl1pPr>
              <a:defRPr sz="1200"/>
            </a:lvl1pPr>
          </a:lstStyle>
          <a:p>
            <a:pPr lvl="0"/>
            <a:r>
              <a:rPr lang="fr-FR" err="1"/>
              <a:t>Level</a:t>
            </a:r>
            <a:r>
              <a:rPr lang="fr-FR"/>
              <a:t> (Partner…)</a:t>
            </a:r>
          </a:p>
        </p:txBody>
      </p:sp>
      <p:sp>
        <p:nvSpPr>
          <p:cNvPr id="8" name="Reserved text space 20">
            <a:extLst>
              <a:ext uri="{FF2B5EF4-FFF2-40B4-BE49-F238E27FC236}">
                <a16:creationId xmlns:a16="http://schemas.microsoft.com/office/drawing/2014/main" id="{F5C910A0-BC9B-2798-D968-DEA1BA497243}"/>
              </a:ext>
            </a:extLst>
          </p:cNvPr>
          <p:cNvSpPr>
            <a:spLocks noGrp="1"/>
          </p:cNvSpPr>
          <p:nvPr>
            <p:ph type="body" sz="quarter" idx="25" hasCustomPrompt="1"/>
          </p:nvPr>
        </p:nvSpPr>
        <p:spPr>
          <a:xfrm>
            <a:off x="7804353" y="3212573"/>
            <a:ext cx="3962400" cy="216427"/>
          </a:xfrm>
        </p:spPr>
        <p:txBody>
          <a:bodyPr lIns="0" tIns="0" rIns="0" bIns="0"/>
          <a:lstStyle>
            <a:lvl1pPr>
              <a:spcBef>
                <a:spcPts val="0"/>
              </a:spcBef>
              <a:defRPr sz="1200">
                <a:latin typeface="+mj-lt"/>
              </a:defRPr>
            </a:lvl1pPr>
            <a:lvl2pPr marL="0" indent="0" algn="r">
              <a:spcBef>
                <a:spcPts val="0"/>
              </a:spcBef>
              <a:buNone/>
              <a:defRPr sz="1200"/>
            </a:lvl2pPr>
          </a:lstStyle>
          <a:p>
            <a:pPr lvl="1" algn="r" defTabSz="179388"/>
            <a:r>
              <a:rPr lang="fr-FR" sz="1200" b="1">
                <a:solidFill>
                  <a:schemeClr val="tx1">
                    <a:lumMod val="100000"/>
                  </a:schemeClr>
                </a:solidFill>
              </a:rPr>
              <a:t>M</a:t>
            </a:r>
            <a:r>
              <a:rPr lang="fr-FR" sz="1200">
                <a:solidFill>
                  <a:schemeClr val="tx1">
                    <a:lumMod val="100000"/>
                  </a:schemeClr>
                </a:solidFill>
              </a:rPr>
              <a:t>	+33 (0)6 00 00 00 00</a:t>
            </a:r>
          </a:p>
        </p:txBody>
      </p:sp>
      <p:sp>
        <p:nvSpPr>
          <p:cNvPr id="9" name="Reserved text space 20">
            <a:extLst>
              <a:ext uri="{FF2B5EF4-FFF2-40B4-BE49-F238E27FC236}">
                <a16:creationId xmlns:a16="http://schemas.microsoft.com/office/drawing/2014/main" id="{5AD130FA-73DD-2EE7-1F80-237A42EA9198}"/>
              </a:ext>
            </a:extLst>
          </p:cNvPr>
          <p:cNvSpPr>
            <a:spLocks noGrp="1"/>
          </p:cNvSpPr>
          <p:nvPr>
            <p:ph type="body" sz="quarter" idx="26" hasCustomPrompt="1"/>
          </p:nvPr>
        </p:nvSpPr>
        <p:spPr>
          <a:xfrm>
            <a:off x="7804353" y="3429000"/>
            <a:ext cx="3962400" cy="225809"/>
          </a:xfrm>
        </p:spPr>
        <p:txBody>
          <a:bodyPr lIns="0" tIns="0" rIns="0" bIns="0"/>
          <a:lstStyle>
            <a:lvl1pPr>
              <a:spcBef>
                <a:spcPts val="0"/>
              </a:spcBef>
              <a:defRPr sz="1200">
                <a:latin typeface="+mj-lt"/>
              </a:defRPr>
            </a:lvl1pPr>
            <a:lvl2pPr marL="0" indent="0" algn="r">
              <a:spcBef>
                <a:spcPts val="0"/>
              </a:spcBef>
              <a:buNone/>
              <a:defRPr sz="1200"/>
            </a:lvl2pPr>
          </a:lstStyle>
          <a:p>
            <a:pPr lvl="1" algn="r" defTabSz="179388"/>
            <a:r>
              <a:rPr lang="fr-FR" sz="1200">
                <a:solidFill>
                  <a:schemeClr val="tx1">
                    <a:lumMod val="100000"/>
                  </a:schemeClr>
                </a:solidFill>
              </a:rPr>
              <a:t>firstname.lastname@wavestone.com</a:t>
            </a:r>
          </a:p>
        </p:txBody>
      </p:sp>
      <p:sp>
        <p:nvSpPr>
          <p:cNvPr id="10" name="Reserved text space 20">
            <a:extLst>
              <a:ext uri="{FF2B5EF4-FFF2-40B4-BE49-F238E27FC236}">
                <a16:creationId xmlns:a16="http://schemas.microsoft.com/office/drawing/2014/main" id="{279F3D57-43B5-0E02-5058-DEBD40BB2072}"/>
              </a:ext>
            </a:extLst>
          </p:cNvPr>
          <p:cNvSpPr>
            <a:spLocks noGrp="1"/>
          </p:cNvSpPr>
          <p:nvPr>
            <p:ph type="body" sz="quarter" idx="27" hasCustomPrompt="1"/>
          </p:nvPr>
        </p:nvSpPr>
        <p:spPr>
          <a:xfrm>
            <a:off x="3505200" y="3894276"/>
            <a:ext cx="3200400" cy="216428"/>
          </a:xfrm>
        </p:spPr>
        <p:txBody>
          <a:bodyPr lIns="0" tIns="0" rIns="0" bIns="0"/>
          <a:lstStyle>
            <a:lvl1pPr>
              <a:spcBef>
                <a:spcPts val="0"/>
              </a:spcBef>
              <a:defRPr sz="1200">
                <a:latin typeface="+mj-lt"/>
              </a:defRPr>
            </a:lvl1pPr>
            <a:lvl2pPr marL="0" indent="0">
              <a:spcBef>
                <a:spcPts val="0"/>
              </a:spcBef>
              <a:buNone/>
              <a:defRPr sz="1200"/>
            </a:lvl2pPr>
          </a:lstStyle>
          <a:p>
            <a:pPr lvl="0"/>
            <a:r>
              <a:rPr lang="fr-FR"/>
              <a:t>First Name LAST NAME</a:t>
            </a:r>
          </a:p>
        </p:txBody>
      </p:sp>
      <p:sp>
        <p:nvSpPr>
          <p:cNvPr id="11" name="Reserved text space32">
            <a:extLst>
              <a:ext uri="{FF2B5EF4-FFF2-40B4-BE49-F238E27FC236}">
                <a16:creationId xmlns:a16="http://schemas.microsoft.com/office/drawing/2014/main" id="{0B76E3CE-54EF-68A4-2915-B0236215FF41}"/>
              </a:ext>
            </a:extLst>
          </p:cNvPr>
          <p:cNvSpPr>
            <a:spLocks noGrp="1"/>
          </p:cNvSpPr>
          <p:nvPr>
            <p:ph type="body" sz="quarter" idx="28" hasCustomPrompt="1"/>
          </p:nvPr>
        </p:nvSpPr>
        <p:spPr>
          <a:xfrm>
            <a:off x="3505200" y="4112570"/>
            <a:ext cx="3200400" cy="216428"/>
          </a:xfrm>
        </p:spPr>
        <p:txBody>
          <a:bodyPr lIns="0" tIns="0" rIns="0" bIns="0"/>
          <a:lstStyle>
            <a:lvl1pPr>
              <a:defRPr sz="1200"/>
            </a:lvl1pPr>
          </a:lstStyle>
          <a:p>
            <a:pPr lvl="0"/>
            <a:r>
              <a:rPr lang="fr-FR" err="1"/>
              <a:t>Level</a:t>
            </a:r>
            <a:r>
              <a:rPr lang="fr-FR"/>
              <a:t> (Partner…)</a:t>
            </a:r>
          </a:p>
        </p:txBody>
      </p:sp>
      <p:sp>
        <p:nvSpPr>
          <p:cNvPr id="12" name="Reserved text space 20">
            <a:extLst>
              <a:ext uri="{FF2B5EF4-FFF2-40B4-BE49-F238E27FC236}">
                <a16:creationId xmlns:a16="http://schemas.microsoft.com/office/drawing/2014/main" id="{3CB87AAF-3CA5-3453-6CC8-6325F5E2B234}"/>
              </a:ext>
            </a:extLst>
          </p:cNvPr>
          <p:cNvSpPr>
            <a:spLocks noGrp="1"/>
          </p:cNvSpPr>
          <p:nvPr>
            <p:ph type="body" sz="quarter" idx="29" hasCustomPrompt="1"/>
          </p:nvPr>
        </p:nvSpPr>
        <p:spPr>
          <a:xfrm>
            <a:off x="7804353" y="3894276"/>
            <a:ext cx="3962400" cy="216427"/>
          </a:xfrm>
        </p:spPr>
        <p:txBody>
          <a:bodyPr lIns="0" tIns="0" rIns="0" bIns="0"/>
          <a:lstStyle>
            <a:lvl1pPr>
              <a:spcBef>
                <a:spcPts val="0"/>
              </a:spcBef>
              <a:defRPr sz="1200">
                <a:latin typeface="+mj-lt"/>
              </a:defRPr>
            </a:lvl1pPr>
            <a:lvl2pPr marL="0" indent="0" algn="r">
              <a:spcBef>
                <a:spcPts val="0"/>
              </a:spcBef>
              <a:buNone/>
              <a:defRPr sz="1200"/>
            </a:lvl2pPr>
          </a:lstStyle>
          <a:p>
            <a:pPr lvl="1" algn="r" defTabSz="179388"/>
            <a:r>
              <a:rPr lang="fr-FR" sz="1200" b="1">
                <a:solidFill>
                  <a:schemeClr val="tx1">
                    <a:lumMod val="100000"/>
                  </a:schemeClr>
                </a:solidFill>
              </a:rPr>
              <a:t>M</a:t>
            </a:r>
            <a:r>
              <a:rPr lang="fr-FR" sz="1200">
                <a:solidFill>
                  <a:schemeClr val="tx1">
                    <a:lumMod val="100000"/>
                  </a:schemeClr>
                </a:solidFill>
              </a:rPr>
              <a:t>	+33 (0)6 00 00 00 00</a:t>
            </a:r>
          </a:p>
        </p:txBody>
      </p:sp>
      <p:sp>
        <p:nvSpPr>
          <p:cNvPr id="13" name="Reserved text space 20">
            <a:extLst>
              <a:ext uri="{FF2B5EF4-FFF2-40B4-BE49-F238E27FC236}">
                <a16:creationId xmlns:a16="http://schemas.microsoft.com/office/drawing/2014/main" id="{5BB75A27-FAB3-78D0-A920-3EB504C917AD}"/>
              </a:ext>
            </a:extLst>
          </p:cNvPr>
          <p:cNvSpPr>
            <a:spLocks noGrp="1"/>
          </p:cNvSpPr>
          <p:nvPr>
            <p:ph type="body" sz="quarter" idx="30" hasCustomPrompt="1"/>
          </p:nvPr>
        </p:nvSpPr>
        <p:spPr>
          <a:xfrm>
            <a:off x="7804353" y="4112570"/>
            <a:ext cx="3962400" cy="225809"/>
          </a:xfrm>
        </p:spPr>
        <p:txBody>
          <a:bodyPr lIns="0" tIns="0" rIns="0" bIns="0"/>
          <a:lstStyle>
            <a:lvl1pPr>
              <a:spcBef>
                <a:spcPts val="0"/>
              </a:spcBef>
              <a:defRPr sz="1200">
                <a:latin typeface="+mj-lt"/>
              </a:defRPr>
            </a:lvl1pPr>
            <a:lvl2pPr marL="0" indent="0" algn="r">
              <a:spcBef>
                <a:spcPts val="0"/>
              </a:spcBef>
              <a:buNone/>
              <a:defRPr sz="1200"/>
            </a:lvl2pPr>
          </a:lstStyle>
          <a:p>
            <a:pPr lvl="1" algn="r" defTabSz="179388"/>
            <a:r>
              <a:rPr lang="fr-FR" sz="1200">
                <a:solidFill>
                  <a:schemeClr val="tx1">
                    <a:lumMod val="100000"/>
                  </a:schemeClr>
                </a:solidFill>
              </a:rPr>
              <a:t>firstname.lastname@wavestone.com</a:t>
            </a:r>
          </a:p>
        </p:txBody>
      </p:sp>
      <p:sp>
        <p:nvSpPr>
          <p:cNvPr id="2" name="TextBox 1">
            <a:extLst>
              <a:ext uri="{FF2B5EF4-FFF2-40B4-BE49-F238E27FC236}">
                <a16:creationId xmlns:a16="http://schemas.microsoft.com/office/drawing/2014/main" id="{506D669B-CCDE-C66A-D502-1A770EBF63F1}"/>
              </a:ext>
            </a:extLst>
          </p:cNvPr>
          <p:cNvSpPr txBox="1">
            <a:spLocks/>
          </p:cNvSpPr>
          <p:nvPr userDrawn="1"/>
        </p:nvSpPr>
        <p:spPr>
          <a:xfrm>
            <a:off x="9713363" y="5444294"/>
            <a:ext cx="2053390" cy="468000"/>
          </a:xfrm>
          <a:prstGeom prst="rect">
            <a:avLst/>
          </a:prstGeom>
          <a:grpFill/>
        </p:spPr>
        <p:txBody>
          <a:bodyPr wrap="square" lIns="144000" tIns="0" rIns="0" bIns="0" anchor="b">
            <a:noAutofit/>
          </a:bodyPr>
          <a:lstStyle>
            <a:defPPr>
              <a:defRPr lang="en-US"/>
            </a:defPPr>
            <a:lvl1pPr indent="0">
              <a:spcBef>
                <a:spcPts val="0"/>
              </a:spcBef>
              <a:spcAft>
                <a:spcPts val="0"/>
              </a:spcAft>
              <a:buFont typeface="Arial" panose="020B0604020202020204" pitchFamily="34" charset="0"/>
              <a:buNone/>
              <a:defRPr sz="1100" b="0" baseline="0">
                <a:solidFill>
                  <a:schemeClr val="bg1"/>
                </a:solidFill>
              </a:defRPr>
            </a:lvl1pPr>
            <a:lvl2pPr marL="0" indent="0">
              <a:spcBef>
                <a:spcPts val="500"/>
              </a:spcBef>
              <a:buClr>
                <a:schemeClr val="tx2"/>
              </a:buClr>
              <a:buSzPct val="105000"/>
              <a:buFontTx/>
              <a:buNone/>
              <a:defRPr>
                <a:solidFill>
                  <a:srgbClr val="6D6D6D"/>
                </a:solidFill>
              </a:defRPr>
            </a:lvl2pPr>
            <a:lvl3pPr marL="180000" indent="-180000">
              <a:spcBef>
                <a:spcPts val="500"/>
              </a:spcBef>
              <a:buClr>
                <a:schemeClr val="tx2"/>
              </a:buClr>
              <a:buFont typeface="Calibri" panose="020F0502020204030204" pitchFamily="34" charset="0"/>
              <a:buChar char="›"/>
              <a:defRPr sz="1600">
                <a:solidFill>
                  <a:srgbClr val="6D6D6D"/>
                </a:solidFill>
              </a:defRPr>
            </a:lvl3pPr>
            <a:lvl4pPr marL="367200" indent="-187200">
              <a:spcBef>
                <a:spcPts val="500"/>
              </a:spcBef>
              <a:buFont typeface="Symbol" panose="05050102010706020507" pitchFamily="18" charset="2"/>
              <a:buChar char="-"/>
              <a:defRPr sz="1600">
                <a:solidFill>
                  <a:srgbClr val="6D6D6D"/>
                </a:solidFill>
              </a:defRPr>
            </a:lvl4pPr>
            <a:lvl5pPr marL="576000" indent="-187200">
              <a:spcBef>
                <a:spcPts val="500"/>
              </a:spcBef>
              <a:buClr>
                <a:schemeClr val="tx1"/>
              </a:buClr>
              <a:buFont typeface="Symbol" panose="05050102010706020507" pitchFamily="18" charset="2"/>
              <a:buChar char="-"/>
              <a:defRPr sz="1400">
                <a:solidFill>
                  <a:srgbClr val="6D6D6D"/>
                </a:solidFill>
              </a:defRPr>
            </a:lvl5pPr>
            <a:lvl6pPr marL="766763" indent="-185738">
              <a:spcBef>
                <a:spcPts val="500"/>
              </a:spcBef>
              <a:buClr>
                <a:schemeClr val="tx2"/>
              </a:buClr>
              <a:buFont typeface="Calibri" panose="020F0502020204030204" pitchFamily="34" charset="0"/>
              <a:buChar char="»"/>
              <a:defRPr sz="1400">
                <a:solidFill>
                  <a:srgbClr val="6D6D6D"/>
                </a:solidFill>
              </a:defRPr>
            </a:lvl6pPr>
            <a:lvl7pPr marL="766800" indent="-187200">
              <a:spcBef>
                <a:spcPts val="500"/>
              </a:spcBef>
              <a:buClr>
                <a:schemeClr val="tx2"/>
              </a:buClr>
              <a:buFont typeface="Calibri" panose="020F0502020204030204" pitchFamily="34" charset="0"/>
              <a:buChar char="»"/>
              <a:defRPr sz="1400" baseline="0">
                <a:solidFill>
                  <a:srgbClr val="6D6D6D"/>
                </a:solidFill>
              </a:defRPr>
            </a:lvl7pPr>
            <a:lvl8pPr marL="766800" indent="-187200">
              <a:spcBef>
                <a:spcPts val="500"/>
              </a:spcBef>
              <a:buClr>
                <a:schemeClr val="tx2"/>
              </a:buClr>
              <a:buFont typeface="Calibri" panose="020F0502020204030204" pitchFamily="34" charset="0"/>
              <a:buChar char="»"/>
              <a:defRPr sz="1400" baseline="0">
                <a:solidFill>
                  <a:srgbClr val="6D6D6D"/>
                </a:solidFill>
              </a:defRPr>
            </a:lvl8pPr>
            <a:lvl9pPr marL="766800" indent="-187200">
              <a:spcBef>
                <a:spcPts val="500"/>
              </a:spcBef>
              <a:buClr>
                <a:schemeClr val="tx2"/>
              </a:buClr>
              <a:buFont typeface="Calibri" panose="020F0502020204030204" pitchFamily="34" charset="0"/>
              <a:buChar char="»"/>
              <a:defRPr sz="1400" baseline="0">
                <a:solidFill>
                  <a:srgbClr val="6D6D6D"/>
                </a:solidFill>
              </a:defRPr>
            </a:lvl9pPr>
          </a:lstStyle>
          <a:p>
            <a:pPr algn="r"/>
            <a:r>
              <a:rPr lang="fr-FR">
                <a:solidFill>
                  <a:schemeClr val="tx1">
                    <a:lumMod val="100000"/>
                  </a:schemeClr>
                </a:solidFill>
                <a:hlinkClick r:id="rId2"/>
              </a:rPr>
              <a:t>Wavestone.com </a:t>
            </a:r>
            <a:endParaRPr lang="fr-FR">
              <a:solidFill>
                <a:schemeClr val="tx1">
                  <a:lumMod val="100000"/>
                </a:schemeClr>
              </a:solidFill>
            </a:endParaRPr>
          </a:p>
        </p:txBody>
      </p:sp>
      <p:pic>
        <p:nvPicPr>
          <p:cNvPr id="6" name="White Wavestone logo">
            <a:extLst>
              <a:ext uri="{FF2B5EF4-FFF2-40B4-BE49-F238E27FC236}">
                <a16:creationId xmlns:a16="http://schemas.microsoft.com/office/drawing/2014/main" id="{EB4D8A06-BCAF-64B9-E7EE-FBCC5A1C82B8}"/>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257009" y="257698"/>
            <a:ext cx="2743200" cy="684590"/>
          </a:xfrm>
          <a:prstGeom prst="rect">
            <a:avLst/>
          </a:prstGeom>
        </p:spPr>
      </p:pic>
      <p:pic>
        <p:nvPicPr>
          <p:cNvPr id="3" name="Wavestone logo">
            <a:extLst>
              <a:ext uri="{FF2B5EF4-FFF2-40B4-BE49-F238E27FC236}">
                <a16:creationId xmlns:a16="http://schemas.microsoft.com/office/drawing/2014/main" id="{1F33C6DA-9B69-52AA-7949-A0C3364B08C2}"/>
              </a:ext>
              <a:ext uri="{C183D7F6-B498-43B3-948B-1728B52AA6E4}">
                <adec:decorative xmlns:adec="http://schemas.microsoft.com/office/drawing/2017/decorative" val="1"/>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9257009" y="257698"/>
            <a:ext cx="2743199" cy="684590"/>
          </a:xfrm>
          <a:prstGeom prst="rect">
            <a:avLst/>
          </a:prstGeom>
        </p:spPr>
      </p:pic>
    </p:spTree>
    <p:extLst>
      <p:ext uri="{BB962C8B-B14F-4D97-AF65-F5344CB8AC3E}">
        <p14:creationId xmlns:p14="http://schemas.microsoft.com/office/powerpoint/2010/main" val="2224129240"/>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Contacts blue">
    <p:bg>
      <p:bgPr>
        <a:gradFill flip="none" rotWithShape="1">
          <a:gsLst>
            <a:gs pos="0">
              <a:schemeClr val="bg2"/>
            </a:gs>
            <a:gs pos="100000">
              <a:schemeClr val="accent3"/>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39" name="Wavestone logo">
            <a:extLst>
              <a:ext uri="{FF2B5EF4-FFF2-40B4-BE49-F238E27FC236}">
                <a16:creationId xmlns:a16="http://schemas.microsoft.com/office/drawing/2014/main" id="{2AC6A881-F430-4E14-2709-04CEA7BDD547}"/>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257009" y="257698"/>
            <a:ext cx="2743199" cy="684590"/>
          </a:xfrm>
          <a:prstGeom prst="rect">
            <a:avLst/>
          </a:prstGeom>
        </p:spPr>
      </p:pic>
      <p:pic>
        <p:nvPicPr>
          <p:cNvPr id="38" name="White Wavestone logo">
            <a:extLst>
              <a:ext uri="{FF2B5EF4-FFF2-40B4-BE49-F238E27FC236}">
                <a16:creationId xmlns:a16="http://schemas.microsoft.com/office/drawing/2014/main" id="{6BC8D46B-7DDC-DF45-9C36-074A672FC157}"/>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257009" y="257698"/>
            <a:ext cx="2743200" cy="684590"/>
          </a:xfrm>
          <a:prstGeom prst="rect">
            <a:avLst/>
          </a:prstGeom>
        </p:spPr>
      </p:pic>
      <p:sp>
        <p:nvSpPr>
          <p:cNvPr id="21" name="Reserved text space 20">
            <a:extLst>
              <a:ext uri="{FF2B5EF4-FFF2-40B4-BE49-F238E27FC236}">
                <a16:creationId xmlns:a16="http://schemas.microsoft.com/office/drawing/2014/main" id="{396A1B03-6D53-7126-70B1-8B5190F8AE68}"/>
              </a:ext>
            </a:extLst>
          </p:cNvPr>
          <p:cNvSpPr>
            <a:spLocks noGrp="1"/>
          </p:cNvSpPr>
          <p:nvPr>
            <p:ph type="body" sz="quarter" idx="10" hasCustomPrompt="1"/>
          </p:nvPr>
        </p:nvSpPr>
        <p:spPr>
          <a:xfrm>
            <a:off x="3505200" y="2530870"/>
            <a:ext cx="3200400" cy="216428"/>
          </a:xfrm>
        </p:spPr>
        <p:txBody>
          <a:bodyPr lIns="0" tIns="0" rIns="0" bIns="0"/>
          <a:lstStyle>
            <a:lvl1pPr>
              <a:spcBef>
                <a:spcPts val="0"/>
              </a:spcBef>
              <a:defRPr sz="1200">
                <a:solidFill>
                  <a:schemeClr val="bg1">
                    <a:lumMod val="100000"/>
                  </a:schemeClr>
                </a:solidFill>
                <a:latin typeface="+mj-lt"/>
              </a:defRPr>
            </a:lvl1pPr>
            <a:lvl2pPr marL="0" indent="0">
              <a:spcBef>
                <a:spcPts val="0"/>
              </a:spcBef>
              <a:buNone/>
              <a:defRPr sz="1200"/>
            </a:lvl2pPr>
          </a:lstStyle>
          <a:p>
            <a:pPr lvl="0"/>
            <a:r>
              <a:rPr lang="fr-FR"/>
              <a:t>First Name LAST NAME</a:t>
            </a:r>
          </a:p>
        </p:txBody>
      </p:sp>
      <p:sp>
        <p:nvSpPr>
          <p:cNvPr id="33" name="Reserved text space 32">
            <a:extLst>
              <a:ext uri="{FF2B5EF4-FFF2-40B4-BE49-F238E27FC236}">
                <a16:creationId xmlns:a16="http://schemas.microsoft.com/office/drawing/2014/main" id="{AB8D343A-8010-C989-7C3E-07E4FA519368}"/>
              </a:ext>
            </a:extLst>
          </p:cNvPr>
          <p:cNvSpPr>
            <a:spLocks noGrp="1"/>
          </p:cNvSpPr>
          <p:nvPr>
            <p:ph type="body" sz="quarter" idx="17" hasCustomPrompt="1"/>
          </p:nvPr>
        </p:nvSpPr>
        <p:spPr>
          <a:xfrm>
            <a:off x="3505200" y="2750473"/>
            <a:ext cx="3200400" cy="216428"/>
          </a:xfrm>
        </p:spPr>
        <p:txBody>
          <a:bodyPr lIns="0" tIns="0" rIns="0" bIns="0"/>
          <a:lstStyle>
            <a:lvl1pPr>
              <a:defRPr sz="1200">
                <a:solidFill>
                  <a:schemeClr val="bg1">
                    <a:lumMod val="100000"/>
                  </a:schemeClr>
                </a:solidFill>
              </a:defRPr>
            </a:lvl1pPr>
          </a:lstStyle>
          <a:p>
            <a:pPr lvl="0"/>
            <a:r>
              <a:rPr lang="fr-FR" err="1"/>
              <a:t>Level</a:t>
            </a:r>
            <a:r>
              <a:rPr lang="fr-FR"/>
              <a:t> (Partner…)</a:t>
            </a:r>
          </a:p>
        </p:txBody>
      </p:sp>
      <p:sp>
        <p:nvSpPr>
          <p:cNvPr id="6" name="Reserved text space 20" descr=" ">
            <a:extLst>
              <a:ext uri="{FF2B5EF4-FFF2-40B4-BE49-F238E27FC236}">
                <a16:creationId xmlns:a16="http://schemas.microsoft.com/office/drawing/2014/main" id="{BCFD5F1C-FF20-A968-4161-E1E51A81C199}"/>
              </a:ext>
            </a:extLst>
          </p:cNvPr>
          <p:cNvSpPr>
            <a:spLocks noGrp="1"/>
          </p:cNvSpPr>
          <p:nvPr>
            <p:ph type="body" sz="quarter" idx="28" hasCustomPrompt="1"/>
          </p:nvPr>
        </p:nvSpPr>
        <p:spPr>
          <a:xfrm>
            <a:off x="7804355" y="2530870"/>
            <a:ext cx="3962399" cy="216428"/>
          </a:xfrm>
        </p:spPr>
        <p:txBody>
          <a:bodyPr lIns="0" tIns="0" rIns="0" bIns="0"/>
          <a:lstStyle>
            <a:lvl1pPr algn="r">
              <a:spcBef>
                <a:spcPts val="0"/>
              </a:spcBef>
              <a:defRPr sz="1200">
                <a:solidFill>
                  <a:schemeClr val="bg1">
                    <a:lumMod val="100000"/>
                  </a:schemeClr>
                </a:solidFill>
                <a:latin typeface="+mj-lt"/>
              </a:defRPr>
            </a:lvl1pPr>
            <a:lvl2pPr marL="0" indent="0">
              <a:spcBef>
                <a:spcPts val="0"/>
              </a:spcBef>
              <a:buNone/>
              <a:defRPr sz="1200"/>
            </a:lvl2pPr>
          </a:lstStyle>
          <a:p>
            <a:pPr lvl="0"/>
            <a:r>
              <a:rPr lang="fr-FR"/>
              <a:t>M +33 (0)6 00 00 00 00</a:t>
            </a:r>
          </a:p>
        </p:txBody>
      </p:sp>
      <p:sp>
        <p:nvSpPr>
          <p:cNvPr id="7" name="Reserved text space 20">
            <a:extLst>
              <a:ext uri="{FF2B5EF4-FFF2-40B4-BE49-F238E27FC236}">
                <a16:creationId xmlns:a16="http://schemas.microsoft.com/office/drawing/2014/main" id="{362E9999-54D0-9609-C250-6C47FCB0D35A}"/>
              </a:ext>
            </a:extLst>
          </p:cNvPr>
          <p:cNvSpPr>
            <a:spLocks noGrp="1"/>
          </p:cNvSpPr>
          <p:nvPr>
            <p:ph type="body" sz="quarter" idx="29" hasCustomPrompt="1"/>
          </p:nvPr>
        </p:nvSpPr>
        <p:spPr>
          <a:xfrm>
            <a:off x="7804355" y="2750473"/>
            <a:ext cx="3962399" cy="216428"/>
          </a:xfrm>
        </p:spPr>
        <p:txBody>
          <a:bodyPr lIns="0" tIns="0" rIns="0" bIns="0"/>
          <a:lstStyle>
            <a:lvl1pPr algn="r">
              <a:spcBef>
                <a:spcPts val="0"/>
              </a:spcBef>
              <a:defRPr sz="1200">
                <a:solidFill>
                  <a:schemeClr val="bg1">
                    <a:lumMod val="100000"/>
                  </a:schemeClr>
                </a:solidFill>
                <a:latin typeface="+mj-lt"/>
              </a:defRPr>
            </a:lvl1pPr>
            <a:lvl2pPr marL="0" indent="0">
              <a:spcBef>
                <a:spcPts val="0"/>
              </a:spcBef>
              <a:buNone/>
              <a:defRPr sz="1200"/>
            </a:lvl2pPr>
          </a:lstStyle>
          <a:p>
            <a:pPr lvl="0"/>
            <a:r>
              <a:rPr lang="fr-FR"/>
              <a:t>firstname.lastname@wavestone.com</a:t>
            </a:r>
          </a:p>
        </p:txBody>
      </p:sp>
      <p:sp>
        <p:nvSpPr>
          <p:cNvPr id="25" name="Reserved text space 20">
            <a:extLst>
              <a:ext uri="{FF2B5EF4-FFF2-40B4-BE49-F238E27FC236}">
                <a16:creationId xmlns:a16="http://schemas.microsoft.com/office/drawing/2014/main" id="{73274A50-E871-4BB3-341F-B175B1EDCE12}"/>
              </a:ext>
            </a:extLst>
          </p:cNvPr>
          <p:cNvSpPr>
            <a:spLocks noGrp="1"/>
          </p:cNvSpPr>
          <p:nvPr>
            <p:ph type="body" sz="quarter" idx="30" hasCustomPrompt="1"/>
          </p:nvPr>
        </p:nvSpPr>
        <p:spPr>
          <a:xfrm>
            <a:off x="3505200" y="3203254"/>
            <a:ext cx="3200400" cy="216428"/>
          </a:xfrm>
        </p:spPr>
        <p:txBody>
          <a:bodyPr lIns="0" tIns="0" rIns="0" bIns="0"/>
          <a:lstStyle>
            <a:lvl1pPr>
              <a:spcBef>
                <a:spcPts val="0"/>
              </a:spcBef>
              <a:defRPr sz="1200">
                <a:solidFill>
                  <a:schemeClr val="bg1">
                    <a:lumMod val="100000"/>
                  </a:schemeClr>
                </a:solidFill>
                <a:latin typeface="+mj-lt"/>
              </a:defRPr>
            </a:lvl1pPr>
            <a:lvl2pPr marL="0" indent="0">
              <a:spcBef>
                <a:spcPts val="0"/>
              </a:spcBef>
              <a:buNone/>
              <a:defRPr sz="1200"/>
            </a:lvl2pPr>
          </a:lstStyle>
          <a:p>
            <a:pPr lvl="0"/>
            <a:r>
              <a:rPr lang="fr-FR"/>
              <a:t>First Name LAST NAME</a:t>
            </a:r>
          </a:p>
        </p:txBody>
      </p:sp>
      <p:sp>
        <p:nvSpPr>
          <p:cNvPr id="26" name="Reserved text space 32">
            <a:extLst>
              <a:ext uri="{FF2B5EF4-FFF2-40B4-BE49-F238E27FC236}">
                <a16:creationId xmlns:a16="http://schemas.microsoft.com/office/drawing/2014/main" id="{49EBBC22-6A9A-EC69-F46C-1D7F3D42D259}"/>
              </a:ext>
            </a:extLst>
          </p:cNvPr>
          <p:cNvSpPr>
            <a:spLocks noGrp="1"/>
          </p:cNvSpPr>
          <p:nvPr>
            <p:ph type="body" sz="quarter" idx="31" hasCustomPrompt="1"/>
          </p:nvPr>
        </p:nvSpPr>
        <p:spPr>
          <a:xfrm>
            <a:off x="3505200" y="3422857"/>
            <a:ext cx="3200400" cy="216428"/>
          </a:xfrm>
        </p:spPr>
        <p:txBody>
          <a:bodyPr lIns="0" tIns="0" rIns="0" bIns="0"/>
          <a:lstStyle>
            <a:lvl1pPr>
              <a:defRPr sz="1200">
                <a:solidFill>
                  <a:schemeClr val="bg1">
                    <a:lumMod val="100000"/>
                  </a:schemeClr>
                </a:solidFill>
              </a:defRPr>
            </a:lvl1pPr>
          </a:lstStyle>
          <a:p>
            <a:pPr lvl="0"/>
            <a:r>
              <a:rPr lang="fr-FR" err="1"/>
              <a:t>Level</a:t>
            </a:r>
            <a:r>
              <a:rPr lang="fr-FR"/>
              <a:t> (Partner…)</a:t>
            </a:r>
          </a:p>
        </p:txBody>
      </p:sp>
      <p:sp>
        <p:nvSpPr>
          <p:cNvPr id="27" name="Reserved text space 20">
            <a:extLst>
              <a:ext uri="{FF2B5EF4-FFF2-40B4-BE49-F238E27FC236}">
                <a16:creationId xmlns:a16="http://schemas.microsoft.com/office/drawing/2014/main" id="{6EC1B314-6584-C535-82A8-96CCA873EA89}"/>
              </a:ext>
            </a:extLst>
          </p:cNvPr>
          <p:cNvSpPr>
            <a:spLocks noGrp="1"/>
          </p:cNvSpPr>
          <p:nvPr>
            <p:ph type="body" sz="quarter" idx="32" hasCustomPrompt="1"/>
          </p:nvPr>
        </p:nvSpPr>
        <p:spPr>
          <a:xfrm>
            <a:off x="7804355" y="3203254"/>
            <a:ext cx="3962399" cy="216428"/>
          </a:xfrm>
        </p:spPr>
        <p:txBody>
          <a:bodyPr lIns="0" tIns="0" rIns="0" bIns="0"/>
          <a:lstStyle>
            <a:lvl1pPr algn="r">
              <a:spcBef>
                <a:spcPts val="0"/>
              </a:spcBef>
              <a:defRPr sz="1200">
                <a:solidFill>
                  <a:schemeClr val="bg1">
                    <a:lumMod val="100000"/>
                  </a:schemeClr>
                </a:solidFill>
                <a:latin typeface="+mj-lt"/>
              </a:defRPr>
            </a:lvl1pPr>
            <a:lvl2pPr marL="0" indent="0">
              <a:spcBef>
                <a:spcPts val="0"/>
              </a:spcBef>
              <a:buNone/>
              <a:defRPr sz="1200"/>
            </a:lvl2pPr>
          </a:lstStyle>
          <a:p>
            <a:pPr lvl="0"/>
            <a:r>
              <a:rPr lang="fr-FR"/>
              <a:t>M +33 (0)6 00 00 00 00</a:t>
            </a:r>
          </a:p>
        </p:txBody>
      </p:sp>
      <p:sp>
        <p:nvSpPr>
          <p:cNvPr id="28" name="Reserved text space 20">
            <a:extLst>
              <a:ext uri="{FF2B5EF4-FFF2-40B4-BE49-F238E27FC236}">
                <a16:creationId xmlns:a16="http://schemas.microsoft.com/office/drawing/2014/main" id="{B0666091-54E8-E6F8-3E84-62F367E8F890}"/>
              </a:ext>
            </a:extLst>
          </p:cNvPr>
          <p:cNvSpPr>
            <a:spLocks noGrp="1"/>
          </p:cNvSpPr>
          <p:nvPr>
            <p:ph type="body" sz="quarter" idx="33" hasCustomPrompt="1"/>
          </p:nvPr>
        </p:nvSpPr>
        <p:spPr>
          <a:xfrm>
            <a:off x="7804355" y="3422857"/>
            <a:ext cx="3962399" cy="216428"/>
          </a:xfrm>
        </p:spPr>
        <p:txBody>
          <a:bodyPr lIns="0" tIns="0" rIns="0" bIns="0"/>
          <a:lstStyle>
            <a:lvl1pPr algn="r">
              <a:spcBef>
                <a:spcPts val="0"/>
              </a:spcBef>
              <a:defRPr sz="1200">
                <a:solidFill>
                  <a:schemeClr val="bg1">
                    <a:lumMod val="100000"/>
                  </a:schemeClr>
                </a:solidFill>
                <a:latin typeface="+mj-lt"/>
              </a:defRPr>
            </a:lvl1pPr>
            <a:lvl2pPr marL="0" indent="0">
              <a:spcBef>
                <a:spcPts val="0"/>
              </a:spcBef>
              <a:buNone/>
              <a:defRPr sz="1200"/>
            </a:lvl2pPr>
          </a:lstStyle>
          <a:p>
            <a:pPr lvl="0"/>
            <a:r>
              <a:rPr lang="fr-FR"/>
              <a:t>firstname.lastname@wavestone.com</a:t>
            </a:r>
          </a:p>
        </p:txBody>
      </p:sp>
      <p:sp>
        <p:nvSpPr>
          <p:cNvPr id="29" name="Reserved text space 20">
            <a:extLst>
              <a:ext uri="{FF2B5EF4-FFF2-40B4-BE49-F238E27FC236}">
                <a16:creationId xmlns:a16="http://schemas.microsoft.com/office/drawing/2014/main" id="{D5487482-8BA9-F55C-36B8-4F51D8B779AF}"/>
              </a:ext>
            </a:extLst>
          </p:cNvPr>
          <p:cNvSpPr>
            <a:spLocks noGrp="1"/>
          </p:cNvSpPr>
          <p:nvPr>
            <p:ph type="body" sz="quarter" idx="34" hasCustomPrompt="1"/>
          </p:nvPr>
        </p:nvSpPr>
        <p:spPr>
          <a:xfrm>
            <a:off x="3505200" y="3894275"/>
            <a:ext cx="3200400" cy="216428"/>
          </a:xfrm>
        </p:spPr>
        <p:txBody>
          <a:bodyPr lIns="0" tIns="0" rIns="0" bIns="0"/>
          <a:lstStyle>
            <a:lvl1pPr>
              <a:spcBef>
                <a:spcPts val="0"/>
              </a:spcBef>
              <a:defRPr sz="1200">
                <a:solidFill>
                  <a:schemeClr val="bg1">
                    <a:lumMod val="100000"/>
                  </a:schemeClr>
                </a:solidFill>
                <a:latin typeface="+mj-lt"/>
              </a:defRPr>
            </a:lvl1pPr>
            <a:lvl2pPr marL="0" indent="0">
              <a:spcBef>
                <a:spcPts val="0"/>
              </a:spcBef>
              <a:buNone/>
              <a:defRPr sz="1200"/>
            </a:lvl2pPr>
          </a:lstStyle>
          <a:p>
            <a:pPr lvl="0"/>
            <a:r>
              <a:rPr lang="fr-FR"/>
              <a:t>First Name LAST NAME</a:t>
            </a:r>
          </a:p>
        </p:txBody>
      </p:sp>
      <p:sp>
        <p:nvSpPr>
          <p:cNvPr id="30" name="Reserved text space 32">
            <a:extLst>
              <a:ext uri="{FF2B5EF4-FFF2-40B4-BE49-F238E27FC236}">
                <a16:creationId xmlns:a16="http://schemas.microsoft.com/office/drawing/2014/main" id="{8D168342-CD64-D367-CA11-A7F115E8DFF4}"/>
              </a:ext>
            </a:extLst>
          </p:cNvPr>
          <p:cNvSpPr>
            <a:spLocks noGrp="1"/>
          </p:cNvSpPr>
          <p:nvPr>
            <p:ph type="body" sz="quarter" idx="35" hasCustomPrompt="1"/>
          </p:nvPr>
        </p:nvSpPr>
        <p:spPr>
          <a:xfrm>
            <a:off x="3505200" y="4113878"/>
            <a:ext cx="3200400" cy="216428"/>
          </a:xfrm>
        </p:spPr>
        <p:txBody>
          <a:bodyPr lIns="0" tIns="0" rIns="0" bIns="0"/>
          <a:lstStyle>
            <a:lvl1pPr>
              <a:defRPr sz="1200">
                <a:solidFill>
                  <a:schemeClr val="bg1">
                    <a:lumMod val="100000"/>
                  </a:schemeClr>
                </a:solidFill>
              </a:defRPr>
            </a:lvl1pPr>
          </a:lstStyle>
          <a:p>
            <a:pPr lvl="0"/>
            <a:r>
              <a:rPr lang="fr-FR" err="1"/>
              <a:t>Level</a:t>
            </a:r>
            <a:r>
              <a:rPr lang="fr-FR"/>
              <a:t> (Partner…)</a:t>
            </a:r>
          </a:p>
        </p:txBody>
      </p:sp>
      <p:sp>
        <p:nvSpPr>
          <p:cNvPr id="31" name="Reserved text space 20" descr=" ">
            <a:extLst>
              <a:ext uri="{FF2B5EF4-FFF2-40B4-BE49-F238E27FC236}">
                <a16:creationId xmlns:a16="http://schemas.microsoft.com/office/drawing/2014/main" id="{57D61A6F-4D7C-F9CC-B398-A3EACFDA9673}"/>
              </a:ext>
            </a:extLst>
          </p:cNvPr>
          <p:cNvSpPr>
            <a:spLocks noGrp="1"/>
          </p:cNvSpPr>
          <p:nvPr>
            <p:ph type="body" sz="quarter" idx="36" hasCustomPrompt="1"/>
          </p:nvPr>
        </p:nvSpPr>
        <p:spPr>
          <a:xfrm>
            <a:off x="7804355" y="3894275"/>
            <a:ext cx="3962399" cy="216428"/>
          </a:xfrm>
        </p:spPr>
        <p:txBody>
          <a:bodyPr lIns="0" tIns="0" rIns="0" bIns="0"/>
          <a:lstStyle>
            <a:lvl1pPr algn="r">
              <a:spcBef>
                <a:spcPts val="0"/>
              </a:spcBef>
              <a:defRPr sz="1200">
                <a:solidFill>
                  <a:schemeClr val="bg1">
                    <a:lumMod val="100000"/>
                  </a:schemeClr>
                </a:solidFill>
                <a:latin typeface="+mj-lt"/>
              </a:defRPr>
            </a:lvl1pPr>
            <a:lvl2pPr marL="0" indent="0">
              <a:spcBef>
                <a:spcPts val="0"/>
              </a:spcBef>
              <a:buNone/>
              <a:defRPr sz="1200"/>
            </a:lvl2pPr>
          </a:lstStyle>
          <a:p>
            <a:pPr lvl="0"/>
            <a:r>
              <a:rPr lang="fr-FR"/>
              <a:t>M +33 (0)6 00 00 00 00</a:t>
            </a:r>
          </a:p>
        </p:txBody>
      </p:sp>
      <p:sp>
        <p:nvSpPr>
          <p:cNvPr id="32" name="Reserved text space 20">
            <a:extLst>
              <a:ext uri="{FF2B5EF4-FFF2-40B4-BE49-F238E27FC236}">
                <a16:creationId xmlns:a16="http://schemas.microsoft.com/office/drawing/2014/main" id="{A43BC210-A7CF-7751-2002-CF662CD9EC0E}"/>
              </a:ext>
            </a:extLst>
          </p:cNvPr>
          <p:cNvSpPr>
            <a:spLocks noGrp="1"/>
          </p:cNvSpPr>
          <p:nvPr>
            <p:ph type="body" sz="quarter" idx="37" hasCustomPrompt="1"/>
          </p:nvPr>
        </p:nvSpPr>
        <p:spPr>
          <a:xfrm>
            <a:off x="7804355" y="4113878"/>
            <a:ext cx="3962399" cy="216428"/>
          </a:xfrm>
        </p:spPr>
        <p:txBody>
          <a:bodyPr lIns="0" tIns="0" rIns="0" bIns="0"/>
          <a:lstStyle>
            <a:lvl1pPr algn="r">
              <a:spcBef>
                <a:spcPts val="0"/>
              </a:spcBef>
              <a:defRPr sz="1200">
                <a:solidFill>
                  <a:schemeClr val="bg1">
                    <a:lumMod val="100000"/>
                  </a:schemeClr>
                </a:solidFill>
                <a:latin typeface="+mj-lt"/>
              </a:defRPr>
            </a:lvl1pPr>
            <a:lvl2pPr marL="0" indent="0">
              <a:spcBef>
                <a:spcPts val="0"/>
              </a:spcBef>
              <a:buNone/>
              <a:defRPr sz="1200"/>
            </a:lvl2pPr>
          </a:lstStyle>
          <a:p>
            <a:pPr lvl="0"/>
            <a:r>
              <a:rPr lang="fr-FR"/>
              <a:t>firstname.lastname@wavestone.com</a:t>
            </a:r>
          </a:p>
        </p:txBody>
      </p:sp>
      <p:sp>
        <p:nvSpPr>
          <p:cNvPr id="2" name="TextBox 1" descr="Link of Wavestone website">
            <a:extLst>
              <a:ext uri="{FF2B5EF4-FFF2-40B4-BE49-F238E27FC236}">
                <a16:creationId xmlns:a16="http://schemas.microsoft.com/office/drawing/2014/main" id="{506D669B-CCDE-C66A-D502-1A770EBF63F1}"/>
              </a:ext>
            </a:extLst>
          </p:cNvPr>
          <p:cNvSpPr txBox="1">
            <a:spLocks/>
          </p:cNvSpPr>
          <p:nvPr userDrawn="1"/>
        </p:nvSpPr>
        <p:spPr>
          <a:xfrm>
            <a:off x="9713363" y="5444294"/>
            <a:ext cx="2053390" cy="468000"/>
          </a:xfrm>
          <a:prstGeom prst="rect">
            <a:avLst/>
          </a:prstGeom>
          <a:grpFill/>
        </p:spPr>
        <p:txBody>
          <a:bodyPr wrap="square" lIns="144000" tIns="0" rIns="0" bIns="0" anchor="b">
            <a:noAutofit/>
          </a:bodyPr>
          <a:lstStyle>
            <a:defPPr>
              <a:defRPr lang="en-US"/>
            </a:defPPr>
            <a:lvl1pPr indent="0">
              <a:spcBef>
                <a:spcPts val="0"/>
              </a:spcBef>
              <a:spcAft>
                <a:spcPts val="0"/>
              </a:spcAft>
              <a:buFont typeface="Arial" panose="020B0604020202020204" pitchFamily="34" charset="0"/>
              <a:buNone/>
              <a:defRPr sz="1100" b="0" baseline="0">
                <a:solidFill>
                  <a:schemeClr val="bg1"/>
                </a:solidFill>
              </a:defRPr>
            </a:lvl1pPr>
            <a:lvl2pPr marL="0" indent="0">
              <a:spcBef>
                <a:spcPts val="500"/>
              </a:spcBef>
              <a:buClr>
                <a:schemeClr val="tx2"/>
              </a:buClr>
              <a:buSzPct val="105000"/>
              <a:buFontTx/>
              <a:buNone/>
              <a:defRPr>
                <a:solidFill>
                  <a:srgbClr val="6D6D6D"/>
                </a:solidFill>
              </a:defRPr>
            </a:lvl2pPr>
            <a:lvl3pPr marL="180000" indent="-180000">
              <a:spcBef>
                <a:spcPts val="500"/>
              </a:spcBef>
              <a:buClr>
                <a:schemeClr val="tx2"/>
              </a:buClr>
              <a:buFont typeface="Calibri" panose="020F0502020204030204" pitchFamily="34" charset="0"/>
              <a:buChar char="›"/>
              <a:defRPr sz="1600">
                <a:solidFill>
                  <a:srgbClr val="6D6D6D"/>
                </a:solidFill>
              </a:defRPr>
            </a:lvl3pPr>
            <a:lvl4pPr marL="367200" indent="-187200">
              <a:spcBef>
                <a:spcPts val="500"/>
              </a:spcBef>
              <a:buFont typeface="Symbol" panose="05050102010706020507" pitchFamily="18" charset="2"/>
              <a:buChar char="-"/>
              <a:defRPr sz="1600">
                <a:solidFill>
                  <a:srgbClr val="6D6D6D"/>
                </a:solidFill>
              </a:defRPr>
            </a:lvl4pPr>
            <a:lvl5pPr marL="576000" indent="-187200">
              <a:spcBef>
                <a:spcPts val="500"/>
              </a:spcBef>
              <a:buClr>
                <a:schemeClr val="tx1"/>
              </a:buClr>
              <a:buFont typeface="Symbol" panose="05050102010706020507" pitchFamily="18" charset="2"/>
              <a:buChar char="-"/>
              <a:defRPr sz="1400">
                <a:solidFill>
                  <a:srgbClr val="6D6D6D"/>
                </a:solidFill>
              </a:defRPr>
            </a:lvl5pPr>
            <a:lvl6pPr marL="766763" indent="-185738">
              <a:spcBef>
                <a:spcPts val="500"/>
              </a:spcBef>
              <a:buClr>
                <a:schemeClr val="tx2"/>
              </a:buClr>
              <a:buFont typeface="Calibri" panose="020F0502020204030204" pitchFamily="34" charset="0"/>
              <a:buChar char="»"/>
              <a:defRPr sz="1400">
                <a:solidFill>
                  <a:srgbClr val="6D6D6D"/>
                </a:solidFill>
              </a:defRPr>
            </a:lvl6pPr>
            <a:lvl7pPr marL="766800" indent="-187200">
              <a:spcBef>
                <a:spcPts val="500"/>
              </a:spcBef>
              <a:buClr>
                <a:schemeClr val="tx2"/>
              </a:buClr>
              <a:buFont typeface="Calibri" panose="020F0502020204030204" pitchFamily="34" charset="0"/>
              <a:buChar char="»"/>
              <a:defRPr sz="1400" baseline="0">
                <a:solidFill>
                  <a:srgbClr val="6D6D6D"/>
                </a:solidFill>
              </a:defRPr>
            </a:lvl7pPr>
            <a:lvl8pPr marL="766800" indent="-187200">
              <a:spcBef>
                <a:spcPts val="500"/>
              </a:spcBef>
              <a:buClr>
                <a:schemeClr val="tx2"/>
              </a:buClr>
              <a:buFont typeface="Calibri" panose="020F0502020204030204" pitchFamily="34" charset="0"/>
              <a:buChar char="»"/>
              <a:defRPr sz="1400" baseline="0">
                <a:solidFill>
                  <a:srgbClr val="6D6D6D"/>
                </a:solidFill>
              </a:defRPr>
            </a:lvl8pPr>
            <a:lvl9pPr marL="766800" indent="-187200">
              <a:spcBef>
                <a:spcPts val="500"/>
              </a:spcBef>
              <a:buClr>
                <a:schemeClr val="tx2"/>
              </a:buClr>
              <a:buFont typeface="Calibri" panose="020F0502020204030204" pitchFamily="34" charset="0"/>
              <a:buChar char="»"/>
              <a:defRPr sz="1400" baseline="0">
                <a:solidFill>
                  <a:srgbClr val="6D6D6D"/>
                </a:solidFill>
              </a:defRPr>
            </a:lvl9pPr>
          </a:lstStyle>
          <a:p>
            <a:pPr algn="r"/>
            <a:r>
              <a:rPr lang="fr-FR">
                <a:solidFill>
                  <a:schemeClr val="bg1">
                    <a:lumMod val="100000"/>
                  </a:schemeClr>
                </a:solidFill>
                <a:hlinkClick r:id="rId6">
                  <a:extLst>
                    <a:ext uri="{A12FA001-AC4F-418D-AE19-62706E023703}">
                      <ahyp:hlinkClr xmlns:ahyp="http://schemas.microsoft.com/office/drawing/2018/hyperlinkcolor" val="tx"/>
                    </a:ext>
                  </a:extLst>
                </a:hlinkClick>
              </a:rPr>
              <a:t>Wavestone.com </a:t>
            </a:r>
            <a:endParaRPr lang="fr-FR">
              <a:solidFill>
                <a:schemeClr val="bg1">
                  <a:lumMod val="100000"/>
                </a:schemeClr>
              </a:solidFill>
            </a:endParaRPr>
          </a:p>
        </p:txBody>
      </p:sp>
    </p:spTree>
    <p:extLst>
      <p:ext uri="{BB962C8B-B14F-4D97-AF65-F5344CB8AC3E}">
        <p14:creationId xmlns:p14="http://schemas.microsoft.com/office/powerpoint/2010/main" val="603610370"/>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End page white">
    <p:spTree>
      <p:nvGrpSpPr>
        <p:cNvPr id="1" name=""/>
        <p:cNvGrpSpPr/>
        <p:nvPr/>
      </p:nvGrpSpPr>
      <p:grpSpPr>
        <a:xfrm>
          <a:off x="0" y="0"/>
          <a:ext cx="0" cy="0"/>
          <a:chOff x="0" y="0"/>
          <a:chExt cx="0" cy="0"/>
        </a:xfrm>
      </p:grpSpPr>
      <p:grpSp>
        <p:nvGrpSpPr>
          <p:cNvPr id="10" name="Strokes">
            <a:extLst>
              <a:ext uri="{FF2B5EF4-FFF2-40B4-BE49-F238E27FC236}">
                <a16:creationId xmlns:a16="http://schemas.microsoft.com/office/drawing/2014/main" id="{36158397-7922-7808-3EBB-40FF3BD479C9}"/>
              </a:ext>
              <a:ext uri="{C183D7F6-B498-43B3-948B-1728B52AA6E4}">
                <adec:decorative xmlns:adec="http://schemas.microsoft.com/office/drawing/2017/decorative" val="1"/>
              </a:ext>
            </a:extLst>
          </p:cNvPr>
          <p:cNvGrpSpPr/>
          <p:nvPr userDrawn="1"/>
        </p:nvGrpSpPr>
        <p:grpSpPr>
          <a:xfrm>
            <a:off x="0" y="3454940"/>
            <a:ext cx="12192863" cy="3429232"/>
            <a:chOff x="0" y="1716074"/>
            <a:chExt cx="12192863" cy="3429232"/>
          </a:xfrm>
        </p:grpSpPr>
        <p:sp>
          <p:nvSpPr>
            <p:cNvPr id="11" name="Graphic 2">
              <a:extLst>
                <a:ext uri="{FF2B5EF4-FFF2-40B4-BE49-F238E27FC236}">
                  <a16:creationId xmlns:a16="http://schemas.microsoft.com/office/drawing/2014/main" id="{655EDE39-E769-AEDF-3462-0F941FB35C35}"/>
                </a:ext>
                <a:ext uri="{C183D7F6-B498-43B3-948B-1728B52AA6E4}">
                  <adec:decorative xmlns:adec="http://schemas.microsoft.com/office/drawing/2017/decorative" val="1"/>
                </a:ext>
              </a:extLst>
            </p:cNvPr>
            <p:cNvSpPr/>
            <p:nvPr/>
          </p:nvSpPr>
          <p:spPr>
            <a:xfrm>
              <a:off x="0" y="1716074"/>
              <a:ext cx="12192863" cy="2183025"/>
            </a:xfrm>
            <a:custGeom>
              <a:avLst/>
              <a:gdLst>
                <a:gd name="connsiteX0" fmla="*/ 0 w 12192863"/>
                <a:gd name="connsiteY0" fmla="*/ 1435691 h 2183025"/>
                <a:gd name="connsiteX1" fmla="*/ 12192864 w 12192863"/>
                <a:gd name="connsiteY1" fmla="*/ 0 h 2183025"/>
              </a:gdLst>
              <a:ahLst/>
              <a:cxnLst>
                <a:cxn ang="0">
                  <a:pos x="connsiteX0" y="connsiteY0"/>
                </a:cxn>
                <a:cxn ang="0">
                  <a:pos x="connsiteX1" y="connsiteY1"/>
                </a:cxn>
              </a:cxnLst>
              <a:rect l="l" t="t" r="r" b="b"/>
              <a:pathLst>
                <a:path w="12192863" h="2183025">
                  <a:moveTo>
                    <a:pt x="0" y="1435691"/>
                  </a:moveTo>
                  <a:cubicBezTo>
                    <a:pt x="0" y="1435691"/>
                    <a:pt x="6346390" y="3849908"/>
                    <a:pt x="12192864" y="0"/>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2" name="Graphic 1">
              <a:extLst>
                <a:ext uri="{FF2B5EF4-FFF2-40B4-BE49-F238E27FC236}">
                  <a16:creationId xmlns:a16="http://schemas.microsoft.com/office/drawing/2014/main" id="{86159E8B-F7C4-AF3D-7CC5-8086F546F934}"/>
                </a:ext>
                <a:ext uri="{C183D7F6-B498-43B3-948B-1728B52AA6E4}">
                  <adec:decorative xmlns:adec="http://schemas.microsoft.com/office/drawing/2017/decorative" val="1"/>
                </a:ext>
              </a:extLst>
            </p:cNvPr>
            <p:cNvSpPr/>
            <p:nvPr/>
          </p:nvSpPr>
          <p:spPr>
            <a:xfrm>
              <a:off x="3974851" y="2876302"/>
              <a:ext cx="8218012" cy="2269004"/>
            </a:xfrm>
            <a:custGeom>
              <a:avLst/>
              <a:gdLst>
                <a:gd name="connsiteX0" fmla="*/ 0 w 8218012"/>
                <a:gd name="connsiteY0" fmla="*/ 2269005 h 2269004"/>
                <a:gd name="connsiteX1" fmla="*/ 8218013 w 8218012"/>
                <a:gd name="connsiteY1" fmla="*/ 220620 h 2269004"/>
              </a:gdLst>
              <a:ahLst/>
              <a:cxnLst>
                <a:cxn ang="0">
                  <a:pos x="connsiteX0" y="connsiteY0"/>
                </a:cxn>
                <a:cxn ang="0">
                  <a:pos x="connsiteX1" y="connsiteY1"/>
                </a:cxn>
              </a:cxnLst>
              <a:rect l="l" t="t" r="r" b="b"/>
              <a:pathLst>
                <a:path w="8218012" h="2269004">
                  <a:moveTo>
                    <a:pt x="0" y="2269005"/>
                  </a:moveTo>
                  <a:cubicBezTo>
                    <a:pt x="0" y="2269005"/>
                    <a:pt x="2755579" y="-840171"/>
                    <a:pt x="8218013" y="220620"/>
                  </a:cubicBezTo>
                </a:path>
              </a:pathLst>
            </a:custGeom>
            <a:noFill/>
            <a:ln w="28575" cap="flat" cmpd="sng" algn="ctr">
              <a:solidFill>
                <a:schemeClr val="bg2">
                  <a:lumMod val="100000"/>
                </a:schemeClr>
              </a:solidFill>
              <a:prstDash val="solid"/>
              <a:miter lim="800000"/>
              <a:headEnd type="none" w="med" len="med"/>
              <a:tailEnd type="none" w="med" len="med"/>
            </a:ln>
          </p:spPr>
          <p:txBody>
            <a:bodyPr rtlCol="0" anchor="ctr"/>
            <a:lstStyle/>
            <a:p>
              <a:endParaRPr lang="en-US"/>
            </a:p>
          </p:txBody>
        </p:sp>
      </p:grpSp>
      <p:pic>
        <p:nvPicPr>
          <p:cNvPr id="3" name="Wavestone logo">
            <a:extLst>
              <a:ext uri="{FF2B5EF4-FFF2-40B4-BE49-F238E27FC236}">
                <a16:creationId xmlns:a16="http://schemas.microsoft.com/office/drawing/2014/main" id="{FCE59BC8-8DCF-C998-920E-2153958C0309}"/>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24990" y="2473051"/>
            <a:ext cx="2740755" cy="1911898"/>
          </a:xfrm>
          <a:prstGeom prst="rect">
            <a:avLst/>
          </a:prstGeom>
        </p:spPr>
      </p:pic>
      <p:pic>
        <p:nvPicPr>
          <p:cNvPr id="2" name="Wavestone logo">
            <a:extLst>
              <a:ext uri="{FF2B5EF4-FFF2-40B4-BE49-F238E27FC236}">
                <a16:creationId xmlns:a16="http://schemas.microsoft.com/office/drawing/2014/main" id="{5A854C3D-F8B2-9131-091B-C497D2FE4F3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4724990" y="2473051"/>
            <a:ext cx="2740754" cy="1911897"/>
          </a:xfrm>
          <a:prstGeom prst="rect">
            <a:avLst/>
          </a:prstGeom>
        </p:spPr>
      </p:pic>
    </p:spTree>
    <p:extLst>
      <p:ext uri="{BB962C8B-B14F-4D97-AF65-F5344CB8AC3E}">
        <p14:creationId xmlns:p14="http://schemas.microsoft.com/office/powerpoint/2010/main" val="1433533926"/>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End page blue">
    <p:bg>
      <p:bgPr>
        <a:gradFill>
          <a:gsLst>
            <a:gs pos="0">
              <a:schemeClr val="bg2"/>
            </a:gs>
            <a:gs pos="100000">
              <a:schemeClr val="accent3"/>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0" name="Strokes">
            <a:extLst>
              <a:ext uri="{FF2B5EF4-FFF2-40B4-BE49-F238E27FC236}">
                <a16:creationId xmlns:a16="http://schemas.microsoft.com/office/drawing/2014/main" id="{36158397-7922-7808-3EBB-40FF3BD479C9}"/>
              </a:ext>
              <a:ext uri="{C183D7F6-B498-43B3-948B-1728B52AA6E4}">
                <adec:decorative xmlns:adec="http://schemas.microsoft.com/office/drawing/2017/decorative" val="1"/>
              </a:ext>
            </a:extLst>
          </p:cNvPr>
          <p:cNvGrpSpPr/>
          <p:nvPr userDrawn="1"/>
        </p:nvGrpSpPr>
        <p:grpSpPr>
          <a:xfrm>
            <a:off x="0" y="3454940"/>
            <a:ext cx="12192863" cy="3429232"/>
            <a:chOff x="0" y="1716074"/>
            <a:chExt cx="12192863" cy="3429232"/>
          </a:xfrm>
        </p:grpSpPr>
        <p:sp>
          <p:nvSpPr>
            <p:cNvPr id="11" name="Graphic 2">
              <a:extLst>
                <a:ext uri="{FF2B5EF4-FFF2-40B4-BE49-F238E27FC236}">
                  <a16:creationId xmlns:a16="http://schemas.microsoft.com/office/drawing/2014/main" id="{655EDE39-E769-AEDF-3462-0F941FB35C35}"/>
                </a:ext>
                <a:ext uri="{C183D7F6-B498-43B3-948B-1728B52AA6E4}">
                  <adec:decorative xmlns:adec="http://schemas.microsoft.com/office/drawing/2017/decorative" val="1"/>
                </a:ext>
              </a:extLst>
            </p:cNvPr>
            <p:cNvSpPr/>
            <p:nvPr/>
          </p:nvSpPr>
          <p:spPr>
            <a:xfrm>
              <a:off x="0" y="1716074"/>
              <a:ext cx="12192863" cy="2183025"/>
            </a:xfrm>
            <a:custGeom>
              <a:avLst/>
              <a:gdLst>
                <a:gd name="connsiteX0" fmla="*/ 0 w 12192863"/>
                <a:gd name="connsiteY0" fmla="*/ 1435691 h 2183025"/>
                <a:gd name="connsiteX1" fmla="*/ 12192864 w 12192863"/>
                <a:gd name="connsiteY1" fmla="*/ 0 h 2183025"/>
              </a:gdLst>
              <a:ahLst/>
              <a:cxnLst>
                <a:cxn ang="0">
                  <a:pos x="connsiteX0" y="connsiteY0"/>
                </a:cxn>
                <a:cxn ang="0">
                  <a:pos x="connsiteX1" y="connsiteY1"/>
                </a:cxn>
              </a:cxnLst>
              <a:rect l="l" t="t" r="r" b="b"/>
              <a:pathLst>
                <a:path w="12192863" h="2183025">
                  <a:moveTo>
                    <a:pt x="0" y="1435691"/>
                  </a:moveTo>
                  <a:cubicBezTo>
                    <a:pt x="0" y="1435691"/>
                    <a:pt x="6346390" y="3849908"/>
                    <a:pt x="12192864" y="0"/>
                  </a:cubicBezTo>
                </a:path>
              </a:pathLst>
            </a:custGeom>
            <a:noFill/>
            <a:ln w="28575" cap="flat" cmpd="sng" algn="ctr">
              <a:solidFill>
                <a:schemeClr val="accent1">
                  <a:lumMod val="100000"/>
                </a:schemeClr>
              </a:solidFill>
              <a:prstDash val="solid"/>
              <a:miter lim="800000"/>
              <a:headEnd type="none" w="med" len="med"/>
              <a:tailEnd type="none" w="med" len="med"/>
            </a:ln>
          </p:spPr>
          <p:txBody>
            <a:bodyPr rtlCol="0" anchor="ctr"/>
            <a:lstStyle/>
            <a:p>
              <a:endParaRPr lang="en-US"/>
            </a:p>
          </p:txBody>
        </p:sp>
        <p:sp>
          <p:nvSpPr>
            <p:cNvPr id="12" name="Graphic 1">
              <a:extLst>
                <a:ext uri="{FF2B5EF4-FFF2-40B4-BE49-F238E27FC236}">
                  <a16:creationId xmlns:a16="http://schemas.microsoft.com/office/drawing/2014/main" id="{86159E8B-F7C4-AF3D-7CC5-8086F546F934}"/>
                </a:ext>
                <a:ext uri="{C183D7F6-B498-43B3-948B-1728B52AA6E4}">
                  <adec:decorative xmlns:adec="http://schemas.microsoft.com/office/drawing/2017/decorative" val="1"/>
                </a:ext>
              </a:extLst>
            </p:cNvPr>
            <p:cNvSpPr/>
            <p:nvPr/>
          </p:nvSpPr>
          <p:spPr>
            <a:xfrm>
              <a:off x="3974851" y="2876302"/>
              <a:ext cx="8218012" cy="2269004"/>
            </a:xfrm>
            <a:custGeom>
              <a:avLst/>
              <a:gdLst>
                <a:gd name="connsiteX0" fmla="*/ 0 w 8218012"/>
                <a:gd name="connsiteY0" fmla="*/ 2269005 h 2269004"/>
                <a:gd name="connsiteX1" fmla="*/ 8218013 w 8218012"/>
                <a:gd name="connsiteY1" fmla="*/ 220620 h 2269004"/>
              </a:gdLst>
              <a:ahLst/>
              <a:cxnLst>
                <a:cxn ang="0">
                  <a:pos x="connsiteX0" y="connsiteY0"/>
                </a:cxn>
                <a:cxn ang="0">
                  <a:pos x="connsiteX1" y="connsiteY1"/>
                </a:cxn>
              </a:cxnLst>
              <a:rect l="l" t="t" r="r" b="b"/>
              <a:pathLst>
                <a:path w="8218012" h="2269004">
                  <a:moveTo>
                    <a:pt x="0" y="2269005"/>
                  </a:moveTo>
                  <a:cubicBezTo>
                    <a:pt x="0" y="2269005"/>
                    <a:pt x="2755579" y="-840171"/>
                    <a:pt x="8218013" y="220620"/>
                  </a:cubicBezTo>
                </a:path>
              </a:pathLst>
            </a:custGeom>
            <a:noFill/>
            <a:ln w="28575" cap="flat" cmpd="sng" algn="ctr">
              <a:solidFill>
                <a:schemeClr val="bg1">
                  <a:lumMod val="100000"/>
                </a:schemeClr>
              </a:solidFill>
              <a:prstDash val="solid"/>
              <a:miter lim="800000"/>
              <a:headEnd type="none" w="med" len="med"/>
              <a:tailEnd type="none" w="med" len="med"/>
            </a:ln>
          </p:spPr>
          <p:txBody>
            <a:bodyPr rtlCol="0" anchor="ctr"/>
            <a:lstStyle/>
            <a:p>
              <a:endParaRPr lang="en-US"/>
            </a:p>
          </p:txBody>
        </p:sp>
      </p:grpSp>
      <p:pic>
        <p:nvPicPr>
          <p:cNvPr id="2" name="Wavestone logo">
            <a:extLst>
              <a:ext uri="{FF2B5EF4-FFF2-40B4-BE49-F238E27FC236}">
                <a16:creationId xmlns:a16="http://schemas.microsoft.com/office/drawing/2014/main" id="{18A26B22-0010-124F-9D10-6168ECB230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24990" y="2473051"/>
            <a:ext cx="2740754" cy="1911897"/>
          </a:xfrm>
          <a:prstGeom prst="rect">
            <a:avLst/>
          </a:prstGeom>
        </p:spPr>
      </p:pic>
      <p:pic>
        <p:nvPicPr>
          <p:cNvPr id="9" name="Wavestone logo">
            <a:extLst>
              <a:ext uri="{FF2B5EF4-FFF2-40B4-BE49-F238E27FC236}">
                <a16:creationId xmlns:a16="http://schemas.microsoft.com/office/drawing/2014/main" id="{ECB92486-172C-3288-900C-9E56B3D04EBF}"/>
              </a:ext>
              <a:ext uri="{C183D7F6-B498-43B3-948B-1728B52AA6E4}">
                <adec:decorative xmlns:adec="http://schemas.microsoft.com/office/drawing/2017/decorative" val="0"/>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4724990" y="2473051"/>
            <a:ext cx="2740755" cy="1911898"/>
          </a:xfrm>
          <a:prstGeom prst="rect">
            <a:avLst/>
          </a:prstGeom>
        </p:spPr>
      </p:pic>
    </p:spTree>
    <p:extLst>
      <p:ext uri="{BB962C8B-B14F-4D97-AF65-F5344CB8AC3E}">
        <p14:creationId xmlns:p14="http://schemas.microsoft.com/office/powerpoint/2010/main" val="292854487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P TOC">
    <p:spTree>
      <p:nvGrpSpPr>
        <p:cNvPr id="1" name=""/>
        <p:cNvGrpSpPr/>
        <p:nvPr/>
      </p:nvGrpSpPr>
      <p:grpSpPr>
        <a:xfrm>
          <a:off x="0" y="0"/>
          <a:ext cx="0" cy="0"/>
          <a:chOff x="0" y="0"/>
          <a:chExt cx="0" cy="0"/>
        </a:xfrm>
      </p:grpSpPr>
      <p:grpSp>
        <p:nvGrpSpPr>
          <p:cNvPr id="45" name="SP Agenda Section" hidden="1">
            <a:extLst>
              <a:ext uri="{FF2B5EF4-FFF2-40B4-BE49-F238E27FC236}">
                <a16:creationId xmlns:a16="http://schemas.microsoft.com/office/drawing/2014/main" id="{F2857B72-76E8-416F-990A-0E465F5B54C7}"/>
              </a:ext>
            </a:extLst>
          </p:cNvPr>
          <p:cNvGrpSpPr>
            <a:grpSpLocks/>
          </p:cNvGrpSpPr>
          <p:nvPr userDrawn="1"/>
        </p:nvGrpSpPr>
        <p:grpSpPr>
          <a:xfrm>
            <a:off x="466609" y="1295400"/>
            <a:ext cx="11258782" cy="552002"/>
            <a:chOff x="350973" y="1196307"/>
            <a:chExt cx="6173651" cy="552002"/>
          </a:xfrm>
        </p:grpSpPr>
        <p:sp>
          <p:nvSpPr>
            <p:cNvPr id="52" name="Rectangle 51">
              <a:extLst>
                <a:ext uri="{FF2B5EF4-FFF2-40B4-BE49-F238E27FC236}">
                  <a16:creationId xmlns:a16="http://schemas.microsoft.com/office/drawing/2014/main" id="{F1FB3B8E-CCCB-4799-86AC-E6E1C7DEB80B}"/>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&lt;N&gt;</a:t>
              </a:r>
            </a:p>
          </p:txBody>
        </p:sp>
        <p:sp>
          <p:nvSpPr>
            <p:cNvPr id="53" name="Rectangle 52">
              <a:extLst>
                <a:ext uri="{FF2B5EF4-FFF2-40B4-BE49-F238E27FC236}">
                  <a16:creationId xmlns:a16="http://schemas.microsoft.com/office/drawing/2014/main" id="{59B50CB9-7FA6-4B89-BE45-50C8B85C7E72}"/>
                </a:ext>
              </a:extLst>
            </p:cNvPr>
            <p:cNvSpPr>
              <a:spLocks/>
            </p:cNvSpPr>
            <p:nvPr userDrawn="1"/>
          </p:nvSpPr>
          <p:spPr>
            <a:xfrm>
              <a:off x="887873"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&lt;TEXT&gt;</a:t>
              </a:r>
            </a:p>
          </p:txBody>
        </p:sp>
        <p:sp>
          <p:nvSpPr>
            <p:cNvPr id="54" name="Rectangle 53">
              <a:extLst>
                <a:ext uri="{FF2B5EF4-FFF2-40B4-BE49-F238E27FC236}">
                  <a16:creationId xmlns:a16="http://schemas.microsoft.com/office/drawing/2014/main" id="{114E5980-B6EF-4F21-8788-F077C72B0FF0}"/>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&lt;P&gt;</a:t>
              </a:r>
            </a:p>
          </p:txBody>
        </p:sp>
      </p:grpSp>
      <p:grpSp>
        <p:nvGrpSpPr>
          <p:cNvPr id="55" name="SP Agenda Section Highlight" hidden="1">
            <a:extLst>
              <a:ext uri="{FF2B5EF4-FFF2-40B4-BE49-F238E27FC236}">
                <a16:creationId xmlns:a16="http://schemas.microsoft.com/office/drawing/2014/main" id="{AF096DB6-BE40-42C7-B292-AB2B0E3628DC}"/>
              </a:ext>
            </a:extLst>
          </p:cNvPr>
          <p:cNvGrpSpPr>
            <a:grpSpLocks/>
          </p:cNvGrpSpPr>
          <p:nvPr userDrawn="1"/>
        </p:nvGrpSpPr>
        <p:grpSpPr>
          <a:xfrm>
            <a:off x="466610" y="1828800"/>
            <a:ext cx="11258783" cy="552002"/>
            <a:chOff x="350973" y="1196307"/>
            <a:chExt cx="6173652" cy="552002"/>
          </a:xfrm>
        </p:grpSpPr>
        <p:sp>
          <p:nvSpPr>
            <p:cNvPr id="56" name="Rectangle 55">
              <a:extLst>
                <a:ext uri="{FF2B5EF4-FFF2-40B4-BE49-F238E27FC236}">
                  <a16:creationId xmlns:a16="http://schemas.microsoft.com/office/drawing/2014/main" id="{588DDC6B-5ECF-498B-8DBA-366E2A3A0B1D}"/>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&lt;N&gt;</a:t>
              </a:r>
            </a:p>
          </p:txBody>
        </p:sp>
        <p:sp>
          <p:nvSpPr>
            <p:cNvPr id="57" name="Rectangle 56">
              <a:extLst>
                <a:ext uri="{FF2B5EF4-FFF2-40B4-BE49-F238E27FC236}">
                  <a16:creationId xmlns:a16="http://schemas.microsoft.com/office/drawing/2014/main" id="{4CCAC344-1E2F-48B9-95CE-33982A7D3EFB}"/>
                </a:ext>
              </a:extLst>
            </p:cNvPr>
            <p:cNvSpPr>
              <a:spLocks/>
            </p:cNvSpPr>
            <p:nvPr userDrawn="1"/>
          </p:nvSpPr>
          <p:spPr>
            <a:xfrm>
              <a:off x="89200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b="1" i="0" kern="1200" cap="none" baseline="0" noProof="0">
                  <a:solidFill>
                    <a:schemeClr val="bg2"/>
                  </a:solidFill>
                  <a:latin typeface="+mn-lt"/>
                  <a:ea typeface="+mn-ea"/>
                  <a:cs typeface="+mn-cs"/>
                </a:rPr>
                <a:t>&lt;TEXT&gt;</a:t>
              </a:r>
            </a:p>
          </p:txBody>
        </p:sp>
        <p:sp>
          <p:nvSpPr>
            <p:cNvPr id="58" name="Rectangle 57">
              <a:extLst>
                <a:ext uri="{FF2B5EF4-FFF2-40B4-BE49-F238E27FC236}">
                  <a16:creationId xmlns:a16="http://schemas.microsoft.com/office/drawing/2014/main" id="{6A7C46F4-B4A6-461C-AAB6-CCDBCD1DCB81}"/>
                </a:ext>
              </a:extLst>
            </p:cNvPr>
            <p:cNvSpPr>
              <a:spLocks/>
            </p:cNvSpPr>
            <p:nvPr userDrawn="1"/>
          </p:nvSpPr>
          <p:spPr>
            <a:xfrm>
              <a:off x="6009095" y="1196308"/>
              <a:ext cx="51553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&lt;P&gt;</a:t>
              </a:r>
            </a:p>
          </p:txBody>
        </p:sp>
      </p:grpSp>
      <p:grpSp>
        <p:nvGrpSpPr>
          <p:cNvPr id="59" name="SP Agenda Subsection" hidden="1">
            <a:extLst>
              <a:ext uri="{FF2B5EF4-FFF2-40B4-BE49-F238E27FC236}">
                <a16:creationId xmlns:a16="http://schemas.microsoft.com/office/drawing/2014/main" id="{A68D29B9-A522-4D76-9EEA-80D6DB90932E}"/>
              </a:ext>
            </a:extLst>
          </p:cNvPr>
          <p:cNvGrpSpPr>
            <a:grpSpLocks/>
          </p:cNvGrpSpPr>
          <p:nvPr userDrawn="1"/>
        </p:nvGrpSpPr>
        <p:grpSpPr>
          <a:xfrm>
            <a:off x="1655395" y="2356260"/>
            <a:ext cx="10052532" cy="552002"/>
            <a:chOff x="350973" y="1196307"/>
            <a:chExt cx="5512215" cy="552002"/>
          </a:xfrm>
        </p:grpSpPr>
        <p:sp>
          <p:nvSpPr>
            <p:cNvPr id="60" name="Rectangle 59">
              <a:extLst>
                <a:ext uri="{FF2B5EF4-FFF2-40B4-BE49-F238E27FC236}">
                  <a16:creationId xmlns:a16="http://schemas.microsoft.com/office/drawing/2014/main" id="{9B4CD365-D4A9-4D87-8F1A-E7CBEE002C65}"/>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None/>
                <a:tabLst/>
                <a:defRPr/>
              </a:pPr>
              <a:r>
                <a:rPr lang="fr-FR" sz="1400" b="1" i="0" kern="1200" cap="none" baseline="0" noProof="0">
                  <a:solidFill>
                    <a:schemeClr val="accent1"/>
                  </a:solidFill>
                  <a:latin typeface="+mn-lt"/>
                  <a:ea typeface="+mn-ea"/>
                  <a:cs typeface="+mn-cs"/>
                </a:rPr>
                <a:t>&lt;N&gt;</a:t>
              </a:r>
            </a:p>
          </p:txBody>
        </p:sp>
        <p:sp>
          <p:nvSpPr>
            <p:cNvPr id="61" name="Rectangle 60">
              <a:extLst>
                <a:ext uri="{FF2B5EF4-FFF2-40B4-BE49-F238E27FC236}">
                  <a16:creationId xmlns:a16="http://schemas.microsoft.com/office/drawing/2014/main" id="{259E57C0-7D15-4D42-99B0-388B0AD38040}"/>
                </a:ext>
              </a:extLst>
            </p:cNvPr>
            <p:cNvSpPr>
              <a:spLocks/>
            </p:cNvSpPr>
            <p:nvPr userDrawn="1"/>
          </p:nvSpPr>
          <p:spPr>
            <a:xfrm>
              <a:off x="685464"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400" i="0" kern="1200" cap="none" baseline="0" noProof="0">
                  <a:solidFill>
                    <a:schemeClr val="bg2"/>
                  </a:solidFill>
                  <a:latin typeface="+mn-lt"/>
                  <a:ea typeface="+mn-ea"/>
                  <a:cs typeface="+mn-cs"/>
                </a:rPr>
                <a:t>&lt;TEXT&gt;</a:t>
              </a:r>
            </a:p>
          </p:txBody>
        </p:sp>
        <p:sp>
          <p:nvSpPr>
            <p:cNvPr id="62" name="Rectangle 61">
              <a:extLst>
                <a:ext uri="{FF2B5EF4-FFF2-40B4-BE49-F238E27FC236}">
                  <a16:creationId xmlns:a16="http://schemas.microsoft.com/office/drawing/2014/main" id="{890BE66A-B31C-40B5-8209-60FA2F2E0D99}"/>
                </a:ext>
              </a:extLst>
            </p:cNvPr>
            <p:cNvSpPr>
              <a:spLocks/>
            </p:cNvSpPr>
            <p:nvPr userDrawn="1"/>
          </p:nvSpPr>
          <p:spPr>
            <a:xfrm>
              <a:off x="5347657" y="1196308"/>
              <a:ext cx="51553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&lt;P&gt;</a:t>
              </a:r>
            </a:p>
          </p:txBody>
        </p:sp>
      </p:grpSp>
      <p:grpSp>
        <p:nvGrpSpPr>
          <p:cNvPr id="63" name="SP Agenda Subsection Highlight" hidden="1">
            <a:extLst>
              <a:ext uri="{FF2B5EF4-FFF2-40B4-BE49-F238E27FC236}">
                <a16:creationId xmlns:a16="http://schemas.microsoft.com/office/drawing/2014/main" id="{0AC8024E-800F-4D27-81F5-31D2DEC50AB7}"/>
              </a:ext>
            </a:extLst>
          </p:cNvPr>
          <p:cNvGrpSpPr>
            <a:grpSpLocks/>
          </p:cNvGrpSpPr>
          <p:nvPr userDrawn="1"/>
        </p:nvGrpSpPr>
        <p:grpSpPr>
          <a:xfrm>
            <a:off x="1655395" y="2908261"/>
            <a:ext cx="10069996" cy="552002"/>
            <a:chOff x="746973" y="1196307"/>
            <a:chExt cx="5521791" cy="552002"/>
          </a:xfrm>
        </p:grpSpPr>
        <p:sp>
          <p:nvSpPr>
            <p:cNvPr id="64" name="Rectangle 63">
              <a:extLst>
                <a:ext uri="{FF2B5EF4-FFF2-40B4-BE49-F238E27FC236}">
                  <a16:creationId xmlns:a16="http://schemas.microsoft.com/office/drawing/2014/main" id="{60B5CDE7-2CF2-495E-81C2-BBB8131B9DBC}"/>
                </a:ext>
              </a:extLst>
            </p:cNvPr>
            <p:cNvSpPr>
              <a:spLocks/>
            </p:cNvSpPr>
            <p:nvPr userDrawn="1"/>
          </p:nvSpPr>
          <p:spPr>
            <a:xfrm>
              <a:off x="746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None/>
                <a:tabLst/>
                <a:defRPr/>
              </a:pPr>
              <a:r>
                <a:rPr lang="fr-FR" sz="1400" b="1" i="0" kern="1200" cap="none" baseline="0" noProof="0">
                  <a:solidFill>
                    <a:schemeClr val="accent1"/>
                  </a:solidFill>
                  <a:latin typeface="+mn-lt"/>
                  <a:ea typeface="+mn-ea"/>
                  <a:cs typeface="+mn-cs"/>
                </a:rPr>
                <a:t>&lt;N&gt;</a:t>
              </a:r>
            </a:p>
          </p:txBody>
        </p:sp>
        <p:sp>
          <p:nvSpPr>
            <p:cNvPr id="65" name="Rectangle 64">
              <a:extLst>
                <a:ext uri="{FF2B5EF4-FFF2-40B4-BE49-F238E27FC236}">
                  <a16:creationId xmlns:a16="http://schemas.microsoft.com/office/drawing/2014/main" id="{927B3B1A-DD17-4FB3-8083-0E50D87656B3}"/>
                </a:ext>
              </a:extLst>
            </p:cNvPr>
            <p:cNvSpPr>
              <a:spLocks/>
            </p:cNvSpPr>
            <p:nvPr userDrawn="1"/>
          </p:nvSpPr>
          <p:spPr>
            <a:xfrm>
              <a:off x="1084075"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400" b="1" i="0" kern="1200" cap="none" baseline="0" noProof="0">
                  <a:solidFill>
                    <a:schemeClr val="bg2"/>
                  </a:solidFill>
                  <a:latin typeface="+mn-lt"/>
                  <a:ea typeface="+mn-ea"/>
                  <a:cs typeface="+mn-cs"/>
                </a:rPr>
                <a:t>&lt;TEXT&gt;</a:t>
              </a:r>
            </a:p>
          </p:txBody>
        </p:sp>
        <p:sp>
          <p:nvSpPr>
            <p:cNvPr id="66" name="Rectangle 65">
              <a:extLst>
                <a:ext uri="{FF2B5EF4-FFF2-40B4-BE49-F238E27FC236}">
                  <a16:creationId xmlns:a16="http://schemas.microsoft.com/office/drawing/2014/main" id="{C8399873-18C4-49BB-9AC4-3A8655D4B77C}"/>
                </a:ext>
              </a:extLst>
            </p:cNvPr>
            <p:cNvSpPr>
              <a:spLocks/>
            </p:cNvSpPr>
            <p:nvPr userDrawn="1"/>
          </p:nvSpPr>
          <p:spPr>
            <a:xfrm>
              <a:off x="5753232" y="1196308"/>
              <a:ext cx="515532"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0" b="0" i="0" kern="1200" cap="none" baseline="0" noProof="0">
                  <a:solidFill>
                    <a:schemeClr val="bg2"/>
                  </a:solidFill>
                  <a:latin typeface="+mn-lt"/>
                  <a:ea typeface="+mn-ea"/>
                  <a:cs typeface="+mn-cs"/>
                </a:rPr>
                <a:t>Page &lt;P&gt;</a:t>
              </a:r>
            </a:p>
          </p:txBody>
        </p:sp>
      </p:grpSp>
      <p:sp>
        <p:nvSpPr>
          <p:cNvPr id="2" name="Title 1">
            <a:extLst>
              <a:ext uri="{FF2B5EF4-FFF2-40B4-BE49-F238E27FC236}">
                <a16:creationId xmlns:a16="http://schemas.microsoft.com/office/drawing/2014/main" id="{963AFF9E-7AF4-00F6-F416-A6EC7794515E}"/>
              </a:ext>
            </a:extLst>
          </p:cNvPr>
          <p:cNvSpPr>
            <a:spLocks noGrp="1"/>
          </p:cNvSpPr>
          <p:nvPr>
            <p:ph type="title" hasCustomPrompt="1"/>
          </p:nvPr>
        </p:nvSpPr>
        <p:spPr>
          <a:xfrm>
            <a:off x="423984" y="404664"/>
            <a:ext cx="11342769" cy="936774"/>
          </a:xfrm>
        </p:spPr>
        <p:txBody>
          <a:bodyPr/>
          <a:lstStyle>
            <a:lvl1pPr>
              <a:defRPr sz="2400"/>
            </a:lvl1pPr>
          </a:lstStyle>
          <a:p>
            <a:r>
              <a:rPr lang="fr-FR"/>
              <a:t>AGENDA</a:t>
            </a:r>
          </a:p>
        </p:txBody>
      </p:sp>
    </p:spTree>
    <p:extLst>
      <p:ext uri="{BB962C8B-B14F-4D97-AF65-F5344CB8AC3E}">
        <p14:creationId xmlns:p14="http://schemas.microsoft.com/office/powerpoint/2010/main" val="384051592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P Divider">
    <p:spTree>
      <p:nvGrpSpPr>
        <p:cNvPr id="1" name=""/>
        <p:cNvGrpSpPr/>
        <p:nvPr/>
      </p:nvGrpSpPr>
      <p:grpSpPr>
        <a:xfrm>
          <a:off x="0" y="0"/>
          <a:ext cx="0" cy="0"/>
          <a:chOff x="0" y="0"/>
          <a:chExt cx="0" cy="0"/>
        </a:xfrm>
      </p:grpSpPr>
      <p:grpSp>
        <p:nvGrpSpPr>
          <p:cNvPr id="45" name="SP Agenda Section" hidden="1">
            <a:extLst>
              <a:ext uri="{FF2B5EF4-FFF2-40B4-BE49-F238E27FC236}">
                <a16:creationId xmlns:a16="http://schemas.microsoft.com/office/drawing/2014/main" id="{F2857B72-76E8-416F-990A-0E465F5B54C7}"/>
              </a:ext>
            </a:extLst>
          </p:cNvPr>
          <p:cNvGrpSpPr>
            <a:grpSpLocks/>
          </p:cNvGrpSpPr>
          <p:nvPr userDrawn="1"/>
        </p:nvGrpSpPr>
        <p:grpSpPr>
          <a:xfrm>
            <a:off x="466609" y="1295400"/>
            <a:ext cx="11258782" cy="552002"/>
            <a:chOff x="350973" y="1196307"/>
            <a:chExt cx="6173651" cy="552002"/>
          </a:xfrm>
        </p:grpSpPr>
        <p:sp>
          <p:nvSpPr>
            <p:cNvPr id="52" name="Rectangle 51">
              <a:extLst>
                <a:ext uri="{FF2B5EF4-FFF2-40B4-BE49-F238E27FC236}">
                  <a16:creationId xmlns:a16="http://schemas.microsoft.com/office/drawing/2014/main" id="{F1FB3B8E-CCCB-4799-86AC-E6E1C7DEB80B}"/>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&lt;N&gt;</a:t>
              </a:r>
            </a:p>
          </p:txBody>
        </p:sp>
        <p:sp>
          <p:nvSpPr>
            <p:cNvPr id="53" name="Rectangle 52">
              <a:extLst>
                <a:ext uri="{FF2B5EF4-FFF2-40B4-BE49-F238E27FC236}">
                  <a16:creationId xmlns:a16="http://schemas.microsoft.com/office/drawing/2014/main" id="{59B50CB9-7FA6-4B89-BE45-50C8B85C7E72}"/>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&lt;TEXT&gt;</a:t>
              </a:r>
            </a:p>
          </p:txBody>
        </p:sp>
        <p:sp>
          <p:nvSpPr>
            <p:cNvPr id="54" name="Rectangle 53">
              <a:extLst>
                <a:ext uri="{FF2B5EF4-FFF2-40B4-BE49-F238E27FC236}">
                  <a16:creationId xmlns:a16="http://schemas.microsoft.com/office/drawing/2014/main" id="{114E5980-B6EF-4F21-8788-F077C72B0FF0}"/>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&lt;P&gt;</a:t>
              </a:r>
            </a:p>
          </p:txBody>
        </p:sp>
      </p:grpSp>
      <p:grpSp>
        <p:nvGrpSpPr>
          <p:cNvPr id="55" name="SP Agenda Section Highlight" hidden="1">
            <a:extLst>
              <a:ext uri="{FF2B5EF4-FFF2-40B4-BE49-F238E27FC236}">
                <a16:creationId xmlns:a16="http://schemas.microsoft.com/office/drawing/2014/main" id="{AF096DB6-BE40-42C7-B292-AB2B0E3628DC}"/>
              </a:ext>
            </a:extLst>
          </p:cNvPr>
          <p:cNvGrpSpPr>
            <a:grpSpLocks/>
          </p:cNvGrpSpPr>
          <p:nvPr userDrawn="1"/>
        </p:nvGrpSpPr>
        <p:grpSpPr>
          <a:xfrm>
            <a:off x="466610" y="1828800"/>
            <a:ext cx="11258783" cy="552002"/>
            <a:chOff x="350973" y="1196307"/>
            <a:chExt cx="6173652" cy="552002"/>
          </a:xfrm>
        </p:grpSpPr>
        <p:sp>
          <p:nvSpPr>
            <p:cNvPr id="56" name="Rectangle 55">
              <a:extLst>
                <a:ext uri="{FF2B5EF4-FFF2-40B4-BE49-F238E27FC236}">
                  <a16:creationId xmlns:a16="http://schemas.microsoft.com/office/drawing/2014/main" id="{588DDC6B-5ECF-498B-8DBA-366E2A3A0B1D}"/>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&lt;N&gt;</a:t>
              </a:r>
            </a:p>
          </p:txBody>
        </p:sp>
        <p:sp>
          <p:nvSpPr>
            <p:cNvPr id="57" name="Rectangle 56">
              <a:extLst>
                <a:ext uri="{FF2B5EF4-FFF2-40B4-BE49-F238E27FC236}">
                  <a16:creationId xmlns:a16="http://schemas.microsoft.com/office/drawing/2014/main" id="{4CCAC344-1E2F-48B9-95CE-33982A7D3EFB}"/>
                </a:ext>
              </a:extLst>
            </p:cNvPr>
            <p:cNvSpPr>
              <a:spLocks/>
            </p:cNvSpPr>
            <p:nvPr userDrawn="1"/>
          </p:nvSpPr>
          <p:spPr>
            <a:xfrm>
              <a:off x="891565"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b="1" i="0" kern="1200" cap="none" baseline="0" noProof="0">
                  <a:solidFill>
                    <a:schemeClr val="bg2"/>
                  </a:solidFill>
                  <a:latin typeface="+mn-lt"/>
                  <a:ea typeface="+mn-ea"/>
                  <a:cs typeface="+mn-cs"/>
                </a:rPr>
                <a:t>&lt;TEXT&gt;</a:t>
              </a:r>
            </a:p>
          </p:txBody>
        </p:sp>
        <p:sp>
          <p:nvSpPr>
            <p:cNvPr id="58" name="Rectangle 57">
              <a:extLst>
                <a:ext uri="{FF2B5EF4-FFF2-40B4-BE49-F238E27FC236}">
                  <a16:creationId xmlns:a16="http://schemas.microsoft.com/office/drawing/2014/main" id="{6A7C46F4-B4A6-461C-AAB6-CCDBCD1DCB81}"/>
                </a:ext>
              </a:extLst>
            </p:cNvPr>
            <p:cNvSpPr>
              <a:spLocks/>
            </p:cNvSpPr>
            <p:nvPr userDrawn="1"/>
          </p:nvSpPr>
          <p:spPr>
            <a:xfrm>
              <a:off x="6009095" y="1196308"/>
              <a:ext cx="51553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&lt;P&gt;</a:t>
              </a:r>
            </a:p>
          </p:txBody>
        </p:sp>
      </p:grpSp>
      <p:grpSp>
        <p:nvGrpSpPr>
          <p:cNvPr id="59" name="SP Agenda Subsection" hidden="1">
            <a:extLst>
              <a:ext uri="{FF2B5EF4-FFF2-40B4-BE49-F238E27FC236}">
                <a16:creationId xmlns:a16="http://schemas.microsoft.com/office/drawing/2014/main" id="{A68D29B9-A522-4D76-9EEA-80D6DB90932E}"/>
              </a:ext>
            </a:extLst>
          </p:cNvPr>
          <p:cNvGrpSpPr>
            <a:grpSpLocks/>
          </p:cNvGrpSpPr>
          <p:nvPr userDrawn="1"/>
        </p:nvGrpSpPr>
        <p:grpSpPr>
          <a:xfrm>
            <a:off x="1655388" y="2356260"/>
            <a:ext cx="10073477" cy="552002"/>
            <a:chOff x="746969" y="1196307"/>
            <a:chExt cx="5523700" cy="552002"/>
          </a:xfrm>
        </p:grpSpPr>
        <p:sp>
          <p:nvSpPr>
            <p:cNvPr id="60" name="Rectangle 59">
              <a:extLst>
                <a:ext uri="{FF2B5EF4-FFF2-40B4-BE49-F238E27FC236}">
                  <a16:creationId xmlns:a16="http://schemas.microsoft.com/office/drawing/2014/main" id="{9B4CD365-D4A9-4D87-8F1A-E7CBEE002C65}"/>
                </a:ext>
              </a:extLst>
            </p:cNvPr>
            <p:cNvSpPr>
              <a:spLocks/>
            </p:cNvSpPr>
            <p:nvPr userDrawn="1"/>
          </p:nvSpPr>
          <p:spPr>
            <a:xfrm>
              <a:off x="746969"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None/>
                <a:tabLst/>
                <a:defRPr/>
              </a:pPr>
              <a:r>
                <a:rPr lang="fr-FR" sz="1400" b="1" i="0" kern="1200" cap="none" baseline="0" noProof="0">
                  <a:solidFill>
                    <a:schemeClr val="accent1"/>
                  </a:solidFill>
                  <a:latin typeface="+mn-lt"/>
                  <a:ea typeface="+mn-ea"/>
                  <a:cs typeface="+mn-cs"/>
                </a:rPr>
                <a:t>&lt;N&gt;</a:t>
              </a:r>
            </a:p>
          </p:txBody>
        </p:sp>
        <p:sp>
          <p:nvSpPr>
            <p:cNvPr id="61" name="Rectangle 60">
              <a:extLst>
                <a:ext uri="{FF2B5EF4-FFF2-40B4-BE49-F238E27FC236}">
                  <a16:creationId xmlns:a16="http://schemas.microsoft.com/office/drawing/2014/main" id="{259E57C0-7D15-4D42-99B0-388B0AD38040}"/>
                </a:ext>
              </a:extLst>
            </p:cNvPr>
            <p:cNvSpPr>
              <a:spLocks/>
            </p:cNvSpPr>
            <p:nvPr userDrawn="1"/>
          </p:nvSpPr>
          <p:spPr>
            <a:xfrm>
              <a:off x="1082549" y="1196307"/>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400" i="0" kern="1200" cap="none" baseline="0" noProof="0">
                  <a:solidFill>
                    <a:schemeClr val="bg2"/>
                  </a:solidFill>
                  <a:latin typeface="+mn-lt"/>
                  <a:ea typeface="+mn-ea"/>
                  <a:cs typeface="+mn-cs"/>
                </a:rPr>
                <a:t>&lt;TEXT&gt;</a:t>
              </a:r>
            </a:p>
          </p:txBody>
        </p:sp>
        <p:sp>
          <p:nvSpPr>
            <p:cNvPr id="62" name="Rectangle 61">
              <a:extLst>
                <a:ext uri="{FF2B5EF4-FFF2-40B4-BE49-F238E27FC236}">
                  <a16:creationId xmlns:a16="http://schemas.microsoft.com/office/drawing/2014/main" id="{890BE66A-B31C-40B5-8209-60FA2F2E0D99}"/>
                </a:ext>
              </a:extLst>
            </p:cNvPr>
            <p:cNvSpPr>
              <a:spLocks/>
            </p:cNvSpPr>
            <p:nvPr userDrawn="1"/>
          </p:nvSpPr>
          <p:spPr>
            <a:xfrm>
              <a:off x="5755138" y="1196308"/>
              <a:ext cx="51553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0" b="0" i="0" kern="1200" cap="none" baseline="0" noProof="0">
                  <a:solidFill>
                    <a:schemeClr val="bg2"/>
                  </a:solidFill>
                  <a:latin typeface="+mn-lt"/>
                  <a:ea typeface="+mn-ea"/>
                  <a:cs typeface="+mn-cs"/>
                </a:rPr>
                <a:t>Page &lt;P&gt;</a:t>
              </a:r>
            </a:p>
          </p:txBody>
        </p:sp>
      </p:grpSp>
      <p:grpSp>
        <p:nvGrpSpPr>
          <p:cNvPr id="63" name="SP Agenda Subsection Highlight" hidden="1">
            <a:extLst>
              <a:ext uri="{FF2B5EF4-FFF2-40B4-BE49-F238E27FC236}">
                <a16:creationId xmlns:a16="http://schemas.microsoft.com/office/drawing/2014/main" id="{0AC8024E-800F-4D27-81F5-31D2DEC50AB7}"/>
              </a:ext>
            </a:extLst>
          </p:cNvPr>
          <p:cNvGrpSpPr>
            <a:grpSpLocks/>
          </p:cNvGrpSpPr>
          <p:nvPr userDrawn="1"/>
        </p:nvGrpSpPr>
        <p:grpSpPr>
          <a:xfrm>
            <a:off x="1655388" y="2908261"/>
            <a:ext cx="10070003" cy="552002"/>
            <a:chOff x="746969" y="1196307"/>
            <a:chExt cx="5521795" cy="552002"/>
          </a:xfrm>
        </p:grpSpPr>
        <p:sp>
          <p:nvSpPr>
            <p:cNvPr id="64" name="Rectangle 63">
              <a:extLst>
                <a:ext uri="{FF2B5EF4-FFF2-40B4-BE49-F238E27FC236}">
                  <a16:creationId xmlns:a16="http://schemas.microsoft.com/office/drawing/2014/main" id="{60B5CDE7-2CF2-495E-81C2-BBB8131B9DBC}"/>
                </a:ext>
              </a:extLst>
            </p:cNvPr>
            <p:cNvSpPr>
              <a:spLocks/>
            </p:cNvSpPr>
            <p:nvPr userDrawn="1"/>
          </p:nvSpPr>
          <p:spPr>
            <a:xfrm>
              <a:off x="746969"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None/>
                <a:tabLst/>
                <a:defRPr/>
              </a:pPr>
              <a:r>
                <a:rPr lang="fr-FR" sz="1400" b="1" i="0" kern="1200" cap="none" baseline="0" noProof="0">
                  <a:solidFill>
                    <a:schemeClr val="accent1"/>
                  </a:solidFill>
                  <a:latin typeface="+mn-lt"/>
                  <a:ea typeface="+mn-ea"/>
                  <a:cs typeface="+mn-cs"/>
                </a:rPr>
                <a:t>&lt;N&gt;</a:t>
              </a:r>
            </a:p>
          </p:txBody>
        </p:sp>
        <p:sp>
          <p:nvSpPr>
            <p:cNvPr id="65" name="Rectangle 64">
              <a:extLst>
                <a:ext uri="{FF2B5EF4-FFF2-40B4-BE49-F238E27FC236}">
                  <a16:creationId xmlns:a16="http://schemas.microsoft.com/office/drawing/2014/main" id="{927B3B1A-DD17-4FB3-8083-0E50D87656B3}"/>
                </a:ext>
              </a:extLst>
            </p:cNvPr>
            <p:cNvSpPr>
              <a:spLocks/>
            </p:cNvSpPr>
            <p:nvPr userDrawn="1"/>
          </p:nvSpPr>
          <p:spPr>
            <a:xfrm>
              <a:off x="1084287"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400" b="1" i="0" kern="1200" cap="none" baseline="0" noProof="0">
                  <a:solidFill>
                    <a:schemeClr val="bg2"/>
                  </a:solidFill>
                  <a:latin typeface="+mn-lt"/>
                  <a:ea typeface="+mn-ea"/>
                  <a:cs typeface="+mn-cs"/>
                </a:rPr>
                <a:t>&lt;TEXT&gt;</a:t>
              </a:r>
            </a:p>
          </p:txBody>
        </p:sp>
        <p:sp>
          <p:nvSpPr>
            <p:cNvPr id="66" name="Rectangle 65">
              <a:extLst>
                <a:ext uri="{FF2B5EF4-FFF2-40B4-BE49-F238E27FC236}">
                  <a16:creationId xmlns:a16="http://schemas.microsoft.com/office/drawing/2014/main" id="{C8399873-18C4-49BB-9AC4-3A8655D4B77C}"/>
                </a:ext>
              </a:extLst>
            </p:cNvPr>
            <p:cNvSpPr>
              <a:spLocks/>
            </p:cNvSpPr>
            <p:nvPr userDrawn="1"/>
          </p:nvSpPr>
          <p:spPr>
            <a:xfrm>
              <a:off x="5753232" y="1196308"/>
              <a:ext cx="515532"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0" b="0" i="0" kern="1200" cap="none" baseline="0" noProof="0">
                  <a:solidFill>
                    <a:schemeClr val="bg2"/>
                  </a:solidFill>
                  <a:latin typeface="+mn-lt"/>
                  <a:ea typeface="+mn-ea"/>
                  <a:cs typeface="+mn-cs"/>
                </a:rPr>
                <a:t>Page &lt;P&gt;</a:t>
              </a:r>
            </a:p>
          </p:txBody>
        </p:sp>
      </p:grpSp>
      <p:sp>
        <p:nvSpPr>
          <p:cNvPr id="2" name="Title 1">
            <a:extLst>
              <a:ext uri="{FF2B5EF4-FFF2-40B4-BE49-F238E27FC236}">
                <a16:creationId xmlns:a16="http://schemas.microsoft.com/office/drawing/2014/main" id="{40AE165A-1031-B297-11E7-059175CA5C97}"/>
              </a:ext>
            </a:extLst>
          </p:cNvPr>
          <p:cNvSpPr>
            <a:spLocks noGrp="1"/>
          </p:cNvSpPr>
          <p:nvPr>
            <p:ph type="title" hasCustomPrompt="1"/>
          </p:nvPr>
        </p:nvSpPr>
        <p:spPr>
          <a:xfrm>
            <a:off x="423984" y="404664"/>
            <a:ext cx="11342769" cy="936774"/>
          </a:xfrm>
        </p:spPr>
        <p:txBody>
          <a:bodyPr/>
          <a:lstStyle>
            <a:lvl1pPr>
              <a:defRPr sz="2400"/>
            </a:lvl1pPr>
          </a:lstStyle>
          <a:p>
            <a:r>
              <a:rPr lang="fr-FR"/>
              <a:t>AGENDA</a:t>
            </a:r>
          </a:p>
        </p:txBody>
      </p:sp>
    </p:spTree>
    <p:extLst>
      <p:ext uri="{BB962C8B-B14F-4D97-AF65-F5344CB8AC3E}">
        <p14:creationId xmlns:p14="http://schemas.microsoft.com/office/powerpoint/2010/main" val="137205650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ext, Color &amp; Font guidelines">
    <p:spTree>
      <p:nvGrpSpPr>
        <p:cNvPr id="1" name=""/>
        <p:cNvGrpSpPr/>
        <p:nvPr/>
      </p:nvGrpSpPr>
      <p:grpSpPr>
        <a:xfrm>
          <a:off x="0" y="0"/>
          <a:ext cx="0" cy="0"/>
          <a:chOff x="0" y="0"/>
          <a:chExt cx="0" cy="0"/>
        </a:xfrm>
      </p:grpSpPr>
      <p:sp>
        <p:nvSpPr>
          <p:cNvPr id="2" name="Toptitle placeholder 1">
            <a:extLst>
              <a:ext uri="{FF2B5EF4-FFF2-40B4-BE49-F238E27FC236}">
                <a16:creationId xmlns:a16="http://schemas.microsoft.com/office/drawing/2014/main" id="{D1B40373-C58F-9D2F-924E-36B7D28F88E0}"/>
              </a:ext>
              <a:ext uri="{C183D7F6-B498-43B3-948B-1728B52AA6E4}">
                <adec:decorative xmlns:adec="http://schemas.microsoft.com/office/drawing/2017/decorative" val="0"/>
              </a:ext>
            </a:extLst>
          </p:cNvPr>
          <p:cNvSpPr>
            <a:spLocks noGrp="1"/>
          </p:cNvSpPr>
          <p:nvPr>
            <p:ph type="body" sz="quarter" idx="13" hasCustomPrompt="1"/>
          </p:nvPr>
        </p:nvSpPr>
        <p:spPr>
          <a:xfrm>
            <a:off x="425355" y="144313"/>
            <a:ext cx="11342769"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sz="1000" noProof="0">
                <a:solidFill>
                  <a:schemeClr val="accent3"/>
                </a:solidFill>
                <a:latin typeface="+mn-lt"/>
              </a:rPr>
              <a:t>How to use the Wavestone </a:t>
            </a:r>
            <a:r>
              <a:rPr lang="fr-FR" sz="1000" noProof="0" err="1">
                <a:solidFill>
                  <a:schemeClr val="accent3"/>
                </a:solidFill>
                <a:latin typeface="+mn-lt"/>
              </a:rPr>
              <a:t>ppt</a:t>
            </a:r>
            <a:r>
              <a:rPr lang="fr-FR" sz="1000" noProof="0">
                <a:solidFill>
                  <a:schemeClr val="accent3"/>
                </a:solidFill>
                <a:latin typeface="+mn-lt"/>
              </a:rPr>
              <a:t> </a:t>
            </a:r>
            <a:r>
              <a:rPr lang="fr-FR" sz="1000" noProof="0" err="1">
                <a:solidFill>
                  <a:schemeClr val="accent3"/>
                </a:solidFill>
                <a:latin typeface="+mn-lt"/>
              </a:rPr>
              <a:t>template</a:t>
            </a:r>
            <a:endParaRPr lang="fr-FR" sz="1000" noProof="0">
              <a:solidFill>
                <a:schemeClr val="accent3"/>
              </a:solidFill>
              <a:latin typeface="+mn-lt"/>
            </a:endParaRPr>
          </a:p>
        </p:txBody>
      </p:sp>
      <p:sp>
        <p:nvSpPr>
          <p:cNvPr id="8" name="Title 1">
            <a:extLst>
              <a:ext uri="{FF2B5EF4-FFF2-40B4-BE49-F238E27FC236}">
                <a16:creationId xmlns:a16="http://schemas.microsoft.com/office/drawing/2014/main" id="{D964B1C5-C358-871B-CA19-F74DB0D2D4F0}"/>
              </a:ext>
            </a:extLst>
          </p:cNvPr>
          <p:cNvSpPr>
            <a:spLocks noGrp="1"/>
          </p:cNvSpPr>
          <p:nvPr>
            <p:ph type="title" hasCustomPrompt="1"/>
          </p:nvPr>
        </p:nvSpPr>
        <p:spPr>
          <a:xfrm>
            <a:off x="423985" y="404664"/>
            <a:ext cx="2440268" cy="936774"/>
          </a:xfrm>
        </p:spPr>
        <p:txBody>
          <a:bodyPr/>
          <a:lstStyle>
            <a:lvl1pPr>
              <a:defRPr sz="2400"/>
            </a:lvl1pPr>
          </a:lstStyle>
          <a:p>
            <a:r>
              <a:rPr lang="fr-FR" err="1"/>
              <a:t>Text</a:t>
            </a:r>
            <a:r>
              <a:rPr lang="fr-FR"/>
              <a:t>, </a:t>
            </a:r>
            <a:r>
              <a:rPr lang="fr-FR" err="1"/>
              <a:t>Color</a:t>
            </a:r>
            <a:br>
              <a:rPr lang="fr-FR"/>
            </a:br>
            <a:r>
              <a:rPr lang="fr-FR"/>
              <a:t>&amp; Font guidelines</a:t>
            </a:r>
          </a:p>
        </p:txBody>
      </p:sp>
      <p:sp>
        <p:nvSpPr>
          <p:cNvPr id="10" name="ZoneTexte 9">
            <a:extLst>
              <a:ext uri="{FF2B5EF4-FFF2-40B4-BE49-F238E27FC236}">
                <a16:creationId xmlns:a16="http://schemas.microsoft.com/office/drawing/2014/main" id="{823097D7-D7BA-9E25-0878-05A17731E689}"/>
              </a:ext>
            </a:extLst>
          </p:cNvPr>
          <p:cNvSpPr txBox="1">
            <a:spLocks/>
          </p:cNvSpPr>
          <p:nvPr userDrawn="1"/>
        </p:nvSpPr>
        <p:spPr>
          <a:xfrm>
            <a:off x="423984" y="1491910"/>
            <a:ext cx="11344276" cy="257369"/>
          </a:xfrm>
          <a:prstGeom prst="rect">
            <a:avLst/>
          </a:prstGeom>
          <a:noFill/>
        </p:spPr>
        <p:txBody>
          <a:bodyPr wrap="square" lIns="0" tIns="36000" rIns="0" bIns="36000" rtlCol="0">
            <a:spAutoFit/>
          </a:bodyPr>
          <a:lstStyle/>
          <a:p>
            <a:pPr algn="l">
              <a:spcBef>
                <a:spcPts val="600"/>
              </a:spcBef>
            </a:pPr>
            <a:r>
              <a:rPr lang="fr-FR" sz="1200" err="1">
                <a:solidFill>
                  <a:schemeClr val="bg2"/>
                </a:solidFill>
                <a:latin typeface="+mj-lt"/>
              </a:rPr>
              <a:t>Colors</a:t>
            </a:r>
            <a:r>
              <a:rPr lang="fr-FR" sz="1200">
                <a:solidFill>
                  <a:schemeClr val="bg2"/>
                </a:solidFill>
                <a:latin typeface="+mj-lt"/>
              </a:rPr>
              <a:t> of Wavestone Powerpoint Slide Master and </a:t>
            </a:r>
            <a:r>
              <a:rPr lang="fr-FR" sz="1200" err="1">
                <a:solidFill>
                  <a:schemeClr val="bg2"/>
                </a:solidFill>
                <a:latin typeface="+mj-lt"/>
              </a:rPr>
              <a:t>associated</a:t>
            </a:r>
            <a:r>
              <a:rPr lang="fr-FR" sz="1200">
                <a:solidFill>
                  <a:schemeClr val="bg2"/>
                </a:solidFill>
                <a:latin typeface="+mj-lt"/>
              </a:rPr>
              <a:t> </a:t>
            </a:r>
            <a:r>
              <a:rPr lang="fr-FR" sz="1200" err="1">
                <a:solidFill>
                  <a:schemeClr val="bg2"/>
                </a:solidFill>
                <a:latin typeface="+mj-lt"/>
              </a:rPr>
              <a:t>hexadecimal</a:t>
            </a:r>
            <a:r>
              <a:rPr lang="fr-FR" sz="1200">
                <a:solidFill>
                  <a:schemeClr val="bg2"/>
                </a:solidFill>
                <a:latin typeface="+mj-lt"/>
              </a:rPr>
              <a:t> &amp; RGB </a:t>
            </a:r>
            <a:r>
              <a:rPr lang="fr-FR" sz="1200" err="1">
                <a:solidFill>
                  <a:schemeClr val="bg2"/>
                </a:solidFill>
                <a:latin typeface="+mj-lt"/>
              </a:rPr>
              <a:t>color</a:t>
            </a:r>
            <a:r>
              <a:rPr lang="fr-FR" sz="1200">
                <a:solidFill>
                  <a:schemeClr val="bg2"/>
                </a:solidFill>
                <a:latin typeface="+mj-lt"/>
              </a:rPr>
              <a:t> codes </a:t>
            </a:r>
          </a:p>
        </p:txBody>
      </p:sp>
      <p:sp>
        <p:nvSpPr>
          <p:cNvPr id="15" name="ZoneTexte 14">
            <a:extLst>
              <a:ext uri="{FF2B5EF4-FFF2-40B4-BE49-F238E27FC236}">
                <a16:creationId xmlns:a16="http://schemas.microsoft.com/office/drawing/2014/main" id="{4D38D55F-3717-1DE7-C634-D1E90CF429B3}"/>
              </a:ext>
            </a:extLst>
          </p:cNvPr>
          <p:cNvSpPr txBox="1">
            <a:spLocks/>
          </p:cNvSpPr>
          <p:nvPr userDrawn="1"/>
        </p:nvSpPr>
        <p:spPr>
          <a:xfrm>
            <a:off x="423984" y="3255083"/>
            <a:ext cx="11344276" cy="257369"/>
          </a:xfrm>
          <a:prstGeom prst="rect">
            <a:avLst/>
          </a:prstGeom>
          <a:noFill/>
        </p:spPr>
        <p:txBody>
          <a:bodyPr wrap="square" lIns="0" tIns="36000" rIns="0" bIns="36000" rtlCol="0">
            <a:spAutoFit/>
          </a:bodyPr>
          <a:lstStyle/>
          <a:p>
            <a:pPr algn="l">
              <a:spcBef>
                <a:spcPts val="600"/>
              </a:spcBef>
            </a:pPr>
            <a:r>
              <a:rPr lang="fr-FR" sz="1200" err="1">
                <a:solidFill>
                  <a:schemeClr val="bg2"/>
                </a:solidFill>
                <a:latin typeface="+mj-lt"/>
              </a:rPr>
              <a:t>Text</a:t>
            </a:r>
            <a:r>
              <a:rPr lang="fr-FR" sz="1200">
                <a:solidFill>
                  <a:schemeClr val="bg2"/>
                </a:solidFill>
                <a:latin typeface="+mj-lt"/>
              </a:rPr>
              <a:t> </a:t>
            </a:r>
            <a:r>
              <a:rPr lang="fr-FR" sz="1200" err="1">
                <a:solidFill>
                  <a:schemeClr val="bg2"/>
                </a:solidFill>
                <a:latin typeface="+mj-lt"/>
              </a:rPr>
              <a:t>levels</a:t>
            </a:r>
            <a:r>
              <a:rPr lang="fr-FR" sz="1200">
                <a:solidFill>
                  <a:schemeClr val="bg2"/>
                </a:solidFill>
                <a:latin typeface="+mj-lt"/>
              </a:rPr>
              <a:t> and </a:t>
            </a:r>
            <a:r>
              <a:rPr lang="fr-FR" sz="1200" err="1">
                <a:solidFill>
                  <a:schemeClr val="bg2"/>
                </a:solidFill>
                <a:latin typeface="+mj-lt"/>
              </a:rPr>
              <a:t>bullet</a:t>
            </a:r>
            <a:r>
              <a:rPr lang="fr-FR" sz="1200">
                <a:solidFill>
                  <a:schemeClr val="bg2"/>
                </a:solidFill>
                <a:latin typeface="+mj-lt"/>
              </a:rPr>
              <a:t> </a:t>
            </a:r>
            <a:r>
              <a:rPr lang="fr-FR" sz="1200" err="1">
                <a:solidFill>
                  <a:schemeClr val="bg2"/>
                </a:solidFill>
                <a:latin typeface="+mj-lt"/>
              </a:rPr>
              <a:t>lists</a:t>
            </a:r>
            <a:endParaRPr lang="fr-FR" sz="1200">
              <a:solidFill>
                <a:schemeClr val="bg2"/>
              </a:solidFill>
              <a:latin typeface="+mj-lt"/>
            </a:endParaRPr>
          </a:p>
        </p:txBody>
      </p:sp>
      <p:graphicFrame>
        <p:nvGraphicFramePr>
          <p:cNvPr id="13" name="Table 4">
            <a:extLst>
              <a:ext uri="{FF2B5EF4-FFF2-40B4-BE49-F238E27FC236}">
                <a16:creationId xmlns:a16="http://schemas.microsoft.com/office/drawing/2014/main" id="{FD91C57F-EE59-4C6C-AD72-1954FFCD87DB}"/>
              </a:ext>
            </a:extLst>
          </p:cNvPr>
          <p:cNvGraphicFramePr>
            <a:graphicFrameLocks noGrp="1"/>
          </p:cNvGraphicFramePr>
          <p:nvPr userDrawn="1">
            <p:extLst>
              <p:ext uri="{D42A27DB-BD31-4B8C-83A1-F6EECF244321}">
                <p14:modId xmlns:p14="http://schemas.microsoft.com/office/powerpoint/2010/main" val="1718628149"/>
              </p:ext>
            </p:extLst>
          </p:nvPr>
        </p:nvGraphicFramePr>
        <p:xfrm>
          <a:off x="423863" y="3528889"/>
          <a:ext cx="11342770" cy="2708399"/>
        </p:xfrm>
        <a:graphic>
          <a:graphicData uri="http://schemas.openxmlformats.org/drawingml/2006/table">
            <a:tbl>
              <a:tblPr firstRow="1" bandRow="1">
                <a:tableStyleId>{0E3FDE45-AF77-4B5C-9715-49D594BDF05E}</a:tableStyleId>
              </a:tblPr>
              <a:tblGrid>
                <a:gridCol w="1456376">
                  <a:extLst>
                    <a:ext uri="{9D8B030D-6E8A-4147-A177-3AD203B41FA5}">
                      <a16:colId xmlns:a16="http://schemas.microsoft.com/office/drawing/2014/main" val="20000"/>
                    </a:ext>
                  </a:extLst>
                </a:gridCol>
                <a:gridCol w="1175477">
                  <a:extLst>
                    <a:ext uri="{9D8B030D-6E8A-4147-A177-3AD203B41FA5}">
                      <a16:colId xmlns:a16="http://schemas.microsoft.com/office/drawing/2014/main" val="20001"/>
                    </a:ext>
                  </a:extLst>
                </a:gridCol>
                <a:gridCol w="1388962">
                  <a:extLst>
                    <a:ext uri="{9D8B030D-6E8A-4147-A177-3AD203B41FA5}">
                      <a16:colId xmlns:a16="http://schemas.microsoft.com/office/drawing/2014/main" val="20002"/>
                    </a:ext>
                  </a:extLst>
                </a:gridCol>
                <a:gridCol w="949125">
                  <a:extLst>
                    <a:ext uri="{9D8B030D-6E8A-4147-A177-3AD203B41FA5}">
                      <a16:colId xmlns:a16="http://schemas.microsoft.com/office/drawing/2014/main" val="20003"/>
                    </a:ext>
                  </a:extLst>
                </a:gridCol>
                <a:gridCol w="1400536">
                  <a:extLst>
                    <a:ext uri="{9D8B030D-6E8A-4147-A177-3AD203B41FA5}">
                      <a16:colId xmlns:a16="http://schemas.microsoft.com/office/drawing/2014/main" val="20004"/>
                    </a:ext>
                  </a:extLst>
                </a:gridCol>
                <a:gridCol w="1423686">
                  <a:extLst>
                    <a:ext uri="{9D8B030D-6E8A-4147-A177-3AD203B41FA5}">
                      <a16:colId xmlns:a16="http://schemas.microsoft.com/office/drawing/2014/main" val="20005"/>
                    </a:ext>
                  </a:extLst>
                </a:gridCol>
                <a:gridCol w="1909823">
                  <a:extLst>
                    <a:ext uri="{9D8B030D-6E8A-4147-A177-3AD203B41FA5}">
                      <a16:colId xmlns:a16="http://schemas.microsoft.com/office/drawing/2014/main" val="20006"/>
                    </a:ext>
                  </a:extLst>
                </a:gridCol>
                <a:gridCol w="1638785">
                  <a:extLst>
                    <a:ext uri="{9D8B030D-6E8A-4147-A177-3AD203B41FA5}">
                      <a16:colId xmlns:a16="http://schemas.microsoft.com/office/drawing/2014/main" val="20007"/>
                    </a:ext>
                  </a:extLst>
                </a:gridCol>
              </a:tblGrid>
              <a:tr h="254424">
                <a:tc>
                  <a:txBody>
                    <a:bodyPr/>
                    <a:lstStyle/>
                    <a:p>
                      <a:r>
                        <a:rPr lang="fr-FR" sz="900" b="1" noProof="0" err="1"/>
                        <a:t>Level</a:t>
                      </a:r>
                      <a:endParaRPr lang="fr-FR" sz="900" b="1" noProof="0"/>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pPr algn="l"/>
                      <a:r>
                        <a:rPr lang="fr-FR" sz="900" b="1" kern="1200" noProof="0">
                          <a:solidFill>
                            <a:schemeClr val="tx1"/>
                          </a:solidFill>
                          <a:latin typeface="+mn-lt"/>
                          <a:ea typeface="+mn-ea"/>
                          <a:cs typeface="+mn-cs"/>
                        </a:rPr>
                        <a:t>Font</a:t>
                      </a: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pPr algn="ctr"/>
                      <a:r>
                        <a:rPr lang="fr-FR" sz="900" b="1" kern="1200" noProof="0" err="1">
                          <a:solidFill>
                            <a:schemeClr val="tx1"/>
                          </a:solidFill>
                          <a:latin typeface="+mn-lt"/>
                          <a:ea typeface="+mn-ea"/>
                          <a:cs typeface="+mn-cs"/>
                        </a:rPr>
                        <a:t>Color</a:t>
                      </a:r>
                      <a:endParaRPr lang="fr-FR" sz="900" b="1" kern="1200" noProof="0">
                        <a:solidFill>
                          <a:schemeClr val="tx1"/>
                        </a:solidFill>
                        <a:latin typeface="+mn-lt"/>
                        <a:ea typeface="+mn-ea"/>
                        <a:cs typeface="+mn-cs"/>
                      </a:endParaRP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pPr algn="ctr"/>
                      <a:r>
                        <a:rPr lang="fr-FR" sz="900" b="1" kern="1200" noProof="0">
                          <a:solidFill>
                            <a:schemeClr val="tx1"/>
                          </a:solidFill>
                          <a:latin typeface="+mn-lt"/>
                          <a:ea typeface="+mn-ea"/>
                          <a:cs typeface="+mn-cs"/>
                        </a:rPr>
                        <a:t>Font Size</a:t>
                      </a: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pPr algn="ctr"/>
                      <a:r>
                        <a:rPr lang="fr-FR" sz="900" b="1" kern="1200" noProof="0" err="1">
                          <a:solidFill>
                            <a:schemeClr val="tx1"/>
                          </a:solidFill>
                          <a:latin typeface="+mn-lt"/>
                          <a:ea typeface="+mn-ea"/>
                          <a:cs typeface="+mn-cs"/>
                        </a:rPr>
                        <a:t>Effect</a:t>
                      </a:r>
                      <a:endParaRPr lang="fr-FR" sz="900" b="1" kern="1200" noProof="0">
                        <a:solidFill>
                          <a:schemeClr val="tx1"/>
                        </a:solidFill>
                        <a:latin typeface="+mn-lt"/>
                        <a:ea typeface="+mn-ea"/>
                        <a:cs typeface="+mn-cs"/>
                      </a:endParaRP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pPr algn="l"/>
                      <a:r>
                        <a:rPr lang="fr-FR" sz="900" b="1" kern="1200" noProof="0">
                          <a:solidFill>
                            <a:schemeClr val="tx1"/>
                          </a:solidFill>
                          <a:latin typeface="+mn-lt"/>
                          <a:ea typeface="+mn-ea"/>
                          <a:cs typeface="+mn-cs"/>
                        </a:rPr>
                        <a:t>Bullet </a:t>
                      </a: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r>
                        <a:rPr lang="fr-FR" sz="900" b="1" kern="1200" noProof="0" err="1">
                          <a:solidFill>
                            <a:schemeClr val="tx1"/>
                          </a:solidFill>
                          <a:latin typeface="+mn-lt"/>
                          <a:ea typeface="+mn-ea"/>
                          <a:cs typeface="+mn-cs"/>
                        </a:rPr>
                        <a:t>Paragraph</a:t>
                      </a:r>
                      <a:r>
                        <a:rPr lang="fr-FR" sz="900" b="1" kern="1200" noProof="0">
                          <a:solidFill>
                            <a:schemeClr val="tx1"/>
                          </a:solidFill>
                          <a:latin typeface="+mn-lt"/>
                          <a:ea typeface="+mn-ea"/>
                          <a:cs typeface="+mn-cs"/>
                        </a:rPr>
                        <a:t> Indentation</a:t>
                      </a: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tc>
                  <a:txBody>
                    <a:bodyPr/>
                    <a:lstStyle/>
                    <a:p>
                      <a:r>
                        <a:rPr lang="fr-FR" sz="900" b="1" kern="1200" noProof="0" err="1">
                          <a:solidFill>
                            <a:schemeClr val="tx1"/>
                          </a:solidFill>
                          <a:latin typeface="+mn-lt"/>
                          <a:ea typeface="+mn-ea"/>
                          <a:cs typeface="+mn-cs"/>
                        </a:rPr>
                        <a:t>Paragraph</a:t>
                      </a:r>
                      <a:r>
                        <a:rPr lang="fr-FR" sz="900" b="1" kern="1200" noProof="0">
                          <a:solidFill>
                            <a:schemeClr val="tx1"/>
                          </a:solidFill>
                          <a:latin typeface="+mn-lt"/>
                          <a:ea typeface="+mn-ea"/>
                          <a:cs typeface="+mn-cs"/>
                        </a:rPr>
                        <a:t> </a:t>
                      </a:r>
                      <a:r>
                        <a:rPr lang="fr-FR" sz="900" b="1" kern="1200" noProof="0" err="1">
                          <a:solidFill>
                            <a:schemeClr val="tx1"/>
                          </a:solidFill>
                          <a:latin typeface="+mn-lt"/>
                          <a:ea typeface="+mn-ea"/>
                          <a:cs typeface="+mn-cs"/>
                        </a:rPr>
                        <a:t>Spacing</a:t>
                      </a:r>
                      <a:endParaRPr lang="fr-FR" sz="900" b="1" kern="1200" noProof="0">
                        <a:solidFill>
                          <a:schemeClr val="tx1"/>
                        </a:solidFill>
                        <a:latin typeface="+mn-lt"/>
                        <a:ea typeface="+mn-ea"/>
                        <a:cs typeface="+mn-cs"/>
                      </a:endParaRPr>
                    </a:p>
                  </a:txBody>
                  <a:tcPr marL="112542" marR="112542">
                    <a:lnL>
                      <a:noFill/>
                    </a:lnL>
                    <a:lnR>
                      <a:noFill/>
                    </a:lnR>
                    <a:lnT w="12700" cmpd="sng">
                      <a:noFill/>
                    </a:lnT>
                    <a:lnB w="12700" cmpd="sng">
                      <a:noFill/>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0"/>
                  </a:ext>
                </a:extLst>
              </a:tr>
              <a:tr h="396240">
                <a:tc>
                  <a:txBody>
                    <a:bodyPr/>
                    <a:lstStyle/>
                    <a:p>
                      <a:pPr>
                        <a:tabLst>
                          <a:tab pos="355600" algn="l"/>
                        </a:tabLst>
                      </a:pPr>
                      <a:r>
                        <a:rPr lang="fr-FR" sz="1000" i="0" kern="1200" cap="none" baseline="0" err="1">
                          <a:solidFill>
                            <a:schemeClr val="accent3"/>
                          </a:solidFill>
                          <a:latin typeface="+mn-lt"/>
                          <a:ea typeface="+mn-ea"/>
                          <a:cs typeface="+mn-cs"/>
                        </a:rPr>
                        <a:t>Subtitle</a:t>
                      </a:r>
                      <a:endParaRPr lang="fr-FR" sz="1000" i="0" kern="1200" cap="none" baseline="0">
                        <a:solidFill>
                          <a:schemeClr val="accent3"/>
                        </a:solidFill>
                        <a:latin typeface="+mn-lt"/>
                        <a:ea typeface="+mn-ea"/>
                        <a:cs typeface="+mn-cs"/>
                      </a:endParaRP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algn="l"/>
                      <a:r>
                        <a:rPr lang="fr-FR" sz="1000" i="0" u="none" kern="1200" cap="none" baseline="0" err="1">
                          <a:solidFill>
                            <a:schemeClr val="tx1"/>
                          </a:solidFill>
                          <a:latin typeface="+mn-lt"/>
                          <a:ea typeface="+mn-ea"/>
                          <a:cs typeface="+mn-cs"/>
                        </a:rPr>
                        <a:t>Aptos</a:t>
                      </a:r>
                      <a:endParaRPr lang="fr-FR" sz="1000" i="0" u="none" kern="1200" cap="none" baseline="0">
                        <a:solidFill>
                          <a:schemeClr val="tx1"/>
                        </a:solidFill>
                        <a:latin typeface="+mn-lt"/>
                        <a:ea typeface="+mn-ea"/>
                        <a:cs typeface="+mn-cs"/>
                      </a:endParaRP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37 / 15 / 107</a:t>
                      </a: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10</a:t>
                      </a: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none" baseline="0">
                          <a:solidFill>
                            <a:schemeClr val="tx1"/>
                          </a:solidFill>
                          <a:latin typeface="+mn-lt"/>
                          <a:ea typeface="+mn-ea"/>
                          <a:cs typeface="+mn-cs"/>
                        </a:rPr>
                        <a:t>Normal</a:t>
                      </a:r>
                      <a:endParaRPr lang="fr-FR" sz="1000" i="0" kern="1200" cap="all" baseline="0">
                        <a:solidFill>
                          <a:schemeClr val="tx1"/>
                        </a:solidFill>
                        <a:latin typeface="+mn-lt"/>
                        <a:ea typeface="+mn-ea"/>
                        <a:cs typeface="+mn-cs"/>
                      </a:endParaRP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algn="l"/>
                      <a:endParaRPr lang="fr-FR" sz="1000" kern="1200">
                        <a:solidFill>
                          <a:schemeClr val="tx1"/>
                        </a:solidFill>
                        <a:latin typeface="+mn-lt"/>
                        <a:ea typeface="+mn-ea"/>
                        <a:cs typeface="+mn-cs"/>
                      </a:endParaRP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r>
                        <a:rPr lang="fr-FR" sz="1000" kern="1200" err="1">
                          <a:solidFill>
                            <a:schemeClr val="tx1"/>
                          </a:solidFill>
                          <a:latin typeface="+mn-lt"/>
                          <a:ea typeface="+mn-ea"/>
                          <a:cs typeface="+mn-cs"/>
                        </a:rPr>
                        <a:t>Before</a:t>
                      </a:r>
                      <a:r>
                        <a:rPr lang="fr-FR" sz="1000" kern="1200">
                          <a:solidFill>
                            <a:schemeClr val="tx1"/>
                          </a:solidFill>
                          <a:latin typeface="+mn-lt"/>
                          <a:ea typeface="+mn-ea"/>
                          <a:cs typeface="+mn-cs"/>
                        </a:rPr>
                        <a:t> </a:t>
                      </a:r>
                      <a:r>
                        <a:rPr lang="fr-FR" sz="1000" kern="1200" err="1">
                          <a:solidFill>
                            <a:schemeClr val="tx1"/>
                          </a:solidFill>
                          <a:latin typeface="+mn-lt"/>
                          <a:ea typeface="+mn-ea"/>
                          <a:cs typeface="+mn-cs"/>
                        </a:rPr>
                        <a:t>text</a:t>
                      </a:r>
                      <a:r>
                        <a:rPr lang="fr-FR" sz="1000" kern="1200">
                          <a:solidFill>
                            <a:schemeClr val="tx1"/>
                          </a:solidFill>
                          <a:latin typeface="+mn-lt"/>
                          <a:ea typeface="+mn-ea"/>
                          <a:cs typeface="+mn-cs"/>
                        </a:rPr>
                        <a:t> = 0 cm</a:t>
                      </a:r>
                    </a:p>
                  </a:txBody>
                  <a:tcPr marL="112542" marR="112542" anchor="ctr">
                    <a:lnL>
                      <a:noFill/>
                    </a:lnL>
                    <a:lnR>
                      <a:noFill/>
                    </a:lnR>
                    <a:lnT w="12700" cmpd="sng">
                      <a:noFill/>
                    </a:lnT>
                    <a:lnB>
                      <a:noFill/>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0 pt</a:t>
                      </a:r>
                    </a:p>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No line </a:t>
                      </a:r>
                      <a:r>
                        <a:rPr lang="fr-FR" sz="1000" kern="1200" noProof="0" err="1">
                          <a:solidFill>
                            <a:schemeClr val="tx1"/>
                          </a:solidFill>
                          <a:latin typeface="+mn-lt"/>
                          <a:ea typeface="+mn-ea"/>
                          <a:cs typeface="+mn-cs"/>
                        </a:rPr>
                        <a:t>spacing</a:t>
                      </a:r>
                      <a:endParaRPr lang="fr-FR" sz="1000" kern="1200" noProof="0">
                        <a:solidFill>
                          <a:schemeClr val="tx1"/>
                        </a:solidFill>
                        <a:latin typeface="+mn-lt"/>
                        <a:ea typeface="+mn-ea"/>
                        <a:cs typeface="+mn-cs"/>
                      </a:endParaRPr>
                    </a:p>
                  </a:txBody>
                  <a:tcPr anchor="ctr">
                    <a:lnL>
                      <a:noFill/>
                    </a:lnL>
                    <a:lnR>
                      <a:noFill/>
                    </a:lnR>
                    <a:lnT w="12700" cmpd="sng">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57200">
                <a:tc>
                  <a:txBody>
                    <a:bodyPr/>
                    <a:lstStyle/>
                    <a:p>
                      <a:r>
                        <a:rPr lang="fr-FR" sz="2400" kern="1200" baseline="0" err="1">
                          <a:solidFill>
                            <a:schemeClr val="bg2">
                              <a:lumMod val="100000"/>
                            </a:schemeClr>
                          </a:solidFill>
                          <a:latin typeface="+mj-lt"/>
                          <a:ea typeface="+mj-ea"/>
                          <a:cs typeface="+mj-cs"/>
                        </a:rPr>
                        <a:t>Title</a:t>
                      </a:r>
                      <a:endParaRPr lang="fr-FR" sz="2400" kern="1200" baseline="0">
                        <a:solidFill>
                          <a:schemeClr val="bg2">
                            <a:lumMod val="100000"/>
                          </a:schemeClr>
                        </a:solidFill>
                        <a:latin typeface="+mj-lt"/>
                        <a:ea typeface="+mj-ea"/>
                        <a:cs typeface="+mj-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r>
                        <a:rPr lang="fr-FR" sz="1000" i="0" kern="1200" cap="none" baseline="0" err="1">
                          <a:solidFill>
                            <a:schemeClr val="tx1"/>
                          </a:solidFill>
                          <a:latin typeface="+mn-lt"/>
                          <a:ea typeface="+mn-ea"/>
                          <a:cs typeface="+mn-cs"/>
                        </a:rPr>
                        <a:t>Aptos</a:t>
                      </a:r>
                      <a:r>
                        <a:rPr lang="fr-FR" sz="1000" i="0" kern="1200" cap="none" baseline="0">
                          <a:solidFill>
                            <a:schemeClr val="tx1"/>
                          </a:solidFill>
                          <a:latin typeface="+mn-lt"/>
                          <a:ea typeface="+mn-ea"/>
                          <a:cs typeface="+mn-cs"/>
                        </a:rPr>
                        <a:t> </a:t>
                      </a:r>
                      <a:r>
                        <a:rPr lang="fr-FR" sz="1000" i="0" kern="1200" cap="none" baseline="0" err="1">
                          <a:solidFill>
                            <a:schemeClr val="tx1"/>
                          </a:solidFill>
                          <a:latin typeface="+mn-lt"/>
                          <a:ea typeface="+mn-ea"/>
                          <a:cs typeface="+mn-cs"/>
                        </a:rPr>
                        <a:t>SemiBold</a:t>
                      </a:r>
                      <a:endParaRPr lang="fr-FR" sz="1000" i="0" kern="1200" cap="none" baseline="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69 / 29 / 199</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24</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kumimoji="0" lang="fr-FR" sz="1000" b="0" i="0" u="none" strike="noStrike" kern="1200" cap="none" spc="0" normalizeH="0" baseline="0" noProof="0">
                          <a:ln>
                            <a:noFill/>
                          </a:ln>
                          <a:solidFill>
                            <a:schemeClr val="tx1"/>
                          </a:solidFill>
                          <a:effectLst/>
                          <a:uLnTx/>
                          <a:uFillTx/>
                          <a:latin typeface="+mn-lt"/>
                          <a:ea typeface="+mn-ea"/>
                          <a:cs typeface="+mn-cs"/>
                        </a:rPr>
                        <a:t>Normal</a:t>
                      </a:r>
                      <a:endParaRPr lang="fr-FR" sz="1000" i="0" kern="1200" cap="all" baseline="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endParaRPr lang="fr-FR" sz="1000" kern="120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err="1">
                          <a:solidFill>
                            <a:schemeClr val="tx1"/>
                          </a:solidFill>
                          <a:latin typeface="+mn-lt"/>
                          <a:ea typeface="+mn-ea"/>
                          <a:cs typeface="+mn-cs"/>
                        </a:rPr>
                        <a:t>Before</a:t>
                      </a:r>
                      <a:r>
                        <a:rPr lang="fr-FR" sz="1000" kern="1200">
                          <a:solidFill>
                            <a:schemeClr val="tx1"/>
                          </a:solidFill>
                          <a:latin typeface="+mn-lt"/>
                          <a:ea typeface="+mn-ea"/>
                          <a:cs typeface="+mn-cs"/>
                        </a:rPr>
                        <a:t> </a:t>
                      </a:r>
                      <a:r>
                        <a:rPr lang="fr-FR" sz="1000" kern="1200" err="1">
                          <a:solidFill>
                            <a:schemeClr val="tx1"/>
                          </a:solidFill>
                          <a:latin typeface="+mn-lt"/>
                          <a:ea typeface="+mn-ea"/>
                          <a:cs typeface="+mn-cs"/>
                        </a:rPr>
                        <a:t>text</a:t>
                      </a:r>
                      <a:r>
                        <a:rPr lang="fr-FR" sz="1000" kern="1200">
                          <a:solidFill>
                            <a:schemeClr val="tx1"/>
                          </a:solidFill>
                          <a:latin typeface="+mn-lt"/>
                          <a:ea typeface="+mn-ea"/>
                          <a:cs typeface="+mn-cs"/>
                        </a:rPr>
                        <a:t> = 0 cm</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0 pt</a:t>
                      </a:r>
                    </a:p>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No line </a:t>
                      </a:r>
                      <a:r>
                        <a:rPr lang="fr-FR" sz="1000" kern="1200" noProof="0" err="1">
                          <a:solidFill>
                            <a:schemeClr val="tx1"/>
                          </a:solidFill>
                          <a:latin typeface="+mn-lt"/>
                          <a:ea typeface="+mn-ea"/>
                          <a:cs typeface="+mn-cs"/>
                        </a:rPr>
                        <a:t>spacing</a:t>
                      </a:r>
                      <a:endParaRPr lang="fr-FR" sz="1000" kern="1200" noProof="0">
                        <a:solidFill>
                          <a:schemeClr val="tx1"/>
                        </a:solidFill>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96240">
                <a:tc>
                  <a:txBody>
                    <a:bodyPr/>
                    <a:lstStyle/>
                    <a:p>
                      <a:pPr lvl="0"/>
                      <a:r>
                        <a:rPr lang="fr-FR" sz="1600" i="0" kern="1200" cap="none" baseline="0" err="1">
                          <a:solidFill>
                            <a:schemeClr val="tx1">
                              <a:lumMod val="100000"/>
                            </a:schemeClr>
                          </a:solidFill>
                          <a:latin typeface="+mn-lt"/>
                          <a:ea typeface="+mn-ea"/>
                          <a:cs typeface="+mn-cs"/>
                        </a:rPr>
                        <a:t>Level</a:t>
                      </a:r>
                      <a:r>
                        <a:rPr lang="fr-FR" sz="1600" i="0" kern="1200" cap="none" baseline="0">
                          <a:solidFill>
                            <a:schemeClr val="tx1">
                              <a:lumMod val="100000"/>
                            </a:schemeClr>
                          </a:solidFill>
                          <a:latin typeface="+mn-lt"/>
                          <a:ea typeface="+mn-ea"/>
                          <a:cs typeface="+mn-cs"/>
                        </a:rPr>
                        <a:t> 1</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r>
                        <a:rPr lang="fr-FR" sz="1000" i="0" kern="1200" cap="none" baseline="0" err="1">
                          <a:solidFill>
                            <a:schemeClr val="tx1"/>
                          </a:solidFill>
                          <a:latin typeface="+mn-lt"/>
                          <a:ea typeface="+mn-ea"/>
                          <a:cs typeface="+mn-cs"/>
                        </a:rPr>
                        <a:t>Aptos</a:t>
                      </a:r>
                      <a:endParaRPr lang="fr-FR" sz="1000" i="0" kern="1200" cap="none" baseline="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0 / 0 / 0</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16</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kumimoji="0" lang="fr-FR" sz="1000" b="0" i="0" u="none" strike="noStrike" kern="1200" cap="none" spc="0" normalizeH="0" baseline="0" noProof="0">
                          <a:ln>
                            <a:noFill/>
                          </a:ln>
                          <a:solidFill>
                            <a:schemeClr val="tx1"/>
                          </a:solidFill>
                          <a:effectLst/>
                          <a:uLnTx/>
                          <a:uFillTx/>
                          <a:latin typeface="+mn-lt"/>
                          <a:ea typeface="+mn-ea"/>
                          <a:cs typeface="+mn-cs"/>
                        </a:rPr>
                        <a:t>Normal</a:t>
                      </a:r>
                      <a:endParaRPr lang="fr-FR" sz="1000" i="0" kern="1200" cap="all" baseline="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endParaRPr lang="fr-FR" sz="1000" kern="120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err="1">
                          <a:solidFill>
                            <a:schemeClr val="tx1"/>
                          </a:solidFill>
                          <a:latin typeface="+mn-lt"/>
                          <a:ea typeface="+mn-ea"/>
                          <a:cs typeface="+mn-cs"/>
                        </a:rPr>
                        <a:t>Before</a:t>
                      </a:r>
                      <a:r>
                        <a:rPr lang="fr-FR" sz="1000" kern="1200">
                          <a:solidFill>
                            <a:schemeClr val="tx1"/>
                          </a:solidFill>
                          <a:latin typeface="+mn-lt"/>
                          <a:ea typeface="+mn-ea"/>
                          <a:cs typeface="+mn-cs"/>
                        </a:rPr>
                        <a:t> </a:t>
                      </a:r>
                      <a:r>
                        <a:rPr lang="fr-FR" sz="1000" kern="1200" err="1">
                          <a:solidFill>
                            <a:schemeClr val="tx1"/>
                          </a:solidFill>
                          <a:latin typeface="+mn-lt"/>
                          <a:ea typeface="+mn-ea"/>
                          <a:cs typeface="+mn-cs"/>
                        </a:rPr>
                        <a:t>text</a:t>
                      </a:r>
                      <a:r>
                        <a:rPr lang="fr-FR" sz="1000" kern="1200">
                          <a:solidFill>
                            <a:schemeClr val="tx1"/>
                          </a:solidFill>
                          <a:latin typeface="+mn-lt"/>
                          <a:ea typeface="+mn-ea"/>
                          <a:cs typeface="+mn-cs"/>
                        </a:rPr>
                        <a:t> </a:t>
                      </a:r>
                      <a:r>
                        <a:rPr lang="fr-FR" sz="1000" kern="1200" baseline="0">
                          <a:solidFill>
                            <a:schemeClr val="tx1"/>
                          </a:solidFill>
                          <a:latin typeface="+mn-lt"/>
                          <a:ea typeface="+mn-ea"/>
                          <a:cs typeface="+mn-cs"/>
                        </a:rPr>
                        <a:t>= 0 cm</a:t>
                      </a:r>
                      <a:endParaRPr lang="fr-FR" sz="1000" kern="120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noProof="0">
                          <a:solidFill>
                            <a:schemeClr val="tx1"/>
                          </a:solidFill>
                          <a:latin typeface="+mn-lt"/>
                          <a:ea typeface="+mn-ea"/>
                          <a:cs typeface="+mn-cs"/>
                        </a:rPr>
                        <a:t>6 pt</a:t>
                      </a:r>
                    </a:p>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Single line </a:t>
                      </a:r>
                      <a:r>
                        <a:rPr lang="fr-FR" sz="1000" kern="1200" noProof="0" err="1">
                          <a:solidFill>
                            <a:schemeClr val="tx1"/>
                          </a:solidFill>
                          <a:latin typeface="+mn-lt"/>
                          <a:ea typeface="+mn-ea"/>
                          <a:cs typeface="+mn-cs"/>
                        </a:rPr>
                        <a:t>spacing</a:t>
                      </a:r>
                      <a:endParaRPr lang="fr-FR" sz="1000" kern="1200" noProof="0">
                        <a:solidFill>
                          <a:schemeClr val="tx1"/>
                        </a:solidFill>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96240">
                <a:tc>
                  <a:txBody>
                    <a:bodyPr/>
                    <a:lstStyle/>
                    <a:p>
                      <a:pPr marL="269875" indent="-269875">
                        <a:buClr>
                          <a:schemeClr val="bg2"/>
                        </a:buClr>
                        <a:buFont typeface="Avenir Next LT Pro" panose="020B0504020202020204" pitchFamily="34" charset="0"/>
                        <a:buChar char="•"/>
                        <a:tabLst/>
                      </a:pPr>
                      <a:r>
                        <a:rPr lang="fr-FR" sz="1600" kern="1200" err="1">
                          <a:solidFill>
                            <a:schemeClr val="tx1"/>
                          </a:solidFill>
                          <a:latin typeface="+mn-lt"/>
                          <a:ea typeface="+mn-ea"/>
                          <a:cs typeface="+mn-cs"/>
                        </a:rPr>
                        <a:t>Level</a:t>
                      </a:r>
                      <a:r>
                        <a:rPr lang="fr-FR" sz="1600" kern="1200">
                          <a:solidFill>
                            <a:schemeClr val="tx1"/>
                          </a:solidFill>
                          <a:latin typeface="+mn-lt"/>
                          <a:ea typeface="+mn-ea"/>
                          <a:cs typeface="+mn-cs"/>
                        </a:rPr>
                        <a:t> 2</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r>
                        <a:rPr lang="fr-FR" sz="1000" i="0" kern="1200" cap="none" baseline="0" err="1">
                          <a:solidFill>
                            <a:schemeClr val="tx1"/>
                          </a:solidFill>
                          <a:latin typeface="+mn-lt"/>
                          <a:ea typeface="+mn-ea"/>
                          <a:cs typeface="+mn-cs"/>
                        </a:rPr>
                        <a:t>Aptos</a:t>
                      </a:r>
                      <a:endParaRPr lang="fr-FR" sz="1000" i="0" kern="1200" cap="none" baseline="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0 / 0 / 0</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kern="1200">
                          <a:solidFill>
                            <a:schemeClr val="tx1"/>
                          </a:solidFill>
                          <a:latin typeface="+mn-lt"/>
                          <a:ea typeface="+mn-ea"/>
                          <a:cs typeface="+mn-cs"/>
                        </a:rPr>
                        <a:t>16</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kern="1200">
                          <a:solidFill>
                            <a:schemeClr val="tx1"/>
                          </a:solidFill>
                          <a:latin typeface="+mn-lt"/>
                          <a:ea typeface="+mn-ea"/>
                          <a:cs typeface="+mn-cs"/>
                        </a:rPr>
                        <a:t>Normal</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cap="none" baseline="0">
                          <a:solidFill>
                            <a:schemeClr val="tx1"/>
                          </a:solidFill>
                          <a:latin typeface="+mn-lt"/>
                          <a:ea typeface="+mn-ea"/>
                          <a:cs typeface="+mn-cs"/>
                        </a:rPr>
                        <a:t>code 2022</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err="1">
                          <a:solidFill>
                            <a:schemeClr val="tx1"/>
                          </a:solidFill>
                          <a:latin typeface="+mn-lt"/>
                          <a:ea typeface="+mn-ea"/>
                          <a:cs typeface="+mn-cs"/>
                        </a:rPr>
                        <a:t>Before</a:t>
                      </a:r>
                      <a:r>
                        <a:rPr lang="fr-FR" sz="1000" kern="1200">
                          <a:solidFill>
                            <a:schemeClr val="tx1"/>
                          </a:solidFill>
                          <a:latin typeface="+mn-lt"/>
                          <a:ea typeface="+mn-ea"/>
                          <a:cs typeface="+mn-cs"/>
                        </a:rPr>
                        <a:t> </a:t>
                      </a:r>
                      <a:r>
                        <a:rPr lang="fr-FR" sz="1000" kern="1200" err="1">
                          <a:solidFill>
                            <a:schemeClr val="tx1"/>
                          </a:solidFill>
                          <a:latin typeface="+mn-lt"/>
                          <a:ea typeface="+mn-ea"/>
                          <a:cs typeface="+mn-cs"/>
                        </a:rPr>
                        <a:t>text</a:t>
                      </a:r>
                      <a:r>
                        <a:rPr lang="fr-FR" sz="1000" kern="1200">
                          <a:solidFill>
                            <a:schemeClr val="tx1"/>
                          </a:solidFill>
                          <a:latin typeface="+mn-lt"/>
                          <a:ea typeface="+mn-ea"/>
                          <a:cs typeface="+mn-cs"/>
                        </a:rPr>
                        <a:t> </a:t>
                      </a:r>
                      <a:r>
                        <a:rPr lang="fr-FR" sz="1000" kern="1200" baseline="0">
                          <a:solidFill>
                            <a:schemeClr val="tx1"/>
                          </a:solidFill>
                          <a:latin typeface="+mn-lt"/>
                          <a:ea typeface="+mn-ea"/>
                          <a:cs typeface="+mn-cs"/>
                        </a:rPr>
                        <a:t>= 0,5 cm</a:t>
                      </a:r>
                      <a:endParaRPr lang="fr-FR" sz="1000" kern="120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noProof="0">
                          <a:solidFill>
                            <a:schemeClr val="tx1"/>
                          </a:solidFill>
                          <a:latin typeface="+mn-lt"/>
                          <a:ea typeface="+mn-ea"/>
                          <a:cs typeface="+mn-cs"/>
                        </a:rPr>
                        <a:t>6 pt</a:t>
                      </a:r>
                    </a:p>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Single line </a:t>
                      </a:r>
                      <a:r>
                        <a:rPr lang="fr-FR" sz="1000" kern="1200" noProof="0" err="1">
                          <a:solidFill>
                            <a:schemeClr val="tx1"/>
                          </a:solidFill>
                          <a:latin typeface="+mn-lt"/>
                          <a:ea typeface="+mn-ea"/>
                          <a:cs typeface="+mn-cs"/>
                        </a:rPr>
                        <a:t>spacing</a:t>
                      </a:r>
                      <a:endParaRPr lang="fr-FR" sz="1000" kern="1200" noProof="0">
                        <a:solidFill>
                          <a:schemeClr val="tx1"/>
                        </a:solidFill>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96240">
                <a:tc>
                  <a:txBody>
                    <a:bodyPr/>
                    <a:lstStyle/>
                    <a:p>
                      <a:pPr marL="285750" lvl="1" indent="-285750" defTabSz="271463">
                        <a:buClr>
                          <a:schemeClr val="bg2"/>
                        </a:buClr>
                        <a:buFont typeface="Poppins" panose="00000500000000000000" pitchFamily="2" charset="0"/>
                        <a:buChar char="–"/>
                      </a:pPr>
                      <a:r>
                        <a:rPr lang="fr-FR" sz="1400" kern="1200" err="1">
                          <a:solidFill>
                            <a:schemeClr val="tx1"/>
                          </a:solidFill>
                          <a:latin typeface="+mn-lt"/>
                          <a:ea typeface="+mn-ea"/>
                          <a:cs typeface="+mn-cs"/>
                        </a:rPr>
                        <a:t>Level</a:t>
                      </a:r>
                      <a:r>
                        <a:rPr lang="fr-FR" sz="1400" kern="1200">
                          <a:solidFill>
                            <a:schemeClr val="tx1"/>
                          </a:solidFill>
                          <a:latin typeface="+mn-lt"/>
                          <a:ea typeface="+mn-ea"/>
                          <a:cs typeface="+mn-cs"/>
                        </a:rPr>
                        <a:t> 3</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r>
                        <a:rPr lang="fr-FR" sz="1000" i="0" kern="1200" cap="none" baseline="0" err="1">
                          <a:solidFill>
                            <a:schemeClr val="tx1"/>
                          </a:solidFill>
                          <a:latin typeface="+mn-lt"/>
                          <a:ea typeface="+mn-ea"/>
                          <a:cs typeface="+mn-cs"/>
                        </a:rPr>
                        <a:t>Aptos</a:t>
                      </a:r>
                      <a:endParaRPr lang="fr-FR" sz="1000" i="0" kern="1200" cap="none" baseline="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0 / 0 / 0</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kern="1200">
                          <a:solidFill>
                            <a:schemeClr val="tx1"/>
                          </a:solidFill>
                          <a:latin typeface="+mn-lt"/>
                          <a:ea typeface="+mn-ea"/>
                          <a:cs typeface="+mn-cs"/>
                        </a:rPr>
                        <a:t>14</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fr-FR" sz="1000" kern="1200">
                          <a:solidFill>
                            <a:schemeClr val="tx1"/>
                          </a:solidFill>
                          <a:latin typeface="+mn-lt"/>
                          <a:ea typeface="+mn-ea"/>
                          <a:cs typeface="+mn-cs"/>
                        </a:rPr>
                        <a:t>Normal</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a:r>
                        <a:rPr lang="fr-FR" sz="1000" kern="1200">
                          <a:solidFill>
                            <a:schemeClr val="tx1"/>
                          </a:solidFill>
                          <a:latin typeface="+mn-lt"/>
                          <a:ea typeface="+mn-ea"/>
                          <a:cs typeface="+mn-cs"/>
                        </a:rPr>
                        <a:t>code 2013</a:t>
                      </a: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err="1">
                          <a:solidFill>
                            <a:schemeClr val="tx1"/>
                          </a:solidFill>
                          <a:latin typeface="+mn-lt"/>
                          <a:ea typeface="+mn-ea"/>
                          <a:cs typeface="+mn-cs"/>
                        </a:rPr>
                        <a:t>Before</a:t>
                      </a:r>
                      <a:r>
                        <a:rPr lang="fr-FR" sz="1000" kern="1200">
                          <a:solidFill>
                            <a:schemeClr val="tx1"/>
                          </a:solidFill>
                          <a:latin typeface="+mn-lt"/>
                          <a:ea typeface="+mn-ea"/>
                          <a:cs typeface="+mn-cs"/>
                        </a:rPr>
                        <a:t> </a:t>
                      </a:r>
                      <a:r>
                        <a:rPr lang="fr-FR" sz="1000" kern="1200" err="1">
                          <a:solidFill>
                            <a:schemeClr val="tx1"/>
                          </a:solidFill>
                          <a:latin typeface="+mn-lt"/>
                          <a:ea typeface="+mn-ea"/>
                          <a:cs typeface="+mn-cs"/>
                        </a:rPr>
                        <a:t>text</a:t>
                      </a:r>
                      <a:r>
                        <a:rPr lang="fr-FR" sz="1000" kern="1200">
                          <a:solidFill>
                            <a:schemeClr val="tx1"/>
                          </a:solidFill>
                          <a:latin typeface="+mn-lt"/>
                          <a:ea typeface="+mn-ea"/>
                          <a:cs typeface="+mn-cs"/>
                        </a:rPr>
                        <a:t> </a:t>
                      </a:r>
                      <a:r>
                        <a:rPr lang="fr-FR" sz="1000" kern="1200" baseline="0">
                          <a:solidFill>
                            <a:schemeClr val="tx1"/>
                          </a:solidFill>
                          <a:latin typeface="+mn-lt"/>
                          <a:ea typeface="+mn-ea"/>
                          <a:cs typeface="+mn-cs"/>
                        </a:rPr>
                        <a:t>= 0,5 cm</a:t>
                      </a:r>
                      <a:endParaRPr lang="fr-FR" sz="1000" kern="1200">
                        <a:solidFill>
                          <a:schemeClr val="tx1"/>
                        </a:solidFill>
                        <a:latin typeface="+mn-lt"/>
                        <a:ea typeface="+mn-ea"/>
                        <a:cs typeface="+mn-cs"/>
                      </a:endParaRPr>
                    </a:p>
                  </a:txBody>
                  <a:tcPr marL="112542" marR="112542"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r>
                        <a:rPr lang="fr-FR" sz="1000" kern="1200" noProof="0">
                          <a:solidFill>
                            <a:schemeClr val="tx1"/>
                          </a:solidFill>
                          <a:latin typeface="+mn-lt"/>
                          <a:ea typeface="+mn-ea"/>
                          <a:cs typeface="+mn-cs"/>
                        </a:rPr>
                        <a:t>6 pt</a:t>
                      </a:r>
                    </a:p>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Single line </a:t>
                      </a:r>
                      <a:r>
                        <a:rPr lang="fr-FR" sz="1000" kern="1200" noProof="0" err="1">
                          <a:solidFill>
                            <a:schemeClr val="tx1"/>
                          </a:solidFill>
                          <a:latin typeface="+mn-lt"/>
                          <a:ea typeface="+mn-ea"/>
                          <a:cs typeface="+mn-cs"/>
                        </a:rPr>
                        <a:t>spacing</a:t>
                      </a:r>
                      <a:endParaRPr lang="fr-FR" sz="1000" kern="1200" noProof="0">
                        <a:solidFill>
                          <a:schemeClr val="tx1"/>
                        </a:solidFill>
                        <a:latin typeface="+mn-lt"/>
                        <a:ea typeface="+mn-ea"/>
                        <a:cs typeface="+mn-cs"/>
                      </a:endParaRPr>
                    </a:p>
                  </a:txBody>
                  <a:tcPr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11815">
                <a:tc>
                  <a:txBody>
                    <a:bodyPr/>
                    <a:lstStyle/>
                    <a:p>
                      <a:pPr marL="285750" indent="-285750">
                        <a:buClr>
                          <a:schemeClr val="bg2"/>
                        </a:buClr>
                        <a:buFont typeface="Courier New" panose="02070309020205020404" pitchFamily="49" charset="0"/>
                        <a:buChar char="o"/>
                      </a:pPr>
                      <a:r>
                        <a:rPr lang="fr-FR" sz="1200" kern="1200" cap="none" baseline="0" err="1">
                          <a:solidFill>
                            <a:schemeClr val="tx1"/>
                          </a:solidFill>
                          <a:latin typeface="+mn-lt"/>
                          <a:ea typeface="+mn-ea"/>
                          <a:cs typeface="+mn-cs"/>
                        </a:rPr>
                        <a:t>Level</a:t>
                      </a:r>
                      <a:r>
                        <a:rPr lang="fr-FR" sz="1200" kern="1200" cap="none" baseline="0">
                          <a:solidFill>
                            <a:schemeClr val="tx1"/>
                          </a:solidFill>
                          <a:latin typeface="+mn-lt"/>
                          <a:ea typeface="+mn-ea"/>
                          <a:cs typeface="+mn-cs"/>
                        </a:rPr>
                        <a:t> 4</a:t>
                      </a: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l"/>
                      <a:r>
                        <a:rPr lang="fr-FR" sz="1000" i="0" kern="1200" cap="none" baseline="0" err="1">
                          <a:solidFill>
                            <a:schemeClr val="tx1"/>
                          </a:solidFill>
                          <a:latin typeface="+mn-lt"/>
                          <a:ea typeface="+mn-ea"/>
                          <a:cs typeface="+mn-cs"/>
                        </a:rPr>
                        <a:t>Aptos</a:t>
                      </a:r>
                      <a:endParaRPr lang="fr-FR" sz="1000" i="0" kern="1200" cap="none" baseline="0">
                        <a:solidFill>
                          <a:schemeClr val="tx1"/>
                        </a:solidFill>
                        <a:latin typeface="+mn-lt"/>
                        <a:ea typeface="+mn-ea"/>
                        <a:cs typeface="+mn-cs"/>
                      </a:endParaRP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a:r>
                        <a:rPr lang="fr-FR" sz="1000" i="0" kern="1200" cap="all" baseline="0">
                          <a:solidFill>
                            <a:schemeClr val="tx1"/>
                          </a:solidFill>
                          <a:latin typeface="+mn-lt"/>
                          <a:ea typeface="+mn-ea"/>
                          <a:cs typeface="+mn-cs"/>
                        </a:rPr>
                        <a:t>0 / 0 / 0</a:t>
                      </a: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a:r>
                        <a:rPr lang="fr-FR" sz="1000" kern="1200" cap="none" baseline="0">
                          <a:solidFill>
                            <a:schemeClr val="tx1"/>
                          </a:solidFill>
                          <a:latin typeface="+mn-lt"/>
                          <a:ea typeface="+mn-ea"/>
                          <a:cs typeface="+mn-cs"/>
                        </a:rPr>
                        <a:t>12</a:t>
                      </a: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algn="ctr"/>
                      <a:r>
                        <a:rPr lang="fr-FR" sz="1000" kern="1200" cap="none" baseline="0">
                          <a:solidFill>
                            <a:schemeClr val="tx1"/>
                          </a:solidFill>
                          <a:latin typeface="+mn-lt"/>
                          <a:ea typeface="+mn-ea"/>
                          <a:cs typeface="+mn-cs"/>
                        </a:rPr>
                        <a:t>Normal</a:t>
                      </a: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pPr marL="0" indent="0" algn="l">
                        <a:buFont typeface="Tahoma" panose="020B0604030504040204" pitchFamily="34" charset="0"/>
                        <a:buNone/>
                      </a:pPr>
                      <a:r>
                        <a:rPr lang="fr-FR" sz="1000" kern="1200" cap="none" baseline="0" err="1">
                          <a:solidFill>
                            <a:schemeClr val="tx1"/>
                          </a:solidFill>
                          <a:latin typeface="+mn-lt"/>
                          <a:ea typeface="+mn-ea"/>
                          <a:cs typeface="+mn-cs"/>
                        </a:rPr>
                        <a:t>Hollow</a:t>
                      </a:r>
                      <a:r>
                        <a:rPr lang="fr-FR" sz="1000" kern="1200" cap="none" baseline="0">
                          <a:solidFill>
                            <a:schemeClr val="tx1"/>
                          </a:solidFill>
                          <a:latin typeface="+mn-lt"/>
                          <a:ea typeface="+mn-ea"/>
                          <a:cs typeface="+mn-cs"/>
                        </a:rPr>
                        <a:t> round </a:t>
                      </a:r>
                      <a:r>
                        <a:rPr lang="fr-FR" sz="1000" kern="1200" cap="none" baseline="0" err="1">
                          <a:solidFill>
                            <a:schemeClr val="tx1"/>
                          </a:solidFill>
                          <a:latin typeface="+mn-lt"/>
                          <a:ea typeface="+mn-ea"/>
                          <a:cs typeface="+mn-cs"/>
                        </a:rPr>
                        <a:t>bullet</a:t>
                      </a:r>
                      <a:endParaRPr lang="fr-FR" sz="1000" kern="1200" cap="none" baseline="0">
                        <a:solidFill>
                          <a:schemeClr val="tx1"/>
                        </a:solidFill>
                        <a:latin typeface="+mn-lt"/>
                        <a:ea typeface="+mn-ea"/>
                        <a:cs typeface="+mn-cs"/>
                      </a:endParaRP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r>
                        <a:rPr lang="fr-FR" sz="1000" kern="1200" err="1">
                          <a:solidFill>
                            <a:schemeClr val="tx1"/>
                          </a:solidFill>
                          <a:latin typeface="+mn-lt"/>
                          <a:ea typeface="+mn-ea"/>
                          <a:cs typeface="+mn-cs"/>
                        </a:rPr>
                        <a:t>Before</a:t>
                      </a:r>
                      <a:r>
                        <a:rPr lang="fr-FR" sz="1000" kern="1200">
                          <a:solidFill>
                            <a:schemeClr val="tx1"/>
                          </a:solidFill>
                          <a:latin typeface="+mn-lt"/>
                          <a:ea typeface="+mn-ea"/>
                          <a:cs typeface="+mn-cs"/>
                        </a:rPr>
                        <a:t> </a:t>
                      </a:r>
                      <a:r>
                        <a:rPr lang="fr-FR" sz="1000" kern="1200" err="1">
                          <a:solidFill>
                            <a:schemeClr val="tx1"/>
                          </a:solidFill>
                          <a:latin typeface="+mn-lt"/>
                          <a:ea typeface="+mn-ea"/>
                          <a:cs typeface="+mn-cs"/>
                        </a:rPr>
                        <a:t>text</a:t>
                      </a:r>
                      <a:r>
                        <a:rPr lang="fr-FR" sz="1000" kern="1200">
                          <a:solidFill>
                            <a:schemeClr val="tx1"/>
                          </a:solidFill>
                          <a:latin typeface="+mn-lt"/>
                          <a:ea typeface="+mn-ea"/>
                          <a:cs typeface="+mn-cs"/>
                        </a:rPr>
                        <a:t> </a:t>
                      </a:r>
                      <a:r>
                        <a:rPr lang="fr-FR" sz="1000" kern="1200" baseline="0">
                          <a:solidFill>
                            <a:schemeClr val="tx1"/>
                          </a:solidFill>
                          <a:latin typeface="+mn-lt"/>
                          <a:ea typeface="+mn-ea"/>
                          <a:cs typeface="+mn-cs"/>
                        </a:rPr>
                        <a:t>= 0,5 cm</a:t>
                      </a:r>
                      <a:endParaRPr lang="fr-FR" sz="1000" kern="1200">
                        <a:solidFill>
                          <a:schemeClr val="tx1"/>
                        </a:solidFill>
                        <a:latin typeface="+mn-lt"/>
                        <a:ea typeface="+mn-ea"/>
                        <a:cs typeface="+mn-cs"/>
                      </a:endParaRPr>
                    </a:p>
                  </a:txBody>
                  <a:tcPr marL="112542" marR="112542" anchor="ctr">
                    <a:lnL>
                      <a:noFill/>
                    </a:lnL>
                    <a:lnR>
                      <a:noFill/>
                    </a:lnR>
                    <a:lnT>
                      <a:noFill/>
                    </a:lnT>
                    <a:lnB w="12700" cmpd="sng">
                      <a:noFill/>
                    </a:lnB>
                    <a:lnTlToBr w="12700" cmpd="sng">
                      <a:noFill/>
                      <a:prstDash val="solid"/>
                    </a:lnTlToBr>
                    <a:lnBlToTr w="12700" cmpd="sng">
                      <a:noFill/>
                      <a:prstDash val="solid"/>
                    </a:lnBlToTr>
                    <a:solidFill>
                      <a:schemeClr val="bg1"/>
                    </a:solidFill>
                  </a:tcPr>
                </a:tc>
                <a:tc>
                  <a:txBody>
                    <a:bodyPr/>
                    <a:lstStyle/>
                    <a:p>
                      <a:r>
                        <a:rPr lang="fr-FR" sz="1000" kern="1200" noProof="0">
                          <a:solidFill>
                            <a:schemeClr val="tx1"/>
                          </a:solidFill>
                          <a:latin typeface="+mn-lt"/>
                          <a:ea typeface="+mn-ea"/>
                          <a:cs typeface="+mn-cs"/>
                        </a:rPr>
                        <a:t>6 pt</a:t>
                      </a:r>
                    </a:p>
                    <a:p>
                      <a:pPr marL="0" marR="0" indent="0" algn="l" defTabSz="914400" rtl="0" eaLnBrk="1" fontAlgn="auto" latinLnBrk="0" hangingPunct="1">
                        <a:lnSpc>
                          <a:spcPct val="100000"/>
                        </a:lnSpc>
                        <a:spcBef>
                          <a:spcPts val="0"/>
                        </a:spcBef>
                        <a:spcAft>
                          <a:spcPts val="0"/>
                        </a:spcAft>
                        <a:buClrTx/>
                        <a:buSzTx/>
                        <a:buFontTx/>
                        <a:buNone/>
                        <a:tabLst/>
                        <a:defRPr/>
                      </a:pPr>
                      <a:r>
                        <a:rPr lang="fr-FR" sz="1000" kern="1200" noProof="0">
                          <a:solidFill>
                            <a:schemeClr val="tx1"/>
                          </a:solidFill>
                          <a:latin typeface="+mn-lt"/>
                          <a:ea typeface="+mn-ea"/>
                          <a:cs typeface="+mn-cs"/>
                        </a:rPr>
                        <a:t>Single line </a:t>
                      </a:r>
                      <a:r>
                        <a:rPr lang="fr-FR" sz="1000" kern="1200" noProof="0" err="1">
                          <a:solidFill>
                            <a:schemeClr val="tx1"/>
                          </a:solidFill>
                          <a:latin typeface="+mn-lt"/>
                          <a:ea typeface="+mn-ea"/>
                          <a:cs typeface="+mn-cs"/>
                        </a:rPr>
                        <a:t>spacing</a:t>
                      </a:r>
                      <a:endParaRPr lang="fr-FR" sz="1000" kern="1200" noProof="0">
                        <a:solidFill>
                          <a:schemeClr val="tx1"/>
                        </a:solidFill>
                        <a:latin typeface="+mn-lt"/>
                        <a:ea typeface="+mn-ea"/>
                        <a:cs typeface="+mn-cs"/>
                      </a:endParaRPr>
                    </a:p>
                  </a:txBody>
                  <a:tcPr anchor="ctr">
                    <a:lnL>
                      <a:noFill/>
                    </a:lnL>
                    <a:lnR>
                      <a:noFill/>
                    </a:lnR>
                    <a:lnT>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bl>
          </a:graphicData>
        </a:graphic>
      </p:graphicFrame>
      <p:sp>
        <p:nvSpPr>
          <p:cNvPr id="11" name="Rectangle: Rounded Corners 10" descr="&#10;"/>
          <p:cNvSpPr>
            <a:spLocks/>
          </p:cNvSpPr>
          <p:nvPr/>
        </p:nvSpPr>
        <p:spPr>
          <a:xfrm>
            <a:off x="4049414" y="404813"/>
            <a:ext cx="1316765" cy="822103"/>
          </a:xfrm>
          <a:prstGeom prst="roundRect">
            <a:avLst>
              <a:gd name="adj" fmla="val 8171"/>
            </a:avLst>
          </a:prstGeom>
          <a:no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fr-FR" sz="1200" b="1" noProof="0" err="1">
                <a:solidFill>
                  <a:schemeClr val="bg2"/>
                </a:solidFill>
                <a:latin typeface="+mj-lt"/>
              </a:rPr>
              <a:t>Shortcut</a:t>
            </a:r>
            <a:r>
              <a:rPr lang="fr-FR" sz="1200" b="1" noProof="0">
                <a:solidFill>
                  <a:schemeClr val="bg2"/>
                </a:solidFill>
                <a:latin typeface="+mj-lt"/>
              </a:rPr>
              <a:t>: </a:t>
            </a:r>
            <a:r>
              <a:rPr lang="fr-FR" sz="1200" b="0" noProof="0">
                <a:solidFill>
                  <a:schemeClr val="tx1">
                    <a:lumMod val="100000"/>
                  </a:schemeClr>
                </a:solidFill>
              </a:rPr>
              <a:t>to switch</a:t>
            </a:r>
            <a:r>
              <a:rPr lang="fr-FR" sz="1200" b="0" baseline="0" noProof="0">
                <a:solidFill>
                  <a:schemeClr val="tx1">
                    <a:lumMod val="100000"/>
                  </a:schemeClr>
                </a:solidFill>
              </a:rPr>
              <a:t> </a:t>
            </a:r>
            <a:r>
              <a:rPr lang="fr-FR" sz="1200" b="0" baseline="0" noProof="0" err="1">
                <a:solidFill>
                  <a:schemeClr val="tx1">
                    <a:lumMod val="100000"/>
                  </a:schemeClr>
                </a:solidFill>
              </a:rPr>
              <a:t>text</a:t>
            </a:r>
            <a:r>
              <a:rPr lang="fr-FR" sz="1200" b="0" baseline="0" noProof="0">
                <a:solidFill>
                  <a:schemeClr val="tx1">
                    <a:lumMod val="100000"/>
                  </a:schemeClr>
                </a:solidFill>
              </a:rPr>
              <a:t> </a:t>
            </a:r>
            <a:r>
              <a:rPr lang="fr-FR" sz="1200" b="0" baseline="0" noProof="0" err="1">
                <a:solidFill>
                  <a:schemeClr val="tx1">
                    <a:lumMod val="100000"/>
                  </a:schemeClr>
                </a:solidFill>
              </a:rPr>
              <a:t>level</a:t>
            </a:r>
            <a:r>
              <a:rPr lang="fr-FR" sz="1200" b="0" baseline="0" noProof="0">
                <a:solidFill>
                  <a:schemeClr val="tx1">
                    <a:lumMod val="100000"/>
                  </a:schemeClr>
                </a:solidFill>
              </a:rPr>
              <a:t>, </a:t>
            </a:r>
            <a:r>
              <a:rPr lang="fr-FR" sz="1200" b="0" noProof="0">
                <a:solidFill>
                  <a:schemeClr val="tx1">
                    <a:lumMod val="100000"/>
                  </a:schemeClr>
                </a:solidFill>
              </a:rPr>
              <a:t>Shift</a:t>
            </a:r>
            <a:r>
              <a:rPr lang="fr-FR" sz="1200" b="0" baseline="0" noProof="0">
                <a:solidFill>
                  <a:schemeClr val="tx1">
                    <a:lumMod val="100000"/>
                  </a:schemeClr>
                </a:solidFill>
              </a:rPr>
              <a:t> + Alt + Right/</a:t>
            </a:r>
            <a:r>
              <a:rPr lang="fr-FR" sz="1200" b="0" baseline="0" noProof="0" err="1">
                <a:solidFill>
                  <a:schemeClr val="tx1">
                    <a:lumMod val="100000"/>
                  </a:schemeClr>
                </a:solidFill>
              </a:rPr>
              <a:t>Left</a:t>
            </a:r>
            <a:r>
              <a:rPr lang="fr-FR" sz="1200" b="0" baseline="0" noProof="0">
                <a:solidFill>
                  <a:schemeClr val="tx1">
                    <a:lumMod val="100000"/>
                  </a:schemeClr>
                </a:solidFill>
              </a:rPr>
              <a:t> </a:t>
            </a:r>
            <a:r>
              <a:rPr lang="fr-FR" sz="1200" b="0" baseline="0" noProof="0" err="1">
                <a:solidFill>
                  <a:schemeClr val="tx1">
                    <a:lumMod val="100000"/>
                  </a:schemeClr>
                </a:solidFill>
              </a:rPr>
              <a:t>arrow</a:t>
            </a:r>
            <a:endParaRPr lang="fr-FR" sz="1200" b="0" noProof="0">
              <a:solidFill>
                <a:schemeClr val="tx1">
                  <a:lumMod val="100000"/>
                </a:schemeClr>
              </a:solidFill>
            </a:endParaRPr>
          </a:p>
        </p:txBody>
      </p:sp>
      <p:sp>
        <p:nvSpPr>
          <p:cNvPr id="28" name="Rectangle: Rounded Corners 27">
            <a:extLst>
              <a:ext uri="{FF2B5EF4-FFF2-40B4-BE49-F238E27FC236}">
                <a16:creationId xmlns:a16="http://schemas.microsoft.com/office/drawing/2014/main" id="{4C95A61F-EC45-5E68-4890-DAC7521393E4}"/>
              </a:ext>
            </a:extLst>
          </p:cNvPr>
          <p:cNvSpPr>
            <a:spLocks/>
          </p:cNvSpPr>
          <p:nvPr userDrawn="1"/>
        </p:nvSpPr>
        <p:spPr>
          <a:xfrm>
            <a:off x="5439356" y="404814"/>
            <a:ext cx="1440495" cy="822103"/>
          </a:xfrm>
          <a:prstGeom prst="roundRect">
            <a:avLst>
              <a:gd name="adj" fmla="val 5853"/>
            </a:avLst>
          </a:prstGeom>
          <a:no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fr-FR" sz="1200" b="1" baseline="0" noProof="0">
                <a:solidFill>
                  <a:schemeClr val="bg2"/>
                </a:solidFill>
                <a:latin typeface="+mj-lt"/>
              </a:rPr>
              <a:t>Design Tip I</a:t>
            </a:r>
            <a:r>
              <a:rPr lang="fr-FR" sz="1200" b="1" baseline="0" noProof="0">
                <a:solidFill>
                  <a:schemeClr val="bg2">
                    <a:lumMod val="100000"/>
                  </a:schemeClr>
                </a:solidFill>
                <a:latin typeface="+mj-lt"/>
              </a:rPr>
              <a:t>:</a:t>
            </a:r>
            <a:r>
              <a:rPr lang="fr-FR" sz="1200" b="1" baseline="0" noProof="0">
                <a:solidFill>
                  <a:schemeClr val="tx1">
                    <a:lumMod val="100000"/>
                  </a:schemeClr>
                </a:solidFill>
                <a:latin typeface="+mj-lt"/>
              </a:rPr>
              <a:t> </a:t>
            </a:r>
            <a:r>
              <a:rPr lang="fr-FR" sz="1200" baseline="0" noProof="0">
                <a:solidFill>
                  <a:schemeClr val="tx1">
                    <a:lumMod val="100000"/>
                  </a:schemeClr>
                </a:solidFill>
                <a:latin typeface="+mn-lt"/>
              </a:rPr>
              <a:t>To </a:t>
            </a:r>
            <a:r>
              <a:rPr lang="fr-FR" sz="1200" baseline="0" noProof="0" err="1">
                <a:solidFill>
                  <a:schemeClr val="tx1">
                    <a:lumMod val="100000"/>
                  </a:schemeClr>
                </a:solidFill>
                <a:latin typeface="+mn-lt"/>
              </a:rPr>
              <a:t>add</a:t>
            </a:r>
            <a:r>
              <a:rPr lang="fr-FR" sz="1200" baseline="0" noProof="0">
                <a:solidFill>
                  <a:schemeClr val="tx1">
                    <a:lumMod val="100000"/>
                  </a:schemeClr>
                </a:solidFill>
                <a:latin typeface="+mn-lt"/>
              </a:rPr>
              <a:t> </a:t>
            </a:r>
            <a:r>
              <a:rPr lang="fr-FR" sz="1200" baseline="0" noProof="0" err="1">
                <a:solidFill>
                  <a:schemeClr val="bg2">
                    <a:lumMod val="100000"/>
                  </a:schemeClr>
                </a:solidFill>
                <a:latin typeface="+mj-lt"/>
              </a:rPr>
              <a:t>bold</a:t>
            </a:r>
            <a:r>
              <a:rPr lang="fr-FR" sz="1200" baseline="0" noProof="0">
                <a:solidFill>
                  <a:schemeClr val="tx1">
                    <a:lumMod val="100000"/>
                  </a:schemeClr>
                </a:solidFill>
                <a:latin typeface="+mn-lt"/>
              </a:rPr>
              <a:t> to </a:t>
            </a:r>
            <a:r>
              <a:rPr lang="fr-FR" sz="1200" baseline="0" noProof="0" err="1">
                <a:solidFill>
                  <a:schemeClr val="tx1">
                    <a:lumMod val="100000"/>
                  </a:schemeClr>
                </a:solidFill>
                <a:latin typeface="+mn-lt"/>
              </a:rPr>
              <a:t>your</a:t>
            </a:r>
            <a:r>
              <a:rPr lang="fr-FR" sz="1200" baseline="0" noProof="0">
                <a:solidFill>
                  <a:schemeClr val="tx1">
                    <a:lumMod val="100000"/>
                  </a:schemeClr>
                </a:solidFill>
                <a:latin typeface="+mn-lt"/>
              </a:rPr>
              <a:t> </a:t>
            </a:r>
            <a:r>
              <a:rPr lang="fr-FR" sz="1200" baseline="0" noProof="0" err="1">
                <a:solidFill>
                  <a:schemeClr val="tx1">
                    <a:lumMod val="100000"/>
                  </a:schemeClr>
                </a:solidFill>
                <a:latin typeface="+mn-lt"/>
              </a:rPr>
              <a:t>words</a:t>
            </a:r>
            <a:r>
              <a:rPr lang="fr-FR" sz="1200" baseline="0" noProof="0">
                <a:solidFill>
                  <a:schemeClr val="tx1">
                    <a:lumMod val="100000"/>
                  </a:schemeClr>
                </a:solidFill>
                <a:latin typeface="+mn-lt"/>
              </a:rPr>
              <a:t>, use the </a:t>
            </a:r>
            <a:r>
              <a:rPr lang="fr-FR" sz="1200" baseline="0" noProof="0" err="1">
                <a:solidFill>
                  <a:schemeClr val="tx1">
                    <a:lumMod val="100000"/>
                  </a:schemeClr>
                </a:solidFill>
                <a:latin typeface="+mn-lt"/>
              </a:rPr>
              <a:t>shortcut</a:t>
            </a:r>
            <a:r>
              <a:rPr lang="fr-FR" sz="1200" baseline="0" noProof="0">
                <a:solidFill>
                  <a:schemeClr val="tx1">
                    <a:lumMod val="100000"/>
                  </a:schemeClr>
                </a:solidFill>
                <a:latin typeface="+mn-lt"/>
              </a:rPr>
              <a:t> Ctrl + B</a:t>
            </a:r>
          </a:p>
        </p:txBody>
      </p:sp>
      <p:sp>
        <p:nvSpPr>
          <p:cNvPr id="5" name="Rectangle 27" descr="&#10;">
            <a:extLst>
              <a:ext uri="{FF2B5EF4-FFF2-40B4-BE49-F238E27FC236}">
                <a16:creationId xmlns:a16="http://schemas.microsoft.com/office/drawing/2014/main" id="{678DE402-D98D-965C-D69C-9BE7F0604740}"/>
              </a:ext>
            </a:extLst>
          </p:cNvPr>
          <p:cNvSpPr>
            <a:spLocks/>
          </p:cNvSpPr>
          <p:nvPr userDrawn="1"/>
        </p:nvSpPr>
        <p:spPr>
          <a:xfrm>
            <a:off x="6953027" y="404814"/>
            <a:ext cx="1704559" cy="822103"/>
          </a:xfrm>
          <a:prstGeom prst="roundRect">
            <a:avLst>
              <a:gd name="adj" fmla="val 8171"/>
            </a:avLst>
          </a:prstGeom>
          <a:no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noProof="0">
                <a:solidFill>
                  <a:schemeClr val="bg2">
                    <a:lumMod val="100000"/>
                  </a:schemeClr>
                </a:solidFill>
                <a:latin typeface="+mj-lt"/>
              </a:rPr>
              <a:t>Design Tip II: </a:t>
            </a:r>
            <a:r>
              <a:rPr lang="fr-FR" sz="1200" b="0" baseline="0" noProof="0">
                <a:solidFill>
                  <a:schemeClr val="bg2">
                    <a:lumMod val="100000"/>
                  </a:schemeClr>
                </a:solidFill>
                <a:latin typeface="+mj-lt"/>
              </a:rPr>
              <a:t> </a:t>
            </a:r>
            <a:r>
              <a:rPr lang="fr-FR" sz="1200" b="0" baseline="0" noProof="0">
                <a:solidFill>
                  <a:schemeClr val="tx1">
                    <a:lumMod val="100000"/>
                  </a:schemeClr>
                </a:solidFill>
                <a:latin typeface="+mn-lt"/>
              </a:rPr>
              <a:t>Use </a:t>
            </a:r>
            <a:r>
              <a:rPr lang="fr-FR" sz="1200" b="0" baseline="0" noProof="0" err="1">
                <a:solidFill>
                  <a:schemeClr val="tx1">
                    <a:lumMod val="100000"/>
                  </a:schemeClr>
                </a:solidFill>
                <a:latin typeface="+mn-lt"/>
              </a:rPr>
              <a:t>Text</a:t>
            </a:r>
            <a:r>
              <a:rPr lang="fr-FR" sz="1200" b="0" baseline="0" noProof="0">
                <a:solidFill>
                  <a:schemeClr val="tx1">
                    <a:lumMod val="100000"/>
                  </a:schemeClr>
                </a:solidFill>
                <a:latin typeface="+mn-lt"/>
              </a:rPr>
              <a:t> 1 </a:t>
            </a:r>
            <a:r>
              <a:rPr lang="fr-FR" sz="1200" b="0" baseline="0" noProof="0" err="1">
                <a:solidFill>
                  <a:schemeClr val="tx1">
                    <a:lumMod val="100000"/>
                  </a:schemeClr>
                </a:solidFill>
                <a:latin typeface="+mn-lt"/>
              </a:rPr>
              <a:t>with</a:t>
            </a:r>
            <a:r>
              <a:rPr lang="fr-FR" sz="1200" b="0" baseline="0" noProof="0">
                <a:solidFill>
                  <a:schemeClr val="tx1">
                    <a:lumMod val="100000"/>
                  </a:schemeClr>
                </a:solidFill>
                <a:latin typeface="+mn-lt"/>
              </a:rPr>
              <a:t> Background 1 and </a:t>
            </a:r>
            <a:r>
              <a:rPr lang="fr-FR" sz="1200" b="0" baseline="0" noProof="0" err="1">
                <a:solidFill>
                  <a:schemeClr val="tx1">
                    <a:lumMod val="100000"/>
                  </a:schemeClr>
                </a:solidFill>
                <a:latin typeface="+mn-lt"/>
              </a:rPr>
              <a:t>Text</a:t>
            </a:r>
            <a:r>
              <a:rPr lang="fr-FR" sz="1200" b="0" baseline="0" noProof="0">
                <a:solidFill>
                  <a:schemeClr val="tx1">
                    <a:lumMod val="100000"/>
                  </a:schemeClr>
                </a:solidFill>
                <a:latin typeface="+mn-lt"/>
              </a:rPr>
              <a:t> 2 </a:t>
            </a:r>
            <a:r>
              <a:rPr lang="fr-FR" sz="1200" b="0" baseline="0" noProof="0" err="1">
                <a:solidFill>
                  <a:schemeClr val="tx1">
                    <a:lumMod val="100000"/>
                  </a:schemeClr>
                </a:solidFill>
                <a:latin typeface="+mn-lt"/>
              </a:rPr>
              <a:t>with</a:t>
            </a:r>
            <a:r>
              <a:rPr lang="fr-FR" sz="1200" b="0" baseline="0" noProof="0">
                <a:solidFill>
                  <a:schemeClr val="tx1">
                    <a:lumMod val="100000"/>
                  </a:schemeClr>
                </a:solidFill>
                <a:latin typeface="+mn-lt"/>
              </a:rPr>
              <a:t> Background 2</a:t>
            </a:r>
          </a:p>
        </p:txBody>
      </p:sp>
      <p:sp>
        <p:nvSpPr>
          <p:cNvPr id="3" name="Rectangle 27">
            <a:extLst>
              <a:ext uri="{FF2B5EF4-FFF2-40B4-BE49-F238E27FC236}">
                <a16:creationId xmlns:a16="http://schemas.microsoft.com/office/drawing/2014/main" id="{D65FEDDE-873B-9B40-695F-E5C636F38088}"/>
              </a:ext>
            </a:extLst>
          </p:cNvPr>
          <p:cNvSpPr>
            <a:spLocks/>
          </p:cNvSpPr>
          <p:nvPr userDrawn="1"/>
        </p:nvSpPr>
        <p:spPr>
          <a:xfrm>
            <a:off x="8730764" y="404814"/>
            <a:ext cx="1770007" cy="822103"/>
          </a:xfrm>
          <a:prstGeom prst="roundRect">
            <a:avLst>
              <a:gd name="adj" fmla="val 7592"/>
            </a:avLst>
          </a:prstGeom>
          <a:no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noProof="0">
                <a:solidFill>
                  <a:schemeClr val="bg2">
                    <a:lumMod val="100000"/>
                  </a:schemeClr>
                </a:solidFill>
                <a:latin typeface="+mj-lt"/>
              </a:rPr>
              <a:t>Design Tip III: </a:t>
            </a:r>
            <a:r>
              <a:rPr lang="fr-FR" sz="1200" b="0" baseline="0" noProof="0">
                <a:solidFill>
                  <a:schemeClr val="bg2">
                    <a:lumMod val="100000"/>
                  </a:schemeClr>
                </a:solidFill>
                <a:latin typeface="+mj-lt"/>
              </a:rPr>
              <a:t> </a:t>
            </a:r>
            <a:r>
              <a:rPr lang="fr-FR" sz="1200" b="0" baseline="0" noProof="0">
                <a:solidFill>
                  <a:schemeClr val="tx1">
                    <a:lumMod val="100000"/>
                  </a:schemeClr>
                </a:solidFill>
                <a:latin typeface="+mn-lt"/>
              </a:rPr>
              <a:t>Accent 1 and 2 are accentuation </a:t>
            </a:r>
            <a:r>
              <a:rPr lang="fr-FR" sz="1200" b="0" baseline="0" noProof="0" err="1">
                <a:solidFill>
                  <a:schemeClr val="tx1">
                    <a:lumMod val="100000"/>
                  </a:schemeClr>
                </a:solidFill>
                <a:latin typeface="+mn-lt"/>
              </a:rPr>
              <a:t>colors</a:t>
            </a:r>
            <a:r>
              <a:rPr lang="fr-FR" sz="1200" b="0" baseline="0" noProof="0">
                <a:solidFill>
                  <a:schemeClr val="tx1">
                    <a:lumMod val="100000"/>
                  </a:schemeClr>
                </a:solidFill>
                <a:latin typeface="+mn-lt"/>
              </a:rPr>
              <a:t> (≈ 5% maximum of the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baseline="0" noProof="0">
              <a:solidFill>
                <a:schemeClr val="tx1">
                  <a:lumMod val="100000"/>
                </a:schemeClr>
              </a:solidFill>
              <a:latin typeface="+mn-lt"/>
            </a:endParaRPr>
          </a:p>
        </p:txBody>
      </p:sp>
      <p:sp>
        <p:nvSpPr>
          <p:cNvPr id="23" name="Rectangle 27" descr="&#10;">
            <a:extLst>
              <a:ext uri="{FF2B5EF4-FFF2-40B4-BE49-F238E27FC236}">
                <a16:creationId xmlns:a16="http://schemas.microsoft.com/office/drawing/2014/main" id="{436C0024-6E90-3550-F961-BC95CE964A5B}"/>
              </a:ext>
            </a:extLst>
          </p:cNvPr>
          <p:cNvSpPr>
            <a:spLocks/>
          </p:cNvSpPr>
          <p:nvPr userDrawn="1"/>
        </p:nvSpPr>
        <p:spPr>
          <a:xfrm>
            <a:off x="8730764" y="1819774"/>
            <a:ext cx="1770006" cy="1049552"/>
          </a:xfrm>
          <a:prstGeom prst="roundRect">
            <a:avLst>
              <a:gd name="adj" fmla="val 8171"/>
            </a:avLst>
          </a:prstGeom>
          <a:no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noProof="0">
                <a:solidFill>
                  <a:schemeClr val="bg2">
                    <a:lumMod val="100000"/>
                  </a:schemeClr>
                </a:solidFill>
                <a:latin typeface="+mj-lt"/>
              </a:rPr>
              <a:t>Design Tip IV: </a:t>
            </a:r>
            <a:r>
              <a:rPr lang="fr-FR" sz="1200" b="0" baseline="0" noProof="0">
                <a:solidFill>
                  <a:schemeClr val="bg2">
                    <a:lumMod val="100000"/>
                  </a:schemeClr>
                </a:solidFill>
                <a:latin typeface="+mj-lt"/>
              </a:rPr>
              <a:t> </a:t>
            </a:r>
            <a:r>
              <a:rPr lang="fr-FR" sz="1200" b="0" baseline="0" noProof="0">
                <a:solidFill>
                  <a:schemeClr val="tx1">
                    <a:lumMod val="100000"/>
                  </a:schemeClr>
                </a:solidFill>
                <a:latin typeface="+mn-lt"/>
              </a:rPr>
              <a:t>Do not </a:t>
            </a:r>
            <a:r>
              <a:rPr lang="fr-FR" sz="1200" b="0" baseline="0" noProof="0" err="1">
                <a:solidFill>
                  <a:schemeClr val="tx1">
                    <a:lumMod val="100000"/>
                  </a:schemeClr>
                </a:solidFill>
                <a:latin typeface="+mn-lt"/>
              </a:rPr>
              <a:t>forget</a:t>
            </a:r>
            <a:r>
              <a:rPr lang="fr-FR" sz="1200" b="0" baseline="0" noProof="0">
                <a:solidFill>
                  <a:schemeClr val="tx1">
                    <a:lumMod val="100000"/>
                  </a:schemeClr>
                </a:solidFill>
                <a:latin typeface="+mn-lt"/>
              </a:rPr>
              <a:t> to check the guides box, and do not </a:t>
            </a:r>
            <a:r>
              <a:rPr lang="fr-FR" sz="1200" b="0" baseline="0" noProof="0" err="1">
                <a:solidFill>
                  <a:schemeClr val="tx1">
                    <a:lumMod val="100000"/>
                  </a:schemeClr>
                </a:solidFill>
                <a:latin typeface="+mn-lt"/>
              </a:rPr>
              <a:t>add</a:t>
            </a:r>
            <a:r>
              <a:rPr lang="fr-FR" sz="1200" b="0" baseline="0" noProof="0">
                <a:solidFill>
                  <a:schemeClr val="tx1">
                    <a:lumMod val="100000"/>
                  </a:schemeClr>
                </a:solidFill>
                <a:latin typeface="+mn-lt"/>
              </a:rPr>
              <a:t> </a:t>
            </a:r>
            <a:r>
              <a:rPr lang="fr-FR" sz="1200" b="0" baseline="0" noProof="0" err="1">
                <a:solidFill>
                  <a:schemeClr val="tx1">
                    <a:lumMod val="100000"/>
                  </a:schemeClr>
                </a:solidFill>
                <a:latin typeface="+mn-lt"/>
              </a:rPr>
              <a:t>text</a:t>
            </a:r>
            <a:r>
              <a:rPr lang="fr-FR" sz="1200" b="0" baseline="0" noProof="0">
                <a:solidFill>
                  <a:schemeClr val="tx1">
                    <a:lumMod val="100000"/>
                  </a:schemeClr>
                </a:solidFill>
                <a:latin typeface="+mn-lt"/>
              </a:rPr>
              <a:t> out of </a:t>
            </a:r>
            <a:r>
              <a:rPr lang="fr-FR" sz="1200" b="0" baseline="0" noProof="0" err="1">
                <a:solidFill>
                  <a:schemeClr val="tx1">
                    <a:lumMod val="100000"/>
                  </a:schemeClr>
                </a:solidFill>
                <a:latin typeface="+mn-lt"/>
              </a:rPr>
              <a:t>them</a:t>
            </a:r>
            <a:r>
              <a:rPr lang="fr-FR" sz="1200" b="0" baseline="0" noProof="0">
                <a:solidFill>
                  <a:schemeClr val="tx1">
                    <a:lumMod val="100000"/>
                  </a:schemeClr>
                </a:solidFill>
                <a:latin typeface="+mn-lt"/>
              </a:rPr>
              <a:t> (</a:t>
            </a:r>
            <a:r>
              <a:rPr lang="fr-FR" sz="1200" b="0" baseline="0" noProof="0" err="1">
                <a:solidFill>
                  <a:schemeClr val="tx1">
                    <a:lumMod val="100000"/>
                  </a:schemeClr>
                </a:solidFill>
                <a:latin typeface="+mn-lt"/>
              </a:rPr>
              <a:t>View</a:t>
            </a:r>
            <a:r>
              <a:rPr lang="fr-FR" sz="1200" b="0" baseline="0" noProof="0">
                <a:solidFill>
                  <a:schemeClr val="tx1">
                    <a:lumMod val="100000"/>
                  </a:schemeClr>
                </a:solidFill>
                <a:latin typeface="+mn-lt"/>
              </a:rPr>
              <a:t> &gt; Guides)</a:t>
            </a:r>
          </a:p>
        </p:txBody>
      </p:sp>
      <p:cxnSp>
        <p:nvCxnSpPr>
          <p:cNvPr id="31" name="Straight Arrow Connector 30" descr="The arrow points to the red guides that must not be crossed.">
            <a:extLst>
              <a:ext uri="{FF2B5EF4-FFF2-40B4-BE49-F238E27FC236}">
                <a16:creationId xmlns:a16="http://schemas.microsoft.com/office/drawing/2014/main" id="{B8105ABC-EE01-6DE2-22A4-B0F0E49BE7A1}"/>
              </a:ext>
            </a:extLst>
          </p:cNvPr>
          <p:cNvCxnSpPr>
            <a:cxnSpLocks/>
            <a:stCxn id="23" idx="3"/>
          </p:cNvCxnSpPr>
          <p:nvPr userDrawn="1"/>
        </p:nvCxnSpPr>
        <p:spPr>
          <a:xfrm>
            <a:off x="10500770" y="2344550"/>
            <a:ext cx="1224766" cy="0"/>
          </a:xfrm>
          <a:prstGeom prst="straightConnector1">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nvGrpSpPr>
          <p:cNvPr id="6" name="Groupe 5" descr="The red guides run around the slide and indicate the margins to be respected between the text and the edge of the slide.">
            <a:extLst>
              <a:ext uri="{FF2B5EF4-FFF2-40B4-BE49-F238E27FC236}">
                <a16:creationId xmlns:a16="http://schemas.microsoft.com/office/drawing/2014/main" id="{B26AABCE-812A-78C1-D5C6-37586E260207}"/>
              </a:ext>
            </a:extLst>
          </p:cNvPr>
          <p:cNvGrpSpPr/>
          <p:nvPr userDrawn="1"/>
        </p:nvGrpSpPr>
        <p:grpSpPr>
          <a:xfrm>
            <a:off x="0" y="-14436"/>
            <a:ext cx="12192000" cy="6872436"/>
            <a:chOff x="0" y="-14436"/>
            <a:chExt cx="12192000" cy="6872436"/>
          </a:xfrm>
        </p:grpSpPr>
        <p:cxnSp>
          <p:nvCxnSpPr>
            <p:cNvPr id="14" name="Straight Connector 13">
              <a:extLst>
                <a:ext uri="{FF2B5EF4-FFF2-40B4-BE49-F238E27FC236}">
                  <a16:creationId xmlns:a16="http://schemas.microsoft.com/office/drawing/2014/main" id="{2F52B62F-247D-A984-5491-170990F3B5B5}"/>
                </a:ext>
              </a:extLst>
            </p:cNvPr>
            <p:cNvCxnSpPr>
              <a:cxnSpLocks/>
            </p:cNvCxnSpPr>
            <p:nvPr userDrawn="1"/>
          </p:nvCxnSpPr>
          <p:spPr>
            <a:xfrm>
              <a:off x="0" y="404813"/>
              <a:ext cx="12192000"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B1422B7-9F37-DF59-E9C2-1A5997F90A87}"/>
                </a:ext>
              </a:extLst>
            </p:cNvPr>
            <p:cNvCxnSpPr>
              <a:cxnSpLocks/>
            </p:cNvCxnSpPr>
            <p:nvPr userDrawn="1"/>
          </p:nvCxnSpPr>
          <p:spPr>
            <a:xfrm>
              <a:off x="11766753" y="-14436"/>
              <a:ext cx="0" cy="687243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D347D3D-7539-E3E5-46E9-DBBBF10BAC3D}"/>
                </a:ext>
              </a:extLst>
            </p:cNvPr>
            <p:cNvCxnSpPr>
              <a:cxnSpLocks/>
            </p:cNvCxnSpPr>
            <p:nvPr userDrawn="1"/>
          </p:nvCxnSpPr>
          <p:spPr>
            <a:xfrm>
              <a:off x="423984" y="-14436"/>
              <a:ext cx="0" cy="687243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2DCAAC5-CF53-1E9A-16A9-9E948CD46F58}"/>
                </a:ext>
              </a:extLst>
            </p:cNvPr>
            <p:cNvCxnSpPr>
              <a:cxnSpLocks/>
            </p:cNvCxnSpPr>
            <p:nvPr userDrawn="1"/>
          </p:nvCxnSpPr>
          <p:spPr>
            <a:xfrm>
              <a:off x="0" y="6236414"/>
              <a:ext cx="12192000" cy="0"/>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grpSp>
      <p:sp>
        <p:nvSpPr>
          <p:cNvPr id="12" name="Freeform: Shape 11">
            <a:extLst>
              <a:ext uri="{FF2B5EF4-FFF2-40B4-BE49-F238E27FC236}">
                <a16:creationId xmlns:a16="http://schemas.microsoft.com/office/drawing/2014/main" id="{83DFFE58-DCEB-BE9E-4D43-AD8C276484CB}"/>
              </a:ext>
            </a:extLst>
          </p:cNvPr>
          <p:cNvSpPr/>
          <p:nvPr userDrawn="1"/>
        </p:nvSpPr>
        <p:spPr>
          <a:xfrm rot="2411869">
            <a:off x="9618578" y="453897"/>
            <a:ext cx="3151694" cy="638614"/>
          </a:xfrm>
          <a:custGeom>
            <a:avLst/>
            <a:gdLst>
              <a:gd name="connsiteX0" fmla="*/ 0 w 3151694"/>
              <a:gd name="connsiteY0" fmla="*/ 638614 h 638614"/>
              <a:gd name="connsiteX1" fmla="*/ 755756 w 3151694"/>
              <a:gd name="connsiteY1" fmla="*/ 0 h 638614"/>
              <a:gd name="connsiteX2" fmla="*/ 2612065 w 3151694"/>
              <a:gd name="connsiteY2" fmla="*/ 0 h 638614"/>
              <a:gd name="connsiteX3" fmla="*/ 3151694 w 3151694"/>
              <a:gd name="connsiteY3" fmla="*/ 638614 h 638614"/>
            </a:gdLst>
            <a:ahLst/>
            <a:cxnLst>
              <a:cxn ang="0">
                <a:pos x="connsiteX0" y="connsiteY0"/>
              </a:cxn>
              <a:cxn ang="0">
                <a:pos x="connsiteX1" y="connsiteY1"/>
              </a:cxn>
              <a:cxn ang="0">
                <a:pos x="connsiteX2" y="connsiteY2"/>
              </a:cxn>
              <a:cxn ang="0">
                <a:pos x="connsiteX3" y="connsiteY3"/>
              </a:cxn>
            </a:cxnLst>
            <a:rect l="l" t="t" r="r" b="b"/>
            <a:pathLst>
              <a:path w="3151694" h="638614">
                <a:moveTo>
                  <a:pt x="0" y="638614"/>
                </a:moveTo>
                <a:lnTo>
                  <a:pt x="755756" y="0"/>
                </a:lnTo>
                <a:lnTo>
                  <a:pt x="2612065" y="0"/>
                </a:lnTo>
                <a:lnTo>
                  <a:pt x="3151694" y="638614"/>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r>
              <a:rPr lang="fr-FR">
                <a:solidFill>
                  <a:schemeClr val="bg1">
                    <a:lumMod val="100000"/>
                  </a:schemeClr>
                </a:solidFill>
                <a:ea typeface="+mj-ea"/>
                <a:cs typeface="+mj-cs"/>
              </a:rPr>
              <a:t>To </a:t>
            </a:r>
            <a:r>
              <a:rPr lang="fr-FR" err="1">
                <a:solidFill>
                  <a:schemeClr val="bg1">
                    <a:lumMod val="100000"/>
                  </a:schemeClr>
                </a:solidFill>
                <a:ea typeface="+mj-ea"/>
                <a:cs typeface="+mj-cs"/>
              </a:rPr>
              <a:t>be</a:t>
            </a:r>
            <a:r>
              <a:rPr lang="fr-FR">
                <a:solidFill>
                  <a:schemeClr val="bg1">
                    <a:lumMod val="100000"/>
                  </a:schemeClr>
                </a:solidFill>
                <a:ea typeface="+mj-ea"/>
                <a:cs typeface="+mj-cs"/>
              </a:rPr>
              <a:t> </a:t>
            </a:r>
            <a:r>
              <a:rPr lang="fr-FR" err="1">
                <a:solidFill>
                  <a:schemeClr val="bg1">
                    <a:lumMod val="100000"/>
                  </a:schemeClr>
                </a:solidFill>
                <a:ea typeface="+mj-ea"/>
                <a:cs typeface="+mj-cs"/>
              </a:rPr>
              <a:t>deleted</a:t>
            </a:r>
            <a:endParaRPr lang="fr-FR">
              <a:solidFill>
                <a:schemeClr val="bg1">
                  <a:lumMod val="100000"/>
                </a:schemeClr>
              </a:solidFill>
              <a:ea typeface="+mj-ea"/>
              <a:cs typeface="+mj-cs"/>
            </a:endParaRPr>
          </a:p>
        </p:txBody>
      </p:sp>
      <p:sp>
        <p:nvSpPr>
          <p:cNvPr id="4" name="Copyright Wavestone and page 4">
            <a:extLst>
              <a:ext uri="{FF2B5EF4-FFF2-40B4-BE49-F238E27FC236}">
                <a16:creationId xmlns:a16="http://schemas.microsoft.com/office/drawing/2014/main" id="{59F3967A-8196-D78B-8AC8-7BE6285CE596}"/>
              </a:ext>
              <a:ext uri="{C183D7F6-B498-43B3-948B-1728B52AA6E4}">
                <adec:decorative xmlns:adec="http://schemas.microsoft.com/office/drawing/2017/decorative" val="1"/>
              </a:ext>
            </a:extLst>
          </p:cNvPr>
          <p:cNvSpPr txBox="1">
            <a:spLocks/>
          </p:cNvSpPr>
          <p:nvPr userDrawn="1"/>
        </p:nvSpPr>
        <p:spPr bwMode="ltGray">
          <a:xfrm>
            <a:off x="10591800" y="6578600"/>
            <a:ext cx="1189038" cy="239774"/>
          </a:xfrm>
          <a:prstGeom prst="rect">
            <a:avLst/>
          </a:prstGeom>
        </p:spPr>
        <p:txBody>
          <a:bodyPr lIns="0" rIns="0" anchor="ctr"/>
          <a:lstStyle/>
          <a:p>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r>
              <a:rPr lang="fr-FR" sz="700" b="0" i="0">
                <a:solidFill>
                  <a:schemeClr val="bg2">
                    <a:lumMod val="100000"/>
                  </a:schemeClr>
                </a:solidFill>
                <a:effectLst/>
                <a:latin typeface="+mn-lt"/>
              </a:rPr>
              <a:t>© </a:t>
            </a:r>
            <a:r>
              <a:rPr lang="fr-FR" sz="700" b="0" i="0">
                <a:solidFill>
                  <a:schemeClr val="bg2">
                    <a:lumMod val="100000"/>
                  </a:schemeClr>
                </a:solidFill>
                <a:effectLst/>
                <a:latin typeface="+mn-lt"/>
                <a:cs typeface="Poppins" panose="00000500000000000000" pitchFamily="2" charset="0"/>
              </a:rPr>
              <a:t>WAVESTONE</a:t>
            </a:r>
            <a:r>
              <a:rPr lang="fr-FR" sz="700" b="0" i="0">
                <a:solidFill>
                  <a:schemeClr val="bg2">
                    <a:lumMod val="100000"/>
                  </a:schemeClr>
                </a:solidFill>
                <a:effectLst/>
                <a:latin typeface="+mn-lt"/>
              </a:rPr>
              <a:t> | </a:t>
            </a:r>
            <a:fld id="{55EE84F1-812F-F440-AFF9-6DD93A744E0D}" type="slidenum">
              <a:rPr lang="fr-FR" sz="700" smtClean="0">
                <a:solidFill>
                  <a:schemeClr val="bg2">
                    <a:lumMod val="100000"/>
                  </a:schemeClr>
                </a:solidFill>
                <a:latin typeface="+mn-lt"/>
                <a:cs typeface="Poppins Light" panose="00000400000000000000" pitchFamily="2" charset="0"/>
              </a:rPr>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t>‹N°›</a:t>
            </a:fld>
            <a:endParaRPr lang="fr-FR" sz="700">
              <a:solidFill>
                <a:schemeClr val="bg2">
                  <a:lumMod val="100000"/>
                </a:schemeClr>
              </a:solidFill>
              <a:latin typeface="+mn-lt"/>
              <a:cs typeface="Poppins Light" panose="00000400000000000000" pitchFamily="2" charset="0"/>
            </a:endParaRPr>
          </a:p>
        </p:txBody>
      </p:sp>
      <p:graphicFrame>
        <p:nvGraphicFramePr>
          <p:cNvPr id="9" name="Chart 3">
            <a:extLst>
              <a:ext uri="{FF2B5EF4-FFF2-40B4-BE49-F238E27FC236}">
                <a16:creationId xmlns:a16="http://schemas.microsoft.com/office/drawing/2014/main" id="{D3D5991E-692F-6A54-BC3D-283353CB7AED}"/>
              </a:ext>
            </a:extLst>
          </p:cNvPr>
          <p:cNvGraphicFramePr>
            <a:graphicFrameLocks/>
          </p:cNvGraphicFramePr>
          <p:nvPr userDrawn="1">
            <p:extLst>
              <p:ext uri="{D42A27DB-BD31-4B8C-83A1-F6EECF244321}">
                <p14:modId xmlns:p14="http://schemas.microsoft.com/office/powerpoint/2010/main" val="2278649692"/>
              </p:ext>
            </p:extLst>
          </p:nvPr>
        </p:nvGraphicFramePr>
        <p:xfrm>
          <a:off x="423982" y="1491910"/>
          <a:ext cx="7365350" cy="1616862"/>
        </p:xfrm>
        <a:graphic>
          <a:graphicData uri="http://schemas.openxmlformats.org/drawingml/2006/table">
            <a:tbl>
              <a:tblPr bandRow="1">
                <a:tableStyleId>{5C22544A-7EE6-4342-B048-85BDC9FD1C3A}</a:tableStyleId>
              </a:tblPr>
              <a:tblGrid>
                <a:gridCol w="940280">
                  <a:extLst>
                    <a:ext uri="{9D8B030D-6E8A-4147-A177-3AD203B41FA5}">
                      <a16:colId xmlns:a16="http://schemas.microsoft.com/office/drawing/2014/main" val="509387146"/>
                    </a:ext>
                  </a:extLst>
                </a:gridCol>
                <a:gridCol w="874981">
                  <a:extLst>
                    <a:ext uri="{9D8B030D-6E8A-4147-A177-3AD203B41FA5}">
                      <a16:colId xmlns:a16="http://schemas.microsoft.com/office/drawing/2014/main" val="20000"/>
                    </a:ext>
                  </a:extLst>
                </a:gridCol>
                <a:gridCol w="907630">
                  <a:extLst>
                    <a:ext uri="{9D8B030D-6E8A-4147-A177-3AD203B41FA5}">
                      <a16:colId xmlns:a16="http://schemas.microsoft.com/office/drawing/2014/main" val="20001"/>
                    </a:ext>
                  </a:extLst>
                </a:gridCol>
                <a:gridCol w="907630">
                  <a:extLst>
                    <a:ext uri="{9D8B030D-6E8A-4147-A177-3AD203B41FA5}">
                      <a16:colId xmlns:a16="http://schemas.microsoft.com/office/drawing/2014/main" val="20002"/>
                    </a:ext>
                  </a:extLst>
                </a:gridCol>
                <a:gridCol w="907630">
                  <a:extLst>
                    <a:ext uri="{9D8B030D-6E8A-4147-A177-3AD203B41FA5}">
                      <a16:colId xmlns:a16="http://schemas.microsoft.com/office/drawing/2014/main" val="20003"/>
                    </a:ext>
                  </a:extLst>
                </a:gridCol>
                <a:gridCol w="907630">
                  <a:extLst>
                    <a:ext uri="{9D8B030D-6E8A-4147-A177-3AD203B41FA5}">
                      <a16:colId xmlns:a16="http://schemas.microsoft.com/office/drawing/2014/main" val="20004"/>
                    </a:ext>
                  </a:extLst>
                </a:gridCol>
                <a:gridCol w="907630">
                  <a:extLst>
                    <a:ext uri="{9D8B030D-6E8A-4147-A177-3AD203B41FA5}">
                      <a16:colId xmlns:a16="http://schemas.microsoft.com/office/drawing/2014/main" val="20005"/>
                    </a:ext>
                  </a:extLst>
                </a:gridCol>
                <a:gridCol w="1011939">
                  <a:extLst>
                    <a:ext uri="{9D8B030D-6E8A-4147-A177-3AD203B41FA5}">
                      <a16:colId xmlns:a16="http://schemas.microsoft.com/office/drawing/2014/main" val="20006"/>
                    </a:ext>
                  </a:extLst>
                </a:gridCol>
              </a:tblGrid>
              <a:tr h="300155">
                <a:tc>
                  <a:txBody>
                    <a:bodyPr/>
                    <a:lstStyle/>
                    <a:p>
                      <a:pPr marL="0" marR="0" lvl="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en-GB" sz="900" b="1" kern="1200" noProof="0">
                        <a:solidFill>
                          <a:schemeClr val="tx1">
                            <a:lumMod val="100000"/>
                          </a:schemeClr>
                        </a:solidFill>
                        <a:latin typeface="+mn-lt"/>
                        <a:ea typeface="+mn-ea"/>
                        <a:cs typeface="+mn-cs"/>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gridSpan="7">
                  <a:txBody>
                    <a:bodyPr/>
                    <a:lstStyle/>
                    <a:p>
                      <a:pPr marL="0" marR="0" lvl="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en-GB" sz="900" b="1" kern="1200" noProof="0">
                        <a:solidFill>
                          <a:schemeClr val="tx1">
                            <a:lumMod val="100000"/>
                          </a:schemeClr>
                        </a:solidFill>
                        <a:latin typeface="+mn-lt"/>
                        <a:ea typeface="+mn-ea"/>
                        <a:cs typeface="+mn-cs"/>
                      </a:endParaRPr>
                    </a:p>
                  </a:txBody>
                  <a:tcPr marL="0" marR="0" marT="0"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hMerge="1">
                  <a:txBody>
                    <a:bodyPr/>
                    <a:lstStyle/>
                    <a:p>
                      <a:pPr marL="0" marR="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de-DE" sz="800" b="0" i="1" u="none">
                        <a:solidFill>
                          <a:schemeClr val="tx1"/>
                        </a:solidFill>
                        <a:latin typeface="Arial" pitchFamily="34" charset="0"/>
                        <a:cs typeface="Arial" pitchFamily="34" charset="0"/>
                      </a:endParaRPr>
                    </a:p>
                  </a:txBody>
                  <a:tcPr marL="72000" marR="108000" marT="72000" marB="72000" anchor="ctr">
                    <a:lnL w="19050" cap="flat" cmpd="sng" algn="ctr">
                      <a:solidFill>
                        <a:srgbClr val="FFFFFF"/>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marL="0" marR="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de-DE" sz="800" b="0" i="1" u="none">
                        <a:solidFill>
                          <a:schemeClr val="tx1"/>
                        </a:solidFill>
                        <a:latin typeface="Arial" pitchFamily="34" charset="0"/>
                        <a:cs typeface="Arial" pitchFamily="34" charset="0"/>
                      </a:endParaRPr>
                    </a:p>
                  </a:txBody>
                  <a:tcPr marL="72000" marR="108000" marT="72000" marB="72000" anchor="ctr">
                    <a:lnL w="19050" cap="flat" cmpd="sng" algn="ctr">
                      <a:solidFill>
                        <a:srgbClr val="FFFFFF"/>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marL="0" marR="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de-DE" sz="800" b="0" i="1" u="none">
                        <a:solidFill>
                          <a:schemeClr val="tx1"/>
                        </a:solidFill>
                        <a:latin typeface="Arial" pitchFamily="34" charset="0"/>
                        <a:cs typeface="Arial" pitchFamily="34" charset="0"/>
                      </a:endParaRPr>
                    </a:p>
                  </a:txBody>
                  <a:tcPr marL="72000" marR="108000" marT="72000" marB="720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marL="0" marR="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de-DE" sz="800" b="0" i="1" u="none">
                        <a:solidFill>
                          <a:schemeClr val="tx1"/>
                        </a:solidFill>
                        <a:latin typeface="Arial" pitchFamily="34" charset="0"/>
                        <a:cs typeface="Arial" pitchFamily="34" charset="0"/>
                      </a:endParaRPr>
                    </a:p>
                  </a:txBody>
                  <a:tcPr marL="72000" marR="108000" marT="72000" marB="720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hMerge="1">
                  <a:txBody>
                    <a:bodyPr/>
                    <a:lstStyle/>
                    <a:p>
                      <a:pPr marL="0" marR="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de-DE" sz="800" b="0" i="1" u="none">
                        <a:solidFill>
                          <a:schemeClr val="tx1"/>
                        </a:solidFill>
                        <a:latin typeface="Arial" pitchFamily="34" charset="0"/>
                        <a:cs typeface="Arial" pitchFamily="34" charset="0"/>
                      </a:endParaRPr>
                    </a:p>
                  </a:txBody>
                  <a:tcPr marL="72000" marR="108000" marT="72000" marB="720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hMerge="1">
                  <a:txBody>
                    <a:bodyPr/>
                    <a:lstStyle/>
                    <a:p>
                      <a:pPr marL="0" marR="0" indent="0" algn="l" defTabSz="914400" rtl="0" eaLnBrk="1" fontAlgn="auto" latinLnBrk="0" hangingPunct="1">
                        <a:lnSpc>
                          <a:spcPct val="100000"/>
                        </a:lnSpc>
                        <a:spcBef>
                          <a:spcPts val="400"/>
                        </a:spcBef>
                        <a:spcAft>
                          <a:spcPts val="400"/>
                        </a:spcAft>
                        <a:buClrTx/>
                        <a:buSzTx/>
                        <a:buFont typeface="Arial" pitchFamily="34" charset="0"/>
                        <a:buNone/>
                        <a:tabLst/>
                        <a:defRPr/>
                      </a:pPr>
                      <a:endParaRPr lang="de-DE" sz="800" b="0" i="1" u="none">
                        <a:solidFill>
                          <a:schemeClr val="tx1"/>
                        </a:solidFill>
                        <a:latin typeface="Arial" pitchFamily="34" charset="0"/>
                        <a:cs typeface="Arial" pitchFamily="34" charset="0"/>
                      </a:endParaRPr>
                    </a:p>
                  </a:txBody>
                  <a:tcPr marL="72000" marR="108000" marT="72000" marB="720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38949">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en-GB" sz="900" b="0" i="0" u="none" noProof="0">
                          <a:solidFill>
                            <a:schemeClr val="tx1">
                              <a:lumMod val="100000"/>
                            </a:schemeClr>
                          </a:solidFill>
                          <a:latin typeface="+mn-lt"/>
                          <a:cs typeface="Arial" pitchFamily="34" charset="0"/>
                        </a:rPr>
                        <a:t>Codes</a:t>
                      </a:r>
                    </a:p>
                  </a:txBody>
                  <a:tcPr marL="88615" marR="0"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en-GB" sz="900" b="0" i="0" u="none" noProof="0">
                          <a:solidFill>
                            <a:schemeClr val="tx1">
                              <a:lumMod val="100000"/>
                            </a:schemeClr>
                          </a:solidFill>
                          <a:latin typeface="+mn-lt"/>
                          <a:cs typeface="Arial" pitchFamily="34" charset="0"/>
                        </a:rPr>
                        <a:t>Background 1</a:t>
                      </a:r>
                    </a:p>
                  </a:txBody>
                  <a:tcPr marL="88615" marR="0"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en-GB" sz="900" b="0" i="0" u="none" noProof="0">
                          <a:solidFill>
                            <a:schemeClr val="tx1">
                              <a:lumMod val="100000"/>
                            </a:schemeClr>
                          </a:solidFill>
                          <a:latin typeface="+mn-lt"/>
                          <a:cs typeface="Arial" pitchFamily="34" charset="0"/>
                        </a:rPr>
                        <a:t>Text 1</a:t>
                      </a:r>
                    </a:p>
                  </a:txBody>
                  <a:tcPr marL="88615" marR="132923"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en-GB" sz="900" b="0" i="0" u="none" noProof="0">
                          <a:solidFill>
                            <a:schemeClr val="tx1">
                              <a:lumMod val="100000"/>
                            </a:schemeClr>
                          </a:solidFill>
                          <a:latin typeface="+mn-lt"/>
                          <a:cs typeface="Arial" pitchFamily="34" charset="0"/>
                        </a:rPr>
                        <a:t>Background 2</a:t>
                      </a:r>
                    </a:p>
                  </a:txBody>
                  <a:tcPr marL="88615" marR="132923"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en-GB" sz="900" b="0" i="0" u="none" noProof="0">
                          <a:solidFill>
                            <a:schemeClr val="tx1">
                              <a:lumMod val="100000"/>
                            </a:schemeClr>
                          </a:solidFill>
                          <a:latin typeface="+mn-lt"/>
                          <a:cs typeface="Arial" pitchFamily="34" charset="0"/>
                        </a:rPr>
                        <a:t>Text 2</a:t>
                      </a:r>
                    </a:p>
                  </a:txBody>
                  <a:tcPr marL="88615" marR="132923"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en-GB" sz="900" b="0" i="0" u="none" noProof="0">
                          <a:solidFill>
                            <a:schemeClr val="tx1">
                              <a:lumMod val="100000"/>
                            </a:schemeClr>
                          </a:solidFill>
                          <a:latin typeface="+mn-lt"/>
                          <a:cs typeface="Arial" pitchFamily="34" charset="0"/>
                        </a:rPr>
                        <a:t>Accent 1</a:t>
                      </a:r>
                    </a:p>
                  </a:txBody>
                  <a:tcPr marL="88615" marR="132923"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en-GB" sz="900" b="0" i="0" u="none" noProof="0">
                          <a:solidFill>
                            <a:schemeClr val="tx1">
                              <a:lumMod val="100000"/>
                            </a:schemeClr>
                          </a:solidFill>
                          <a:latin typeface="+mn-lt"/>
                          <a:cs typeface="Arial" pitchFamily="34" charset="0"/>
                        </a:rPr>
                        <a:t>Accent 2</a:t>
                      </a:r>
                    </a:p>
                  </a:txBody>
                  <a:tcPr marL="88615" marR="132923"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tc>
                  <a:txBody>
                    <a:bodyPr/>
                    <a:lstStyle/>
                    <a:p>
                      <a:pPr marL="0" marR="0" indent="0" algn="ctr" defTabSz="914400" rtl="0" eaLnBrk="1" fontAlgn="auto" latinLnBrk="0" hangingPunct="1">
                        <a:lnSpc>
                          <a:spcPct val="100000"/>
                        </a:lnSpc>
                        <a:spcBef>
                          <a:spcPts val="400"/>
                        </a:spcBef>
                        <a:spcAft>
                          <a:spcPts val="400"/>
                        </a:spcAft>
                        <a:buClrTx/>
                        <a:buSzTx/>
                        <a:buFont typeface="Arial" pitchFamily="34" charset="0"/>
                        <a:buNone/>
                        <a:tabLst/>
                        <a:defRPr/>
                      </a:pPr>
                      <a:r>
                        <a:rPr lang="en-GB" sz="900" b="0" i="0" u="none" noProof="0">
                          <a:solidFill>
                            <a:schemeClr val="tx1">
                              <a:lumMod val="100000"/>
                            </a:schemeClr>
                          </a:solidFill>
                          <a:latin typeface="+mn-lt"/>
                          <a:cs typeface="Arial" pitchFamily="34" charset="0"/>
                        </a:rPr>
                        <a:t>Accent 3</a:t>
                      </a:r>
                    </a:p>
                  </a:txBody>
                  <a:tcPr marL="88615" marR="132923"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48558">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1" u="none" noProof="0">
                          <a:solidFill>
                            <a:schemeClr val="tx1">
                              <a:lumMod val="100000"/>
                            </a:schemeClr>
                          </a:solidFill>
                          <a:latin typeface="+mn-lt"/>
                          <a:cs typeface="Arial" pitchFamily="34" charset="0"/>
                        </a:rPr>
                        <a:t>Hexadecimal</a:t>
                      </a:r>
                    </a:p>
                  </a:txBody>
                  <a:tcPr marL="88615" marR="0"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GB" sz="1000" i="1" u="none" noProof="0">
                          <a:solidFill>
                            <a:schemeClr val="tx1">
                              <a:lumMod val="100000"/>
                            </a:schemeClr>
                          </a:solidFill>
                          <a:latin typeface="+mn-lt"/>
                          <a:cs typeface="Arial" pitchFamily="34" charset="0"/>
                        </a:rPr>
                        <a:t>#FFFFFF</a:t>
                      </a:r>
                    </a:p>
                  </a:txBody>
                  <a:tcPr marL="88615" marR="0"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GB" sz="1000" i="1" u="none" noProof="0">
                          <a:solidFill>
                            <a:schemeClr val="bg1"/>
                          </a:solidFill>
                          <a:latin typeface="+mn-lt"/>
                          <a:cs typeface="Arial" pitchFamily="34" charset="0"/>
                        </a:rPr>
                        <a:t>#000000</a:t>
                      </a:r>
                    </a:p>
                  </a:txBody>
                  <a:tcPr marL="88615" marR="132923"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1">
                        <a:lumMod val="10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GB" sz="1000" i="1" u="none" noProof="0">
                          <a:solidFill>
                            <a:schemeClr val="bg1">
                              <a:lumMod val="100000"/>
                            </a:schemeClr>
                          </a:solidFill>
                          <a:latin typeface="+mn-lt"/>
                          <a:cs typeface="Arial" pitchFamily="34" charset="0"/>
                        </a:rPr>
                        <a:t>#451DC7</a:t>
                      </a:r>
                    </a:p>
                  </a:txBody>
                  <a:tcPr marL="88615" marR="132923"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GB" sz="1000" i="1" u="none" noProof="0">
                          <a:solidFill>
                            <a:schemeClr val="tx1">
                              <a:lumMod val="100000"/>
                            </a:schemeClr>
                          </a:solidFill>
                          <a:latin typeface="+mn-lt"/>
                          <a:cs typeface="Arial" pitchFamily="34" charset="0"/>
                        </a:rPr>
                        <a:t>#000000</a:t>
                      </a:r>
                    </a:p>
                  </a:txBody>
                  <a:tcPr marL="88615" marR="132923"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GB" sz="1000" i="1" u="none" noProof="0">
                          <a:solidFill>
                            <a:schemeClr val="tx1">
                              <a:lumMod val="100000"/>
                            </a:schemeClr>
                          </a:solidFill>
                          <a:latin typeface="+mn-lt"/>
                          <a:cs typeface="Arial" pitchFamily="34" charset="0"/>
                        </a:rPr>
                        <a:t>#04F06A</a:t>
                      </a:r>
                    </a:p>
                  </a:txBody>
                  <a:tcPr marL="88615" marR="132923"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GB" sz="1000" i="1" u="none" noProof="0">
                          <a:solidFill>
                            <a:schemeClr val="tx1">
                              <a:lumMod val="100000"/>
                            </a:schemeClr>
                          </a:solidFill>
                          <a:latin typeface="+mn-lt"/>
                          <a:cs typeface="Arial" pitchFamily="34" charset="0"/>
                        </a:rPr>
                        <a:t>#CAFEE0</a:t>
                      </a:r>
                    </a:p>
                  </a:txBody>
                  <a:tcPr marL="88615" marR="132923"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lumMod val="10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GB" sz="1000" i="1" u="none" noProof="0">
                          <a:solidFill>
                            <a:schemeClr val="bg1">
                              <a:lumMod val="100000"/>
                            </a:schemeClr>
                          </a:solidFill>
                          <a:latin typeface="+mn-lt"/>
                          <a:cs typeface="Arial" pitchFamily="34" charset="0"/>
                        </a:rPr>
                        <a:t>#250F6B</a:t>
                      </a:r>
                    </a:p>
                  </a:txBody>
                  <a:tcPr marL="88615" marR="132923" marT="72000" marB="7200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3"/>
                    </a:solidFill>
                  </a:tcPr>
                </a:tc>
                <a:extLst>
                  <a:ext uri="{0D108BD9-81ED-4DB2-BD59-A6C34878D82A}">
                    <a16:rowId xmlns:a16="http://schemas.microsoft.com/office/drawing/2014/main" val="10002"/>
                  </a:ext>
                </a:extLst>
              </a:tr>
              <a:tr h="528914">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R</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G</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B</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255</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255</a:t>
                      </a:r>
                      <a:br>
                        <a:rPr lang="en-GB" sz="1000" i="0" u="none" noProof="0">
                          <a:solidFill>
                            <a:schemeClr val="tx1">
                              <a:lumMod val="100000"/>
                            </a:schemeClr>
                          </a:solidFill>
                          <a:latin typeface="+mn-lt"/>
                          <a:cs typeface="Arial" pitchFamily="34" charset="0"/>
                        </a:rPr>
                      </a:br>
                      <a:r>
                        <a:rPr lang="en-GB" sz="1000" i="0" u="none" noProof="0">
                          <a:solidFill>
                            <a:schemeClr val="tx1">
                              <a:lumMod val="100000"/>
                            </a:schemeClr>
                          </a:solidFill>
                          <a:latin typeface="+mn-lt"/>
                          <a:cs typeface="Arial" pitchFamily="34" charset="0"/>
                        </a:rPr>
                        <a:t>B 255</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0</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0</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0</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69</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29</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199</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255</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255</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255</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4</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240</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106</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202</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254</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224</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37</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15</a:t>
                      </a:r>
                    </a:p>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GB" sz="1000" i="0" u="none" noProof="0">
                          <a:solidFill>
                            <a:schemeClr val="tx1">
                              <a:lumMod val="100000"/>
                            </a:schemeClr>
                          </a:solidFill>
                          <a:latin typeface="+mn-lt"/>
                          <a:cs typeface="Arial" pitchFamily="34" charset="0"/>
                        </a:rPr>
                        <a:t>107</a:t>
                      </a:r>
                    </a:p>
                  </a:txBody>
                  <a:tcPr marL="88615" marR="88615" marT="36000" marB="360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61051759"/>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Iconography guidelines">
    <p:spTree>
      <p:nvGrpSpPr>
        <p:cNvPr id="1" name=""/>
        <p:cNvGrpSpPr/>
        <p:nvPr/>
      </p:nvGrpSpPr>
      <p:grpSpPr>
        <a:xfrm>
          <a:off x="0" y="0"/>
          <a:ext cx="0" cy="0"/>
          <a:chOff x="0" y="0"/>
          <a:chExt cx="0" cy="0"/>
        </a:xfrm>
      </p:grpSpPr>
      <p:pic>
        <p:nvPicPr>
          <p:cNvPr id="66" name="Graphic  23" descr="Orange athletics track seen from above with a touch of green (grass). Clean, graphic photography.">
            <a:extLst>
              <a:ext uri="{FF2B5EF4-FFF2-40B4-BE49-F238E27FC236}">
                <a16:creationId xmlns:a16="http://schemas.microsoft.com/office/drawing/2014/main" id="{F16D04EB-8937-1B76-D220-95B4775384A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
          <a:stretch/>
        </p:blipFill>
        <p:spPr>
          <a:xfrm>
            <a:off x="7101270" y="3230899"/>
            <a:ext cx="1556230" cy="1035369"/>
          </a:xfrm>
          <a:prstGeom prst="rect">
            <a:avLst/>
          </a:prstGeom>
        </p:spPr>
      </p:pic>
      <p:pic>
        <p:nvPicPr>
          <p:cNvPr id="63" name="Graphic  14" descr="Group of unidentifiable people working at a table, seen from above. ">
            <a:extLst>
              <a:ext uri="{FF2B5EF4-FFF2-40B4-BE49-F238E27FC236}">
                <a16:creationId xmlns:a16="http://schemas.microsoft.com/office/drawing/2014/main" id="{A6295D0F-B256-4661-E38E-64F5039A5E5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7101269" y="4190065"/>
            <a:ext cx="1556230" cy="1055296"/>
          </a:xfrm>
          <a:prstGeom prst="rect">
            <a:avLst/>
          </a:prstGeom>
        </p:spPr>
      </p:pic>
      <p:pic>
        <p:nvPicPr>
          <p:cNvPr id="59" name="Graphic 6" descr="View from above of a square crossed by people. ">
            <a:extLst>
              <a:ext uri="{FF2B5EF4-FFF2-40B4-BE49-F238E27FC236}">
                <a16:creationId xmlns:a16="http://schemas.microsoft.com/office/drawing/2014/main" id="{23FBA323-355E-C962-B914-BE010ADD9E3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7101270" y="5201045"/>
            <a:ext cx="1556230" cy="1035369"/>
          </a:xfrm>
          <a:prstGeom prst="rect">
            <a:avLst/>
          </a:prstGeom>
        </p:spPr>
      </p:pic>
      <p:pic>
        <p:nvPicPr>
          <p:cNvPr id="60" name="Graphic  8" descr="Rowing boat crossing the image diagonally, seen from above. Clean, graphic photography.">
            <a:extLst>
              <a:ext uri="{FF2B5EF4-FFF2-40B4-BE49-F238E27FC236}">
                <a16:creationId xmlns:a16="http://schemas.microsoft.com/office/drawing/2014/main" id="{BF4334E0-0106-7C5C-30DC-8B062C916EA6}"/>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8651466" y="3230899"/>
            <a:ext cx="1558172" cy="1035369"/>
          </a:xfrm>
          <a:prstGeom prst="rect">
            <a:avLst/>
          </a:prstGeom>
        </p:spPr>
      </p:pic>
      <p:pic>
        <p:nvPicPr>
          <p:cNvPr id="62" name="Graphic  12" descr="Top view of a moored container ship. Graphic effect of rectangular, brightly-colored containers.">
            <a:extLst>
              <a:ext uri="{FF2B5EF4-FFF2-40B4-BE49-F238E27FC236}">
                <a16:creationId xmlns:a16="http://schemas.microsoft.com/office/drawing/2014/main" id="{4C5D95D2-1081-1361-0F67-EA49D586A938}"/>
              </a:ext>
            </a:extLst>
          </p:cNvPr>
          <p:cNvPicPr>
            <a:picLocks noChangeAspect="1"/>
          </p:cNvPicPr>
          <p:nvPr userDrawn="1"/>
        </p:nvPicPr>
        <p:blipFill rotWithShape="1">
          <a:blip r:embed="rId6" cstate="screen">
            <a:extLst>
              <a:ext uri="{28A0092B-C50C-407E-A947-70E740481C1C}">
                <a14:useLocalDpi xmlns:a14="http://schemas.microsoft.com/office/drawing/2010/main"/>
              </a:ext>
            </a:extLst>
          </a:blip>
          <a:srcRect/>
          <a:stretch/>
        </p:blipFill>
        <p:spPr>
          <a:xfrm>
            <a:off x="8651466" y="4190065"/>
            <a:ext cx="1558172" cy="1053975"/>
          </a:xfrm>
          <a:prstGeom prst="rect">
            <a:avLst/>
          </a:prstGeom>
        </p:spPr>
      </p:pic>
      <p:pic>
        <p:nvPicPr>
          <p:cNvPr id="58" name="Graphic  4" descr="Close view of an unidentifiable oarsman seen from above. ">
            <a:extLst>
              <a:ext uri="{FF2B5EF4-FFF2-40B4-BE49-F238E27FC236}">
                <a16:creationId xmlns:a16="http://schemas.microsoft.com/office/drawing/2014/main" id="{958FE77D-7021-15EA-6E44-757C58E0018C}"/>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8651465" y="5201044"/>
            <a:ext cx="1558172" cy="1039126"/>
          </a:xfrm>
          <a:prstGeom prst="rect">
            <a:avLst/>
          </a:prstGeom>
        </p:spPr>
      </p:pic>
      <p:sp>
        <p:nvSpPr>
          <p:cNvPr id="3" name="Toptitle placeholder 1">
            <a:extLst>
              <a:ext uri="{FF2B5EF4-FFF2-40B4-BE49-F238E27FC236}">
                <a16:creationId xmlns:a16="http://schemas.microsoft.com/office/drawing/2014/main" id="{48424323-0C71-4544-CBF6-1C93EF1ECB49}"/>
              </a:ext>
              <a:ext uri="{C183D7F6-B498-43B3-948B-1728B52AA6E4}">
                <adec:decorative xmlns:adec="http://schemas.microsoft.com/office/drawing/2017/decorative" val="0"/>
              </a:ext>
            </a:extLst>
          </p:cNvPr>
          <p:cNvSpPr>
            <a:spLocks noGrp="1"/>
          </p:cNvSpPr>
          <p:nvPr>
            <p:ph type="body" sz="quarter" idx="13" hasCustomPrompt="1"/>
          </p:nvPr>
        </p:nvSpPr>
        <p:spPr>
          <a:xfrm>
            <a:off x="425355" y="144313"/>
            <a:ext cx="11342769"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sz="1000" noProof="0">
                <a:solidFill>
                  <a:schemeClr val="accent3"/>
                </a:solidFill>
                <a:latin typeface="+mn-lt"/>
              </a:rPr>
              <a:t>How to use the Wavestone </a:t>
            </a:r>
            <a:r>
              <a:rPr lang="fr-FR" sz="1000" noProof="0" err="1">
                <a:solidFill>
                  <a:schemeClr val="accent3"/>
                </a:solidFill>
                <a:latin typeface="+mn-lt"/>
              </a:rPr>
              <a:t>ppt</a:t>
            </a:r>
            <a:r>
              <a:rPr lang="fr-FR" sz="1000" noProof="0">
                <a:solidFill>
                  <a:schemeClr val="accent3"/>
                </a:solidFill>
                <a:latin typeface="+mn-lt"/>
              </a:rPr>
              <a:t> </a:t>
            </a:r>
            <a:r>
              <a:rPr lang="fr-FR" sz="1000" noProof="0" err="1">
                <a:solidFill>
                  <a:schemeClr val="accent3"/>
                </a:solidFill>
                <a:latin typeface="+mn-lt"/>
              </a:rPr>
              <a:t>template</a:t>
            </a:r>
            <a:endParaRPr lang="fr-FR" sz="1000" noProof="0">
              <a:solidFill>
                <a:schemeClr val="accent3"/>
              </a:solidFill>
              <a:latin typeface="+mn-lt"/>
            </a:endParaRPr>
          </a:p>
        </p:txBody>
      </p:sp>
      <p:sp>
        <p:nvSpPr>
          <p:cNvPr id="27" name="TextBox 26">
            <a:extLst>
              <a:ext uri="{FF2B5EF4-FFF2-40B4-BE49-F238E27FC236}">
                <a16:creationId xmlns:a16="http://schemas.microsoft.com/office/drawing/2014/main" id="{85CCB7FA-E880-8FB2-26C1-5B89F73ABE6B}"/>
              </a:ext>
            </a:extLst>
          </p:cNvPr>
          <p:cNvSpPr txBox="1"/>
          <p:nvPr userDrawn="1"/>
        </p:nvSpPr>
        <p:spPr>
          <a:xfrm>
            <a:off x="423984" y="822120"/>
            <a:ext cx="11344154"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err="1">
                <a:ln>
                  <a:noFill/>
                </a:ln>
                <a:solidFill>
                  <a:schemeClr val="tx1">
                    <a:lumMod val="100000"/>
                  </a:schemeClr>
                </a:solidFill>
                <a:effectLst/>
                <a:uLnTx/>
                <a:uFillTx/>
                <a:latin typeface="Aptos"/>
                <a:ea typeface="+mn-ea"/>
                <a:cs typeface="+mn-cs"/>
              </a:rPr>
              <a:t>With</a:t>
            </a: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 the rebranding of </a:t>
            </a:r>
            <a:r>
              <a:rPr kumimoji="0" lang="fr-FR" sz="1600" b="0" i="0" u="none" strike="noStrike" kern="1200" cap="none" spc="0" normalizeH="0" baseline="0" noProof="0" err="1">
                <a:ln>
                  <a:noFill/>
                </a:ln>
                <a:solidFill>
                  <a:schemeClr val="tx1">
                    <a:lumMod val="100000"/>
                  </a:schemeClr>
                </a:solidFill>
                <a:effectLst/>
                <a:uLnTx/>
                <a:uFillTx/>
                <a:latin typeface="Aptos"/>
                <a:ea typeface="+mn-ea"/>
                <a:cs typeface="+mn-cs"/>
              </a:rPr>
              <a:t>our</a:t>
            </a: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 </a:t>
            </a:r>
            <a:r>
              <a:rPr kumimoji="0" lang="fr-FR" sz="1600" b="0" i="0" u="none" strike="noStrike" kern="1200" cap="none" spc="0" normalizeH="0" baseline="0" noProof="0" err="1">
                <a:ln>
                  <a:noFill/>
                </a:ln>
                <a:solidFill>
                  <a:schemeClr val="tx1">
                    <a:lumMod val="100000"/>
                  </a:schemeClr>
                </a:solidFill>
                <a:effectLst/>
                <a:uLnTx/>
                <a:uFillTx/>
                <a:latin typeface="Aptos"/>
                <a:ea typeface="+mn-ea"/>
                <a:cs typeface="+mn-cs"/>
              </a:rPr>
              <a:t>corporate</a:t>
            </a: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 design, </a:t>
            </a:r>
            <a:r>
              <a:rPr kumimoji="0" lang="fr-FR" sz="1600" b="0" i="0" u="none" strike="noStrike" kern="1200" cap="none" spc="0" normalizeH="0" baseline="0" noProof="0" err="1">
                <a:ln>
                  <a:noFill/>
                </a:ln>
                <a:solidFill>
                  <a:schemeClr val="tx1">
                    <a:lumMod val="100000"/>
                  </a:schemeClr>
                </a:solidFill>
                <a:effectLst/>
                <a:uLnTx/>
                <a:uFillTx/>
                <a:latin typeface="Aptos"/>
                <a:ea typeface="+mn-ea"/>
                <a:cs typeface="+mn-cs"/>
              </a:rPr>
              <a:t>we</a:t>
            </a: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 </a:t>
            </a:r>
            <a:r>
              <a:rPr kumimoji="0" lang="fr-FR" sz="1600" b="0" i="0" u="none" strike="noStrike" kern="1200" cap="none" spc="0" normalizeH="0" baseline="0" noProof="0" err="1">
                <a:ln>
                  <a:noFill/>
                </a:ln>
                <a:solidFill>
                  <a:schemeClr val="tx1">
                    <a:lumMod val="100000"/>
                  </a:schemeClr>
                </a:solidFill>
                <a:effectLst/>
                <a:uLnTx/>
                <a:uFillTx/>
                <a:latin typeface="Aptos"/>
                <a:ea typeface="+mn-ea"/>
                <a:cs typeface="+mn-cs"/>
              </a:rPr>
              <a:t>will</a:t>
            </a: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 </a:t>
            </a:r>
            <a:r>
              <a:rPr kumimoji="0" lang="fr-FR" sz="1600" b="0" i="0" u="none" strike="noStrike" kern="1200" cap="none" spc="0" normalizeH="0" baseline="0" noProof="0" err="1">
                <a:ln>
                  <a:noFill/>
                </a:ln>
                <a:solidFill>
                  <a:schemeClr val="tx1">
                    <a:lumMod val="100000"/>
                  </a:schemeClr>
                </a:solidFill>
                <a:effectLst/>
                <a:uLnTx/>
                <a:uFillTx/>
                <a:latin typeface="Aptos"/>
                <a:ea typeface="+mn-ea"/>
                <a:cs typeface="+mn-cs"/>
              </a:rPr>
              <a:t>also</a:t>
            </a: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 </a:t>
            </a:r>
            <a:r>
              <a:rPr kumimoji="0" lang="fr-FR" sz="1600" b="0" i="0" u="none" strike="noStrike" kern="1200" cap="none" spc="0" normalizeH="0" baseline="0" noProof="0" err="1">
                <a:ln>
                  <a:noFill/>
                </a:ln>
                <a:solidFill>
                  <a:schemeClr val="tx1">
                    <a:lumMod val="100000"/>
                  </a:schemeClr>
                </a:solidFill>
                <a:effectLst/>
                <a:uLnTx/>
                <a:uFillTx/>
                <a:latin typeface="Aptos"/>
                <a:ea typeface="+mn-ea"/>
                <a:cs typeface="+mn-cs"/>
              </a:rPr>
              <a:t>define</a:t>
            </a: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 a new look and </a:t>
            </a:r>
            <a:r>
              <a:rPr kumimoji="0" lang="fr-FR" sz="1600" b="0" i="0" u="none" strike="noStrike" kern="1200" cap="none" spc="0" normalizeH="0" baseline="0" noProof="0" err="1">
                <a:ln>
                  <a:noFill/>
                </a:ln>
                <a:solidFill>
                  <a:schemeClr val="tx1">
                    <a:lumMod val="100000"/>
                  </a:schemeClr>
                </a:solidFill>
                <a:effectLst/>
                <a:uLnTx/>
                <a:uFillTx/>
                <a:latin typeface="Aptos"/>
                <a:ea typeface="+mn-ea"/>
                <a:cs typeface="+mn-cs"/>
              </a:rPr>
              <a:t>feel</a:t>
            </a: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 for </a:t>
            </a:r>
            <a:r>
              <a:rPr kumimoji="0" lang="fr-FR" sz="1600" b="0" i="0" u="none" strike="noStrike" kern="1200" cap="none" spc="0" normalizeH="0" baseline="0" noProof="0" err="1">
                <a:ln>
                  <a:noFill/>
                </a:ln>
                <a:solidFill>
                  <a:schemeClr val="tx1">
                    <a:lumMod val="100000"/>
                  </a:schemeClr>
                </a:solidFill>
                <a:effectLst/>
                <a:uLnTx/>
                <a:uFillTx/>
                <a:latin typeface="Aptos"/>
                <a:ea typeface="+mn-ea"/>
                <a:cs typeface="+mn-cs"/>
              </a:rPr>
              <a:t>our</a:t>
            </a: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 </a:t>
            </a:r>
            <a:r>
              <a:rPr kumimoji="0" lang="fr-FR" sz="1600" b="0" i="0" u="none" strike="noStrike" kern="1200" cap="none" spc="0" normalizeH="0" baseline="0" noProof="0" err="1">
                <a:ln>
                  <a:noFill/>
                </a:ln>
                <a:solidFill>
                  <a:schemeClr val="tx1">
                    <a:lumMod val="100000"/>
                  </a:schemeClr>
                </a:solidFill>
                <a:effectLst/>
                <a:uLnTx/>
                <a:uFillTx/>
                <a:latin typeface="Aptos"/>
                <a:ea typeface="+mn-ea"/>
                <a:cs typeface="+mn-cs"/>
              </a:rPr>
              <a:t>iconography</a:t>
            </a: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The images </a:t>
            </a:r>
            <a:r>
              <a:rPr kumimoji="0" lang="fr-FR" sz="1600" b="0" i="0" u="none" strike="noStrike" kern="1200" cap="none" spc="0" normalizeH="0" baseline="0" noProof="0" err="1">
                <a:ln>
                  <a:noFill/>
                </a:ln>
                <a:solidFill>
                  <a:schemeClr val="tx1">
                    <a:lumMod val="100000"/>
                  </a:schemeClr>
                </a:solidFill>
                <a:effectLst/>
                <a:uLnTx/>
                <a:uFillTx/>
                <a:latin typeface="Aptos"/>
                <a:ea typeface="+mn-ea"/>
                <a:cs typeface="+mn-cs"/>
              </a:rPr>
              <a:t>we</a:t>
            </a: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 use must </a:t>
            </a:r>
            <a:r>
              <a:rPr kumimoji="0" lang="fr-FR" sz="1600" b="0" i="0" u="none" strike="noStrike" kern="1200" cap="none" spc="0" normalizeH="0" baseline="0" noProof="0" err="1">
                <a:ln>
                  <a:noFill/>
                </a:ln>
                <a:solidFill>
                  <a:schemeClr val="tx1">
                    <a:lumMod val="100000"/>
                  </a:schemeClr>
                </a:solidFill>
                <a:effectLst/>
                <a:uLnTx/>
                <a:uFillTx/>
                <a:latin typeface="Aptos"/>
                <a:ea typeface="+mn-ea"/>
                <a:cs typeface="+mn-cs"/>
              </a:rPr>
              <a:t>be</a:t>
            </a:r>
            <a:r>
              <a:rPr kumimoji="0" lang="fr-FR" sz="1600" b="0" i="0" u="none" strike="noStrike" kern="1200" cap="none" spc="0" normalizeH="0" baseline="0" noProof="0">
                <a:ln>
                  <a:noFill/>
                </a:ln>
                <a:solidFill>
                  <a:schemeClr val="tx1">
                    <a:lumMod val="100000"/>
                  </a:schemeClr>
                </a:solidFill>
                <a:effectLst/>
                <a:uLnTx/>
                <a:uFillTx/>
                <a:latin typeface="Aptos"/>
                <a:ea typeface="+mn-ea"/>
                <a:cs typeface="+mn-cs"/>
              </a:rPr>
              <a:t> </a:t>
            </a:r>
            <a:r>
              <a:rPr kumimoji="0" lang="fr-FR" sz="1600" b="1" i="0" u="none" strike="noStrike" kern="1200" cap="none" spc="0" normalizeH="0" baseline="0" noProof="0" err="1">
                <a:ln>
                  <a:noFill/>
                </a:ln>
                <a:solidFill>
                  <a:schemeClr val="accent5">
                    <a:lumMod val="100000"/>
                  </a:schemeClr>
                </a:solidFill>
                <a:effectLst/>
                <a:uLnTx/>
                <a:uFillTx/>
                <a:latin typeface="Aptos"/>
                <a:ea typeface="+mn-ea"/>
                <a:cs typeface="+mn-cs"/>
              </a:rPr>
              <a:t>authentic</a:t>
            </a:r>
            <a:r>
              <a:rPr kumimoji="0" lang="fr-FR" sz="1600" b="1" i="0" u="none" strike="noStrike" kern="1200" cap="none" spc="0" normalizeH="0" baseline="0" noProof="0">
                <a:ln>
                  <a:noFill/>
                </a:ln>
                <a:solidFill>
                  <a:schemeClr val="accent5">
                    <a:lumMod val="100000"/>
                  </a:schemeClr>
                </a:solidFill>
                <a:effectLst/>
                <a:uLnTx/>
                <a:uFillTx/>
                <a:latin typeface="Aptos"/>
                <a:ea typeface="+mn-ea"/>
                <a:cs typeface="+mn-cs"/>
              </a:rPr>
              <a:t>, clean (not </a:t>
            </a:r>
            <a:r>
              <a:rPr kumimoji="0" lang="fr-FR" sz="1600" b="1" i="0" u="none" strike="noStrike" kern="1200" cap="none" spc="0" normalizeH="0" baseline="0" noProof="0" err="1">
                <a:ln>
                  <a:noFill/>
                </a:ln>
                <a:solidFill>
                  <a:schemeClr val="accent5">
                    <a:lumMod val="100000"/>
                  </a:schemeClr>
                </a:solidFill>
                <a:effectLst/>
                <a:uLnTx/>
                <a:uFillTx/>
                <a:latin typeface="Aptos"/>
                <a:ea typeface="+mn-ea"/>
                <a:cs typeface="+mn-cs"/>
              </a:rPr>
              <a:t>overloaded</a:t>
            </a:r>
            <a:r>
              <a:rPr kumimoji="0" lang="fr-FR" sz="1600" b="1" i="0" u="none" strike="noStrike" kern="1200" cap="none" spc="0" normalizeH="0" baseline="0" noProof="0">
                <a:ln>
                  <a:noFill/>
                </a:ln>
                <a:solidFill>
                  <a:schemeClr val="accent5">
                    <a:lumMod val="100000"/>
                  </a:schemeClr>
                </a:solidFill>
                <a:effectLst/>
                <a:uLnTx/>
                <a:uFillTx/>
                <a:latin typeface="Aptos"/>
                <a:ea typeface="+mn-ea"/>
                <a:cs typeface="+mn-cs"/>
              </a:rPr>
              <a:t>) and modern</a:t>
            </a:r>
          </a:p>
        </p:txBody>
      </p:sp>
      <p:sp>
        <p:nvSpPr>
          <p:cNvPr id="2" name="TextBox 1">
            <a:extLst>
              <a:ext uri="{FF2B5EF4-FFF2-40B4-BE49-F238E27FC236}">
                <a16:creationId xmlns:a16="http://schemas.microsoft.com/office/drawing/2014/main" id="{57604518-1748-2D15-2E33-15456C9EFFC2}"/>
              </a:ext>
            </a:extLst>
          </p:cNvPr>
          <p:cNvSpPr txBox="1"/>
          <p:nvPr userDrawn="1"/>
        </p:nvSpPr>
        <p:spPr>
          <a:xfrm>
            <a:off x="423984" y="1593191"/>
            <a:ext cx="5428176" cy="1396142"/>
          </a:xfrm>
          <a:prstGeom prst="rect">
            <a:avLst/>
          </a:prstGeom>
          <a:noFill/>
        </p:spPr>
        <p:txBody>
          <a:bodyPr wrap="square" lIns="0" tIns="36000" rIns="0" bIns="36000" rtlCol="0">
            <a:spAutoFit/>
          </a:bodyPr>
          <a:lstStyle/>
          <a:p>
            <a:pPr>
              <a:spcAft>
                <a:spcPts val="600"/>
              </a:spcAft>
            </a:pPr>
            <a:r>
              <a:rPr lang="fr-FR" sz="1600" b="1">
                <a:solidFill>
                  <a:schemeClr val="accent3">
                    <a:lumMod val="100000"/>
                  </a:schemeClr>
                </a:solidFill>
              </a:rPr>
              <a:t>1. People</a:t>
            </a:r>
          </a:p>
          <a:p>
            <a:r>
              <a:rPr lang="fr-FR" sz="1200" err="1"/>
              <a:t>We</a:t>
            </a:r>
            <a:r>
              <a:rPr lang="fr-FR" sz="1200"/>
              <a:t> are a people-</a:t>
            </a:r>
            <a:r>
              <a:rPr lang="fr-FR" sz="1200" err="1"/>
              <a:t>centred</a:t>
            </a:r>
            <a:r>
              <a:rPr lang="fr-FR" sz="1200"/>
              <a:t> </a:t>
            </a:r>
            <a:r>
              <a:rPr lang="fr-FR" sz="1200" err="1"/>
              <a:t>company</a:t>
            </a:r>
            <a:r>
              <a:rPr lang="fr-FR" sz="1200"/>
              <a:t>. So </a:t>
            </a:r>
            <a:r>
              <a:rPr lang="fr-FR" sz="1200" err="1"/>
              <a:t>we</a:t>
            </a:r>
            <a:r>
              <a:rPr lang="fr-FR" sz="1200"/>
              <a:t> </a:t>
            </a:r>
            <a:r>
              <a:rPr lang="fr-FR" sz="1200" err="1"/>
              <a:t>should</a:t>
            </a:r>
            <a:r>
              <a:rPr lang="fr-FR" sz="1200"/>
              <a:t> use lots of images of people. </a:t>
            </a:r>
            <a:br>
              <a:rPr lang="fr-FR" sz="1200"/>
            </a:br>
            <a:r>
              <a:rPr lang="fr-FR" sz="1200"/>
              <a:t>The people </a:t>
            </a:r>
            <a:r>
              <a:rPr lang="fr-FR" sz="1200" err="1"/>
              <a:t>we</a:t>
            </a:r>
            <a:r>
              <a:rPr lang="fr-FR" sz="1200"/>
              <a:t> show must express </a:t>
            </a:r>
            <a:r>
              <a:rPr lang="fr-FR" sz="1200" err="1"/>
              <a:t>our</a:t>
            </a:r>
            <a:r>
              <a:rPr lang="fr-FR" sz="1200"/>
              <a:t> values: </a:t>
            </a:r>
            <a:r>
              <a:rPr lang="fr-FR" sz="1200" b="1" err="1">
                <a:solidFill>
                  <a:schemeClr val="accent3">
                    <a:lumMod val="100000"/>
                  </a:schemeClr>
                </a:solidFill>
              </a:rPr>
              <a:t>Energetic</a:t>
            </a:r>
            <a:r>
              <a:rPr lang="fr-FR" sz="1200" b="1">
                <a:solidFill>
                  <a:schemeClr val="accent3">
                    <a:lumMod val="100000"/>
                  </a:schemeClr>
                </a:solidFill>
              </a:rPr>
              <a:t>, </a:t>
            </a:r>
            <a:r>
              <a:rPr lang="fr-FR" sz="1200" b="1" err="1">
                <a:solidFill>
                  <a:schemeClr val="accent3">
                    <a:lumMod val="100000"/>
                  </a:schemeClr>
                </a:solidFill>
              </a:rPr>
              <a:t>Responsible</a:t>
            </a:r>
            <a:r>
              <a:rPr lang="fr-FR" sz="1200" b="1">
                <a:solidFill>
                  <a:schemeClr val="accent3">
                    <a:lumMod val="100000"/>
                  </a:schemeClr>
                </a:solidFill>
              </a:rPr>
              <a:t>, </a:t>
            </a:r>
            <a:r>
              <a:rPr lang="fr-FR" sz="1200" b="1" err="1">
                <a:solidFill>
                  <a:schemeClr val="accent3">
                    <a:lumMod val="100000"/>
                  </a:schemeClr>
                </a:solidFill>
              </a:rPr>
              <a:t>Together</a:t>
            </a:r>
            <a:r>
              <a:rPr lang="fr-FR" sz="1200" b="1">
                <a:solidFill>
                  <a:schemeClr val="accent3">
                    <a:lumMod val="100000"/>
                  </a:schemeClr>
                </a:solidFill>
              </a:rPr>
              <a:t>.</a:t>
            </a:r>
          </a:p>
          <a:p>
            <a:pPr>
              <a:spcBef>
                <a:spcPts val="600"/>
              </a:spcBef>
              <a:spcAft>
                <a:spcPts val="0"/>
              </a:spcAft>
            </a:pPr>
            <a:r>
              <a:rPr lang="fr-FR" sz="1200" b="1"/>
              <a:t>The </a:t>
            </a:r>
            <a:r>
              <a:rPr lang="fr-FR" sz="1200" b="1" err="1"/>
              <a:t>pictures</a:t>
            </a:r>
            <a:r>
              <a:rPr lang="fr-FR" sz="1200" b="1"/>
              <a:t> of people </a:t>
            </a:r>
            <a:r>
              <a:rPr lang="fr-FR" sz="1200" b="1" err="1"/>
              <a:t>used</a:t>
            </a:r>
            <a:r>
              <a:rPr lang="fr-FR" sz="1200" b="1"/>
              <a:t> must </a:t>
            </a:r>
            <a:r>
              <a:rPr lang="fr-FR" sz="1200" b="1" err="1"/>
              <a:t>be</a:t>
            </a:r>
            <a:r>
              <a:rPr lang="fr-FR" sz="1200" b="1"/>
              <a:t> images of </a:t>
            </a:r>
            <a:r>
              <a:rPr lang="fr-FR" sz="1200" b="1" err="1"/>
              <a:t>our</a:t>
            </a:r>
            <a:r>
              <a:rPr lang="fr-FR" sz="1200" b="1"/>
              <a:t> </a:t>
            </a:r>
            <a:r>
              <a:rPr lang="fr-FR" sz="1200" b="1" err="1"/>
              <a:t>employees</a:t>
            </a:r>
            <a:r>
              <a:rPr lang="fr-FR" sz="1200" b="1"/>
              <a:t>. </a:t>
            </a:r>
            <a:r>
              <a:rPr lang="fr-FR" sz="1200" b="0" err="1"/>
              <a:t>They</a:t>
            </a:r>
            <a:r>
              <a:rPr lang="fr-FR" sz="1200" b="0"/>
              <a:t> must </a:t>
            </a:r>
            <a:r>
              <a:rPr lang="fr-FR" sz="1200" b="0" err="1"/>
              <a:t>represent</a:t>
            </a:r>
            <a:r>
              <a:rPr lang="fr-FR" sz="1200" b="0"/>
              <a:t> </a:t>
            </a:r>
            <a:r>
              <a:rPr lang="fr-FR" sz="1200"/>
              <a:t>positive, </a:t>
            </a:r>
            <a:r>
              <a:rPr lang="fr-FR" sz="1200" err="1"/>
              <a:t>authentic</a:t>
            </a:r>
            <a:r>
              <a:rPr lang="fr-FR" sz="1200"/>
              <a:t> and diverse people in focus </a:t>
            </a:r>
            <a:r>
              <a:rPr lang="fr-FR" sz="1200" err="1"/>
              <a:t>with</a:t>
            </a:r>
            <a:r>
              <a:rPr lang="fr-FR" sz="1200"/>
              <a:t> </a:t>
            </a:r>
            <a:r>
              <a:rPr lang="fr-FR" sz="1200" err="1"/>
              <a:t>blurred</a:t>
            </a:r>
            <a:r>
              <a:rPr lang="fr-FR" sz="1200"/>
              <a:t> </a:t>
            </a:r>
            <a:r>
              <a:rPr lang="fr-FR" sz="1200" err="1"/>
              <a:t>foreground</a:t>
            </a:r>
            <a:r>
              <a:rPr lang="fr-FR" sz="1200"/>
              <a:t> or background or </a:t>
            </a:r>
            <a:r>
              <a:rPr lang="fr-FR" sz="1200" err="1"/>
              <a:t>eye</a:t>
            </a:r>
            <a:r>
              <a:rPr lang="fr-FR" sz="1200"/>
              <a:t> </a:t>
            </a:r>
            <a:r>
              <a:rPr lang="fr-FR" sz="1200" err="1"/>
              <a:t>level</a:t>
            </a:r>
            <a:r>
              <a:rPr lang="fr-FR" sz="1200"/>
              <a:t>.</a:t>
            </a:r>
          </a:p>
        </p:txBody>
      </p:sp>
      <p:pic>
        <p:nvPicPr>
          <p:cNvPr id="38" name="Graphic  9" descr="The picture is a portrait of a smiling woman looking at the camera. A few plant stems appear in the foreground in a blurred effect. The window in the background brings brightness. ">
            <a:extLst>
              <a:ext uri="{FF2B5EF4-FFF2-40B4-BE49-F238E27FC236}">
                <a16:creationId xmlns:a16="http://schemas.microsoft.com/office/drawing/2014/main" id="{AE03EFC9-DF8F-5794-2BBD-1B73A54C1025}"/>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425705" y="3230900"/>
            <a:ext cx="1464532" cy="2196246"/>
          </a:xfrm>
          <a:prstGeom prst="rect">
            <a:avLst/>
          </a:prstGeom>
        </p:spPr>
      </p:pic>
      <p:pic>
        <p:nvPicPr>
          <p:cNvPr id="39" name="Graphic  13" descr="The picture is a portrait of a smiling woman looking off into the distance. Blurred effect in the foreground. The window in the background brings brightness. ">
            <a:extLst>
              <a:ext uri="{FF2B5EF4-FFF2-40B4-BE49-F238E27FC236}">
                <a16:creationId xmlns:a16="http://schemas.microsoft.com/office/drawing/2014/main" id="{C1687472-C80B-BF3B-957A-DF0C78942B17}"/>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1883370" y="3230901"/>
            <a:ext cx="1462268" cy="2192257"/>
          </a:xfrm>
          <a:prstGeom prst="rect">
            <a:avLst/>
          </a:prstGeom>
        </p:spPr>
      </p:pic>
      <p:pic>
        <p:nvPicPr>
          <p:cNvPr id="42" name="Graphic 28" descr="Close-up of a woman looking into the distance, blurred effect and brightness from the window in the foreground.&#10;">
            <a:extLst>
              <a:ext uri="{FF2B5EF4-FFF2-40B4-BE49-F238E27FC236}">
                <a16:creationId xmlns:a16="http://schemas.microsoft.com/office/drawing/2014/main" id="{9489508A-2310-65BD-E654-166321249133}"/>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3344214" y="3234665"/>
            <a:ext cx="2530407" cy="1347609"/>
          </a:xfrm>
          <a:prstGeom prst="rect">
            <a:avLst/>
          </a:prstGeom>
        </p:spPr>
      </p:pic>
      <p:pic>
        <p:nvPicPr>
          <p:cNvPr id="43" name="Graphic  30" descr="A picture of 3 persons chatting outside, background vegetation. Trees and brightness in the background. Blurred effect at bottom left. ">
            <a:extLst>
              <a:ext uri="{FF2B5EF4-FFF2-40B4-BE49-F238E27FC236}">
                <a16:creationId xmlns:a16="http://schemas.microsoft.com/office/drawing/2014/main" id="{FB68DDAF-A6A5-F466-6103-CC57F842A2D6}"/>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r="-435"/>
          <a:stretch/>
        </p:blipFill>
        <p:spPr>
          <a:xfrm>
            <a:off x="425705" y="5377259"/>
            <a:ext cx="1464532" cy="860029"/>
          </a:xfrm>
          <a:prstGeom prst="rect">
            <a:avLst/>
          </a:prstGeom>
        </p:spPr>
      </p:pic>
      <p:pic>
        <p:nvPicPr>
          <p:cNvPr id="7" name="Image 6" descr="A photo of 2 people sitting on an orange sofa, chatting and smiling. Wearing neutral colors (black) in contrast with the orange. ">
            <a:extLst>
              <a:ext uri="{FF2B5EF4-FFF2-40B4-BE49-F238E27FC236}">
                <a16:creationId xmlns:a16="http://schemas.microsoft.com/office/drawing/2014/main" id="{C1C25169-6C15-1F86-B8AA-BBFB6FA01F48}"/>
              </a:ext>
            </a:extLst>
          </p:cNvPr>
          <p:cNvPicPr>
            <a:picLocks noChangeAspect="1"/>
          </p:cNvPicPr>
          <p:nvPr userDrawn="1"/>
        </p:nvPicPr>
        <p:blipFill rotWithShape="1">
          <a:blip r:embed="rId12" cstate="screen">
            <a:extLst>
              <a:ext uri="{28A0092B-C50C-407E-A947-70E740481C1C}">
                <a14:useLocalDpi xmlns:a14="http://schemas.microsoft.com/office/drawing/2010/main"/>
              </a:ext>
            </a:extLst>
          </a:blip>
          <a:srcRect/>
          <a:stretch/>
        </p:blipFill>
        <p:spPr>
          <a:xfrm>
            <a:off x="1883370" y="5376384"/>
            <a:ext cx="1462268" cy="860030"/>
          </a:xfrm>
          <a:prstGeom prst="rect">
            <a:avLst/>
          </a:prstGeom>
        </p:spPr>
      </p:pic>
      <p:pic>
        <p:nvPicPr>
          <p:cNvPr id="5" name="Image 4" descr="3 people wearing neutral-colored clothes (blue, white) standing and talking. Window bringing brightness in the background. ">
            <a:extLst>
              <a:ext uri="{FF2B5EF4-FFF2-40B4-BE49-F238E27FC236}">
                <a16:creationId xmlns:a16="http://schemas.microsoft.com/office/drawing/2014/main" id="{8A389D86-F66E-BEAD-2F5A-AEAC02F8BBFD}"/>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r="-1"/>
          <a:stretch/>
        </p:blipFill>
        <p:spPr>
          <a:xfrm>
            <a:off x="3344214" y="4577321"/>
            <a:ext cx="2530407" cy="1659093"/>
          </a:xfrm>
          <a:prstGeom prst="rect">
            <a:avLst/>
          </a:prstGeom>
        </p:spPr>
      </p:pic>
      <p:sp>
        <p:nvSpPr>
          <p:cNvPr id="35" name="TextBox 34">
            <a:extLst>
              <a:ext uri="{FF2B5EF4-FFF2-40B4-BE49-F238E27FC236}">
                <a16:creationId xmlns:a16="http://schemas.microsoft.com/office/drawing/2014/main" id="{F23051DF-1717-5CF2-895E-7B49C40912DB}"/>
              </a:ext>
            </a:extLst>
          </p:cNvPr>
          <p:cNvSpPr txBox="1"/>
          <p:nvPr userDrawn="1"/>
        </p:nvSpPr>
        <p:spPr>
          <a:xfrm>
            <a:off x="7099325" y="1593191"/>
            <a:ext cx="4668691" cy="132343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fr-FR" sz="1600" b="1" i="0" u="none" strike="noStrike" kern="1200" cap="none" spc="0" normalizeH="0" baseline="0" noProof="0">
                <a:ln>
                  <a:noFill/>
                </a:ln>
                <a:solidFill>
                  <a:schemeClr val="accent3">
                    <a:lumMod val="100000"/>
                  </a:schemeClr>
                </a:solidFill>
                <a:effectLst/>
                <a:uLnTx/>
                <a:uFillTx/>
                <a:latin typeface="Aptos"/>
                <a:ea typeface="+mn-ea"/>
                <a:cs typeface="+mn-cs"/>
              </a:rPr>
              <a:t>2. </a:t>
            </a:r>
            <a:r>
              <a:rPr kumimoji="0" lang="fr-FR" sz="1600" b="1" i="0" u="none" strike="noStrike" kern="1200" cap="none" spc="0" normalizeH="0" baseline="0" noProof="0" err="1">
                <a:ln>
                  <a:noFill/>
                </a:ln>
                <a:solidFill>
                  <a:schemeClr val="accent3">
                    <a:lumMod val="100000"/>
                  </a:schemeClr>
                </a:solidFill>
                <a:effectLst/>
                <a:uLnTx/>
                <a:uFillTx/>
                <a:latin typeface="Aptos"/>
                <a:ea typeface="+mn-ea"/>
                <a:cs typeface="+mn-cs"/>
              </a:rPr>
              <a:t>Themes</a:t>
            </a:r>
            <a:endParaRPr kumimoji="0" lang="fr-FR" sz="1600" b="1" i="0" u="none" strike="noStrike" kern="1200" cap="none" spc="0" normalizeH="0" baseline="0" noProof="0">
              <a:ln>
                <a:noFill/>
              </a:ln>
              <a:solidFill>
                <a:schemeClr val="accent3">
                  <a:lumMod val="100000"/>
                </a:schemeClr>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err="1">
                <a:ln>
                  <a:noFill/>
                </a:ln>
                <a:solidFill>
                  <a:srgbClr val="000000"/>
                </a:solidFill>
                <a:effectLst/>
                <a:uLnTx/>
                <a:uFillTx/>
                <a:latin typeface="Aptos"/>
                <a:ea typeface="+mn-ea"/>
                <a:cs typeface="+mn-cs"/>
              </a:rPr>
              <a:t>We</a:t>
            </a:r>
            <a:r>
              <a:rPr kumimoji="0" lang="fr-FR" sz="1200" b="0" i="0" u="none" strike="noStrike" kern="1200" cap="none" spc="0" normalizeH="0" baseline="0" noProof="0">
                <a:ln>
                  <a:noFill/>
                </a:ln>
                <a:solidFill>
                  <a:srgbClr val="000000"/>
                </a:solidFill>
                <a:effectLst/>
                <a:uLnTx/>
                <a:uFillTx/>
                <a:latin typeface="Aptos"/>
                <a:ea typeface="+mn-ea"/>
                <a:cs typeface="+mn-cs"/>
              </a:rPr>
              <a:t> express the global and </a:t>
            </a:r>
            <a:r>
              <a:rPr kumimoji="0" lang="fr-FR" sz="1200" b="0" i="0" u="none" strike="noStrike" kern="1200" cap="none" spc="0" normalizeH="0" baseline="0" noProof="0" err="1">
                <a:ln>
                  <a:noFill/>
                </a:ln>
                <a:solidFill>
                  <a:srgbClr val="000000"/>
                </a:solidFill>
                <a:effectLst/>
                <a:uLnTx/>
                <a:uFillTx/>
                <a:latin typeface="Aptos"/>
                <a:ea typeface="+mn-ea"/>
                <a:cs typeface="+mn-cs"/>
              </a:rPr>
              <a:t>holistic</a:t>
            </a:r>
            <a:r>
              <a:rPr kumimoji="0" lang="fr-FR" sz="1200" b="0" i="0" u="none" strike="noStrike" kern="1200" cap="none" spc="0" normalizeH="0" baseline="0" noProof="0">
                <a:ln>
                  <a:noFill/>
                </a:ln>
                <a:solidFill>
                  <a:srgbClr val="000000"/>
                </a:solidFill>
                <a:effectLst/>
                <a:uLnTx/>
                <a:uFillTx/>
                <a:latin typeface="Aptos"/>
                <a:ea typeface="+mn-ea"/>
                <a:cs typeface="+mn-cs"/>
              </a:rPr>
              <a:t> </a:t>
            </a:r>
            <a:r>
              <a:rPr kumimoji="0" lang="fr-FR" sz="1200" b="0" i="0" u="none" strike="noStrike" kern="1200" cap="none" spc="0" normalizeH="0" baseline="0" noProof="0" err="1">
                <a:ln>
                  <a:noFill/>
                </a:ln>
                <a:solidFill>
                  <a:srgbClr val="000000"/>
                </a:solidFill>
                <a:effectLst/>
                <a:uLnTx/>
                <a:uFillTx/>
                <a:latin typeface="Aptos"/>
                <a:ea typeface="+mn-ea"/>
                <a:cs typeface="+mn-cs"/>
              </a:rPr>
              <a:t>approach</a:t>
            </a:r>
            <a:r>
              <a:rPr kumimoji="0" lang="fr-FR" sz="1200" b="0" i="0" u="none" strike="noStrike" kern="1200" cap="none" spc="0" normalizeH="0" baseline="0" noProof="0">
                <a:ln>
                  <a:noFill/>
                </a:ln>
                <a:solidFill>
                  <a:srgbClr val="000000"/>
                </a:solidFill>
                <a:effectLst/>
                <a:uLnTx/>
                <a:uFillTx/>
                <a:latin typeface="Aptos"/>
                <a:ea typeface="+mn-ea"/>
                <a:cs typeface="+mn-cs"/>
              </a:rPr>
              <a:t> of </a:t>
            </a:r>
            <a:r>
              <a:rPr kumimoji="0" lang="fr-FR" sz="1200" b="0" i="0" u="none" strike="noStrike" kern="1200" cap="none" spc="0" normalizeH="0" baseline="0" noProof="0" err="1">
                <a:ln>
                  <a:noFill/>
                </a:ln>
                <a:solidFill>
                  <a:srgbClr val="000000"/>
                </a:solidFill>
                <a:effectLst/>
                <a:uLnTx/>
                <a:uFillTx/>
                <a:latin typeface="Aptos"/>
                <a:ea typeface="+mn-ea"/>
                <a:cs typeface="+mn-cs"/>
              </a:rPr>
              <a:t>our</a:t>
            </a:r>
            <a:r>
              <a:rPr kumimoji="0" lang="fr-FR" sz="1200" b="0" i="0" u="none" strike="noStrike" kern="1200" cap="none" spc="0" normalizeH="0" baseline="0" noProof="0">
                <a:ln>
                  <a:noFill/>
                </a:ln>
                <a:solidFill>
                  <a:srgbClr val="000000"/>
                </a:solidFill>
                <a:effectLst/>
                <a:uLnTx/>
                <a:uFillTx/>
                <a:latin typeface="Aptos"/>
                <a:ea typeface="+mn-ea"/>
                <a:cs typeface="+mn-cs"/>
              </a:rPr>
              <a:t> </a:t>
            </a:r>
            <a:r>
              <a:rPr kumimoji="0" lang="fr-FR" sz="1200" b="0" i="0" u="none" strike="noStrike" kern="1200" cap="none" spc="0" normalizeH="0" baseline="0" noProof="0" err="1">
                <a:ln>
                  <a:noFill/>
                </a:ln>
                <a:solidFill>
                  <a:srgbClr val="000000"/>
                </a:solidFill>
                <a:effectLst/>
                <a:uLnTx/>
                <a:uFillTx/>
                <a:latin typeface="Aptos"/>
                <a:ea typeface="+mn-ea"/>
                <a:cs typeface="+mn-cs"/>
              </a:rPr>
              <a:t>company</a:t>
            </a:r>
            <a:r>
              <a:rPr kumimoji="0" lang="fr-FR" sz="1200" b="0" i="0" u="none" strike="noStrike" kern="1200" cap="none" spc="0" normalizeH="0" baseline="0" noProof="0">
                <a:ln>
                  <a:noFill/>
                </a:ln>
                <a:solidFill>
                  <a:srgbClr val="000000"/>
                </a:solidFill>
                <a:effectLst/>
                <a:uLnTx/>
                <a:uFillTx/>
                <a:latin typeface="Aptos"/>
                <a:ea typeface="+mn-ea"/>
                <a:cs typeface="+mn-cs"/>
              </a:rPr>
              <a:t> by </a:t>
            </a:r>
            <a:r>
              <a:rPr kumimoji="0" lang="fr-FR" sz="1200" b="0" i="0" u="none" strike="noStrike" kern="1200" cap="none" spc="0" normalizeH="0" baseline="0" noProof="0" err="1">
                <a:ln>
                  <a:noFill/>
                </a:ln>
                <a:solidFill>
                  <a:srgbClr val="000000"/>
                </a:solidFill>
                <a:effectLst/>
                <a:uLnTx/>
                <a:uFillTx/>
                <a:latin typeface="Aptos"/>
                <a:ea typeface="+mn-ea"/>
                <a:cs typeface="+mn-cs"/>
              </a:rPr>
              <a:t>using</a:t>
            </a:r>
            <a:r>
              <a:rPr kumimoji="0" lang="fr-FR" sz="1200" b="0" i="0" u="none" strike="noStrike" kern="1200" cap="none" spc="0" normalizeH="0" baseline="0" noProof="0">
                <a:ln>
                  <a:noFill/>
                </a:ln>
                <a:solidFill>
                  <a:srgbClr val="000000"/>
                </a:solidFill>
                <a:effectLst/>
                <a:uLnTx/>
                <a:uFillTx/>
                <a:latin typeface="Aptos"/>
                <a:ea typeface="+mn-ea"/>
                <a:cs typeface="+mn-cs"/>
              </a:rPr>
              <a:t> </a:t>
            </a:r>
            <a:r>
              <a:rPr kumimoji="0" lang="fr-FR" sz="1200" b="0" i="0" u="none" strike="noStrike" kern="1200" cap="none" spc="0" normalizeH="0" baseline="0" noProof="0" err="1">
                <a:ln>
                  <a:noFill/>
                </a:ln>
                <a:solidFill>
                  <a:srgbClr val="000000"/>
                </a:solidFill>
                <a:effectLst/>
                <a:uLnTx/>
                <a:uFillTx/>
                <a:latin typeface="Aptos"/>
                <a:ea typeface="+mn-ea"/>
                <a:cs typeface="+mn-cs"/>
              </a:rPr>
              <a:t>bird's</a:t>
            </a:r>
            <a:r>
              <a:rPr kumimoji="0" lang="fr-FR" sz="1200" b="0" i="0" u="none" strike="noStrike" kern="1200" cap="none" spc="0" normalizeH="0" baseline="0" noProof="0">
                <a:ln>
                  <a:noFill/>
                </a:ln>
                <a:solidFill>
                  <a:srgbClr val="000000"/>
                </a:solidFill>
                <a:effectLst/>
                <a:uLnTx/>
                <a:uFillTx/>
                <a:latin typeface="Aptos"/>
                <a:ea typeface="+mn-ea"/>
                <a:cs typeface="+mn-cs"/>
              </a:rPr>
              <a:t> </a:t>
            </a:r>
            <a:r>
              <a:rPr kumimoji="0" lang="fr-FR" sz="1200" b="0" i="0" u="none" strike="noStrike" kern="1200" cap="none" spc="0" normalizeH="0" baseline="0" noProof="0" err="1">
                <a:ln>
                  <a:noFill/>
                </a:ln>
                <a:solidFill>
                  <a:srgbClr val="000000"/>
                </a:solidFill>
                <a:effectLst/>
                <a:uLnTx/>
                <a:uFillTx/>
                <a:latin typeface="Aptos"/>
                <a:ea typeface="+mn-ea"/>
                <a:cs typeface="+mn-cs"/>
              </a:rPr>
              <a:t>eye</a:t>
            </a:r>
            <a:r>
              <a:rPr kumimoji="0" lang="fr-FR" sz="1200" b="0" i="0" u="none" strike="noStrike" kern="1200" cap="none" spc="0" normalizeH="0" baseline="0" noProof="0">
                <a:ln>
                  <a:noFill/>
                </a:ln>
                <a:solidFill>
                  <a:srgbClr val="000000"/>
                </a:solidFill>
                <a:effectLst/>
                <a:uLnTx/>
                <a:uFillTx/>
                <a:latin typeface="Aptos"/>
                <a:ea typeface="+mn-ea"/>
                <a:cs typeface="+mn-cs"/>
              </a:rPr>
              <a:t> </a:t>
            </a:r>
            <a:r>
              <a:rPr kumimoji="0" lang="fr-FR" sz="1200" b="0" i="0" u="none" strike="noStrike" kern="1200" cap="none" spc="0" normalizeH="0" baseline="0" noProof="0" err="1">
                <a:ln>
                  <a:noFill/>
                </a:ln>
                <a:solidFill>
                  <a:srgbClr val="000000"/>
                </a:solidFill>
                <a:effectLst/>
                <a:uLnTx/>
                <a:uFillTx/>
                <a:latin typeface="Aptos"/>
                <a:ea typeface="+mn-ea"/>
                <a:cs typeface="+mn-cs"/>
              </a:rPr>
              <a:t>view</a:t>
            </a:r>
            <a:r>
              <a:rPr kumimoji="0" lang="fr-FR" sz="1200" b="0" i="0" u="none" strike="noStrike" kern="1200" cap="none" spc="0" normalizeH="0" baseline="0" noProof="0">
                <a:ln>
                  <a:noFill/>
                </a:ln>
                <a:solidFill>
                  <a:srgbClr val="000000"/>
                </a:solidFill>
                <a:effectLst/>
                <a:uLnTx/>
                <a:uFillTx/>
                <a:latin typeface="Aptos"/>
                <a:ea typeface="+mn-ea"/>
                <a:cs typeface="+mn-cs"/>
              </a:rPr>
              <a:t> images. </a:t>
            </a:r>
            <a:r>
              <a:rPr kumimoji="0" lang="fr-FR" sz="1200" b="0" i="0" u="none" strike="noStrike" kern="1200" cap="none" spc="0" normalizeH="0" baseline="0" noProof="0" err="1">
                <a:ln>
                  <a:noFill/>
                </a:ln>
                <a:solidFill>
                  <a:srgbClr val="000000"/>
                </a:solidFill>
                <a:effectLst/>
                <a:uLnTx/>
                <a:uFillTx/>
                <a:latin typeface="Aptos"/>
                <a:ea typeface="+mn-ea"/>
                <a:cs typeface="+mn-cs"/>
              </a:rPr>
              <a:t>These</a:t>
            </a:r>
            <a:r>
              <a:rPr kumimoji="0" lang="fr-FR" sz="1200" b="0" i="0" u="none" strike="noStrike" kern="1200" cap="none" spc="0" normalizeH="0" baseline="0" noProof="0">
                <a:ln>
                  <a:noFill/>
                </a:ln>
                <a:solidFill>
                  <a:srgbClr val="000000"/>
                </a:solidFill>
                <a:effectLst/>
                <a:uLnTx/>
                <a:uFillTx/>
                <a:latin typeface="Aptos"/>
                <a:ea typeface="+mn-ea"/>
                <a:cs typeface="+mn-cs"/>
              </a:rPr>
              <a:t> images must </a:t>
            </a:r>
            <a:r>
              <a:rPr kumimoji="0" lang="fr-FR" sz="1200" b="0" i="0" u="none" strike="noStrike" kern="1200" cap="none" spc="0" normalizeH="0" baseline="0" noProof="0" err="1">
                <a:ln>
                  <a:noFill/>
                </a:ln>
                <a:solidFill>
                  <a:srgbClr val="000000"/>
                </a:solidFill>
                <a:effectLst/>
                <a:uLnTx/>
                <a:uFillTx/>
                <a:latin typeface="Aptos"/>
                <a:ea typeface="+mn-ea"/>
                <a:cs typeface="+mn-cs"/>
              </a:rPr>
              <a:t>be</a:t>
            </a:r>
            <a:r>
              <a:rPr kumimoji="0" lang="fr-FR" sz="1200" b="0" i="0" u="none" strike="noStrike" kern="1200" cap="none" spc="0" normalizeH="0" baseline="0" noProof="0">
                <a:ln>
                  <a:noFill/>
                </a:ln>
                <a:solidFill>
                  <a:srgbClr val="000000"/>
                </a:solidFill>
                <a:effectLst/>
                <a:uLnTx/>
                <a:uFillTx/>
                <a:latin typeface="Aptos"/>
                <a:ea typeface="+mn-ea"/>
                <a:cs typeface="+mn-cs"/>
              </a:rPr>
              <a:t> clean and have a </a:t>
            </a:r>
            <a:r>
              <a:rPr kumimoji="0" lang="fr-FR" sz="1200" b="0" i="0" u="none" strike="noStrike" kern="1200" cap="none" spc="0" normalizeH="0" baseline="0" noProof="0" err="1">
                <a:ln>
                  <a:noFill/>
                </a:ln>
                <a:solidFill>
                  <a:srgbClr val="000000"/>
                </a:solidFill>
                <a:effectLst/>
                <a:uLnTx/>
                <a:uFillTx/>
                <a:latin typeface="Aptos"/>
                <a:ea typeface="+mn-ea"/>
                <a:cs typeface="+mn-cs"/>
              </a:rPr>
              <a:t>graphic</a:t>
            </a:r>
            <a:r>
              <a:rPr kumimoji="0" lang="fr-FR" sz="1200" b="0" i="0" u="none" strike="noStrike" kern="1200" cap="none" spc="0" normalizeH="0" baseline="0" noProof="0">
                <a:ln>
                  <a:noFill/>
                </a:ln>
                <a:solidFill>
                  <a:srgbClr val="000000"/>
                </a:solidFill>
                <a:effectLst/>
                <a:uLnTx/>
                <a:uFillTx/>
                <a:latin typeface="Aptos"/>
                <a:ea typeface="+mn-ea"/>
                <a:cs typeface="+mn-cs"/>
              </a:rPr>
              <a:t> </a:t>
            </a:r>
            <a:r>
              <a:rPr kumimoji="0" lang="fr-FR" sz="1200" b="0" i="0" u="none" strike="noStrike" kern="1200" cap="none" spc="0" normalizeH="0" baseline="0" noProof="0" err="1">
                <a:ln>
                  <a:noFill/>
                </a:ln>
                <a:solidFill>
                  <a:srgbClr val="000000"/>
                </a:solidFill>
                <a:effectLst/>
                <a:uLnTx/>
                <a:uFillTx/>
                <a:latin typeface="Aptos"/>
                <a:ea typeface="+mn-ea"/>
                <a:cs typeface="+mn-cs"/>
              </a:rPr>
              <a:t>aesthetic</a:t>
            </a:r>
            <a:r>
              <a:rPr kumimoji="0" lang="fr-FR" sz="1200" b="0" i="0" u="none" strike="noStrike" kern="1200" cap="none" spc="0" normalizeH="0" baseline="0" noProof="0">
                <a:ln>
                  <a:noFill/>
                </a:ln>
                <a:solidFill>
                  <a:srgbClr val="000000"/>
                </a:solidFill>
                <a:effectLst/>
                <a:uLnTx/>
                <a:uFillTx/>
                <a:latin typeface="Aptos"/>
                <a:ea typeface="+mn-ea"/>
                <a:cs typeface="+mn-cs"/>
              </a:rPr>
              <a:t>. </a:t>
            </a:r>
            <a:r>
              <a:rPr kumimoji="0" lang="fr-FR" sz="1200" b="0" i="0" u="none" strike="noStrike" kern="1200" cap="none" spc="0" normalizeH="0" baseline="0" noProof="0" err="1">
                <a:ln>
                  <a:noFill/>
                </a:ln>
                <a:solidFill>
                  <a:srgbClr val="000000"/>
                </a:solidFill>
                <a:effectLst/>
                <a:uLnTx/>
                <a:uFillTx/>
                <a:latin typeface="Aptos"/>
                <a:ea typeface="+mn-ea"/>
                <a:cs typeface="+mn-cs"/>
              </a:rPr>
              <a:t>We</a:t>
            </a:r>
            <a:r>
              <a:rPr kumimoji="0" lang="fr-FR" sz="1200" b="0" i="0" u="none" strike="noStrike" kern="1200" cap="none" spc="0" normalizeH="0" baseline="0" noProof="0">
                <a:ln>
                  <a:noFill/>
                </a:ln>
                <a:solidFill>
                  <a:srgbClr val="000000"/>
                </a:solidFill>
                <a:effectLst/>
                <a:uLnTx/>
                <a:uFillTx/>
                <a:latin typeface="Aptos"/>
                <a:ea typeface="+mn-ea"/>
                <a:cs typeface="+mn-cs"/>
              </a:rPr>
              <a:t> </a:t>
            </a:r>
            <a:r>
              <a:rPr kumimoji="0" lang="fr-FR" sz="1200" b="0" i="0" u="none" strike="noStrike" kern="1200" cap="none" spc="0" normalizeH="0" baseline="0" noProof="0" err="1">
                <a:ln>
                  <a:noFill/>
                </a:ln>
                <a:solidFill>
                  <a:srgbClr val="000000"/>
                </a:solidFill>
                <a:effectLst/>
                <a:uLnTx/>
                <a:uFillTx/>
                <a:latin typeface="Aptos"/>
                <a:ea typeface="+mn-ea"/>
                <a:cs typeface="+mn-cs"/>
              </a:rPr>
              <a:t>will</a:t>
            </a:r>
            <a:r>
              <a:rPr kumimoji="0" lang="fr-FR" sz="1200" b="0" i="0" u="none" strike="noStrike" kern="1200" cap="none" spc="0" normalizeH="0" baseline="0" noProof="0">
                <a:ln>
                  <a:noFill/>
                </a:ln>
                <a:solidFill>
                  <a:srgbClr val="000000"/>
                </a:solidFill>
                <a:effectLst/>
                <a:uLnTx/>
                <a:uFillTx/>
                <a:latin typeface="Aptos"/>
                <a:ea typeface="+mn-ea"/>
                <a:cs typeface="+mn-cs"/>
              </a:rPr>
              <a:t> visualise the </a:t>
            </a:r>
            <a:r>
              <a:rPr kumimoji="0" lang="fr-FR" sz="1200" b="0" i="0" u="none" strike="noStrike" kern="1200" cap="none" spc="0" normalizeH="0" baseline="0" noProof="0" err="1">
                <a:ln>
                  <a:noFill/>
                </a:ln>
                <a:solidFill>
                  <a:srgbClr val="000000"/>
                </a:solidFill>
                <a:effectLst/>
                <a:uLnTx/>
                <a:uFillTx/>
                <a:latin typeface="Aptos"/>
                <a:ea typeface="+mn-ea"/>
                <a:cs typeface="+mn-cs"/>
              </a:rPr>
              <a:t>theme</a:t>
            </a:r>
            <a:r>
              <a:rPr kumimoji="0" lang="fr-FR" sz="1200" b="0" i="0" u="none" strike="noStrike" kern="1200" cap="none" spc="0" normalizeH="0" baseline="0" noProof="0">
                <a:ln>
                  <a:noFill/>
                </a:ln>
                <a:solidFill>
                  <a:srgbClr val="000000"/>
                </a:solidFill>
                <a:effectLst/>
                <a:uLnTx/>
                <a:uFillTx/>
                <a:latin typeface="Aptos"/>
                <a:ea typeface="+mn-ea"/>
                <a:cs typeface="+mn-cs"/>
              </a:rPr>
              <a:t> by </a:t>
            </a:r>
            <a:r>
              <a:rPr kumimoji="0" lang="fr-FR" sz="1200" b="0" i="0" u="none" strike="noStrike" kern="1200" cap="none" spc="0" normalizeH="0" baseline="0" noProof="0" err="1">
                <a:ln>
                  <a:noFill/>
                </a:ln>
                <a:solidFill>
                  <a:srgbClr val="000000"/>
                </a:solidFill>
                <a:effectLst/>
                <a:uLnTx/>
                <a:uFillTx/>
                <a:latin typeface="Aptos"/>
                <a:ea typeface="+mn-ea"/>
                <a:cs typeface="+mn-cs"/>
              </a:rPr>
              <a:t>using</a:t>
            </a:r>
            <a:r>
              <a:rPr kumimoji="0" lang="fr-FR" sz="1200" b="0" i="0" u="none" strike="noStrike" kern="1200" cap="none" spc="0" normalizeH="0" baseline="0" noProof="0">
                <a:ln>
                  <a:noFill/>
                </a:ln>
                <a:solidFill>
                  <a:srgbClr val="000000"/>
                </a:solidFill>
                <a:effectLst/>
                <a:uLnTx/>
                <a:uFillTx/>
                <a:latin typeface="Aptos"/>
                <a:ea typeface="+mn-ea"/>
                <a:cs typeface="+mn-cs"/>
              </a:rPr>
              <a:t> analogies.</a:t>
            </a:r>
          </a:p>
          <a:p>
            <a:pPr marL="0" marR="0" lvl="0" indent="0" algn="l" defTabSz="914400" rtl="0" eaLnBrk="1" fontAlgn="auto" latinLnBrk="0" hangingPunct="1">
              <a:lnSpc>
                <a:spcPct val="100000"/>
              </a:lnSpc>
              <a:spcBef>
                <a:spcPts val="600"/>
              </a:spcBef>
              <a:spcAft>
                <a:spcPts val="0"/>
              </a:spcAft>
              <a:buClrTx/>
              <a:buSzTx/>
              <a:buFontTx/>
              <a:buNone/>
              <a:tabLst/>
              <a:defRPr/>
            </a:pPr>
            <a:r>
              <a:rPr lang="fr-FR" sz="1200" b="1"/>
              <a:t>You can </a:t>
            </a:r>
            <a:r>
              <a:rPr lang="fr-FR" sz="1200" b="1" err="1"/>
              <a:t>find</a:t>
            </a:r>
            <a:r>
              <a:rPr lang="fr-FR" sz="1200" b="1"/>
              <a:t> </a:t>
            </a:r>
            <a:r>
              <a:rPr lang="fr-FR" sz="1200" b="1" err="1"/>
              <a:t>pictures</a:t>
            </a:r>
            <a:r>
              <a:rPr lang="fr-FR" sz="1200" b="1"/>
              <a:t> </a:t>
            </a:r>
            <a:r>
              <a:rPr lang="fr-FR" sz="1200" b="1" err="1"/>
              <a:t>using</a:t>
            </a:r>
            <a:r>
              <a:rPr lang="fr-FR" sz="1200" b="1"/>
              <a:t> </a:t>
            </a:r>
            <a:r>
              <a:rPr lang="fr-FR" sz="1200" b="1" err="1"/>
              <a:t>those</a:t>
            </a:r>
            <a:r>
              <a:rPr lang="fr-FR" sz="1200" b="1"/>
              <a:t> keywords:  </a:t>
            </a:r>
            <a:r>
              <a:rPr lang="fr-FR" sz="1200" err="1"/>
              <a:t>bird‘s</a:t>
            </a:r>
            <a:r>
              <a:rPr lang="fr-FR" sz="1200"/>
              <a:t> </a:t>
            </a:r>
            <a:r>
              <a:rPr lang="fr-FR" sz="1200" err="1"/>
              <a:t>eye</a:t>
            </a:r>
            <a:r>
              <a:rPr lang="fr-FR" sz="1200"/>
              <a:t> </a:t>
            </a:r>
            <a:r>
              <a:rPr lang="fr-FR" sz="1200" err="1"/>
              <a:t>view</a:t>
            </a:r>
            <a:r>
              <a:rPr lang="fr-FR" sz="1200"/>
              <a:t>, analogies, clean, </a:t>
            </a:r>
            <a:r>
              <a:rPr lang="fr-FR" sz="1200" err="1"/>
              <a:t>graphic</a:t>
            </a:r>
            <a:r>
              <a:rPr lang="fr-FR" sz="1200"/>
              <a:t> </a:t>
            </a:r>
            <a:r>
              <a:rPr lang="fr-FR" sz="1200" err="1"/>
              <a:t>aesthetic</a:t>
            </a:r>
            <a:r>
              <a:rPr lang="fr-FR" sz="1200"/>
              <a:t>.</a:t>
            </a:r>
          </a:p>
        </p:txBody>
      </p:sp>
      <p:sp>
        <p:nvSpPr>
          <p:cNvPr id="4" name="Wavestone copyright and page 4">
            <a:extLst>
              <a:ext uri="{FF2B5EF4-FFF2-40B4-BE49-F238E27FC236}">
                <a16:creationId xmlns:a16="http://schemas.microsoft.com/office/drawing/2014/main" id="{1FF19BEE-AB21-F1FE-5F6A-83BFBAB1A60E}"/>
              </a:ext>
              <a:ext uri="{C183D7F6-B498-43B3-948B-1728B52AA6E4}">
                <adec:decorative xmlns:adec="http://schemas.microsoft.com/office/drawing/2017/decorative" val="1"/>
              </a:ext>
            </a:extLst>
          </p:cNvPr>
          <p:cNvSpPr txBox="1">
            <a:spLocks/>
          </p:cNvSpPr>
          <p:nvPr userDrawn="1"/>
        </p:nvSpPr>
        <p:spPr bwMode="ltGray">
          <a:xfrm>
            <a:off x="10591800" y="6578600"/>
            <a:ext cx="1189038" cy="239774"/>
          </a:xfrm>
          <a:prstGeom prst="rect">
            <a:avLst/>
          </a:prstGeom>
        </p:spPr>
        <p:txBody>
          <a:bodyPr lIns="0" rIns="0" anchor="ctr"/>
          <a:lstStyle/>
          <a:p>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r>
              <a:rPr lang="fr-FR" sz="700" b="0" i="0">
                <a:solidFill>
                  <a:schemeClr val="bg2">
                    <a:lumMod val="100000"/>
                  </a:schemeClr>
                </a:solidFill>
                <a:effectLst/>
                <a:latin typeface="+mn-lt"/>
              </a:rPr>
              <a:t>© </a:t>
            </a:r>
            <a:r>
              <a:rPr lang="fr-FR" sz="700" b="0" i="0">
                <a:solidFill>
                  <a:schemeClr val="bg2">
                    <a:lumMod val="100000"/>
                  </a:schemeClr>
                </a:solidFill>
                <a:effectLst/>
                <a:latin typeface="+mn-lt"/>
                <a:cs typeface="Poppins" panose="00000500000000000000" pitchFamily="2" charset="0"/>
              </a:rPr>
              <a:t>WAVESTONE</a:t>
            </a:r>
            <a:r>
              <a:rPr lang="fr-FR" sz="700" b="0" i="0">
                <a:solidFill>
                  <a:schemeClr val="bg2">
                    <a:lumMod val="100000"/>
                  </a:schemeClr>
                </a:solidFill>
                <a:effectLst/>
                <a:latin typeface="+mn-lt"/>
              </a:rPr>
              <a:t> | </a:t>
            </a:r>
            <a:fld id="{55EE84F1-812F-F440-AFF9-6DD93A744E0D}" type="slidenum">
              <a:rPr lang="fr-FR" sz="700" smtClean="0">
                <a:solidFill>
                  <a:schemeClr val="bg2">
                    <a:lumMod val="100000"/>
                  </a:schemeClr>
                </a:solidFill>
                <a:latin typeface="+mn-lt"/>
                <a:cs typeface="Poppins Light" panose="00000400000000000000" pitchFamily="2" charset="0"/>
              </a:rPr>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t>‹N°›</a:t>
            </a:fld>
            <a:endParaRPr lang="fr-FR" sz="700">
              <a:solidFill>
                <a:schemeClr val="bg2">
                  <a:lumMod val="100000"/>
                </a:schemeClr>
              </a:solidFill>
              <a:latin typeface="+mn-lt"/>
              <a:cs typeface="Poppins Light" panose="00000400000000000000" pitchFamily="2" charset="0"/>
            </a:endParaRPr>
          </a:p>
        </p:txBody>
      </p:sp>
      <p:sp>
        <p:nvSpPr>
          <p:cNvPr id="12" name="Freeform: Shape 11">
            <a:extLst>
              <a:ext uri="{FF2B5EF4-FFF2-40B4-BE49-F238E27FC236}">
                <a16:creationId xmlns:a16="http://schemas.microsoft.com/office/drawing/2014/main" id="{83DFFE58-DCEB-BE9E-4D43-AD8C276484CB}"/>
              </a:ext>
            </a:extLst>
          </p:cNvPr>
          <p:cNvSpPr/>
          <p:nvPr userDrawn="1"/>
        </p:nvSpPr>
        <p:spPr>
          <a:xfrm rot="2411869">
            <a:off x="9621264" y="454839"/>
            <a:ext cx="3151694" cy="638614"/>
          </a:xfrm>
          <a:custGeom>
            <a:avLst/>
            <a:gdLst>
              <a:gd name="connsiteX0" fmla="*/ 0 w 3151694"/>
              <a:gd name="connsiteY0" fmla="*/ 638614 h 638614"/>
              <a:gd name="connsiteX1" fmla="*/ 755756 w 3151694"/>
              <a:gd name="connsiteY1" fmla="*/ 0 h 638614"/>
              <a:gd name="connsiteX2" fmla="*/ 2612065 w 3151694"/>
              <a:gd name="connsiteY2" fmla="*/ 0 h 638614"/>
              <a:gd name="connsiteX3" fmla="*/ 3151694 w 3151694"/>
              <a:gd name="connsiteY3" fmla="*/ 638614 h 638614"/>
            </a:gdLst>
            <a:ahLst/>
            <a:cxnLst>
              <a:cxn ang="0">
                <a:pos x="connsiteX0" y="connsiteY0"/>
              </a:cxn>
              <a:cxn ang="0">
                <a:pos x="connsiteX1" y="connsiteY1"/>
              </a:cxn>
              <a:cxn ang="0">
                <a:pos x="connsiteX2" y="connsiteY2"/>
              </a:cxn>
              <a:cxn ang="0">
                <a:pos x="connsiteX3" y="connsiteY3"/>
              </a:cxn>
            </a:cxnLst>
            <a:rect l="l" t="t" r="r" b="b"/>
            <a:pathLst>
              <a:path w="3151694" h="638614">
                <a:moveTo>
                  <a:pt x="0" y="638614"/>
                </a:moveTo>
                <a:lnTo>
                  <a:pt x="755756" y="0"/>
                </a:lnTo>
                <a:lnTo>
                  <a:pt x="2612065" y="0"/>
                </a:lnTo>
                <a:lnTo>
                  <a:pt x="3151694" y="638614"/>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r>
              <a:rPr lang="fr-FR">
                <a:solidFill>
                  <a:schemeClr val="bg1">
                    <a:lumMod val="100000"/>
                  </a:schemeClr>
                </a:solidFill>
                <a:ea typeface="+mj-ea"/>
                <a:cs typeface="+mj-cs"/>
              </a:rPr>
              <a:t>To </a:t>
            </a:r>
            <a:r>
              <a:rPr lang="fr-FR" err="1">
                <a:solidFill>
                  <a:schemeClr val="bg1">
                    <a:lumMod val="100000"/>
                  </a:schemeClr>
                </a:solidFill>
                <a:ea typeface="+mj-ea"/>
                <a:cs typeface="+mj-cs"/>
              </a:rPr>
              <a:t>be</a:t>
            </a:r>
            <a:r>
              <a:rPr lang="fr-FR">
                <a:solidFill>
                  <a:schemeClr val="bg1">
                    <a:lumMod val="100000"/>
                  </a:schemeClr>
                </a:solidFill>
                <a:ea typeface="+mj-ea"/>
                <a:cs typeface="+mj-cs"/>
              </a:rPr>
              <a:t> </a:t>
            </a:r>
            <a:r>
              <a:rPr lang="fr-FR" err="1">
                <a:solidFill>
                  <a:schemeClr val="bg1">
                    <a:lumMod val="100000"/>
                  </a:schemeClr>
                </a:solidFill>
                <a:ea typeface="+mj-ea"/>
                <a:cs typeface="+mj-cs"/>
              </a:rPr>
              <a:t>deleted</a:t>
            </a:r>
            <a:endParaRPr lang="fr-FR">
              <a:solidFill>
                <a:schemeClr val="bg1">
                  <a:lumMod val="100000"/>
                </a:schemeClr>
              </a:solidFill>
              <a:ea typeface="+mj-ea"/>
              <a:cs typeface="+mj-cs"/>
            </a:endParaRPr>
          </a:p>
        </p:txBody>
      </p:sp>
      <p:pic>
        <p:nvPicPr>
          <p:cNvPr id="64" name="Graphic  16" descr="Building and parked trucks seen from above. Graphic effect of the image as it looks like piano keys. ">
            <a:extLst>
              <a:ext uri="{FF2B5EF4-FFF2-40B4-BE49-F238E27FC236}">
                <a16:creationId xmlns:a16="http://schemas.microsoft.com/office/drawing/2014/main" id="{F50E6645-ADF8-9813-8D57-99BD057EC62A}"/>
              </a:ext>
            </a:extLst>
          </p:cNvPr>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10206635" y="3230899"/>
            <a:ext cx="1560118" cy="1035369"/>
          </a:xfrm>
          <a:prstGeom prst="rect">
            <a:avLst/>
          </a:prstGeom>
        </p:spPr>
      </p:pic>
      <p:pic>
        <p:nvPicPr>
          <p:cNvPr id="61" name="Graphic  10" descr="A bird's-eye view of a winding road through nature. ">
            <a:extLst>
              <a:ext uri="{FF2B5EF4-FFF2-40B4-BE49-F238E27FC236}">
                <a16:creationId xmlns:a16="http://schemas.microsoft.com/office/drawing/2014/main" id="{9F09E55B-9B46-F82B-2926-4D5FF94DA7F0}"/>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a:stretch/>
        </p:blipFill>
        <p:spPr>
          <a:xfrm>
            <a:off x="10206635" y="4190065"/>
            <a:ext cx="1560118" cy="1048722"/>
          </a:xfrm>
          <a:prstGeom prst="rect">
            <a:avLst/>
          </a:prstGeom>
        </p:spPr>
      </p:pic>
      <p:pic>
        <p:nvPicPr>
          <p:cNvPr id="70" name="Graphic  18" descr="Lowland landscape with several wind turbines ">
            <a:extLst>
              <a:ext uri="{FF2B5EF4-FFF2-40B4-BE49-F238E27FC236}">
                <a16:creationId xmlns:a16="http://schemas.microsoft.com/office/drawing/2014/main" id="{043A184B-7EB1-19A8-87F6-0266EEB87E50}"/>
              </a:ext>
            </a:extLst>
          </p:cNvPr>
          <p:cNvPicPr>
            <a:picLocks noChangeAspect="1"/>
          </p:cNvPicPr>
          <p:nvPr userDrawn="1"/>
        </p:nvPicPr>
        <p:blipFill rotWithShape="1">
          <a:blip r:embed="rId16" cstate="screen">
            <a:extLst>
              <a:ext uri="{28A0092B-C50C-407E-A947-70E740481C1C}">
                <a14:useLocalDpi xmlns:a14="http://schemas.microsoft.com/office/drawing/2010/main"/>
              </a:ext>
            </a:extLst>
          </a:blip>
          <a:srcRect/>
          <a:stretch/>
        </p:blipFill>
        <p:spPr>
          <a:xfrm>
            <a:off x="10206635" y="5201043"/>
            <a:ext cx="1560118" cy="1039127"/>
          </a:xfrm>
          <a:prstGeom prst="rect">
            <a:avLst/>
          </a:prstGeom>
        </p:spPr>
      </p:pic>
      <p:sp>
        <p:nvSpPr>
          <p:cNvPr id="6" name="Title 1">
            <a:extLst>
              <a:ext uri="{FF2B5EF4-FFF2-40B4-BE49-F238E27FC236}">
                <a16:creationId xmlns:a16="http://schemas.microsoft.com/office/drawing/2014/main" id="{E06E8F8E-7ACE-6B0E-8998-99156358FAC9}"/>
              </a:ext>
            </a:extLst>
          </p:cNvPr>
          <p:cNvSpPr>
            <a:spLocks noGrp="1"/>
          </p:cNvSpPr>
          <p:nvPr>
            <p:ph type="title" hasCustomPrompt="1"/>
          </p:nvPr>
        </p:nvSpPr>
        <p:spPr>
          <a:xfrm>
            <a:off x="423985" y="404664"/>
            <a:ext cx="11342769" cy="346208"/>
          </a:xfrm>
        </p:spPr>
        <p:txBody>
          <a:bodyPr/>
          <a:lstStyle>
            <a:lvl1pPr>
              <a:defRPr sz="2400"/>
            </a:lvl1pPr>
          </a:lstStyle>
          <a:p>
            <a:r>
              <a:rPr lang="fr-FR" err="1"/>
              <a:t>Iconography</a:t>
            </a:r>
            <a:r>
              <a:rPr lang="fr-FR"/>
              <a:t> guidelines</a:t>
            </a:r>
          </a:p>
        </p:txBody>
      </p:sp>
    </p:spTree>
    <p:extLst>
      <p:ext uri="{BB962C8B-B14F-4D97-AF65-F5344CB8AC3E}">
        <p14:creationId xmlns:p14="http://schemas.microsoft.com/office/powerpoint/2010/main" val="4002296200"/>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Digital accessibility guidelines">
    <p:spTree>
      <p:nvGrpSpPr>
        <p:cNvPr id="1" name=""/>
        <p:cNvGrpSpPr/>
        <p:nvPr/>
      </p:nvGrpSpPr>
      <p:grpSpPr>
        <a:xfrm>
          <a:off x="0" y="0"/>
          <a:ext cx="0" cy="0"/>
          <a:chOff x="0" y="0"/>
          <a:chExt cx="0" cy="0"/>
        </a:xfrm>
      </p:grpSpPr>
      <p:sp>
        <p:nvSpPr>
          <p:cNvPr id="24" name="Toptitle placeholder 1">
            <a:extLst>
              <a:ext uri="{FF2B5EF4-FFF2-40B4-BE49-F238E27FC236}">
                <a16:creationId xmlns:a16="http://schemas.microsoft.com/office/drawing/2014/main" id="{7E5489D5-9567-EBF2-C236-9D5B2B1B0D17}"/>
              </a:ext>
              <a:ext uri="{C183D7F6-B498-43B3-948B-1728B52AA6E4}">
                <adec:decorative xmlns:adec="http://schemas.microsoft.com/office/drawing/2017/decorative" val="0"/>
              </a:ext>
            </a:extLst>
          </p:cNvPr>
          <p:cNvSpPr>
            <a:spLocks noGrp="1"/>
          </p:cNvSpPr>
          <p:nvPr>
            <p:ph type="body" sz="quarter" idx="13" hasCustomPrompt="1"/>
          </p:nvPr>
        </p:nvSpPr>
        <p:spPr>
          <a:xfrm>
            <a:off x="423984" y="144313"/>
            <a:ext cx="11342769" cy="260499"/>
          </a:xfrm>
          <a:prstGeom prst="rect">
            <a:avLst/>
          </a:prstGeom>
        </p:spPr>
        <p:txBody>
          <a:bodyPr lIns="0" tIns="0" rIns="0" bIns="0" anchor="b"/>
          <a:lstStyle>
            <a:lvl1pPr>
              <a:spcBef>
                <a:spcPts val="0"/>
              </a:spcBef>
              <a:defRPr sz="1000" i="0" cap="none" baseline="0">
                <a:solidFill>
                  <a:schemeClr val="accent3">
                    <a:lumMod val="100000"/>
                  </a:schemeClr>
                </a:solidFill>
                <a:latin typeface="+mn-lt"/>
                <a:cs typeface="Poppins Light" panose="00000400000000000000" pitchFamily="2" charset="0"/>
              </a:defRPr>
            </a:lvl1pPr>
            <a:lvl2pPr>
              <a:defRPr sz="1000"/>
            </a:lvl2pPr>
          </a:lstStyle>
          <a:p>
            <a:pPr lvl="0"/>
            <a:r>
              <a:rPr lang="fr-FR" sz="1000" noProof="0">
                <a:solidFill>
                  <a:schemeClr val="accent3"/>
                </a:solidFill>
                <a:latin typeface="+mn-lt"/>
              </a:rPr>
              <a:t>How to use the Wavestone </a:t>
            </a:r>
            <a:r>
              <a:rPr lang="fr-FR" sz="1000" noProof="0" err="1">
                <a:solidFill>
                  <a:schemeClr val="accent3"/>
                </a:solidFill>
                <a:latin typeface="+mn-lt"/>
              </a:rPr>
              <a:t>ppt</a:t>
            </a:r>
            <a:r>
              <a:rPr lang="fr-FR" sz="1000" noProof="0">
                <a:solidFill>
                  <a:schemeClr val="accent3"/>
                </a:solidFill>
                <a:latin typeface="+mn-lt"/>
              </a:rPr>
              <a:t> </a:t>
            </a:r>
            <a:r>
              <a:rPr lang="fr-FR" sz="1000" noProof="0" err="1">
                <a:solidFill>
                  <a:schemeClr val="accent3"/>
                </a:solidFill>
                <a:latin typeface="+mn-lt"/>
              </a:rPr>
              <a:t>template</a:t>
            </a:r>
            <a:endParaRPr lang="fr-FR" sz="1000" noProof="0">
              <a:solidFill>
                <a:schemeClr val="accent3"/>
              </a:solidFill>
              <a:latin typeface="+mn-lt"/>
            </a:endParaRPr>
          </a:p>
        </p:txBody>
      </p:sp>
      <p:sp>
        <p:nvSpPr>
          <p:cNvPr id="27" name="TextBox 2">
            <a:extLst>
              <a:ext uri="{FF2B5EF4-FFF2-40B4-BE49-F238E27FC236}">
                <a16:creationId xmlns:a16="http://schemas.microsoft.com/office/drawing/2014/main" id="{85CCB7FA-E880-8FB2-26C1-5B89F73ABE6B}"/>
              </a:ext>
            </a:extLst>
          </p:cNvPr>
          <p:cNvSpPr txBox="1">
            <a:spLocks/>
          </p:cNvSpPr>
          <p:nvPr userDrawn="1"/>
        </p:nvSpPr>
        <p:spPr>
          <a:xfrm>
            <a:off x="423984" y="1341437"/>
            <a:ext cx="11344154" cy="785313"/>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chemeClr val="tx1"/>
                </a:solidFill>
                <a:effectLst/>
                <a:uLnTx/>
                <a:uFillTx/>
                <a:latin typeface="Aptos"/>
                <a:ea typeface="+mn-ea"/>
                <a:cs typeface="+mn-cs"/>
              </a:rPr>
              <a:t>As part of </a:t>
            </a:r>
            <a:r>
              <a:rPr kumimoji="0" lang="fr-FR" sz="1600" b="0" i="0" u="none" strike="noStrike" kern="1200" cap="none" spc="0" normalizeH="0" baseline="0" noProof="0" err="1">
                <a:ln>
                  <a:noFill/>
                </a:ln>
                <a:solidFill>
                  <a:schemeClr val="tx1"/>
                </a:solidFill>
                <a:effectLst/>
                <a:uLnTx/>
                <a:uFillTx/>
                <a:latin typeface="Aptos"/>
                <a:ea typeface="+mn-ea"/>
                <a:cs typeface="+mn-cs"/>
              </a:rPr>
              <a:t>its</a:t>
            </a:r>
            <a:r>
              <a:rPr kumimoji="0" lang="fr-FR" sz="1600" b="0" i="0" u="none" strike="noStrike" kern="1200" cap="none" spc="0" normalizeH="0" baseline="0" noProof="0">
                <a:ln>
                  <a:noFill/>
                </a:ln>
                <a:solidFill>
                  <a:schemeClr val="tx1"/>
                </a:solidFill>
                <a:effectLst/>
                <a:uLnTx/>
                <a:uFillTx/>
                <a:latin typeface="Aptos"/>
                <a:ea typeface="+mn-ea"/>
                <a:cs typeface="+mn-cs"/>
              </a:rPr>
              <a:t> CSR* </a:t>
            </a:r>
            <a:r>
              <a:rPr kumimoji="0" lang="fr-FR" sz="1600" b="0" i="0" u="none" strike="noStrike" kern="1200" cap="none" spc="0" normalizeH="0" baseline="0" noProof="0" err="1">
                <a:ln>
                  <a:noFill/>
                </a:ln>
                <a:solidFill>
                  <a:schemeClr val="tx1"/>
                </a:solidFill>
                <a:effectLst/>
                <a:uLnTx/>
                <a:uFillTx/>
                <a:latin typeface="Aptos"/>
                <a:ea typeface="+mn-ea"/>
                <a:cs typeface="+mn-cs"/>
              </a:rPr>
              <a:t>approach</a:t>
            </a:r>
            <a:r>
              <a:rPr kumimoji="0" lang="fr-FR" sz="1600" b="0" i="0" u="none" strike="noStrike" kern="1200" cap="none" spc="0" normalizeH="0" baseline="0" noProof="0">
                <a:ln>
                  <a:noFill/>
                </a:ln>
                <a:solidFill>
                  <a:schemeClr val="tx1"/>
                </a:solidFill>
                <a:effectLst/>
                <a:uLnTx/>
                <a:uFillTx/>
                <a:latin typeface="Aptos"/>
                <a:ea typeface="+mn-ea"/>
                <a:cs typeface="+mn-cs"/>
              </a:rPr>
              <a:t>, Wavestone </a:t>
            </a:r>
            <a:r>
              <a:rPr kumimoji="0" lang="fr-FR" sz="1600" b="0" i="0" u="none" strike="noStrike" kern="1200" cap="none" spc="0" normalizeH="0" baseline="0" noProof="0" err="1">
                <a:ln>
                  <a:noFill/>
                </a:ln>
                <a:solidFill>
                  <a:schemeClr val="tx1"/>
                </a:solidFill>
                <a:effectLst/>
                <a:uLnTx/>
                <a:uFillTx/>
                <a:latin typeface="Aptos"/>
                <a:ea typeface="+mn-ea"/>
                <a:cs typeface="+mn-cs"/>
              </a:rPr>
              <a:t>is</a:t>
            </a:r>
            <a:r>
              <a:rPr kumimoji="0" lang="fr-FR" sz="1600" b="0" i="0" u="none" strike="noStrike" kern="1200" cap="none" spc="0" normalizeH="0" baseline="0" noProof="0">
                <a:ln>
                  <a:noFill/>
                </a:ln>
                <a:solidFill>
                  <a:schemeClr val="tx1"/>
                </a:solidFill>
                <a:effectLst/>
                <a:uLnTx/>
                <a:uFillTx/>
                <a:latin typeface="Aptos"/>
                <a:ea typeface="+mn-ea"/>
                <a:cs typeface="+mn-cs"/>
              </a:rPr>
              <a:t> </a:t>
            </a:r>
            <a:r>
              <a:rPr kumimoji="0" lang="fr-FR" sz="1600" b="0" i="0" u="none" strike="noStrike" kern="1200" cap="none" spc="0" normalizeH="0" baseline="0" noProof="0" err="1">
                <a:ln>
                  <a:noFill/>
                </a:ln>
                <a:solidFill>
                  <a:schemeClr val="tx1"/>
                </a:solidFill>
                <a:effectLst/>
                <a:uLnTx/>
                <a:uFillTx/>
                <a:latin typeface="Aptos"/>
                <a:ea typeface="+mn-ea"/>
                <a:cs typeface="+mn-cs"/>
              </a:rPr>
              <a:t>committed</a:t>
            </a:r>
            <a:r>
              <a:rPr kumimoji="0" lang="fr-FR" sz="1600" b="0" i="0" u="none" strike="noStrike" kern="1200" cap="none" spc="0" normalizeH="0" baseline="0" noProof="0">
                <a:ln>
                  <a:noFill/>
                </a:ln>
                <a:solidFill>
                  <a:schemeClr val="tx1"/>
                </a:solidFill>
                <a:effectLst/>
                <a:uLnTx/>
                <a:uFillTx/>
                <a:latin typeface="Aptos"/>
                <a:ea typeface="+mn-ea"/>
                <a:cs typeface="+mn-cs"/>
              </a:rPr>
              <a:t> to </a:t>
            </a:r>
            <a:r>
              <a:rPr kumimoji="0" lang="fr-FR" sz="1600" b="0" i="0" u="none" strike="noStrike" kern="1200" cap="none" spc="0" normalizeH="0" baseline="0" noProof="0" err="1">
                <a:ln>
                  <a:noFill/>
                </a:ln>
                <a:solidFill>
                  <a:schemeClr val="tx1"/>
                </a:solidFill>
                <a:effectLst/>
                <a:uLnTx/>
                <a:uFillTx/>
                <a:latin typeface="Aptos"/>
                <a:ea typeface="+mn-ea"/>
                <a:cs typeface="+mn-cs"/>
              </a:rPr>
              <a:t>create</a:t>
            </a:r>
            <a:r>
              <a:rPr kumimoji="0" lang="fr-FR" sz="1600" b="0" i="0" u="none" strike="noStrike" kern="1200" cap="none" spc="0" normalizeH="0" baseline="0" noProof="0">
                <a:ln>
                  <a:noFill/>
                </a:ln>
                <a:solidFill>
                  <a:schemeClr val="tx1"/>
                </a:solidFill>
                <a:effectLst/>
                <a:uLnTx/>
                <a:uFillTx/>
                <a:latin typeface="Aptos"/>
                <a:ea typeface="+mn-ea"/>
                <a:cs typeface="+mn-cs"/>
              </a:rPr>
              <a:t> an inclusive </a:t>
            </a:r>
            <a:r>
              <a:rPr kumimoji="0" lang="fr-FR" sz="1600" b="0" i="0" u="none" strike="noStrike" kern="1200" cap="none" spc="0" normalizeH="0" baseline="0" noProof="0" err="1">
                <a:ln>
                  <a:noFill/>
                </a:ln>
                <a:solidFill>
                  <a:schemeClr val="tx1"/>
                </a:solidFill>
                <a:effectLst/>
                <a:uLnTx/>
                <a:uFillTx/>
                <a:latin typeface="Aptos"/>
                <a:ea typeface="+mn-ea"/>
                <a:cs typeface="+mn-cs"/>
              </a:rPr>
              <a:t>working</a:t>
            </a:r>
            <a:r>
              <a:rPr kumimoji="0" lang="fr-FR" sz="1600" b="0" i="0" u="none" strike="noStrike" kern="1200" cap="none" spc="0" normalizeH="0" baseline="0" noProof="0">
                <a:ln>
                  <a:noFill/>
                </a:ln>
                <a:solidFill>
                  <a:schemeClr val="tx1"/>
                </a:solidFill>
                <a:effectLst/>
                <a:uLnTx/>
                <a:uFillTx/>
                <a:latin typeface="Aptos"/>
                <a:ea typeface="+mn-ea"/>
                <a:cs typeface="+mn-cs"/>
              </a:rPr>
              <a:t> </a:t>
            </a:r>
            <a:r>
              <a:rPr kumimoji="0" lang="fr-FR" sz="1600" b="0" i="0" u="none" strike="noStrike" kern="1200" cap="none" spc="0" normalizeH="0" baseline="0" noProof="0" err="1">
                <a:ln>
                  <a:noFill/>
                </a:ln>
                <a:solidFill>
                  <a:schemeClr val="tx1"/>
                </a:solidFill>
                <a:effectLst/>
                <a:uLnTx/>
                <a:uFillTx/>
                <a:latin typeface="Aptos"/>
                <a:ea typeface="+mn-ea"/>
                <a:cs typeface="+mn-cs"/>
              </a:rPr>
              <a:t>environment</a:t>
            </a:r>
            <a:r>
              <a:rPr kumimoji="0" lang="fr-FR" sz="1600" b="0" i="0" u="none" strike="noStrike" kern="1200" cap="none" spc="0" normalizeH="0" baseline="0" noProof="0">
                <a:ln>
                  <a:noFill/>
                </a:ln>
                <a:solidFill>
                  <a:schemeClr val="tx1"/>
                </a:solidFill>
                <a:effectLst/>
                <a:uLnTx/>
                <a:uFillTx/>
                <a:latin typeface="Aptos"/>
                <a:ea typeface="+mn-ea"/>
                <a:cs typeface="+mn-cs"/>
              </a:rPr>
              <a:t>, in </a:t>
            </a:r>
            <a:r>
              <a:rPr kumimoji="0" lang="fr-FR" sz="1600" b="0" i="0" u="none" strike="noStrike" kern="1200" cap="none" spc="0" normalizeH="0" baseline="0" noProof="0" err="1">
                <a:ln>
                  <a:noFill/>
                </a:ln>
                <a:solidFill>
                  <a:schemeClr val="tx1"/>
                </a:solidFill>
                <a:effectLst/>
                <a:uLnTx/>
                <a:uFillTx/>
                <a:latin typeface="Aptos"/>
                <a:ea typeface="+mn-ea"/>
                <a:cs typeface="+mn-cs"/>
              </a:rPr>
              <a:t>particular</a:t>
            </a:r>
            <a:r>
              <a:rPr kumimoji="0" lang="fr-FR" sz="1600" b="0" i="0" u="none" strike="noStrike" kern="1200" cap="none" spc="0" normalizeH="0" baseline="0" noProof="0">
                <a:ln>
                  <a:noFill/>
                </a:ln>
                <a:solidFill>
                  <a:schemeClr val="tx1"/>
                </a:solidFill>
                <a:effectLst/>
                <a:uLnTx/>
                <a:uFillTx/>
                <a:latin typeface="Aptos"/>
                <a:ea typeface="+mn-ea"/>
                <a:cs typeface="+mn-cs"/>
              </a:rPr>
              <a:t> by </a:t>
            </a:r>
            <a:r>
              <a:rPr kumimoji="0" lang="fr-FR" sz="1600" b="0" i="0" u="none" strike="noStrike" kern="1200" cap="none" spc="0" normalizeH="0" baseline="0" noProof="0" err="1">
                <a:ln>
                  <a:noFill/>
                </a:ln>
                <a:solidFill>
                  <a:schemeClr val="tx1"/>
                </a:solidFill>
                <a:effectLst/>
                <a:uLnTx/>
                <a:uFillTx/>
                <a:latin typeface="Aptos"/>
                <a:ea typeface="+mn-ea"/>
                <a:cs typeface="+mn-cs"/>
              </a:rPr>
              <a:t>ensuring</a:t>
            </a:r>
            <a:endParaRPr kumimoji="0" lang="fr-FR" sz="1600" b="0" i="0" u="none" strike="noStrike" kern="1200" cap="none" spc="0" normalizeH="0" baseline="0" noProof="0">
              <a:ln>
                <a:noFill/>
              </a:ln>
              <a:solidFill>
                <a:schemeClr val="tx1"/>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chemeClr val="tx1"/>
                </a:solidFill>
                <a:effectLst/>
                <a:uLnTx/>
                <a:uFillTx/>
                <a:latin typeface="Aptos"/>
                <a:ea typeface="+mn-ea"/>
                <a:cs typeface="+mn-cs"/>
              </a:rPr>
              <a:t>digital </a:t>
            </a:r>
            <a:r>
              <a:rPr kumimoji="0" lang="fr-FR" sz="1600" b="0" i="0" u="none" strike="noStrike" kern="1200" cap="none" spc="0" normalizeH="0" baseline="0" noProof="0" err="1">
                <a:ln>
                  <a:noFill/>
                </a:ln>
                <a:solidFill>
                  <a:schemeClr val="tx1"/>
                </a:solidFill>
                <a:effectLst/>
                <a:uLnTx/>
                <a:uFillTx/>
                <a:latin typeface="Aptos"/>
                <a:ea typeface="+mn-ea"/>
                <a:cs typeface="+mn-cs"/>
              </a:rPr>
              <a:t>accessibility</a:t>
            </a:r>
            <a:r>
              <a:rPr kumimoji="0" lang="fr-FR" sz="1600" b="0" i="0" u="none" strike="noStrike" kern="1200" cap="none" spc="0" normalizeH="0" baseline="0" noProof="0">
                <a:ln>
                  <a:noFill/>
                </a:ln>
                <a:solidFill>
                  <a:schemeClr val="tx1"/>
                </a:solidFill>
                <a:effectLst/>
                <a:uLnTx/>
                <a:uFillTx/>
                <a:latin typeface="Aptos"/>
                <a:ea typeface="+mn-ea"/>
                <a:cs typeface="+mn-cs"/>
              </a:rPr>
              <a:t> for all. </a:t>
            </a:r>
            <a:r>
              <a:rPr kumimoji="0" lang="fr-FR" sz="1600" b="0" i="0" u="none" strike="noStrike" kern="1200" cap="none" spc="0" normalizeH="0" baseline="0" noProof="0" err="1">
                <a:ln>
                  <a:noFill/>
                </a:ln>
                <a:solidFill>
                  <a:schemeClr val="tx1"/>
                </a:solidFill>
                <a:effectLst/>
                <a:uLnTx/>
                <a:uFillTx/>
                <a:latin typeface="Aptos"/>
                <a:ea typeface="+mn-ea"/>
                <a:cs typeface="+mn-cs"/>
              </a:rPr>
              <a:t>Here</a:t>
            </a:r>
            <a:r>
              <a:rPr kumimoji="0" lang="fr-FR" sz="1600" b="0" i="0" u="none" strike="noStrike" kern="1200" cap="none" spc="0" normalizeH="0" baseline="0" noProof="0">
                <a:ln>
                  <a:noFill/>
                </a:ln>
                <a:solidFill>
                  <a:schemeClr val="tx1"/>
                </a:solidFill>
                <a:effectLst/>
                <a:uLnTx/>
                <a:uFillTx/>
                <a:latin typeface="Aptos"/>
                <a:ea typeface="+mn-ea"/>
                <a:cs typeface="+mn-cs"/>
              </a:rPr>
              <a:t> are a few good practices to </a:t>
            </a:r>
            <a:r>
              <a:rPr kumimoji="0" lang="fr-FR" sz="1600" b="0" i="0" u="none" strike="noStrike" kern="1200" cap="none" spc="0" normalizeH="0" baseline="0" noProof="0" err="1">
                <a:ln>
                  <a:noFill/>
                </a:ln>
                <a:solidFill>
                  <a:schemeClr val="tx1"/>
                </a:solidFill>
                <a:effectLst/>
                <a:uLnTx/>
                <a:uFillTx/>
                <a:latin typeface="Aptos"/>
                <a:ea typeface="+mn-ea"/>
                <a:cs typeface="+mn-cs"/>
              </a:rPr>
              <a:t>adopt</a:t>
            </a:r>
            <a:r>
              <a:rPr kumimoji="0" lang="fr-FR" sz="1600" b="0" i="0" u="none" strike="noStrike" kern="1200" cap="none" spc="0" normalizeH="0" baseline="0" noProof="0">
                <a:ln>
                  <a:noFill/>
                </a:ln>
                <a:solidFill>
                  <a:schemeClr val="tx1"/>
                </a:solidFill>
                <a:effectLst/>
                <a:uLnTx/>
                <a:uFillTx/>
                <a:latin typeface="Aptos"/>
                <a:ea typeface="+mn-ea"/>
                <a:cs typeface="+mn-cs"/>
              </a:rPr>
              <a:t> to enable </a:t>
            </a:r>
            <a:r>
              <a:rPr kumimoji="0" lang="fr-FR" sz="1600" b="0" i="0" u="none" strike="noStrike" kern="1200" cap="none" spc="0" normalizeH="0" baseline="0" noProof="0" err="1">
                <a:ln>
                  <a:noFill/>
                </a:ln>
                <a:solidFill>
                  <a:schemeClr val="tx1"/>
                </a:solidFill>
                <a:effectLst/>
                <a:uLnTx/>
                <a:uFillTx/>
                <a:latin typeface="Aptos"/>
                <a:ea typeface="+mn-ea"/>
                <a:cs typeface="+mn-cs"/>
              </a:rPr>
              <a:t>everyone</a:t>
            </a:r>
            <a:r>
              <a:rPr kumimoji="0" lang="fr-FR" sz="1600" b="0" i="0" u="none" strike="noStrike" kern="1200" cap="none" spc="0" normalizeH="0" baseline="0" noProof="0">
                <a:ln>
                  <a:noFill/>
                </a:ln>
                <a:solidFill>
                  <a:schemeClr val="tx1"/>
                </a:solidFill>
                <a:effectLst/>
                <a:uLnTx/>
                <a:uFillTx/>
                <a:latin typeface="Aptos"/>
                <a:ea typeface="+mn-ea"/>
                <a:cs typeface="+mn-cs"/>
              </a:rPr>
              <a:t>, and in </a:t>
            </a:r>
            <a:r>
              <a:rPr kumimoji="0" lang="fr-FR" sz="1600" b="0" i="0" u="none" strike="noStrike" kern="1200" cap="none" spc="0" normalizeH="0" baseline="0" noProof="0" err="1">
                <a:ln>
                  <a:noFill/>
                </a:ln>
                <a:solidFill>
                  <a:schemeClr val="tx1"/>
                </a:solidFill>
                <a:effectLst/>
                <a:uLnTx/>
                <a:uFillTx/>
                <a:latin typeface="Aptos"/>
                <a:ea typeface="+mn-ea"/>
                <a:cs typeface="+mn-cs"/>
              </a:rPr>
              <a:t>particular</a:t>
            </a:r>
            <a:r>
              <a:rPr kumimoji="0" lang="fr-FR" sz="1600" b="0" i="0" u="none" strike="noStrike" kern="1200" cap="none" spc="0" normalizeH="0" baseline="0" noProof="0">
                <a:ln>
                  <a:noFill/>
                </a:ln>
                <a:solidFill>
                  <a:schemeClr val="tx1"/>
                </a:solidFill>
                <a:effectLst/>
                <a:uLnTx/>
                <a:uFillTx/>
                <a:latin typeface="Aptos"/>
                <a:ea typeface="+mn-ea"/>
                <a:cs typeface="+mn-cs"/>
              </a:rPr>
              <a:t> people </a:t>
            </a:r>
            <a:r>
              <a:rPr kumimoji="0" lang="fr-FR" sz="1600" b="0" i="0" u="none" strike="noStrike" kern="1200" cap="none" spc="0" normalizeH="0" baseline="0" noProof="0" err="1">
                <a:ln>
                  <a:noFill/>
                </a:ln>
                <a:solidFill>
                  <a:schemeClr val="tx1"/>
                </a:solidFill>
                <a:effectLst/>
                <a:uLnTx/>
                <a:uFillTx/>
                <a:latin typeface="Aptos"/>
                <a:ea typeface="+mn-ea"/>
                <a:cs typeface="+mn-cs"/>
              </a:rPr>
              <a:t>with</a:t>
            </a:r>
            <a:r>
              <a:rPr kumimoji="0" lang="fr-FR" sz="1600" b="0" i="0" u="none" strike="noStrike" kern="1200" cap="none" spc="0" normalizeH="0" baseline="0" noProof="0">
                <a:ln>
                  <a:noFill/>
                </a:ln>
                <a:solidFill>
                  <a:schemeClr val="tx1"/>
                </a:solidFill>
                <a:effectLst/>
                <a:uLnTx/>
                <a:uFillTx/>
                <a:latin typeface="Aptos"/>
                <a:ea typeface="+mn-ea"/>
                <a:cs typeface="+mn-cs"/>
              </a:rPr>
              <a:t> </a:t>
            </a:r>
            <a:r>
              <a:rPr kumimoji="0" lang="fr-FR" sz="1600" b="0" i="0" u="none" strike="noStrike" kern="1200" cap="none" spc="0" normalizeH="0" baseline="0" noProof="0" err="1">
                <a:ln>
                  <a:noFill/>
                </a:ln>
                <a:solidFill>
                  <a:schemeClr val="tx1"/>
                </a:solidFill>
                <a:effectLst/>
                <a:uLnTx/>
                <a:uFillTx/>
                <a:latin typeface="Aptos"/>
                <a:ea typeface="+mn-ea"/>
                <a:cs typeface="+mn-cs"/>
              </a:rPr>
              <a:t>disabilities</a:t>
            </a:r>
            <a:r>
              <a:rPr kumimoji="0" lang="fr-FR" sz="1600" b="0" i="0" u="none" strike="noStrike" kern="1200" cap="none" spc="0" normalizeH="0" baseline="0" noProof="0">
                <a:ln>
                  <a:noFill/>
                </a:ln>
                <a:solidFill>
                  <a:schemeClr val="tx1"/>
                </a:solidFill>
                <a:effectLst/>
                <a:uLnTx/>
                <a:uFillTx/>
                <a:latin typeface="Aptos"/>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chemeClr val="tx1"/>
                </a:solidFill>
                <a:effectLst/>
                <a:uLnTx/>
                <a:uFillTx/>
                <a:latin typeface="Aptos"/>
                <a:ea typeface="+mn-ea"/>
                <a:cs typeface="+mn-cs"/>
              </a:rPr>
              <a:t>to </a:t>
            </a:r>
            <a:r>
              <a:rPr kumimoji="0" lang="fr-FR" sz="1600" b="0" i="0" u="none" strike="noStrike" kern="1200" cap="none" spc="0" normalizeH="0" baseline="0" noProof="0" err="1">
                <a:ln>
                  <a:noFill/>
                </a:ln>
                <a:solidFill>
                  <a:schemeClr val="tx1"/>
                </a:solidFill>
                <a:effectLst/>
                <a:uLnTx/>
                <a:uFillTx/>
                <a:latin typeface="Aptos"/>
                <a:ea typeface="+mn-ea"/>
                <a:cs typeface="+mn-cs"/>
              </a:rPr>
              <a:t>see</a:t>
            </a:r>
            <a:r>
              <a:rPr kumimoji="0" lang="fr-FR" sz="1600" b="0" i="0" u="none" strike="noStrike" kern="1200" cap="none" spc="0" normalizeH="0" baseline="0" noProof="0">
                <a:ln>
                  <a:noFill/>
                </a:ln>
                <a:solidFill>
                  <a:schemeClr val="tx1"/>
                </a:solidFill>
                <a:effectLst/>
                <a:uLnTx/>
                <a:uFillTx/>
                <a:latin typeface="Aptos"/>
                <a:ea typeface="+mn-ea"/>
                <a:cs typeface="+mn-cs"/>
              </a:rPr>
              <a:t>, </a:t>
            </a:r>
            <a:r>
              <a:rPr kumimoji="0" lang="fr-FR" sz="1600" b="0" i="0" u="none" strike="noStrike" kern="1200" cap="none" spc="0" normalizeH="0" baseline="0" noProof="0" err="1">
                <a:ln>
                  <a:noFill/>
                </a:ln>
                <a:solidFill>
                  <a:schemeClr val="tx1"/>
                </a:solidFill>
                <a:effectLst/>
                <a:uLnTx/>
                <a:uFillTx/>
                <a:latin typeface="Aptos"/>
                <a:ea typeface="+mn-ea"/>
                <a:cs typeface="+mn-cs"/>
              </a:rPr>
              <a:t>read</a:t>
            </a:r>
            <a:r>
              <a:rPr kumimoji="0" lang="fr-FR" sz="1600" b="0" i="0" u="none" strike="noStrike" kern="1200" cap="none" spc="0" normalizeH="0" baseline="0" noProof="0">
                <a:ln>
                  <a:noFill/>
                </a:ln>
                <a:solidFill>
                  <a:schemeClr val="tx1"/>
                </a:solidFill>
                <a:effectLst/>
                <a:uLnTx/>
                <a:uFillTx/>
                <a:latin typeface="Aptos"/>
                <a:ea typeface="+mn-ea"/>
                <a:cs typeface="+mn-cs"/>
              </a:rPr>
              <a:t> and </a:t>
            </a:r>
            <a:r>
              <a:rPr kumimoji="0" lang="fr-FR" sz="1600" b="0" i="0" u="none" strike="noStrike" kern="1200" cap="none" spc="0" normalizeH="0" baseline="0" noProof="0" err="1">
                <a:ln>
                  <a:noFill/>
                </a:ln>
                <a:solidFill>
                  <a:schemeClr val="tx1"/>
                </a:solidFill>
                <a:effectLst/>
                <a:uLnTx/>
                <a:uFillTx/>
                <a:latin typeface="Aptos"/>
                <a:ea typeface="+mn-ea"/>
                <a:cs typeface="+mn-cs"/>
              </a:rPr>
              <a:t>understand</a:t>
            </a:r>
            <a:r>
              <a:rPr kumimoji="0" lang="fr-FR" sz="1600" b="0" i="0" u="none" strike="noStrike" kern="1200" cap="none" spc="0" normalizeH="0" baseline="0" noProof="0">
                <a:ln>
                  <a:noFill/>
                </a:ln>
                <a:solidFill>
                  <a:schemeClr val="tx1"/>
                </a:solidFill>
                <a:effectLst/>
                <a:uLnTx/>
                <a:uFillTx/>
                <a:latin typeface="Aptos"/>
                <a:ea typeface="+mn-ea"/>
                <a:cs typeface="+mn-cs"/>
              </a:rPr>
              <a:t> </a:t>
            </a:r>
            <a:r>
              <a:rPr kumimoji="0" lang="fr-FR" sz="1600" b="0" i="0" u="none" strike="noStrike" kern="1200" cap="none" spc="0" normalizeH="0" baseline="0" noProof="0" err="1">
                <a:ln>
                  <a:noFill/>
                </a:ln>
                <a:solidFill>
                  <a:schemeClr val="tx1"/>
                </a:solidFill>
                <a:effectLst/>
                <a:uLnTx/>
                <a:uFillTx/>
                <a:latin typeface="Aptos"/>
                <a:ea typeface="+mn-ea"/>
                <a:cs typeface="+mn-cs"/>
              </a:rPr>
              <a:t>your</a:t>
            </a:r>
            <a:r>
              <a:rPr kumimoji="0" lang="fr-FR" sz="1600" b="0" i="0" u="none" strike="noStrike" kern="1200" cap="none" spc="0" normalizeH="0" baseline="0" noProof="0">
                <a:ln>
                  <a:noFill/>
                </a:ln>
                <a:solidFill>
                  <a:schemeClr val="tx1"/>
                </a:solidFill>
                <a:effectLst/>
                <a:uLnTx/>
                <a:uFillTx/>
                <a:latin typeface="Aptos"/>
                <a:ea typeface="+mn-ea"/>
                <a:cs typeface="+mn-cs"/>
              </a:rPr>
              <a:t> documents. </a:t>
            </a:r>
          </a:p>
        </p:txBody>
      </p:sp>
      <p:sp>
        <p:nvSpPr>
          <p:cNvPr id="2" name="TextBox 3">
            <a:extLst>
              <a:ext uri="{FF2B5EF4-FFF2-40B4-BE49-F238E27FC236}">
                <a16:creationId xmlns:a16="http://schemas.microsoft.com/office/drawing/2014/main" id="{E3F9AB3F-112B-9146-AD0D-FACADBB01686}"/>
              </a:ext>
            </a:extLst>
          </p:cNvPr>
          <p:cNvSpPr txBox="1">
            <a:spLocks/>
          </p:cNvSpPr>
          <p:nvPr userDrawn="1"/>
        </p:nvSpPr>
        <p:spPr>
          <a:xfrm>
            <a:off x="423863" y="6078765"/>
            <a:ext cx="11344154" cy="158524"/>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chemeClr val="tx1"/>
                </a:solidFill>
                <a:effectLst/>
                <a:uLnTx/>
                <a:uFillTx/>
                <a:latin typeface="Aptos"/>
                <a:ea typeface="+mn-ea"/>
                <a:cs typeface="+mn-cs"/>
              </a:rPr>
              <a:t>*</a:t>
            </a:r>
            <a:r>
              <a:rPr kumimoji="0" lang="fr-FR" sz="1100" b="0" i="0" u="none" strike="noStrike" kern="1200" cap="none" spc="0" normalizeH="0" baseline="0" noProof="0" err="1">
                <a:ln>
                  <a:noFill/>
                </a:ln>
                <a:solidFill>
                  <a:schemeClr val="tx1"/>
                </a:solidFill>
                <a:effectLst/>
                <a:uLnTx/>
                <a:uFillTx/>
                <a:latin typeface="Aptos"/>
                <a:ea typeface="+mn-ea"/>
                <a:cs typeface="+mn-cs"/>
              </a:rPr>
              <a:t>Corporate</a:t>
            </a:r>
            <a:r>
              <a:rPr kumimoji="0" lang="fr-FR" sz="1100" b="0" i="0" u="none" strike="noStrike" kern="1200" cap="none" spc="0" normalizeH="0" baseline="0" noProof="0">
                <a:ln>
                  <a:noFill/>
                </a:ln>
                <a:solidFill>
                  <a:schemeClr val="tx1"/>
                </a:solidFill>
                <a:effectLst/>
                <a:uLnTx/>
                <a:uFillTx/>
                <a:latin typeface="Aptos"/>
                <a:ea typeface="+mn-ea"/>
                <a:cs typeface="+mn-cs"/>
              </a:rPr>
              <a:t> Social </a:t>
            </a:r>
            <a:r>
              <a:rPr kumimoji="0" lang="fr-FR" sz="1100" b="0" i="0" u="none" strike="noStrike" kern="1200" cap="none" spc="0" normalizeH="0" baseline="0" noProof="0" err="1">
                <a:ln>
                  <a:noFill/>
                </a:ln>
                <a:solidFill>
                  <a:schemeClr val="tx1"/>
                </a:solidFill>
                <a:effectLst/>
                <a:uLnTx/>
                <a:uFillTx/>
                <a:latin typeface="Aptos"/>
                <a:ea typeface="+mn-ea"/>
                <a:cs typeface="+mn-cs"/>
              </a:rPr>
              <a:t>Responsibility</a:t>
            </a:r>
            <a:r>
              <a:rPr kumimoji="0" lang="fr-FR" sz="1100" b="0" i="0" u="none" strike="noStrike" kern="1200" cap="none" spc="0" normalizeH="0" baseline="0" noProof="0">
                <a:ln>
                  <a:noFill/>
                </a:ln>
                <a:solidFill>
                  <a:schemeClr val="tx1"/>
                </a:solidFill>
                <a:effectLst/>
                <a:uLnTx/>
                <a:uFillTx/>
                <a:latin typeface="Aptos"/>
                <a:ea typeface="+mn-ea"/>
                <a:cs typeface="+mn-cs"/>
              </a:rPr>
              <a:t> </a:t>
            </a:r>
          </a:p>
        </p:txBody>
      </p:sp>
      <p:sp>
        <p:nvSpPr>
          <p:cNvPr id="4" name="Rectangle 1: Rounded Corners 4">
            <a:extLst>
              <a:ext uri="{FF2B5EF4-FFF2-40B4-BE49-F238E27FC236}">
                <a16:creationId xmlns:a16="http://schemas.microsoft.com/office/drawing/2014/main" id="{3E004E1E-1B1E-9886-2985-3C7B030AF083}"/>
              </a:ext>
              <a:ext uri="{C183D7F6-B498-43B3-948B-1728B52AA6E4}">
                <adec:decorative xmlns:adec="http://schemas.microsoft.com/office/drawing/2017/decorative" val="1"/>
              </a:ext>
            </a:extLst>
          </p:cNvPr>
          <p:cNvSpPr>
            <a:spLocks/>
          </p:cNvSpPr>
          <p:nvPr/>
        </p:nvSpPr>
        <p:spPr>
          <a:xfrm>
            <a:off x="423984" y="2181724"/>
            <a:ext cx="2727692" cy="3855794"/>
          </a:xfrm>
          <a:prstGeom prst="roundRect">
            <a:avLst>
              <a:gd name="adj" fmla="val 4754"/>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fr-FR" sz="2000">
              <a:solidFill>
                <a:schemeClr val="bg2"/>
              </a:solidFill>
              <a:ea typeface="+mj-ea"/>
              <a:cs typeface="+mj-cs"/>
            </a:endParaRPr>
          </a:p>
        </p:txBody>
      </p:sp>
      <p:pic>
        <p:nvPicPr>
          <p:cNvPr id="57" name="Arrow 1">
            <a:extLst>
              <a:ext uri="{FF2B5EF4-FFF2-40B4-BE49-F238E27FC236}">
                <a16:creationId xmlns:a16="http://schemas.microsoft.com/office/drawing/2014/main" id="{32E57CFE-B807-8F2A-15E5-11D17B0B549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41232" y="2445969"/>
            <a:ext cx="203991" cy="198424"/>
          </a:xfrm>
          <a:prstGeom prst="rect">
            <a:avLst/>
          </a:prstGeom>
        </p:spPr>
      </p:pic>
      <p:sp>
        <p:nvSpPr>
          <p:cNvPr id="8" name="TextBox 3">
            <a:extLst>
              <a:ext uri="{FF2B5EF4-FFF2-40B4-BE49-F238E27FC236}">
                <a16:creationId xmlns:a16="http://schemas.microsoft.com/office/drawing/2014/main" id="{127A9A04-5E18-8119-0D0A-01D79CAEB9E1}"/>
              </a:ext>
            </a:extLst>
          </p:cNvPr>
          <p:cNvSpPr txBox="1">
            <a:spLocks/>
          </p:cNvSpPr>
          <p:nvPr/>
        </p:nvSpPr>
        <p:spPr>
          <a:xfrm>
            <a:off x="825737" y="2422071"/>
            <a:ext cx="1534691" cy="246221"/>
          </a:xfrm>
          <a:prstGeom prst="rect">
            <a:avLst/>
          </a:prstGeom>
          <a:noFill/>
        </p:spPr>
        <p:txBody>
          <a:bodyPr wrap="square" lIns="0" tIns="0" rIns="0" bIns="0" rtlCol="0" anchor="b">
            <a:spAutoFit/>
          </a:bodyPr>
          <a:lstStyle/>
          <a:p>
            <a:pPr marL="0" lvl="0" defTabSz="914400" rtl="0" eaLnBrk="1" latinLnBrk="0" hangingPunct="1"/>
            <a:r>
              <a:rPr lang="fr-FR" sz="1600" i="0" kern="1200" cap="none" baseline="0">
                <a:solidFill>
                  <a:schemeClr val="bg2"/>
                </a:solidFill>
                <a:latin typeface="+mj-lt"/>
                <a:ea typeface="+mn-ea"/>
                <a:cs typeface="+mn-cs"/>
              </a:rPr>
              <a:t>Slide Master*</a:t>
            </a:r>
          </a:p>
        </p:txBody>
      </p:sp>
      <p:cxnSp>
        <p:nvCxnSpPr>
          <p:cNvPr id="10" name="Straight Connector 1">
            <a:extLst>
              <a:ext uri="{FF2B5EF4-FFF2-40B4-BE49-F238E27FC236}">
                <a16:creationId xmlns:a16="http://schemas.microsoft.com/office/drawing/2014/main" id="{93DD30EF-F538-02FD-EDB9-825656FD10C0}"/>
              </a:ext>
              <a:ext uri="{C183D7F6-B498-43B3-948B-1728B52AA6E4}">
                <adec:decorative xmlns:adec="http://schemas.microsoft.com/office/drawing/2017/decorative" val="1"/>
              </a:ext>
            </a:extLst>
          </p:cNvPr>
          <p:cNvCxnSpPr>
            <a:cxnSpLocks/>
          </p:cNvCxnSpPr>
          <p:nvPr/>
        </p:nvCxnSpPr>
        <p:spPr>
          <a:xfrm>
            <a:off x="541232" y="2758411"/>
            <a:ext cx="235436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6" name="TextBox 4">
            <a:extLst>
              <a:ext uri="{FF2B5EF4-FFF2-40B4-BE49-F238E27FC236}">
                <a16:creationId xmlns:a16="http://schemas.microsoft.com/office/drawing/2014/main" id="{EC5EC7FC-1950-94EA-5AC3-93D3812C41C1}"/>
              </a:ext>
            </a:extLst>
          </p:cNvPr>
          <p:cNvSpPr txBox="1">
            <a:spLocks/>
          </p:cNvSpPr>
          <p:nvPr/>
        </p:nvSpPr>
        <p:spPr>
          <a:xfrm>
            <a:off x="423860" y="2844843"/>
            <a:ext cx="2727595" cy="3104798"/>
          </a:xfrm>
          <a:prstGeom prst="rect">
            <a:avLst/>
          </a:prstGeom>
          <a:noFill/>
        </p:spPr>
        <p:txBody>
          <a:bodyPr wrap="square" lIns="108000" tIns="36000" rIns="108000" bIns="36000" rtlCol="0" anchor="t">
            <a:noAutofit/>
          </a:bodyPr>
          <a:lstStyle/>
          <a:p>
            <a:pPr marL="285750" indent="-285750">
              <a:spcAft>
                <a:spcPts val="1200"/>
              </a:spcAft>
              <a:buClr>
                <a:schemeClr val="bg2"/>
              </a:buClr>
              <a:buFont typeface="Arial" panose="020B0604020202020204" pitchFamily="34" charset="0"/>
              <a:buChar char="•"/>
            </a:pPr>
            <a:r>
              <a:rPr lang="fr-FR" sz="1200" err="1">
                <a:solidFill>
                  <a:schemeClr val="bg2"/>
                </a:solidFill>
              </a:rPr>
              <a:t>Make</a:t>
            </a:r>
            <a:r>
              <a:rPr lang="fr-FR" sz="1200">
                <a:solidFill>
                  <a:schemeClr val="bg2"/>
                </a:solidFill>
              </a:rPr>
              <a:t> maximum use of the </a:t>
            </a:r>
            <a:r>
              <a:rPr lang="fr-FR" sz="1200" err="1">
                <a:solidFill>
                  <a:schemeClr val="bg2"/>
                </a:solidFill>
              </a:rPr>
              <a:t>elements</a:t>
            </a:r>
            <a:r>
              <a:rPr lang="fr-FR" sz="1200">
                <a:solidFill>
                  <a:schemeClr val="bg2"/>
                </a:solidFill>
              </a:rPr>
              <a:t> </a:t>
            </a:r>
            <a:r>
              <a:rPr lang="fr-FR" sz="1200" err="1">
                <a:solidFill>
                  <a:schemeClr val="bg2"/>
                </a:solidFill>
              </a:rPr>
              <a:t>provided</a:t>
            </a:r>
            <a:r>
              <a:rPr lang="fr-FR" sz="1200">
                <a:solidFill>
                  <a:schemeClr val="bg2"/>
                </a:solidFill>
              </a:rPr>
              <a:t> by the Slide Master (</a:t>
            </a:r>
            <a:r>
              <a:rPr lang="fr-FR" sz="1200" err="1">
                <a:solidFill>
                  <a:schemeClr val="bg2"/>
                </a:solidFill>
              </a:rPr>
              <a:t>title</a:t>
            </a:r>
            <a:r>
              <a:rPr lang="fr-FR" sz="1200">
                <a:solidFill>
                  <a:schemeClr val="bg2"/>
                </a:solidFill>
              </a:rPr>
              <a:t> insert, </a:t>
            </a:r>
            <a:r>
              <a:rPr lang="fr-FR" sz="1200" err="1">
                <a:solidFill>
                  <a:schemeClr val="bg2"/>
                </a:solidFill>
              </a:rPr>
              <a:t>shapes</a:t>
            </a:r>
            <a:r>
              <a:rPr lang="fr-FR" sz="1200">
                <a:solidFill>
                  <a:schemeClr val="bg2"/>
                </a:solidFill>
              </a:rPr>
              <a:t>, fonts, </a:t>
            </a:r>
            <a:r>
              <a:rPr lang="fr-FR" sz="1200" err="1">
                <a:solidFill>
                  <a:schemeClr val="bg2"/>
                </a:solidFill>
              </a:rPr>
              <a:t>colours</a:t>
            </a:r>
            <a:r>
              <a:rPr lang="fr-FR" sz="1200">
                <a:solidFill>
                  <a:schemeClr val="bg2"/>
                </a:solidFill>
              </a:rPr>
              <a:t>)</a:t>
            </a:r>
          </a:p>
          <a:p>
            <a:pPr marL="285750" indent="-285750">
              <a:spcAft>
                <a:spcPts val="1200"/>
              </a:spcAft>
              <a:buClr>
                <a:schemeClr val="bg2"/>
              </a:buClr>
              <a:buFont typeface="Arial" panose="020B0604020202020204" pitchFamily="34" charset="0"/>
              <a:buChar char="•"/>
            </a:pPr>
            <a:r>
              <a:rPr lang="fr-FR" sz="1200" err="1">
                <a:solidFill>
                  <a:schemeClr val="bg2"/>
                </a:solidFill>
              </a:rPr>
              <a:t>Only</a:t>
            </a:r>
            <a:r>
              <a:rPr lang="fr-FR" sz="1200">
                <a:solidFill>
                  <a:schemeClr val="bg2"/>
                </a:solidFill>
              </a:rPr>
              <a:t> use one Slide Master per </a:t>
            </a:r>
            <a:r>
              <a:rPr lang="fr-FR" sz="1200" err="1">
                <a:solidFill>
                  <a:schemeClr val="bg2"/>
                </a:solidFill>
              </a:rPr>
              <a:t>presentation</a:t>
            </a:r>
            <a:r>
              <a:rPr lang="fr-FR" sz="1200">
                <a:solidFill>
                  <a:schemeClr val="bg2"/>
                </a:solidFill>
              </a:rPr>
              <a:t> (</a:t>
            </a:r>
            <a:r>
              <a:rPr lang="fr-FR" sz="1200" u="none">
                <a:solidFill>
                  <a:schemeClr val="bg2"/>
                </a:solidFill>
              </a:rPr>
              <a:t>do not import slides </a:t>
            </a:r>
            <a:r>
              <a:rPr lang="fr-FR" sz="1200" u="none" err="1">
                <a:solidFill>
                  <a:schemeClr val="bg2"/>
                </a:solidFill>
              </a:rPr>
              <a:t>from</a:t>
            </a:r>
            <a:r>
              <a:rPr lang="fr-FR" sz="1200" u="none">
                <a:solidFill>
                  <a:schemeClr val="bg2"/>
                </a:solidFill>
              </a:rPr>
              <a:t> </a:t>
            </a:r>
            <a:r>
              <a:rPr lang="fr-FR" sz="1200" u="none" err="1">
                <a:solidFill>
                  <a:schemeClr val="bg2"/>
                </a:solidFill>
              </a:rPr>
              <a:t>old</a:t>
            </a:r>
            <a:r>
              <a:rPr lang="fr-FR" sz="1200" u="none">
                <a:solidFill>
                  <a:schemeClr val="bg2"/>
                </a:solidFill>
              </a:rPr>
              <a:t> </a:t>
            </a:r>
            <a:r>
              <a:rPr lang="fr-FR" sz="1200" u="none" err="1">
                <a:solidFill>
                  <a:schemeClr val="bg2"/>
                </a:solidFill>
              </a:rPr>
              <a:t>templates</a:t>
            </a:r>
            <a:r>
              <a:rPr lang="fr-FR" sz="1200" u="none">
                <a:solidFill>
                  <a:schemeClr val="bg2"/>
                </a:solidFill>
              </a:rPr>
              <a:t>)</a:t>
            </a:r>
          </a:p>
          <a:p>
            <a:pPr marL="285750" indent="-285750">
              <a:spcAft>
                <a:spcPts val="1200"/>
              </a:spcAft>
              <a:buClr>
                <a:schemeClr val="bg2"/>
              </a:buClr>
              <a:buFont typeface="Arial" panose="020B0604020202020204" pitchFamily="34" charset="0"/>
              <a:buChar char="•"/>
            </a:pPr>
            <a:r>
              <a:rPr lang="fr-FR" sz="1200">
                <a:solidFill>
                  <a:schemeClr val="bg2"/>
                </a:solidFill>
              </a:rPr>
              <a:t>Set document </a:t>
            </a:r>
            <a:r>
              <a:rPr lang="fr-FR" sz="1200" err="1">
                <a:solidFill>
                  <a:schemeClr val="bg2"/>
                </a:solidFill>
              </a:rPr>
              <a:t>language</a:t>
            </a:r>
            <a:r>
              <a:rPr lang="fr-FR" sz="1200">
                <a:solidFill>
                  <a:schemeClr val="bg2"/>
                </a:solidFill>
              </a:rPr>
              <a:t> </a:t>
            </a:r>
            <a:r>
              <a:rPr lang="fr-FR" sz="1200" err="1">
                <a:solidFill>
                  <a:schemeClr val="bg2"/>
                </a:solidFill>
              </a:rPr>
              <a:t>according</a:t>
            </a:r>
            <a:r>
              <a:rPr lang="fr-FR" sz="1200">
                <a:solidFill>
                  <a:schemeClr val="bg2"/>
                </a:solidFill>
              </a:rPr>
              <a:t> to content </a:t>
            </a:r>
            <a:r>
              <a:rPr lang="fr-FR" sz="1200" err="1">
                <a:solidFill>
                  <a:schemeClr val="bg2"/>
                </a:solidFill>
              </a:rPr>
              <a:t>language</a:t>
            </a:r>
            <a:endParaRPr lang="fr-FR" sz="1200">
              <a:solidFill>
                <a:schemeClr val="bg2"/>
              </a:solidFill>
            </a:endParaRPr>
          </a:p>
          <a:p>
            <a:pPr marL="0" indent="0">
              <a:spcAft>
                <a:spcPts val="1200"/>
              </a:spcAft>
              <a:buClr>
                <a:schemeClr val="bg2"/>
              </a:buClr>
              <a:buFont typeface="Arial" panose="020B0604020202020204" pitchFamily="34" charset="0"/>
              <a:buNone/>
            </a:pPr>
            <a:r>
              <a:rPr lang="fr-FR" sz="1200" i="1">
                <a:solidFill>
                  <a:schemeClr val="bg2"/>
                </a:solidFill>
              </a:rPr>
              <a:t>*Slide Master (accessible via the "</a:t>
            </a:r>
            <a:r>
              <a:rPr lang="fr-FR" sz="1200" i="1" err="1">
                <a:solidFill>
                  <a:schemeClr val="bg2"/>
                </a:solidFill>
              </a:rPr>
              <a:t>View</a:t>
            </a:r>
            <a:r>
              <a:rPr lang="fr-FR" sz="1200" i="1">
                <a:solidFill>
                  <a:schemeClr val="bg2"/>
                </a:solidFill>
              </a:rPr>
              <a:t>" tab) </a:t>
            </a:r>
            <a:r>
              <a:rPr lang="fr-FR" sz="1200" i="1" err="1">
                <a:solidFill>
                  <a:schemeClr val="bg2"/>
                </a:solidFill>
              </a:rPr>
              <a:t>controls</a:t>
            </a:r>
            <a:r>
              <a:rPr lang="fr-FR" sz="1200" i="1">
                <a:solidFill>
                  <a:schemeClr val="bg2"/>
                </a:solidFill>
              </a:rPr>
              <a:t> the </a:t>
            </a:r>
            <a:r>
              <a:rPr lang="fr-FR" sz="1200" i="1" err="1">
                <a:solidFill>
                  <a:schemeClr val="bg2"/>
                </a:solidFill>
              </a:rPr>
              <a:t>appearance</a:t>
            </a:r>
            <a:r>
              <a:rPr lang="fr-FR" sz="1200" i="1">
                <a:solidFill>
                  <a:schemeClr val="bg2"/>
                </a:solidFill>
              </a:rPr>
              <a:t> of </a:t>
            </a:r>
            <a:r>
              <a:rPr lang="fr-FR" sz="1200" i="1" err="1">
                <a:solidFill>
                  <a:schemeClr val="bg2"/>
                </a:solidFill>
              </a:rPr>
              <a:t>your</a:t>
            </a:r>
            <a:r>
              <a:rPr lang="fr-FR" sz="1200" i="1">
                <a:solidFill>
                  <a:schemeClr val="bg2"/>
                </a:solidFill>
              </a:rPr>
              <a:t> </a:t>
            </a:r>
            <a:r>
              <a:rPr lang="fr-FR" sz="1200" i="1" err="1">
                <a:solidFill>
                  <a:schemeClr val="bg2"/>
                </a:solidFill>
              </a:rPr>
              <a:t>presentation</a:t>
            </a:r>
            <a:r>
              <a:rPr lang="fr-FR" sz="1200" i="1">
                <a:solidFill>
                  <a:schemeClr val="bg2"/>
                </a:solidFill>
              </a:rPr>
              <a:t> (background, fonts, etc.)</a:t>
            </a:r>
            <a:endParaRPr lang="fr-FR" sz="1400" i="1">
              <a:solidFill>
                <a:schemeClr val="bg2"/>
              </a:solidFill>
              <a:highlight>
                <a:srgbClr val="FFFF00"/>
              </a:highlight>
            </a:endParaRPr>
          </a:p>
          <a:p>
            <a:pPr marL="285750" indent="-285750">
              <a:spcAft>
                <a:spcPts val="1200"/>
              </a:spcAft>
              <a:buClr>
                <a:schemeClr val="bg2"/>
              </a:buClr>
              <a:buFont typeface="Arial" panose="020B0604020202020204" pitchFamily="34" charset="0"/>
              <a:buChar char="•"/>
            </a:pPr>
            <a:endParaRPr lang="fr-FR" sz="1600">
              <a:solidFill>
                <a:schemeClr val="bg2"/>
              </a:solidFill>
            </a:endParaRPr>
          </a:p>
        </p:txBody>
      </p:sp>
      <p:sp>
        <p:nvSpPr>
          <p:cNvPr id="15" name="Rectangle 2: Rounded Corners 5">
            <a:extLst>
              <a:ext uri="{FF2B5EF4-FFF2-40B4-BE49-F238E27FC236}">
                <a16:creationId xmlns:a16="http://schemas.microsoft.com/office/drawing/2014/main" id="{C8A12AF9-3E0F-5FD5-F60B-6450B6DDD114}"/>
              </a:ext>
              <a:ext uri="{C183D7F6-B498-43B3-948B-1728B52AA6E4}">
                <adec:decorative xmlns:adec="http://schemas.microsoft.com/office/drawing/2017/decorative" val="1"/>
              </a:ext>
            </a:extLst>
          </p:cNvPr>
          <p:cNvSpPr>
            <a:spLocks/>
          </p:cNvSpPr>
          <p:nvPr/>
        </p:nvSpPr>
        <p:spPr>
          <a:xfrm>
            <a:off x="3295676" y="2181724"/>
            <a:ext cx="2727692" cy="3855794"/>
          </a:xfrm>
          <a:prstGeom prst="roundRect">
            <a:avLst>
              <a:gd name="adj" fmla="val 4754"/>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fr-FR" sz="2000">
              <a:solidFill>
                <a:schemeClr val="bg2"/>
              </a:solidFill>
              <a:ea typeface="+mj-ea"/>
              <a:cs typeface="+mj-cs"/>
            </a:endParaRPr>
          </a:p>
        </p:txBody>
      </p:sp>
      <p:pic>
        <p:nvPicPr>
          <p:cNvPr id="9" name="Arrow 2">
            <a:extLst>
              <a:ext uri="{FF2B5EF4-FFF2-40B4-BE49-F238E27FC236}">
                <a16:creationId xmlns:a16="http://schemas.microsoft.com/office/drawing/2014/main" id="{F5B28334-A109-8EB6-02C0-44E89E092DD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61509" y="2445969"/>
            <a:ext cx="203991" cy="198424"/>
          </a:xfrm>
          <a:prstGeom prst="rect">
            <a:avLst/>
          </a:prstGeom>
        </p:spPr>
      </p:pic>
      <p:sp>
        <p:nvSpPr>
          <p:cNvPr id="18" name="TextBox 5">
            <a:extLst>
              <a:ext uri="{FF2B5EF4-FFF2-40B4-BE49-F238E27FC236}">
                <a16:creationId xmlns:a16="http://schemas.microsoft.com/office/drawing/2014/main" id="{41FD1FE6-0608-CE8C-A727-4B926585042C}"/>
              </a:ext>
            </a:extLst>
          </p:cNvPr>
          <p:cNvSpPr txBox="1">
            <a:spLocks/>
          </p:cNvSpPr>
          <p:nvPr/>
        </p:nvSpPr>
        <p:spPr>
          <a:xfrm>
            <a:off x="3747279" y="2422071"/>
            <a:ext cx="1501216" cy="246221"/>
          </a:xfrm>
          <a:prstGeom prst="rect">
            <a:avLst/>
          </a:prstGeom>
          <a:noFill/>
        </p:spPr>
        <p:txBody>
          <a:bodyPr wrap="square" lIns="0" tIns="0" rIns="0" bIns="0" rtlCol="0" anchor="b">
            <a:spAutoFit/>
          </a:bodyPr>
          <a:lstStyle/>
          <a:p>
            <a:pPr marL="0" lvl="0" defTabSz="914400" rtl="0" eaLnBrk="1" latinLnBrk="0" hangingPunct="1"/>
            <a:r>
              <a:rPr lang="fr-FR" sz="1600" i="0" kern="1200" cap="none" baseline="0" err="1">
                <a:solidFill>
                  <a:schemeClr val="bg2"/>
                </a:solidFill>
                <a:latin typeface="+mj-lt"/>
                <a:ea typeface="+mn-ea"/>
                <a:cs typeface="+mn-cs"/>
              </a:rPr>
              <a:t>Visuals</a:t>
            </a:r>
            <a:endParaRPr lang="fr-FR" sz="1600" i="0" kern="1200" cap="none" baseline="0">
              <a:solidFill>
                <a:schemeClr val="bg2"/>
              </a:solidFill>
              <a:latin typeface="+mj-lt"/>
              <a:ea typeface="+mn-ea"/>
              <a:cs typeface="+mn-cs"/>
            </a:endParaRPr>
          </a:p>
        </p:txBody>
      </p:sp>
      <p:cxnSp>
        <p:nvCxnSpPr>
          <p:cNvPr id="5" name="Straight Connector 2">
            <a:extLst>
              <a:ext uri="{FF2B5EF4-FFF2-40B4-BE49-F238E27FC236}">
                <a16:creationId xmlns:a16="http://schemas.microsoft.com/office/drawing/2014/main" id="{EEEBBC05-48CB-E11B-343C-4F3C70A585A2}"/>
              </a:ext>
              <a:ext uri="{C183D7F6-B498-43B3-948B-1728B52AA6E4}">
                <adec:decorative xmlns:adec="http://schemas.microsoft.com/office/drawing/2017/decorative" val="1"/>
              </a:ext>
            </a:extLst>
          </p:cNvPr>
          <p:cNvCxnSpPr>
            <a:cxnSpLocks/>
          </p:cNvCxnSpPr>
          <p:nvPr userDrawn="1"/>
        </p:nvCxnSpPr>
        <p:spPr>
          <a:xfrm>
            <a:off x="3461509" y="2758411"/>
            <a:ext cx="235436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Box 6">
            <a:extLst>
              <a:ext uri="{FF2B5EF4-FFF2-40B4-BE49-F238E27FC236}">
                <a16:creationId xmlns:a16="http://schemas.microsoft.com/office/drawing/2014/main" id="{02590D9C-F951-5F9E-3488-A09E98058955}"/>
              </a:ext>
            </a:extLst>
          </p:cNvPr>
          <p:cNvSpPr txBox="1">
            <a:spLocks/>
          </p:cNvSpPr>
          <p:nvPr/>
        </p:nvSpPr>
        <p:spPr>
          <a:xfrm>
            <a:off x="3294290" y="2908639"/>
            <a:ext cx="2729077" cy="2902780"/>
          </a:xfrm>
          <a:prstGeom prst="rect">
            <a:avLst/>
          </a:prstGeom>
          <a:noFill/>
        </p:spPr>
        <p:txBody>
          <a:bodyPr wrap="square" lIns="108000" tIns="36000" rIns="108000" bIns="36000" rtlCol="0" anchor="t">
            <a:noAutofit/>
          </a:bodyPr>
          <a:lstStyle/>
          <a:p>
            <a:pPr marL="285750" indent="-285750">
              <a:spcAft>
                <a:spcPts val="1200"/>
              </a:spcAft>
              <a:buClr>
                <a:schemeClr val="bg2"/>
              </a:buClr>
              <a:buFont typeface="Arial" panose="020B0604020202020204" pitchFamily="34" charset="0"/>
              <a:buChar char="•"/>
            </a:pPr>
            <a:r>
              <a:rPr lang="fr-FR" sz="1200" u="none" err="1">
                <a:solidFill>
                  <a:schemeClr val="bg2"/>
                </a:solidFill>
              </a:rPr>
              <a:t>Include</a:t>
            </a:r>
            <a:r>
              <a:rPr lang="fr-FR" sz="1200" u="none">
                <a:solidFill>
                  <a:schemeClr val="bg2"/>
                </a:solidFill>
              </a:rPr>
              <a:t> an "Alt </a:t>
            </a:r>
            <a:r>
              <a:rPr lang="fr-FR" sz="1200" u="none" err="1">
                <a:solidFill>
                  <a:schemeClr val="bg2"/>
                </a:solidFill>
              </a:rPr>
              <a:t>Text</a:t>
            </a:r>
            <a:r>
              <a:rPr lang="fr-FR" sz="1200" u="none">
                <a:solidFill>
                  <a:schemeClr val="bg2"/>
                </a:solidFill>
              </a:rPr>
              <a:t>“* </a:t>
            </a:r>
            <a:r>
              <a:rPr lang="fr-FR" sz="1200" u="none" err="1">
                <a:solidFill>
                  <a:schemeClr val="bg2"/>
                </a:solidFill>
              </a:rPr>
              <a:t>when</a:t>
            </a:r>
            <a:r>
              <a:rPr lang="fr-FR" sz="1200" u="none">
                <a:solidFill>
                  <a:schemeClr val="bg2"/>
                </a:solidFill>
              </a:rPr>
              <a:t> a </a:t>
            </a:r>
            <a:r>
              <a:rPr lang="fr-FR" sz="1200" u="none" err="1">
                <a:solidFill>
                  <a:schemeClr val="bg2"/>
                </a:solidFill>
              </a:rPr>
              <a:t>visual</a:t>
            </a:r>
            <a:r>
              <a:rPr lang="fr-FR" sz="1200" u="none">
                <a:solidFill>
                  <a:schemeClr val="bg2"/>
                </a:solidFill>
              </a:rPr>
              <a:t> has a </a:t>
            </a:r>
            <a:r>
              <a:rPr lang="fr-FR" sz="1200" u="none" err="1">
                <a:solidFill>
                  <a:schemeClr val="bg2"/>
                </a:solidFill>
              </a:rPr>
              <a:t>meaning</a:t>
            </a:r>
            <a:r>
              <a:rPr lang="fr-FR" sz="1200" u="none">
                <a:solidFill>
                  <a:schemeClr val="bg2"/>
                </a:solidFill>
              </a:rPr>
              <a:t>, </a:t>
            </a:r>
            <a:r>
              <a:rPr lang="fr-FR" sz="1200" u="none" err="1">
                <a:solidFill>
                  <a:schemeClr val="bg2"/>
                </a:solidFill>
              </a:rPr>
              <a:t>otherwise</a:t>
            </a:r>
            <a:r>
              <a:rPr lang="fr-FR" sz="1200" u="none">
                <a:solidFill>
                  <a:schemeClr val="bg2"/>
                </a:solidFill>
              </a:rPr>
              <a:t> mark </a:t>
            </a:r>
            <a:r>
              <a:rPr lang="fr-FR" sz="1200" u="none" err="1">
                <a:solidFill>
                  <a:schemeClr val="bg2"/>
                </a:solidFill>
              </a:rPr>
              <a:t>it</a:t>
            </a:r>
            <a:r>
              <a:rPr lang="fr-FR" sz="1200" u="none">
                <a:solidFill>
                  <a:schemeClr val="bg2"/>
                </a:solidFill>
              </a:rPr>
              <a:t> as "</a:t>
            </a:r>
            <a:r>
              <a:rPr lang="fr-FR" sz="1200" u="none" err="1">
                <a:solidFill>
                  <a:schemeClr val="bg2"/>
                </a:solidFill>
              </a:rPr>
              <a:t>decorative</a:t>
            </a:r>
            <a:r>
              <a:rPr lang="fr-FR" sz="1200" u="none">
                <a:solidFill>
                  <a:schemeClr val="bg2"/>
                </a:solidFill>
              </a:rPr>
              <a:t>"</a:t>
            </a:r>
          </a:p>
          <a:p>
            <a:pPr marL="0" indent="0">
              <a:spcAft>
                <a:spcPts val="1200"/>
              </a:spcAft>
              <a:buClr>
                <a:schemeClr val="bg2"/>
              </a:buClr>
              <a:buFont typeface="Arial" panose="020B0604020202020204" pitchFamily="34" charset="0"/>
              <a:buNone/>
            </a:pPr>
            <a:r>
              <a:rPr lang="fr-FR" sz="1200" i="1" u="none">
                <a:solidFill>
                  <a:schemeClr val="bg2"/>
                </a:solidFill>
              </a:rPr>
              <a:t>*The Alt </a:t>
            </a:r>
            <a:r>
              <a:rPr lang="fr-FR" sz="1200" i="1" u="none" err="1">
                <a:solidFill>
                  <a:schemeClr val="bg2"/>
                </a:solidFill>
              </a:rPr>
              <a:t>Text</a:t>
            </a:r>
            <a:r>
              <a:rPr lang="fr-FR" sz="1200" i="1" u="none">
                <a:solidFill>
                  <a:schemeClr val="bg2"/>
                </a:solidFill>
              </a:rPr>
              <a:t> </a:t>
            </a:r>
            <a:r>
              <a:rPr lang="fr-FR" sz="1200" i="1">
                <a:solidFill>
                  <a:schemeClr val="bg2"/>
                </a:solidFill>
              </a:rPr>
              <a:t>(≠ </a:t>
            </a:r>
            <a:r>
              <a:rPr lang="fr-FR" sz="1200" i="1" err="1">
                <a:solidFill>
                  <a:schemeClr val="bg2"/>
                </a:solidFill>
              </a:rPr>
              <a:t>from</a:t>
            </a:r>
            <a:r>
              <a:rPr lang="fr-FR" sz="1200" i="1">
                <a:solidFill>
                  <a:schemeClr val="bg2"/>
                </a:solidFill>
              </a:rPr>
              <a:t> a simple </a:t>
            </a:r>
            <a:r>
              <a:rPr lang="fr-FR" sz="1200" i="1" err="1">
                <a:solidFill>
                  <a:schemeClr val="bg2"/>
                </a:solidFill>
              </a:rPr>
              <a:t>literal</a:t>
            </a:r>
            <a:r>
              <a:rPr lang="fr-FR" sz="1200" i="1">
                <a:solidFill>
                  <a:schemeClr val="bg2"/>
                </a:solidFill>
              </a:rPr>
              <a:t> description) enables a blind or </a:t>
            </a:r>
            <a:r>
              <a:rPr lang="fr-FR" sz="1200" i="1" err="1">
                <a:solidFill>
                  <a:schemeClr val="bg2"/>
                </a:solidFill>
              </a:rPr>
              <a:t>partially-sighted</a:t>
            </a:r>
            <a:r>
              <a:rPr lang="fr-FR" sz="1200" i="1">
                <a:solidFill>
                  <a:schemeClr val="bg2"/>
                </a:solidFill>
              </a:rPr>
              <a:t> </a:t>
            </a:r>
            <a:r>
              <a:rPr lang="fr-FR" sz="1200" i="1" err="1">
                <a:solidFill>
                  <a:schemeClr val="bg2"/>
                </a:solidFill>
              </a:rPr>
              <a:t>person</a:t>
            </a:r>
            <a:r>
              <a:rPr lang="fr-FR" sz="1200" i="1">
                <a:solidFill>
                  <a:schemeClr val="bg2"/>
                </a:solidFill>
              </a:rPr>
              <a:t> to </a:t>
            </a:r>
            <a:r>
              <a:rPr lang="fr-FR" sz="1200" i="1" err="1">
                <a:solidFill>
                  <a:schemeClr val="bg2"/>
                </a:solidFill>
              </a:rPr>
              <a:t>understand</a:t>
            </a:r>
            <a:r>
              <a:rPr lang="fr-FR" sz="1200" i="1">
                <a:solidFill>
                  <a:schemeClr val="bg2"/>
                </a:solidFill>
              </a:rPr>
              <a:t> the </a:t>
            </a:r>
            <a:r>
              <a:rPr lang="fr-FR" sz="1200" i="1" err="1">
                <a:solidFill>
                  <a:schemeClr val="bg2"/>
                </a:solidFill>
              </a:rPr>
              <a:t>meaning</a:t>
            </a:r>
            <a:r>
              <a:rPr lang="fr-FR" sz="1200" i="1">
                <a:solidFill>
                  <a:schemeClr val="bg2"/>
                </a:solidFill>
              </a:rPr>
              <a:t> of the image </a:t>
            </a:r>
            <a:r>
              <a:rPr lang="fr-FR" sz="1200" i="1" err="1">
                <a:solidFill>
                  <a:schemeClr val="bg2"/>
                </a:solidFill>
              </a:rPr>
              <a:t>when</a:t>
            </a:r>
            <a:r>
              <a:rPr lang="fr-FR" sz="1200" i="1">
                <a:solidFill>
                  <a:schemeClr val="bg2"/>
                </a:solidFill>
              </a:rPr>
              <a:t> </a:t>
            </a:r>
            <a:r>
              <a:rPr lang="fr-FR" sz="1200" i="1" err="1">
                <a:solidFill>
                  <a:schemeClr val="bg2"/>
                </a:solidFill>
              </a:rPr>
              <a:t>playing</a:t>
            </a:r>
            <a:r>
              <a:rPr lang="fr-FR" sz="1200" i="1">
                <a:solidFill>
                  <a:schemeClr val="bg2"/>
                </a:solidFill>
              </a:rPr>
              <a:t> back the </a:t>
            </a:r>
            <a:r>
              <a:rPr lang="fr-FR" sz="1200" i="1" err="1">
                <a:solidFill>
                  <a:schemeClr val="bg2"/>
                </a:solidFill>
              </a:rPr>
              <a:t>presentation</a:t>
            </a:r>
            <a:endParaRPr lang="fr-FR" sz="1200" i="1">
              <a:solidFill>
                <a:schemeClr val="bg2"/>
              </a:solidFill>
            </a:endParaRPr>
          </a:p>
          <a:p>
            <a:pPr marL="0" indent="0">
              <a:spcAft>
                <a:spcPts val="1200"/>
              </a:spcAft>
              <a:buClr>
                <a:schemeClr val="bg2"/>
              </a:buClr>
              <a:buFont typeface="Arial" panose="020B0604020202020204" pitchFamily="34" charset="0"/>
              <a:buNone/>
            </a:pPr>
            <a:r>
              <a:rPr lang="fr-FR" sz="1200" b="0" i="1" u="none">
                <a:solidFill>
                  <a:schemeClr val="bg2"/>
                </a:solidFill>
                <a:latin typeface="+mn-lt"/>
              </a:rPr>
              <a:t>Right-click the </a:t>
            </a:r>
            <a:r>
              <a:rPr lang="fr-FR" sz="1200" b="0" i="1" u="none" err="1">
                <a:solidFill>
                  <a:schemeClr val="bg2"/>
                </a:solidFill>
                <a:latin typeface="+mn-lt"/>
              </a:rPr>
              <a:t>object</a:t>
            </a:r>
            <a:r>
              <a:rPr lang="fr-FR" sz="1200" b="0" i="1" u="none">
                <a:solidFill>
                  <a:schemeClr val="bg2"/>
                </a:solidFill>
                <a:latin typeface="+mn-lt"/>
              </a:rPr>
              <a:t> and select “Edit Alt </a:t>
            </a:r>
            <a:r>
              <a:rPr lang="fr-FR" sz="1200" b="0" i="1" u="none" err="1">
                <a:solidFill>
                  <a:schemeClr val="bg2"/>
                </a:solidFill>
                <a:latin typeface="+mn-lt"/>
              </a:rPr>
              <a:t>Text</a:t>
            </a:r>
            <a:r>
              <a:rPr lang="fr-FR" sz="1200" b="0" i="1" u="none">
                <a:solidFill>
                  <a:schemeClr val="bg2"/>
                </a:solidFill>
                <a:latin typeface="+mn-lt"/>
              </a:rPr>
              <a:t>”, select the format menu for the </a:t>
            </a:r>
            <a:r>
              <a:rPr lang="fr-FR" sz="1200" b="0" i="1" u="none" err="1">
                <a:solidFill>
                  <a:schemeClr val="bg2"/>
                </a:solidFill>
                <a:latin typeface="+mn-lt"/>
              </a:rPr>
              <a:t>object</a:t>
            </a:r>
            <a:r>
              <a:rPr lang="fr-FR" sz="1200" b="0" i="1" u="none">
                <a:solidFill>
                  <a:schemeClr val="bg2"/>
                </a:solidFill>
                <a:latin typeface="+mn-lt"/>
              </a:rPr>
              <a:t> and </a:t>
            </a:r>
            <a:r>
              <a:rPr lang="fr-FR" sz="1200" b="0" i="1" u="none" err="1">
                <a:solidFill>
                  <a:schemeClr val="bg2"/>
                </a:solidFill>
                <a:latin typeface="+mn-lt"/>
              </a:rPr>
              <a:t>then</a:t>
            </a:r>
            <a:r>
              <a:rPr lang="fr-FR" sz="1200" b="0" i="1" u="none">
                <a:solidFill>
                  <a:schemeClr val="bg2"/>
                </a:solidFill>
                <a:latin typeface="+mn-lt"/>
              </a:rPr>
              <a:t> select “Alt </a:t>
            </a:r>
            <a:r>
              <a:rPr lang="fr-FR" sz="1200" b="0" i="1" u="none" err="1">
                <a:solidFill>
                  <a:schemeClr val="bg2"/>
                </a:solidFill>
                <a:latin typeface="+mn-lt"/>
              </a:rPr>
              <a:t>text</a:t>
            </a:r>
            <a:r>
              <a:rPr lang="fr-FR" sz="1200" b="0" i="1" u="none">
                <a:solidFill>
                  <a:schemeClr val="bg2"/>
                </a:solidFill>
                <a:latin typeface="+mn-lt"/>
              </a:rPr>
              <a:t>”</a:t>
            </a:r>
          </a:p>
        </p:txBody>
      </p:sp>
      <p:sp>
        <p:nvSpPr>
          <p:cNvPr id="32" name="Rectangle 3: Rounded Corners 7">
            <a:extLst>
              <a:ext uri="{FF2B5EF4-FFF2-40B4-BE49-F238E27FC236}">
                <a16:creationId xmlns:a16="http://schemas.microsoft.com/office/drawing/2014/main" id="{D1CA99AC-D120-1EDA-EB6A-D0935A651E6E}"/>
              </a:ext>
              <a:ext uri="{C183D7F6-B498-43B3-948B-1728B52AA6E4}">
                <adec:decorative xmlns:adec="http://schemas.microsoft.com/office/drawing/2017/decorative" val="1"/>
              </a:ext>
            </a:extLst>
          </p:cNvPr>
          <p:cNvSpPr>
            <a:spLocks/>
          </p:cNvSpPr>
          <p:nvPr/>
        </p:nvSpPr>
        <p:spPr>
          <a:xfrm>
            <a:off x="6167369" y="2181724"/>
            <a:ext cx="2727692" cy="3855794"/>
          </a:xfrm>
          <a:prstGeom prst="roundRect">
            <a:avLst>
              <a:gd name="adj" fmla="val 4754"/>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fr-FR" sz="2000">
              <a:solidFill>
                <a:schemeClr val="bg2"/>
              </a:solidFill>
              <a:ea typeface="+mj-ea"/>
              <a:cs typeface="+mj-cs"/>
            </a:endParaRPr>
          </a:p>
        </p:txBody>
      </p:sp>
      <p:pic>
        <p:nvPicPr>
          <p:cNvPr id="13" name="Arrow 3">
            <a:extLst>
              <a:ext uri="{FF2B5EF4-FFF2-40B4-BE49-F238E27FC236}">
                <a16:creationId xmlns:a16="http://schemas.microsoft.com/office/drawing/2014/main" id="{88576C1B-B6ED-0530-184C-5B9EE8B81DB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355169" y="2445969"/>
            <a:ext cx="203991" cy="198424"/>
          </a:xfrm>
          <a:prstGeom prst="rect">
            <a:avLst/>
          </a:prstGeom>
        </p:spPr>
      </p:pic>
      <p:sp>
        <p:nvSpPr>
          <p:cNvPr id="36" name="TextBox 7">
            <a:extLst>
              <a:ext uri="{FF2B5EF4-FFF2-40B4-BE49-F238E27FC236}">
                <a16:creationId xmlns:a16="http://schemas.microsoft.com/office/drawing/2014/main" id="{6D3EE35C-80CA-DFCF-6072-EC84C1747900}"/>
              </a:ext>
            </a:extLst>
          </p:cNvPr>
          <p:cNvSpPr txBox="1">
            <a:spLocks/>
          </p:cNvSpPr>
          <p:nvPr/>
        </p:nvSpPr>
        <p:spPr>
          <a:xfrm>
            <a:off x="6658094" y="2422071"/>
            <a:ext cx="1673455" cy="246221"/>
          </a:xfrm>
          <a:prstGeom prst="rect">
            <a:avLst/>
          </a:prstGeom>
          <a:noFill/>
        </p:spPr>
        <p:txBody>
          <a:bodyPr wrap="square" lIns="0" tIns="0" rIns="0" bIns="0" rtlCol="0" anchor="b">
            <a:spAutoFit/>
          </a:bodyPr>
          <a:lstStyle/>
          <a:p>
            <a:pPr marL="0" lvl="0" defTabSz="914400" rtl="0" eaLnBrk="1" latinLnBrk="0" hangingPunct="1"/>
            <a:r>
              <a:rPr lang="fr-FR" sz="1600" i="0" kern="1200" cap="none" baseline="0">
                <a:solidFill>
                  <a:schemeClr val="bg2"/>
                </a:solidFill>
                <a:latin typeface="+mj-lt"/>
                <a:ea typeface="+mn-ea"/>
                <a:cs typeface="+mn-cs"/>
              </a:rPr>
              <a:t>Fonts and </a:t>
            </a:r>
            <a:r>
              <a:rPr lang="fr-FR" sz="1600" i="0" kern="1200" cap="none" baseline="0" err="1">
                <a:solidFill>
                  <a:schemeClr val="bg2"/>
                </a:solidFill>
                <a:latin typeface="+mj-lt"/>
                <a:ea typeface="+mn-ea"/>
                <a:cs typeface="+mn-cs"/>
              </a:rPr>
              <a:t>text</a:t>
            </a:r>
            <a:endParaRPr lang="fr-FR" sz="1600" i="0" kern="1200" cap="none" baseline="0">
              <a:solidFill>
                <a:schemeClr val="bg2"/>
              </a:solidFill>
              <a:latin typeface="+mj-lt"/>
              <a:ea typeface="+mn-ea"/>
              <a:cs typeface="+mn-cs"/>
            </a:endParaRPr>
          </a:p>
        </p:txBody>
      </p:sp>
      <p:cxnSp>
        <p:nvCxnSpPr>
          <p:cNvPr id="11" name="Straight Connector 3">
            <a:extLst>
              <a:ext uri="{FF2B5EF4-FFF2-40B4-BE49-F238E27FC236}">
                <a16:creationId xmlns:a16="http://schemas.microsoft.com/office/drawing/2014/main" id="{D2763EEF-C370-AC16-0D77-4D24F22FD638}"/>
              </a:ext>
              <a:ext uri="{C183D7F6-B498-43B3-948B-1728B52AA6E4}">
                <adec:decorative xmlns:adec="http://schemas.microsoft.com/office/drawing/2017/decorative" val="1"/>
              </a:ext>
            </a:extLst>
          </p:cNvPr>
          <p:cNvCxnSpPr>
            <a:cxnSpLocks/>
          </p:cNvCxnSpPr>
          <p:nvPr userDrawn="1"/>
        </p:nvCxnSpPr>
        <p:spPr>
          <a:xfrm>
            <a:off x="6355169" y="2758411"/>
            <a:ext cx="235436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3" name="TextBox 8">
            <a:extLst>
              <a:ext uri="{FF2B5EF4-FFF2-40B4-BE49-F238E27FC236}">
                <a16:creationId xmlns:a16="http://schemas.microsoft.com/office/drawing/2014/main" id="{EB1216A2-DEAC-C074-30C8-40375AC5A0F4}"/>
              </a:ext>
            </a:extLst>
          </p:cNvPr>
          <p:cNvSpPr txBox="1">
            <a:spLocks/>
          </p:cNvSpPr>
          <p:nvPr/>
        </p:nvSpPr>
        <p:spPr>
          <a:xfrm>
            <a:off x="6165981" y="2878701"/>
            <a:ext cx="2729080" cy="1731238"/>
          </a:xfrm>
          <a:prstGeom prst="rect">
            <a:avLst/>
          </a:prstGeom>
          <a:noFill/>
        </p:spPr>
        <p:txBody>
          <a:bodyPr wrap="square" lIns="108000" tIns="36000" rIns="108000" bIns="36000" rtlCol="0" anchor="t">
            <a:noAutofit/>
          </a:bodyPr>
          <a:lstStyle/>
          <a:p>
            <a:pPr marL="285750" indent="-285750">
              <a:spcAft>
                <a:spcPts val="1200"/>
              </a:spcAft>
              <a:buClr>
                <a:schemeClr val="bg2"/>
              </a:buClr>
              <a:buFont typeface="Arial" panose="020B0604020202020204" pitchFamily="34" charset="0"/>
              <a:buChar char="•"/>
            </a:pPr>
            <a:r>
              <a:rPr lang="fr-FR" sz="1200">
                <a:solidFill>
                  <a:schemeClr val="bg2"/>
                </a:solidFill>
              </a:rPr>
              <a:t>Stick to the fonts and </a:t>
            </a:r>
            <a:r>
              <a:rPr lang="fr-FR" sz="1200" err="1">
                <a:solidFill>
                  <a:schemeClr val="bg2"/>
                </a:solidFill>
              </a:rPr>
              <a:t>colors</a:t>
            </a:r>
            <a:r>
              <a:rPr lang="fr-FR" sz="1200">
                <a:solidFill>
                  <a:schemeClr val="bg2"/>
                </a:solidFill>
              </a:rPr>
              <a:t> </a:t>
            </a:r>
            <a:r>
              <a:rPr lang="fr-FR" sz="1200" err="1">
                <a:solidFill>
                  <a:schemeClr val="bg2"/>
                </a:solidFill>
              </a:rPr>
              <a:t>suggested</a:t>
            </a:r>
            <a:r>
              <a:rPr lang="fr-FR" sz="1200">
                <a:solidFill>
                  <a:schemeClr val="bg2"/>
                </a:solidFill>
              </a:rPr>
              <a:t> in the Slide Master</a:t>
            </a:r>
          </a:p>
          <a:p>
            <a:pPr marL="285750" indent="-285750">
              <a:spcAft>
                <a:spcPts val="1200"/>
              </a:spcAft>
              <a:buClr>
                <a:schemeClr val="bg2"/>
              </a:buClr>
              <a:buFont typeface="Arial" panose="020B0604020202020204" pitchFamily="34" charset="0"/>
              <a:buChar char="•"/>
            </a:pPr>
            <a:r>
              <a:rPr lang="fr-FR" sz="1200">
                <a:solidFill>
                  <a:schemeClr val="bg2"/>
                </a:solidFill>
              </a:rPr>
              <a:t>Do not </a:t>
            </a:r>
            <a:r>
              <a:rPr lang="fr-FR" sz="1200" err="1">
                <a:solidFill>
                  <a:schemeClr val="bg2"/>
                </a:solidFill>
              </a:rPr>
              <a:t>tone</a:t>
            </a:r>
            <a:r>
              <a:rPr lang="fr-FR" sz="1200">
                <a:solidFill>
                  <a:schemeClr val="bg2"/>
                </a:solidFill>
              </a:rPr>
              <a:t> down </a:t>
            </a:r>
            <a:r>
              <a:rPr lang="fr-FR" sz="1200" err="1">
                <a:solidFill>
                  <a:schemeClr val="bg2"/>
                </a:solidFill>
              </a:rPr>
              <a:t>text</a:t>
            </a:r>
            <a:r>
              <a:rPr lang="fr-FR" sz="1200">
                <a:solidFill>
                  <a:schemeClr val="bg2"/>
                </a:solidFill>
              </a:rPr>
              <a:t> (e.g. image </a:t>
            </a:r>
            <a:r>
              <a:rPr lang="fr-FR" sz="1200" err="1">
                <a:solidFill>
                  <a:schemeClr val="bg2"/>
                </a:solidFill>
              </a:rPr>
              <a:t>legend</a:t>
            </a:r>
            <a:r>
              <a:rPr lang="fr-FR" sz="1200">
                <a:solidFill>
                  <a:schemeClr val="bg2"/>
                </a:solidFill>
              </a:rPr>
              <a:t>)</a:t>
            </a:r>
          </a:p>
          <a:p>
            <a:pPr marL="285750" indent="-285750">
              <a:spcAft>
                <a:spcPts val="1200"/>
              </a:spcAft>
              <a:buClr>
                <a:schemeClr val="bg2"/>
              </a:buClr>
              <a:buFont typeface="Arial" panose="020B0604020202020204" pitchFamily="34" charset="0"/>
              <a:buChar char="•"/>
            </a:pPr>
            <a:r>
              <a:rPr lang="fr-FR" sz="1200">
                <a:solidFill>
                  <a:schemeClr val="bg2"/>
                </a:solidFill>
              </a:rPr>
              <a:t>Do not use </a:t>
            </a:r>
            <a:r>
              <a:rPr lang="fr-FR" sz="1200" err="1">
                <a:solidFill>
                  <a:schemeClr val="bg2"/>
                </a:solidFill>
              </a:rPr>
              <a:t>text</a:t>
            </a:r>
            <a:r>
              <a:rPr lang="fr-FR" sz="1200">
                <a:solidFill>
                  <a:schemeClr val="bg2"/>
                </a:solidFill>
              </a:rPr>
              <a:t> sizes </a:t>
            </a:r>
            <a:r>
              <a:rPr lang="fr-FR" sz="1200" err="1">
                <a:solidFill>
                  <a:schemeClr val="bg2"/>
                </a:solidFill>
              </a:rPr>
              <a:t>that</a:t>
            </a:r>
            <a:r>
              <a:rPr lang="fr-FR" sz="1200">
                <a:solidFill>
                  <a:schemeClr val="bg2"/>
                </a:solidFill>
              </a:rPr>
              <a:t> are </a:t>
            </a:r>
            <a:r>
              <a:rPr lang="fr-FR" sz="1200" err="1">
                <a:solidFill>
                  <a:schemeClr val="bg2"/>
                </a:solidFill>
              </a:rPr>
              <a:t>too</a:t>
            </a:r>
            <a:r>
              <a:rPr lang="fr-FR" sz="1200">
                <a:solidFill>
                  <a:schemeClr val="bg2"/>
                </a:solidFill>
              </a:rPr>
              <a:t> </a:t>
            </a:r>
            <a:r>
              <a:rPr lang="fr-FR" sz="1200" err="1">
                <a:solidFill>
                  <a:schemeClr val="bg2"/>
                </a:solidFill>
              </a:rPr>
              <a:t>small</a:t>
            </a:r>
            <a:r>
              <a:rPr lang="fr-FR" sz="1200">
                <a:solidFill>
                  <a:schemeClr val="bg2"/>
                </a:solidFill>
              </a:rPr>
              <a:t> (minimum 12</a:t>
            </a:r>
            <a:r>
              <a:rPr lang="fr-FR" sz="1200" i="1">
                <a:solidFill>
                  <a:schemeClr val="bg2"/>
                </a:solidFill>
              </a:rPr>
              <a:t>)</a:t>
            </a:r>
          </a:p>
        </p:txBody>
      </p:sp>
      <p:pic>
        <p:nvPicPr>
          <p:cNvPr id="19" name="Arrow 4">
            <a:extLst>
              <a:ext uri="{FF2B5EF4-FFF2-40B4-BE49-F238E27FC236}">
                <a16:creationId xmlns:a16="http://schemas.microsoft.com/office/drawing/2014/main" id="{6E71A842-41F8-8658-7B70-EA7DDE451C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355169" y="4574237"/>
            <a:ext cx="203991" cy="198424"/>
          </a:xfrm>
          <a:prstGeom prst="rect">
            <a:avLst/>
          </a:prstGeom>
        </p:spPr>
      </p:pic>
      <p:sp>
        <p:nvSpPr>
          <p:cNvPr id="35" name="TextBox 9">
            <a:extLst>
              <a:ext uri="{FF2B5EF4-FFF2-40B4-BE49-F238E27FC236}">
                <a16:creationId xmlns:a16="http://schemas.microsoft.com/office/drawing/2014/main" id="{7CBB4A64-5DE6-715F-9079-A46AEC914F8C}"/>
              </a:ext>
            </a:extLst>
          </p:cNvPr>
          <p:cNvSpPr txBox="1">
            <a:spLocks/>
          </p:cNvSpPr>
          <p:nvPr/>
        </p:nvSpPr>
        <p:spPr>
          <a:xfrm>
            <a:off x="6658094" y="4546010"/>
            <a:ext cx="1334042" cy="251144"/>
          </a:xfrm>
          <a:prstGeom prst="rect">
            <a:avLst/>
          </a:prstGeom>
          <a:solidFill>
            <a:schemeClr val="accent6"/>
          </a:solidFill>
        </p:spPr>
        <p:txBody>
          <a:bodyPr wrap="square" lIns="0" tIns="0" rIns="0" bIns="0" rtlCol="0" anchor="b">
            <a:spAutoFit/>
          </a:bodyPr>
          <a:lstStyle/>
          <a:p>
            <a:pPr marL="0" lvl="0" defTabSz="914400" rtl="0" eaLnBrk="1" latinLnBrk="0" hangingPunct="1"/>
            <a:r>
              <a:rPr lang="fr-FR" sz="1600" i="0" kern="1200" cap="none" baseline="0">
                <a:solidFill>
                  <a:schemeClr val="bg2"/>
                </a:solidFill>
                <a:latin typeface="+mj-lt"/>
                <a:ea typeface="+mn-ea"/>
                <a:cs typeface="+mn-cs"/>
              </a:rPr>
              <a:t>Chart</a:t>
            </a:r>
          </a:p>
        </p:txBody>
      </p:sp>
      <p:cxnSp>
        <p:nvCxnSpPr>
          <p:cNvPr id="17" name="Straight Connector 13">
            <a:extLst>
              <a:ext uri="{FF2B5EF4-FFF2-40B4-BE49-F238E27FC236}">
                <a16:creationId xmlns:a16="http://schemas.microsoft.com/office/drawing/2014/main" id="{6AAE5C9C-BB86-74AB-186F-0E82AC7A1281}"/>
              </a:ext>
              <a:ext uri="{C183D7F6-B498-43B3-948B-1728B52AA6E4}">
                <adec:decorative xmlns:adec="http://schemas.microsoft.com/office/drawing/2017/decorative" val="1"/>
              </a:ext>
            </a:extLst>
          </p:cNvPr>
          <p:cNvCxnSpPr>
            <a:cxnSpLocks/>
          </p:cNvCxnSpPr>
          <p:nvPr userDrawn="1"/>
        </p:nvCxnSpPr>
        <p:spPr>
          <a:xfrm>
            <a:off x="6355169" y="4886679"/>
            <a:ext cx="235436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7" name="TextBox 10">
            <a:extLst>
              <a:ext uri="{FF2B5EF4-FFF2-40B4-BE49-F238E27FC236}">
                <a16:creationId xmlns:a16="http://schemas.microsoft.com/office/drawing/2014/main" id="{DD1DD841-9CA6-6A98-A175-D9C0C3C2155A}"/>
              </a:ext>
            </a:extLst>
          </p:cNvPr>
          <p:cNvSpPr txBox="1">
            <a:spLocks/>
          </p:cNvSpPr>
          <p:nvPr/>
        </p:nvSpPr>
        <p:spPr>
          <a:xfrm>
            <a:off x="6165981" y="5031291"/>
            <a:ext cx="2729080" cy="911460"/>
          </a:xfrm>
          <a:prstGeom prst="rect">
            <a:avLst/>
          </a:prstGeom>
          <a:noFill/>
        </p:spPr>
        <p:txBody>
          <a:bodyPr wrap="square" lIns="108000" tIns="36000" rIns="108000" bIns="36000" rtlCol="0" anchor="t">
            <a:noAutofit/>
          </a:bodyPr>
          <a:lstStyle/>
          <a:p>
            <a:pPr marL="285750" indent="-285750">
              <a:spcAft>
                <a:spcPts val="1200"/>
              </a:spcAft>
              <a:buClr>
                <a:schemeClr val="bg2"/>
              </a:buClr>
              <a:buFont typeface="Arial" panose="020B0604020202020204" pitchFamily="34" charset="0"/>
              <a:buChar char="•"/>
            </a:pPr>
            <a:r>
              <a:rPr lang="fr-FR" sz="1200">
                <a:solidFill>
                  <a:schemeClr val="bg2"/>
                </a:solidFill>
              </a:rPr>
              <a:t>Don't </a:t>
            </a:r>
            <a:r>
              <a:rPr lang="fr-FR" sz="1200" err="1">
                <a:solidFill>
                  <a:schemeClr val="bg2"/>
                </a:solidFill>
              </a:rPr>
              <a:t>forget</a:t>
            </a:r>
            <a:r>
              <a:rPr lang="fr-FR" sz="1200">
                <a:solidFill>
                  <a:schemeClr val="bg2"/>
                </a:solidFill>
              </a:rPr>
              <a:t> table and </a:t>
            </a:r>
            <a:r>
              <a:rPr lang="fr-FR" sz="1200" err="1">
                <a:solidFill>
                  <a:schemeClr val="bg2"/>
                </a:solidFill>
              </a:rPr>
              <a:t>row</a:t>
            </a:r>
            <a:r>
              <a:rPr lang="fr-FR" sz="1200">
                <a:solidFill>
                  <a:schemeClr val="bg2"/>
                </a:solidFill>
              </a:rPr>
              <a:t>/</a:t>
            </a:r>
            <a:r>
              <a:rPr lang="fr-FR" sz="1200" err="1">
                <a:solidFill>
                  <a:schemeClr val="bg2"/>
                </a:solidFill>
              </a:rPr>
              <a:t>column</a:t>
            </a:r>
            <a:r>
              <a:rPr lang="fr-FR" sz="1200">
                <a:solidFill>
                  <a:schemeClr val="bg2"/>
                </a:solidFill>
              </a:rPr>
              <a:t> </a:t>
            </a:r>
            <a:r>
              <a:rPr lang="fr-FR" sz="1200" err="1">
                <a:solidFill>
                  <a:schemeClr val="bg2"/>
                </a:solidFill>
              </a:rPr>
              <a:t>titles</a:t>
            </a:r>
            <a:endParaRPr lang="fr-FR" sz="1200">
              <a:solidFill>
                <a:schemeClr val="bg2"/>
              </a:solidFill>
            </a:endParaRPr>
          </a:p>
          <a:p>
            <a:pPr marL="285750" indent="-285750">
              <a:spcAft>
                <a:spcPts val="1200"/>
              </a:spcAft>
              <a:buClr>
                <a:schemeClr val="bg2"/>
              </a:buClr>
              <a:buFont typeface="Arial" panose="020B0604020202020204" pitchFamily="34" charset="0"/>
              <a:buChar char="•"/>
            </a:pPr>
            <a:r>
              <a:rPr lang="fr-FR" sz="1200" err="1">
                <a:solidFill>
                  <a:schemeClr val="bg2"/>
                </a:solidFill>
              </a:rPr>
              <a:t>Avoid</a:t>
            </a:r>
            <a:r>
              <a:rPr lang="fr-FR" sz="1200">
                <a:solidFill>
                  <a:schemeClr val="bg2"/>
                </a:solidFill>
              </a:rPr>
              <a:t> </a:t>
            </a:r>
            <a:r>
              <a:rPr lang="fr-FR" sz="1200" err="1">
                <a:solidFill>
                  <a:schemeClr val="bg2"/>
                </a:solidFill>
              </a:rPr>
              <a:t>merging</a:t>
            </a:r>
            <a:r>
              <a:rPr lang="fr-FR" sz="1200">
                <a:solidFill>
                  <a:schemeClr val="bg2"/>
                </a:solidFill>
              </a:rPr>
              <a:t> </a:t>
            </a:r>
            <a:r>
              <a:rPr lang="fr-FR" sz="1200" err="1">
                <a:solidFill>
                  <a:schemeClr val="bg2"/>
                </a:solidFill>
              </a:rPr>
              <a:t>cells</a:t>
            </a:r>
            <a:endParaRPr lang="fr-FR" sz="1600">
              <a:solidFill>
                <a:schemeClr val="bg2"/>
              </a:solidFill>
            </a:endParaRPr>
          </a:p>
        </p:txBody>
      </p:sp>
      <p:sp>
        <p:nvSpPr>
          <p:cNvPr id="45" name="Rectangle 4: Rounded Corners 6">
            <a:extLst>
              <a:ext uri="{FF2B5EF4-FFF2-40B4-BE49-F238E27FC236}">
                <a16:creationId xmlns:a16="http://schemas.microsoft.com/office/drawing/2014/main" id="{3F15B3F4-1659-C61C-4299-6A1EB07A28B9}"/>
              </a:ext>
              <a:ext uri="{C183D7F6-B498-43B3-948B-1728B52AA6E4}">
                <adec:decorative xmlns:adec="http://schemas.microsoft.com/office/drawing/2017/decorative" val="1"/>
              </a:ext>
            </a:extLst>
          </p:cNvPr>
          <p:cNvSpPr>
            <a:spLocks/>
          </p:cNvSpPr>
          <p:nvPr/>
        </p:nvSpPr>
        <p:spPr>
          <a:xfrm>
            <a:off x="9039061" y="2181724"/>
            <a:ext cx="2727692" cy="3855794"/>
          </a:xfrm>
          <a:prstGeom prst="roundRect">
            <a:avLst>
              <a:gd name="adj" fmla="val 4754"/>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fr-FR" sz="2000">
              <a:solidFill>
                <a:schemeClr val="bg2"/>
              </a:solidFill>
              <a:ea typeface="+mj-ea"/>
              <a:cs typeface="+mj-cs"/>
            </a:endParaRPr>
          </a:p>
        </p:txBody>
      </p:sp>
      <p:pic>
        <p:nvPicPr>
          <p:cNvPr id="23" name="Arrow 5">
            <a:extLst>
              <a:ext uri="{FF2B5EF4-FFF2-40B4-BE49-F238E27FC236}">
                <a16:creationId xmlns:a16="http://schemas.microsoft.com/office/drawing/2014/main" id="{23593776-DC33-C898-A50A-E8B87BA25EF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296400" y="2445969"/>
            <a:ext cx="203991" cy="198424"/>
          </a:xfrm>
          <a:prstGeom prst="rect">
            <a:avLst/>
          </a:prstGeom>
        </p:spPr>
      </p:pic>
      <p:sp>
        <p:nvSpPr>
          <p:cNvPr id="48" name="TextBox 11">
            <a:extLst>
              <a:ext uri="{FF2B5EF4-FFF2-40B4-BE49-F238E27FC236}">
                <a16:creationId xmlns:a16="http://schemas.microsoft.com/office/drawing/2014/main" id="{FA44A2C6-5770-3124-3255-4D1B4BA710C3}"/>
              </a:ext>
            </a:extLst>
          </p:cNvPr>
          <p:cNvSpPr txBox="1">
            <a:spLocks/>
          </p:cNvSpPr>
          <p:nvPr/>
        </p:nvSpPr>
        <p:spPr>
          <a:xfrm>
            <a:off x="9608606" y="2422071"/>
            <a:ext cx="1542386" cy="246221"/>
          </a:xfrm>
          <a:prstGeom prst="rect">
            <a:avLst/>
          </a:prstGeom>
          <a:noFill/>
        </p:spPr>
        <p:txBody>
          <a:bodyPr wrap="square" lIns="0" tIns="0" rIns="0" bIns="0" rtlCol="0" anchor="b">
            <a:spAutoFit/>
          </a:bodyPr>
          <a:lstStyle/>
          <a:p>
            <a:pPr marL="0" lvl="0" defTabSz="914400" rtl="0" eaLnBrk="1" latinLnBrk="0" hangingPunct="1"/>
            <a:r>
              <a:rPr lang="fr-FR" sz="1600">
                <a:solidFill>
                  <a:schemeClr val="bg2"/>
                </a:solidFill>
                <a:latin typeface="+mj-lt"/>
              </a:rPr>
              <a:t>Content</a:t>
            </a:r>
            <a:endParaRPr lang="fr-FR" sz="1600" i="0" kern="1200" cap="none" baseline="0">
              <a:solidFill>
                <a:schemeClr val="bg2"/>
              </a:solidFill>
              <a:latin typeface="+mj-lt"/>
              <a:ea typeface="+mn-ea"/>
              <a:cs typeface="+mn-cs"/>
            </a:endParaRPr>
          </a:p>
        </p:txBody>
      </p:sp>
      <p:cxnSp>
        <p:nvCxnSpPr>
          <p:cNvPr id="22" name="Straight Connector 5">
            <a:extLst>
              <a:ext uri="{FF2B5EF4-FFF2-40B4-BE49-F238E27FC236}">
                <a16:creationId xmlns:a16="http://schemas.microsoft.com/office/drawing/2014/main" id="{154DFE0D-5037-5789-CEB8-BA5011587A96}"/>
              </a:ext>
              <a:ext uri="{C183D7F6-B498-43B3-948B-1728B52AA6E4}">
                <adec:decorative xmlns:adec="http://schemas.microsoft.com/office/drawing/2017/decorative" val="1"/>
              </a:ext>
            </a:extLst>
          </p:cNvPr>
          <p:cNvCxnSpPr>
            <a:cxnSpLocks/>
          </p:cNvCxnSpPr>
          <p:nvPr userDrawn="1"/>
        </p:nvCxnSpPr>
        <p:spPr>
          <a:xfrm>
            <a:off x="9296400" y="2758411"/>
            <a:ext cx="235436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Box 12">
            <a:extLst>
              <a:ext uri="{FF2B5EF4-FFF2-40B4-BE49-F238E27FC236}">
                <a16:creationId xmlns:a16="http://schemas.microsoft.com/office/drawing/2014/main" id="{96A97595-DCDB-1FC1-BCF9-594999418478}"/>
              </a:ext>
            </a:extLst>
          </p:cNvPr>
          <p:cNvSpPr txBox="1">
            <a:spLocks/>
          </p:cNvSpPr>
          <p:nvPr/>
        </p:nvSpPr>
        <p:spPr>
          <a:xfrm>
            <a:off x="9037674" y="2960008"/>
            <a:ext cx="2730464" cy="3203620"/>
          </a:xfrm>
          <a:prstGeom prst="rect">
            <a:avLst/>
          </a:prstGeom>
          <a:noFill/>
        </p:spPr>
        <p:txBody>
          <a:bodyPr wrap="square" lIns="108000" tIns="36000" rIns="108000" bIns="36000" rtlCol="0" anchor="t">
            <a:noAutofit/>
          </a:bodyPr>
          <a:lstStyle/>
          <a:p>
            <a:pPr marL="285750" indent="-285750">
              <a:spcAft>
                <a:spcPts val="1200"/>
              </a:spcAft>
              <a:buClr>
                <a:schemeClr val="bg2"/>
              </a:buClr>
              <a:buFont typeface="Arial" panose="020B0604020202020204" pitchFamily="34" charset="0"/>
              <a:buChar char="•"/>
            </a:pPr>
            <a:r>
              <a:rPr lang="fr-FR" sz="1200" err="1">
                <a:solidFill>
                  <a:schemeClr val="bg2"/>
                </a:solidFill>
              </a:rPr>
              <a:t>Avoid</a:t>
            </a:r>
            <a:r>
              <a:rPr lang="fr-FR" sz="1200">
                <a:solidFill>
                  <a:schemeClr val="bg2"/>
                </a:solidFill>
              </a:rPr>
              <a:t> </a:t>
            </a:r>
            <a:r>
              <a:rPr lang="fr-FR" sz="1200" err="1">
                <a:solidFill>
                  <a:schemeClr val="bg2"/>
                </a:solidFill>
              </a:rPr>
              <a:t>abbreviations</a:t>
            </a:r>
            <a:r>
              <a:rPr lang="fr-FR" sz="1200">
                <a:solidFill>
                  <a:schemeClr val="bg2"/>
                </a:solidFill>
              </a:rPr>
              <a:t> (</a:t>
            </a:r>
            <a:r>
              <a:rPr lang="fr-FR" sz="1200" err="1">
                <a:solidFill>
                  <a:schemeClr val="bg2"/>
                </a:solidFill>
              </a:rPr>
              <a:t>explain</a:t>
            </a:r>
            <a:r>
              <a:rPr lang="fr-FR" sz="1200">
                <a:solidFill>
                  <a:schemeClr val="bg2"/>
                </a:solidFill>
              </a:rPr>
              <a:t> </a:t>
            </a:r>
            <a:r>
              <a:rPr lang="fr-FR" sz="1200" err="1">
                <a:solidFill>
                  <a:schemeClr val="bg2"/>
                </a:solidFill>
              </a:rPr>
              <a:t>them</a:t>
            </a:r>
            <a:r>
              <a:rPr lang="fr-FR" sz="1200">
                <a:solidFill>
                  <a:schemeClr val="bg2"/>
                </a:solidFill>
              </a:rPr>
              <a:t> once on 1</a:t>
            </a:r>
            <a:r>
              <a:rPr lang="fr-FR" sz="1200" baseline="30000">
                <a:solidFill>
                  <a:schemeClr val="bg2"/>
                </a:solidFill>
              </a:rPr>
              <a:t>st</a:t>
            </a:r>
            <a:r>
              <a:rPr lang="fr-FR" sz="1200">
                <a:solidFill>
                  <a:schemeClr val="bg2"/>
                </a:solidFill>
              </a:rPr>
              <a:t> use)</a:t>
            </a:r>
          </a:p>
          <a:p>
            <a:pPr marL="285750" indent="-285750">
              <a:spcAft>
                <a:spcPts val="1200"/>
              </a:spcAft>
              <a:buClr>
                <a:schemeClr val="bg2"/>
              </a:buClr>
              <a:buFont typeface="Arial" panose="020B0604020202020204" pitchFamily="34" charset="0"/>
              <a:buChar char="•"/>
            </a:pPr>
            <a:r>
              <a:rPr lang="fr-FR" sz="1200" err="1">
                <a:solidFill>
                  <a:schemeClr val="bg2"/>
                </a:solidFill>
              </a:rPr>
              <a:t>Avoid</a:t>
            </a:r>
            <a:r>
              <a:rPr lang="fr-FR" sz="1200">
                <a:solidFill>
                  <a:schemeClr val="bg2"/>
                </a:solidFill>
              </a:rPr>
              <a:t> </a:t>
            </a:r>
            <a:r>
              <a:rPr lang="fr-FR" sz="1200" err="1">
                <a:solidFill>
                  <a:schemeClr val="bg2"/>
                </a:solidFill>
              </a:rPr>
              <a:t>overloaded</a:t>
            </a:r>
            <a:r>
              <a:rPr lang="fr-FR" sz="1200">
                <a:solidFill>
                  <a:schemeClr val="bg2"/>
                </a:solidFill>
              </a:rPr>
              <a:t> slides (one </a:t>
            </a:r>
            <a:r>
              <a:rPr lang="fr-FR" sz="1200" err="1">
                <a:solidFill>
                  <a:schemeClr val="bg2"/>
                </a:solidFill>
              </a:rPr>
              <a:t>strong</a:t>
            </a:r>
            <a:r>
              <a:rPr lang="fr-FR" sz="1200">
                <a:solidFill>
                  <a:schemeClr val="bg2"/>
                </a:solidFill>
              </a:rPr>
              <a:t> </a:t>
            </a:r>
            <a:r>
              <a:rPr lang="fr-FR" sz="1200" err="1">
                <a:solidFill>
                  <a:schemeClr val="bg2"/>
                </a:solidFill>
              </a:rPr>
              <a:t>idea</a:t>
            </a:r>
            <a:r>
              <a:rPr lang="fr-FR" sz="1200">
                <a:solidFill>
                  <a:schemeClr val="bg2"/>
                </a:solidFill>
              </a:rPr>
              <a:t> per slide)</a:t>
            </a:r>
          </a:p>
          <a:p>
            <a:pPr marL="285750" indent="-285750">
              <a:spcAft>
                <a:spcPts val="1200"/>
              </a:spcAft>
              <a:buClr>
                <a:schemeClr val="bg2"/>
              </a:buClr>
              <a:buFont typeface="Arial" panose="020B0604020202020204" pitchFamily="34" charset="0"/>
              <a:buChar char="•"/>
            </a:pPr>
            <a:r>
              <a:rPr lang="fr-FR" sz="1200" err="1">
                <a:solidFill>
                  <a:schemeClr val="bg2"/>
                </a:solidFill>
              </a:rPr>
              <a:t>Systematically</a:t>
            </a:r>
            <a:r>
              <a:rPr lang="fr-FR" sz="1200">
                <a:solidFill>
                  <a:schemeClr val="bg2"/>
                </a:solidFill>
              </a:rPr>
              <a:t> </a:t>
            </a:r>
            <a:r>
              <a:rPr lang="fr-FR" sz="1200" err="1">
                <a:solidFill>
                  <a:schemeClr val="bg2"/>
                </a:solidFill>
              </a:rPr>
              <a:t>explain</a:t>
            </a:r>
            <a:r>
              <a:rPr lang="fr-FR" sz="1200">
                <a:solidFill>
                  <a:schemeClr val="bg2"/>
                </a:solidFill>
              </a:rPr>
              <a:t> the </a:t>
            </a:r>
            <a:r>
              <a:rPr lang="fr-FR" sz="1200" err="1">
                <a:solidFill>
                  <a:schemeClr val="bg2"/>
                </a:solidFill>
              </a:rPr>
              <a:t>titles</a:t>
            </a:r>
            <a:r>
              <a:rPr lang="fr-FR" sz="1200">
                <a:solidFill>
                  <a:schemeClr val="bg2"/>
                </a:solidFill>
              </a:rPr>
              <a:t> of links (</a:t>
            </a:r>
            <a:r>
              <a:rPr lang="fr-FR" sz="1200" err="1">
                <a:solidFill>
                  <a:schemeClr val="bg2"/>
                </a:solidFill>
              </a:rPr>
              <a:t>don't</a:t>
            </a:r>
            <a:r>
              <a:rPr lang="fr-FR" sz="1200">
                <a:solidFill>
                  <a:schemeClr val="bg2"/>
                </a:solidFill>
              </a:rPr>
              <a:t> </a:t>
            </a:r>
            <a:r>
              <a:rPr lang="fr-FR" sz="1200" err="1">
                <a:solidFill>
                  <a:schemeClr val="bg2"/>
                </a:solidFill>
              </a:rPr>
              <a:t>just</a:t>
            </a:r>
            <a:r>
              <a:rPr lang="fr-FR" sz="1200">
                <a:solidFill>
                  <a:schemeClr val="bg2"/>
                </a:solidFill>
              </a:rPr>
              <a:t> </a:t>
            </a:r>
            <a:r>
              <a:rPr lang="fr-FR" sz="1200" err="1">
                <a:solidFill>
                  <a:schemeClr val="bg2"/>
                </a:solidFill>
              </a:rPr>
              <a:t>say</a:t>
            </a:r>
            <a:r>
              <a:rPr lang="fr-FR" sz="1200">
                <a:solidFill>
                  <a:schemeClr val="bg2"/>
                </a:solidFill>
              </a:rPr>
              <a:t> "</a:t>
            </a:r>
            <a:r>
              <a:rPr lang="fr-FR" sz="1200" u="sng">
                <a:solidFill>
                  <a:schemeClr val="bg2"/>
                </a:solidFill>
              </a:rPr>
              <a:t>click </a:t>
            </a:r>
            <a:r>
              <a:rPr lang="fr-FR" sz="1200" u="sng" err="1">
                <a:solidFill>
                  <a:schemeClr val="bg2"/>
                </a:solidFill>
              </a:rPr>
              <a:t>here</a:t>
            </a:r>
            <a:r>
              <a:rPr lang="fr-FR" sz="1200">
                <a:solidFill>
                  <a:schemeClr val="bg2"/>
                </a:solidFill>
              </a:rPr>
              <a:t>")</a:t>
            </a:r>
          </a:p>
          <a:p>
            <a:pPr marL="285750" indent="-285750">
              <a:spcAft>
                <a:spcPts val="1200"/>
              </a:spcAft>
              <a:buClr>
                <a:schemeClr val="bg2"/>
              </a:buClr>
              <a:buFont typeface="Arial" panose="020B0604020202020204" pitchFamily="34" charset="0"/>
              <a:buChar char="•"/>
            </a:pPr>
            <a:r>
              <a:rPr lang="fr-FR" sz="1200" err="1">
                <a:solidFill>
                  <a:schemeClr val="bg2"/>
                </a:solidFill>
              </a:rPr>
              <a:t>Avoid</a:t>
            </a:r>
            <a:r>
              <a:rPr lang="fr-FR" sz="1200">
                <a:solidFill>
                  <a:schemeClr val="bg2"/>
                </a:solidFill>
              </a:rPr>
              <a:t> </a:t>
            </a:r>
            <a:r>
              <a:rPr lang="fr-FR" sz="1200" err="1">
                <a:solidFill>
                  <a:schemeClr val="bg2"/>
                </a:solidFill>
              </a:rPr>
              <a:t>transforming</a:t>
            </a:r>
            <a:r>
              <a:rPr lang="fr-FR" sz="1200">
                <a:solidFill>
                  <a:schemeClr val="bg2"/>
                </a:solidFill>
              </a:rPr>
              <a:t> </a:t>
            </a:r>
            <a:r>
              <a:rPr lang="fr-FR" sz="1200" err="1">
                <a:solidFill>
                  <a:schemeClr val="bg2"/>
                </a:solidFill>
              </a:rPr>
              <a:t>PPTs</a:t>
            </a:r>
            <a:r>
              <a:rPr lang="fr-FR" sz="1200">
                <a:solidFill>
                  <a:schemeClr val="bg2"/>
                </a:solidFill>
              </a:rPr>
              <a:t> </a:t>
            </a:r>
            <a:r>
              <a:rPr lang="fr-FR" sz="1200" err="1">
                <a:solidFill>
                  <a:schemeClr val="bg2"/>
                </a:solidFill>
              </a:rPr>
              <a:t>into</a:t>
            </a:r>
            <a:r>
              <a:rPr lang="fr-FR" sz="1200">
                <a:solidFill>
                  <a:schemeClr val="bg2"/>
                </a:solidFill>
              </a:rPr>
              <a:t> </a:t>
            </a:r>
            <a:r>
              <a:rPr lang="fr-FR" sz="1200" err="1">
                <a:solidFill>
                  <a:schemeClr val="bg2"/>
                </a:solidFill>
              </a:rPr>
              <a:t>PDFs</a:t>
            </a:r>
            <a:r>
              <a:rPr lang="fr-FR" sz="1200">
                <a:solidFill>
                  <a:schemeClr val="bg2"/>
                </a:solidFill>
              </a:rPr>
              <a:t> (</a:t>
            </a:r>
            <a:r>
              <a:rPr lang="fr-FR" sz="1200" err="1">
                <a:solidFill>
                  <a:schemeClr val="bg2"/>
                </a:solidFill>
              </a:rPr>
              <a:t>degrades</a:t>
            </a:r>
            <a:r>
              <a:rPr lang="fr-FR" sz="1200">
                <a:solidFill>
                  <a:schemeClr val="bg2"/>
                </a:solidFill>
              </a:rPr>
              <a:t> PPT </a:t>
            </a:r>
            <a:r>
              <a:rPr lang="fr-FR" sz="1200" err="1">
                <a:solidFill>
                  <a:schemeClr val="bg2"/>
                </a:solidFill>
              </a:rPr>
              <a:t>accessibility</a:t>
            </a:r>
            <a:r>
              <a:rPr lang="fr-FR" sz="1200">
                <a:solidFill>
                  <a:schemeClr val="bg2"/>
                </a:solidFill>
              </a:rPr>
              <a:t>)</a:t>
            </a:r>
          </a:p>
          <a:p>
            <a:pPr marL="285750" marR="0" lvl="0" indent="-285750" algn="l" defTabSz="914400" rtl="0" eaLnBrk="1" fontAlgn="auto" latinLnBrk="0" hangingPunct="1">
              <a:lnSpc>
                <a:spcPct val="100000"/>
              </a:lnSpc>
              <a:spcBef>
                <a:spcPts val="0"/>
              </a:spcBef>
              <a:spcAft>
                <a:spcPts val="1200"/>
              </a:spcAft>
              <a:buClr>
                <a:schemeClr val="bg2"/>
              </a:buClr>
              <a:buSzTx/>
              <a:buFont typeface="Arial" panose="020B0604020202020204" pitchFamily="34" charset="0"/>
              <a:buChar char="•"/>
              <a:tabLst/>
              <a:defRPr/>
            </a:pPr>
            <a:r>
              <a:rPr lang="fr-FR" sz="1200">
                <a:solidFill>
                  <a:schemeClr val="bg2"/>
                </a:solidFill>
              </a:rPr>
              <a:t>For  French speakers, </a:t>
            </a:r>
            <a:r>
              <a:rPr lang="fr-FR" sz="1200" err="1">
                <a:solidFill>
                  <a:schemeClr val="bg2"/>
                </a:solidFill>
              </a:rPr>
              <a:t>avoid</a:t>
            </a:r>
            <a:r>
              <a:rPr lang="fr-FR" sz="1200">
                <a:solidFill>
                  <a:schemeClr val="bg2"/>
                </a:solidFill>
              </a:rPr>
              <a:t> </a:t>
            </a:r>
            <a:r>
              <a:rPr lang="fr-FR" sz="1200" err="1">
                <a:solidFill>
                  <a:schemeClr val="bg2"/>
                </a:solidFill>
              </a:rPr>
              <a:t>using</a:t>
            </a:r>
            <a:r>
              <a:rPr lang="fr-FR" sz="1200">
                <a:solidFill>
                  <a:schemeClr val="bg2"/>
                </a:solidFill>
              </a:rPr>
              <a:t> </a:t>
            </a:r>
            <a:r>
              <a:rPr lang="fr-FR" sz="1200" err="1">
                <a:solidFill>
                  <a:schemeClr val="bg2"/>
                </a:solidFill>
              </a:rPr>
              <a:t>anglicized</a:t>
            </a:r>
            <a:r>
              <a:rPr lang="fr-FR" sz="1200">
                <a:solidFill>
                  <a:schemeClr val="bg2"/>
                </a:solidFill>
              </a:rPr>
              <a:t> French (“franglais”) or change </a:t>
            </a:r>
            <a:r>
              <a:rPr lang="fr-FR" sz="1200" err="1">
                <a:solidFill>
                  <a:schemeClr val="bg2"/>
                </a:solidFill>
              </a:rPr>
              <a:t>language</a:t>
            </a:r>
            <a:r>
              <a:rPr lang="fr-FR" sz="1200">
                <a:solidFill>
                  <a:schemeClr val="bg2"/>
                </a:solidFill>
              </a:rPr>
              <a:t> in the "</a:t>
            </a:r>
            <a:r>
              <a:rPr lang="fr-FR" sz="1200" err="1">
                <a:solidFill>
                  <a:schemeClr val="bg2"/>
                </a:solidFill>
              </a:rPr>
              <a:t>Review</a:t>
            </a:r>
            <a:r>
              <a:rPr lang="fr-FR" sz="1200">
                <a:solidFill>
                  <a:schemeClr val="bg2"/>
                </a:solidFill>
              </a:rPr>
              <a:t>" tab, </a:t>
            </a:r>
            <a:r>
              <a:rPr lang="fr-FR" sz="1200" err="1">
                <a:solidFill>
                  <a:schemeClr val="bg2"/>
                </a:solidFill>
              </a:rPr>
              <a:t>then</a:t>
            </a:r>
            <a:r>
              <a:rPr lang="fr-FR" sz="1200">
                <a:solidFill>
                  <a:schemeClr val="bg2"/>
                </a:solidFill>
              </a:rPr>
              <a:t> "</a:t>
            </a:r>
            <a:r>
              <a:rPr lang="fr-FR" sz="1200" err="1">
                <a:solidFill>
                  <a:schemeClr val="bg2"/>
                </a:solidFill>
              </a:rPr>
              <a:t>Language</a:t>
            </a:r>
            <a:r>
              <a:rPr lang="fr-FR" sz="1200">
                <a:solidFill>
                  <a:schemeClr val="bg2"/>
                </a:solidFill>
              </a:rPr>
              <a:t>"</a:t>
            </a:r>
            <a:endParaRPr lang="fr-FR" sz="1200" i="1">
              <a:solidFill>
                <a:schemeClr val="bg2"/>
              </a:solidFill>
            </a:endParaRPr>
          </a:p>
        </p:txBody>
      </p:sp>
      <p:sp>
        <p:nvSpPr>
          <p:cNvPr id="52" name="Rectangle 13" descr="&#10;">
            <a:extLst>
              <a:ext uri="{FF2B5EF4-FFF2-40B4-BE49-F238E27FC236}">
                <a16:creationId xmlns:a16="http://schemas.microsoft.com/office/drawing/2014/main" id="{6119C140-67C7-0A9B-0668-E0D88AFFB224}"/>
              </a:ext>
            </a:extLst>
          </p:cNvPr>
          <p:cNvSpPr>
            <a:spLocks/>
          </p:cNvSpPr>
          <p:nvPr userDrawn="1"/>
        </p:nvSpPr>
        <p:spPr>
          <a:xfrm>
            <a:off x="7124606" y="404814"/>
            <a:ext cx="2958957" cy="694522"/>
          </a:xfrm>
          <a:prstGeom prst="rect">
            <a:avLst/>
          </a:prstGeom>
          <a:no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noProof="0" err="1">
                <a:solidFill>
                  <a:schemeClr val="bg2">
                    <a:lumMod val="100000"/>
                  </a:schemeClr>
                </a:solidFill>
                <a:latin typeface="+mj-lt"/>
              </a:rPr>
              <a:t>Accessibility</a:t>
            </a:r>
            <a:r>
              <a:rPr lang="fr-FR" sz="1200" b="0" noProof="0">
                <a:solidFill>
                  <a:schemeClr val="bg2">
                    <a:lumMod val="100000"/>
                  </a:schemeClr>
                </a:solidFill>
                <a:latin typeface="+mj-lt"/>
              </a:rPr>
              <a:t> Tip: </a:t>
            </a:r>
            <a:r>
              <a:rPr lang="fr-FR" sz="1200" b="0" baseline="0" noProof="0">
                <a:solidFill>
                  <a:schemeClr val="tx1">
                    <a:lumMod val="100000"/>
                  </a:schemeClr>
                </a:solidFill>
                <a:latin typeface="+mn-lt"/>
              </a:rPr>
              <a:t>check  the </a:t>
            </a:r>
            <a:r>
              <a:rPr lang="fr-FR" sz="1200" b="0" baseline="0" noProof="0" err="1">
                <a:solidFill>
                  <a:schemeClr val="tx1">
                    <a:lumMod val="100000"/>
                  </a:schemeClr>
                </a:solidFill>
                <a:latin typeface="+mn-lt"/>
              </a:rPr>
              <a:t>accessibility</a:t>
            </a:r>
            <a:r>
              <a:rPr lang="fr-FR" sz="1200" b="0" baseline="0" noProof="0">
                <a:solidFill>
                  <a:schemeClr val="tx1">
                    <a:lumMod val="100000"/>
                  </a:schemeClr>
                </a:solidFill>
                <a:latin typeface="+mn-lt"/>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baseline="0" noProof="0" err="1">
                <a:solidFill>
                  <a:schemeClr val="tx1">
                    <a:lumMod val="100000"/>
                  </a:schemeClr>
                </a:solidFill>
                <a:latin typeface="+mn-lt"/>
              </a:rPr>
              <a:t>level</a:t>
            </a:r>
            <a:r>
              <a:rPr lang="fr-FR" sz="1200" b="0" baseline="0" noProof="0">
                <a:solidFill>
                  <a:schemeClr val="tx1">
                    <a:lumMod val="100000"/>
                  </a:schemeClr>
                </a:solidFill>
                <a:latin typeface="+mn-lt"/>
              </a:rPr>
              <a:t> of </a:t>
            </a:r>
            <a:r>
              <a:rPr lang="fr-FR" sz="1200" b="0" baseline="0" noProof="0" err="1">
                <a:solidFill>
                  <a:schemeClr val="tx1">
                    <a:lumMod val="100000"/>
                  </a:schemeClr>
                </a:solidFill>
                <a:latin typeface="+mn-lt"/>
              </a:rPr>
              <a:t>your</a:t>
            </a:r>
            <a:r>
              <a:rPr lang="fr-FR" sz="1200" b="0" baseline="0" noProof="0">
                <a:solidFill>
                  <a:schemeClr val="tx1">
                    <a:lumMod val="100000"/>
                  </a:schemeClr>
                </a:solidFill>
                <a:latin typeface="+mn-lt"/>
              </a:rPr>
              <a:t> </a:t>
            </a:r>
            <a:r>
              <a:rPr lang="fr-FR" sz="1200" b="0" baseline="0" noProof="0" err="1">
                <a:solidFill>
                  <a:schemeClr val="tx1">
                    <a:lumMod val="100000"/>
                  </a:schemeClr>
                </a:solidFill>
                <a:latin typeface="+mn-lt"/>
              </a:rPr>
              <a:t>presentation</a:t>
            </a:r>
            <a:r>
              <a:rPr lang="fr-FR" sz="1200" b="0" baseline="0" noProof="0">
                <a:solidFill>
                  <a:schemeClr val="tx1">
                    <a:lumMod val="100000"/>
                  </a:schemeClr>
                </a:solidFill>
                <a:latin typeface="+mn-lt"/>
              </a:rPr>
              <a:t> by </a:t>
            </a:r>
            <a:r>
              <a:rPr lang="fr-FR" sz="1200" b="0" baseline="0" noProof="0" err="1">
                <a:solidFill>
                  <a:schemeClr val="tx1">
                    <a:lumMod val="100000"/>
                  </a:schemeClr>
                </a:solidFill>
                <a:latin typeface="+mn-lt"/>
              </a:rPr>
              <a:t>going</a:t>
            </a:r>
            <a:r>
              <a:rPr lang="fr-FR" sz="1200" b="0" baseline="0" noProof="0">
                <a:solidFill>
                  <a:schemeClr val="tx1">
                    <a:lumMod val="100000"/>
                  </a:schemeClr>
                </a:solidFill>
                <a:latin typeface="+mn-lt"/>
              </a:rPr>
              <a:t> to</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baseline="0" noProof="0">
                <a:solidFill>
                  <a:schemeClr val="tx1">
                    <a:lumMod val="100000"/>
                  </a:schemeClr>
                </a:solidFill>
                <a:latin typeface="+mn-lt"/>
              </a:rPr>
              <a:t> "</a:t>
            </a:r>
            <a:r>
              <a:rPr lang="fr-FR" sz="1200" b="0" baseline="0" noProof="0" err="1">
                <a:solidFill>
                  <a:schemeClr val="tx1">
                    <a:lumMod val="100000"/>
                  </a:schemeClr>
                </a:solidFill>
                <a:latin typeface="+mn-lt"/>
              </a:rPr>
              <a:t>Review</a:t>
            </a:r>
            <a:r>
              <a:rPr lang="fr-FR" sz="1200" b="0" baseline="0" noProof="0">
                <a:solidFill>
                  <a:schemeClr val="tx1">
                    <a:lumMod val="100000"/>
                  </a:schemeClr>
                </a:solidFill>
                <a:latin typeface="+mn-lt"/>
              </a:rPr>
              <a:t>“ </a:t>
            </a:r>
            <a:r>
              <a:rPr lang="fr-FR" sz="1200" b="0" baseline="0" noProof="0" err="1">
                <a:solidFill>
                  <a:schemeClr val="tx1">
                    <a:lumMod val="100000"/>
                  </a:schemeClr>
                </a:solidFill>
                <a:latin typeface="+mn-lt"/>
              </a:rPr>
              <a:t>then</a:t>
            </a:r>
            <a:r>
              <a:rPr lang="fr-FR" sz="1200" b="0" baseline="0" noProof="0">
                <a:solidFill>
                  <a:schemeClr val="tx1">
                    <a:lumMod val="100000"/>
                  </a:schemeClr>
                </a:solidFill>
                <a:latin typeface="+mn-lt"/>
              </a:rPr>
              <a:t> "Check </a:t>
            </a:r>
            <a:r>
              <a:rPr lang="fr-FR" sz="1200" b="0" baseline="0" noProof="0" err="1">
                <a:solidFill>
                  <a:schemeClr val="tx1">
                    <a:lumMod val="100000"/>
                  </a:schemeClr>
                </a:solidFill>
                <a:latin typeface="+mn-lt"/>
              </a:rPr>
              <a:t>accessibility</a:t>
            </a:r>
            <a:r>
              <a:rPr lang="fr-FR" sz="1200" b="0" baseline="0" noProof="0">
                <a:solidFill>
                  <a:schemeClr val="tx1">
                    <a:lumMod val="100000"/>
                  </a:schemeClr>
                </a:solidFill>
                <a:latin typeface="+mn-lt"/>
              </a:rPr>
              <a:t>". </a:t>
            </a:r>
            <a:endParaRPr lang="fr-FR" sz="1400" b="0" baseline="0" noProof="0">
              <a:solidFill>
                <a:schemeClr val="tx1">
                  <a:lumMod val="100000"/>
                </a:schemeClr>
              </a:solidFill>
              <a:latin typeface="+mn-lt"/>
            </a:endParaRPr>
          </a:p>
        </p:txBody>
      </p:sp>
      <p:sp>
        <p:nvSpPr>
          <p:cNvPr id="12" name="Freeform: Shape 14">
            <a:extLst>
              <a:ext uri="{FF2B5EF4-FFF2-40B4-BE49-F238E27FC236}">
                <a16:creationId xmlns:a16="http://schemas.microsoft.com/office/drawing/2014/main" id="{83DFFE58-DCEB-BE9E-4D43-AD8C276484CB}"/>
              </a:ext>
            </a:extLst>
          </p:cNvPr>
          <p:cNvSpPr/>
          <p:nvPr/>
        </p:nvSpPr>
        <p:spPr>
          <a:xfrm rot="2411869">
            <a:off x="9621264" y="454839"/>
            <a:ext cx="3151694" cy="638614"/>
          </a:xfrm>
          <a:custGeom>
            <a:avLst/>
            <a:gdLst>
              <a:gd name="connsiteX0" fmla="*/ 0 w 3151694"/>
              <a:gd name="connsiteY0" fmla="*/ 638614 h 638614"/>
              <a:gd name="connsiteX1" fmla="*/ 755756 w 3151694"/>
              <a:gd name="connsiteY1" fmla="*/ 0 h 638614"/>
              <a:gd name="connsiteX2" fmla="*/ 2612065 w 3151694"/>
              <a:gd name="connsiteY2" fmla="*/ 0 h 638614"/>
              <a:gd name="connsiteX3" fmla="*/ 3151694 w 3151694"/>
              <a:gd name="connsiteY3" fmla="*/ 638614 h 638614"/>
            </a:gdLst>
            <a:ahLst/>
            <a:cxnLst>
              <a:cxn ang="0">
                <a:pos x="connsiteX0" y="connsiteY0"/>
              </a:cxn>
              <a:cxn ang="0">
                <a:pos x="connsiteX1" y="connsiteY1"/>
              </a:cxn>
              <a:cxn ang="0">
                <a:pos x="connsiteX2" y="connsiteY2"/>
              </a:cxn>
              <a:cxn ang="0">
                <a:pos x="connsiteX3" y="connsiteY3"/>
              </a:cxn>
            </a:cxnLst>
            <a:rect l="l" t="t" r="r" b="b"/>
            <a:pathLst>
              <a:path w="3151694" h="638614">
                <a:moveTo>
                  <a:pt x="0" y="638614"/>
                </a:moveTo>
                <a:lnTo>
                  <a:pt x="755756" y="0"/>
                </a:lnTo>
                <a:lnTo>
                  <a:pt x="2612065" y="0"/>
                </a:lnTo>
                <a:lnTo>
                  <a:pt x="3151694" y="638614"/>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r>
              <a:rPr lang="fr-FR">
                <a:solidFill>
                  <a:schemeClr val="bg1">
                    <a:lumMod val="100000"/>
                  </a:schemeClr>
                </a:solidFill>
                <a:ea typeface="+mj-ea"/>
                <a:cs typeface="+mj-cs"/>
              </a:rPr>
              <a:t>To </a:t>
            </a:r>
            <a:r>
              <a:rPr lang="fr-FR" err="1">
                <a:solidFill>
                  <a:schemeClr val="bg1">
                    <a:lumMod val="100000"/>
                  </a:schemeClr>
                </a:solidFill>
                <a:ea typeface="+mj-ea"/>
                <a:cs typeface="+mj-cs"/>
              </a:rPr>
              <a:t>be</a:t>
            </a:r>
            <a:r>
              <a:rPr lang="fr-FR">
                <a:solidFill>
                  <a:schemeClr val="bg1">
                    <a:lumMod val="100000"/>
                  </a:schemeClr>
                </a:solidFill>
                <a:ea typeface="+mj-ea"/>
                <a:cs typeface="+mj-cs"/>
              </a:rPr>
              <a:t> </a:t>
            </a:r>
            <a:r>
              <a:rPr lang="fr-FR" err="1">
                <a:solidFill>
                  <a:schemeClr val="bg1">
                    <a:lumMod val="100000"/>
                  </a:schemeClr>
                </a:solidFill>
                <a:ea typeface="+mj-ea"/>
                <a:cs typeface="+mj-cs"/>
              </a:rPr>
              <a:t>deleted</a:t>
            </a:r>
            <a:endParaRPr lang="fr-FR">
              <a:solidFill>
                <a:schemeClr val="bg1">
                  <a:lumMod val="100000"/>
                </a:schemeClr>
              </a:solidFill>
              <a:ea typeface="+mj-ea"/>
              <a:cs typeface="+mj-cs"/>
            </a:endParaRPr>
          </a:p>
        </p:txBody>
      </p:sp>
      <p:sp>
        <p:nvSpPr>
          <p:cNvPr id="25" name="Copyright and page 4">
            <a:extLst>
              <a:ext uri="{FF2B5EF4-FFF2-40B4-BE49-F238E27FC236}">
                <a16:creationId xmlns:a16="http://schemas.microsoft.com/office/drawing/2014/main" id="{CAC38180-370A-0E5E-0C20-755F3DDBE509}"/>
              </a:ext>
              <a:ext uri="{C183D7F6-B498-43B3-948B-1728B52AA6E4}">
                <adec:decorative xmlns:adec="http://schemas.microsoft.com/office/drawing/2017/decorative" val="1"/>
              </a:ext>
            </a:extLst>
          </p:cNvPr>
          <p:cNvSpPr txBox="1">
            <a:spLocks/>
          </p:cNvSpPr>
          <p:nvPr userDrawn="1"/>
        </p:nvSpPr>
        <p:spPr bwMode="ltGray">
          <a:xfrm>
            <a:off x="10591800" y="6578600"/>
            <a:ext cx="1189038" cy="239774"/>
          </a:xfrm>
          <a:prstGeom prst="rect">
            <a:avLst/>
          </a:prstGeom>
        </p:spPr>
        <p:txBody>
          <a:bodyPr lIns="0" rIns="0" anchor="ctr"/>
          <a:lstStyle/>
          <a:p>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r>
              <a:rPr lang="fr-FR" sz="700" b="0" i="0">
                <a:solidFill>
                  <a:schemeClr val="bg2">
                    <a:lumMod val="100000"/>
                  </a:schemeClr>
                </a:solidFill>
                <a:effectLst/>
                <a:latin typeface="+mn-lt"/>
              </a:rPr>
              <a:t>© </a:t>
            </a:r>
            <a:r>
              <a:rPr lang="fr-FR" sz="700" b="0" i="0">
                <a:solidFill>
                  <a:schemeClr val="bg2">
                    <a:lumMod val="100000"/>
                  </a:schemeClr>
                </a:solidFill>
                <a:effectLst/>
                <a:latin typeface="+mn-lt"/>
                <a:cs typeface="Poppins" panose="00000500000000000000" pitchFamily="2" charset="0"/>
              </a:rPr>
              <a:t>WAVESTONE</a:t>
            </a:r>
            <a:r>
              <a:rPr lang="fr-FR" sz="700" b="0" i="0">
                <a:solidFill>
                  <a:schemeClr val="bg2">
                    <a:lumMod val="100000"/>
                  </a:schemeClr>
                </a:solidFill>
                <a:effectLst/>
                <a:latin typeface="+mn-lt"/>
              </a:rPr>
              <a:t> | </a:t>
            </a:r>
            <a:fld id="{55EE84F1-812F-F440-AFF9-6DD93A744E0D}" type="slidenum">
              <a:rPr lang="fr-FR" sz="700" smtClean="0">
                <a:solidFill>
                  <a:schemeClr val="bg2">
                    <a:lumMod val="100000"/>
                  </a:schemeClr>
                </a:solidFill>
                <a:latin typeface="+mn-lt"/>
                <a:cs typeface="Poppins Light" panose="00000400000000000000" pitchFamily="2" charset="0"/>
              </a:rPr>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t>‹N°›</a:t>
            </a:fld>
            <a:endParaRPr lang="fr-FR" sz="700">
              <a:solidFill>
                <a:schemeClr val="bg2">
                  <a:lumMod val="100000"/>
                </a:schemeClr>
              </a:solidFill>
              <a:latin typeface="+mn-lt"/>
              <a:cs typeface="Poppins Light" panose="00000400000000000000" pitchFamily="2" charset="0"/>
            </a:endParaRPr>
          </a:p>
        </p:txBody>
      </p:sp>
      <p:sp>
        <p:nvSpPr>
          <p:cNvPr id="3" name="Title 1">
            <a:extLst>
              <a:ext uri="{FF2B5EF4-FFF2-40B4-BE49-F238E27FC236}">
                <a16:creationId xmlns:a16="http://schemas.microsoft.com/office/drawing/2014/main" id="{31C12FEA-04FF-E765-EA1B-B3C5D770231F}"/>
              </a:ext>
            </a:extLst>
          </p:cNvPr>
          <p:cNvSpPr>
            <a:spLocks noGrp="1"/>
          </p:cNvSpPr>
          <p:nvPr>
            <p:ph type="title" hasCustomPrompt="1"/>
          </p:nvPr>
        </p:nvSpPr>
        <p:spPr>
          <a:xfrm>
            <a:off x="423984" y="404664"/>
            <a:ext cx="5635503" cy="936774"/>
          </a:xfrm>
        </p:spPr>
        <p:txBody>
          <a:bodyPr/>
          <a:lstStyle>
            <a:lvl1pPr>
              <a:defRPr sz="2400"/>
            </a:lvl1pPr>
          </a:lstStyle>
          <a:p>
            <a:r>
              <a:rPr lang="fr-FR"/>
              <a:t>Digital </a:t>
            </a:r>
            <a:r>
              <a:rPr lang="fr-FR" err="1"/>
              <a:t>accessibility</a:t>
            </a:r>
            <a:r>
              <a:rPr lang="fr-FR"/>
              <a:t> guidelines</a:t>
            </a:r>
          </a:p>
        </p:txBody>
      </p:sp>
    </p:spTree>
    <p:extLst>
      <p:ext uri="{BB962C8B-B14F-4D97-AF65-F5344CB8AC3E}">
        <p14:creationId xmlns:p14="http://schemas.microsoft.com/office/powerpoint/2010/main" val="1927888796"/>
      </p:ext>
    </p:extLst>
  </p:cSld>
  <p:clrMapOvr>
    <a:masterClrMapping/>
  </p:clrMapOvr>
  <p:extLst>
    <p:ext uri="{DCECCB84-F9BA-43D5-87BE-67443E8EF086}">
      <p15:sldGuideLst xmlns:p15="http://schemas.microsoft.com/office/powerpoint/2012/main">
        <p15:guide id="1" pos="381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General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5354" y="404666"/>
            <a:ext cx="11342769" cy="936773"/>
          </a:xfrm>
        </p:spPr>
        <p:txBody>
          <a:bodyPr lIns="108000" tIns="0" rIns="108000" bIns="0"/>
          <a:lstStyle>
            <a:lvl1pPr>
              <a:defRPr sz="2201" baseline="0">
                <a:solidFill>
                  <a:schemeClr val="bg2"/>
                </a:solidFill>
              </a:defRPr>
            </a:lvl1pPr>
          </a:lstStyle>
          <a:p>
            <a:r>
              <a:rPr lang="fr-FR"/>
              <a:t>Complete </a:t>
            </a:r>
            <a:r>
              <a:rPr lang="fr-FR" err="1"/>
              <a:t>with</a:t>
            </a:r>
            <a:r>
              <a:rPr lang="fr-FR"/>
              <a:t> a </a:t>
            </a:r>
            <a:r>
              <a:rPr lang="fr-FR" err="1"/>
              <a:t>title</a:t>
            </a:r>
            <a:r>
              <a:rPr lang="fr-FR"/>
              <a:t> </a:t>
            </a:r>
            <a:r>
              <a:rPr lang="fr-FR" err="1"/>
              <a:t>here</a:t>
            </a:r>
            <a:r>
              <a:rPr lang="fr-FR"/>
              <a:t> </a:t>
            </a:r>
            <a:r>
              <a:rPr lang="fr-FR" err="1"/>
              <a:t>that</a:t>
            </a:r>
            <a:r>
              <a:rPr lang="fr-FR"/>
              <a:t> carries </a:t>
            </a:r>
            <a:r>
              <a:rPr lang="fr-FR" err="1"/>
              <a:t>your</a:t>
            </a:r>
            <a:r>
              <a:rPr lang="fr-FR"/>
              <a:t> message on </a:t>
            </a:r>
            <a:r>
              <a:rPr lang="fr-FR" err="1"/>
              <a:t>two</a:t>
            </a:r>
            <a:r>
              <a:rPr lang="fr-FR"/>
              <a:t> </a:t>
            </a:r>
            <a:r>
              <a:rPr lang="fr-FR" err="1"/>
              <a:t>lines</a:t>
            </a:r>
            <a:r>
              <a:rPr lang="fr-FR"/>
              <a:t> at </a:t>
            </a:r>
            <a:r>
              <a:rPr lang="fr-FR" err="1"/>
              <a:t>most</a:t>
            </a:r>
            <a:r>
              <a:rPr lang="fr-FR"/>
              <a:t> for more </a:t>
            </a:r>
            <a:r>
              <a:rPr lang="fr-FR" noProof="0" err="1"/>
              <a:t>readability</a:t>
            </a:r>
            <a:endParaRPr lang="fr-FR" noProof="0"/>
          </a:p>
        </p:txBody>
      </p:sp>
      <p:sp>
        <p:nvSpPr>
          <p:cNvPr id="9" name="Text Placeholder 8"/>
          <p:cNvSpPr>
            <a:spLocks noGrp="1"/>
          </p:cNvSpPr>
          <p:nvPr>
            <p:ph type="body" sz="quarter" idx="13" hasCustomPrompt="1"/>
          </p:nvPr>
        </p:nvSpPr>
        <p:spPr>
          <a:xfrm>
            <a:off x="425354" y="144314"/>
            <a:ext cx="11342769" cy="260350"/>
          </a:xfrm>
          <a:prstGeom prst="rect">
            <a:avLst/>
          </a:prstGeom>
        </p:spPr>
        <p:txBody>
          <a:bodyPr lIns="108000" tIns="0" rIns="108000" bIns="0" anchor="b"/>
          <a:lstStyle>
            <a:lvl1pPr>
              <a:spcBef>
                <a:spcPts val="0"/>
              </a:spcBef>
              <a:defRPr sz="1001" i="0" cap="all" baseline="0">
                <a:solidFill>
                  <a:schemeClr val="accent4"/>
                </a:solidFill>
                <a:latin typeface="+mj-lt"/>
              </a:defRPr>
            </a:lvl1pPr>
            <a:lvl2pPr>
              <a:defRPr sz="1001"/>
            </a:lvl2pPr>
          </a:lstStyle>
          <a:p>
            <a:pPr lvl="0"/>
            <a:r>
              <a:rPr lang="fr-FR" noProof="0"/>
              <a:t>Insert a top </a:t>
            </a:r>
            <a:r>
              <a:rPr lang="fr-FR" noProof="0" err="1"/>
              <a:t>title</a:t>
            </a:r>
            <a:r>
              <a:rPr lang="fr-FR" noProof="0"/>
              <a:t> </a:t>
            </a:r>
            <a:r>
              <a:rPr lang="fr-FR" noProof="0" err="1"/>
              <a:t>here</a:t>
            </a:r>
            <a:r>
              <a:rPr lang="fr-FR" noProof="0"/>
              <a:t> - must not </a:t>
            </a:r>
            <a:r>
              <a:rPr lang="fr-FR" noProof="0" err="1"/>
              <a:t>exceed</a:t>
            </a:r>
            <a:r>
              <a:rPr lang="fr-FR" noProof="0"/>
              <a:t> 1 line</a:t>
            </a:r>
          </a:p>
        </p:txBody>
      </p:sp>
      <p:sp>
        <p:nvSpPr>
          <p:cNvPr id="4" name="Espace réservé du contenu 3"/>
          <p:cNvSpPr>
            <a:spLocks noGrp="1"/>
          </p:cNvSpPr>
          <p:nvPr>
            <p:ph sz="quarter" idx="14" hasCustomPrompt="1"/>
          </p:nvPr>
        </p:nvSpPr>
        <p:spPr>
          <a:xfrm>
            <a:off x="425354" y="1341438"/>
            <a:ext cx="11342769" cy="4895850"/>
          </a:xfrm>
          <a:prstGeom prst="rect">
            <a:avLst/>
          </a:prstGeom>
        </p:spPr>
        <p:txBody>
          <a:bodyPr lIns="108000" tIns="108000" rIns="108000" bIns="108000"/>
          <a:lstStyle>
            <a:lvl2pPr>
              <a:defRPr>
                <a:solidFill>
                  <a:schemeClr val="tx1"/>
                </a:solidFill>
              </a:defRPr>
            </a:lvl2pPr>
            <a:lvl3pPr>
              <a:defRPr baseline="0">
                <a:solidFill>
                  <a:schemeClr val="tx1"/>
                </a:solidFill>
              </a:defRPr>
            </a:lvl3pPr>
            <a:lvl4pPr>
              <a:defRPr>
                <a:solidFill>
                  <a:schemeClr val="tx1"/>
                </a:solidFill>
              </a:defRPr>
            </a:lvl4pPr>
            <a:lvl5pPr>
              <a:defRPr>
                <a:solidFill>
                  <a:schemeClr val="tx1"/>
                </a:solidFill>
              </a:defRPr>
            </a:lvl5pPr>
            <a:lvl6pPr algn="just">
              <a:defRPr>
                <a:solidFill>
                  <a:schemeClr val="tx1"/>
                </a:solidFill>
              </a:defRPr>
            </a:lvl6pPr>
            <a:lvl7pPr algn="just">
              <a:defRPr>
                <a:solidFill>
                  <a:schemeClr val="tx1"/>
                </a:solidFill>
              </a:defRPr>
            </a:lvl7pPr>
            <a:lvl8pPr algn="just">
              <a:defRPr>
                <a:solidFill>
                  <a:schemeClr val="tx1"/>
                </a:solidFill>
              </a:defRPr>
            </a:lvl8pPr>
            <a:lvl9pPr algn="just">
              <a:defRPr>
                <a:solidFill>
                  <a:schemeClr val="tx1"/>
                </a:solidFill>
              </a:defRPr>
            </a:lvl9pPr>
          </a:lstStyle>
          <a:p>
            <a:pPr lvl="0"/>
            <a:r>
              <a:rPr lang="fr-FR" err="1"/>
              <a:t>Level</a:t>
            </a:r>
            <a:r>
              <a:rPr lang="fr-FR"/>
              <a:t> 1 - </a:t>
            </a:r>
            <a:r>
              <a:rPr lang="fr-FR">
                <a:solidFill>
                  <a:srgbClr val="503078"/>
                </a:solidFill>
              </a:rPr>
              <a:t>To move to the </a:t>
            </a:r>
            <a:r>
              <a:rPr lang="fr-FR" err="1">
                <a:solidFill>
                  <a:srgbClr val="503078"/>
                </a:solidFill>
              </a:rPr>
              <a:t>next</a:t>
            </a:r>
            <a:r>
              <a:rPr lang="fr-FR">
                <a:solidFill>
                  <a:srgbClr val="503078"/>
                </a:solidFill>
              </a:rPr>
              <a:t> </a:t>
            </a:r>
            <a:r>
              <a:rPr lang="fr-FR" err="1">
                <a:solidFill>
                  <a:srgbClr val="503078"/>
                </a:solidFill>
              </a:rPr>
              <a:t>level</a:t>
            </a:r>
            <a:r>
              <a:rPr lang="fr-FR">
                <a:solidFill>
                  <a:srgbClr val="503078"/>
                </a:solidFill>
              </a:rPr>
              <a:t>, Alt + Shift + right </a:t>
            </a:r>
            <a:r>
              <a:rPr lang="fr-FR" err="1">
                <a:solidFill>
                  <a:srgbClr val="503078"/>
                </a:solidFill>
              </a:rPr>
              <a:t>arrow</a:t>
            </a:r>
            <a:endParaRPr lang="fr-FR"/>
          </a:p>
          <a:p>
            <a:pPr lvl="1"/>
            <a:r>
              <a:rPr lang="fr-FR" err="1"/>
              <a:t>Level</a:t>
            </a:r>
            <a:r>
              <a:rPr lang="fr-FR"/>
              <a:t> 2</a:t>
            </a:r>
          </a:p>
          <a:p>
            <a:pPr lvl="2"/>
            <a:r>
              <a:rPr lang="fr-FR" err="1"/>
              <a:t>Level</a:t>
            </a:r>
            <a:r>
              <a:rPr lang="fr-FR"/>
              <a:t> 3</a:t>
            </a:r>
          </a:p>
          <a:p>
            <a:pPr lvl="3"/>
            <a:r>
              <a:rPr lang="fr-FR" err="1"/>
              <a:t>Level</a:t>
            </a:r>
            <a:r>
              <a:rPr lang="fr-FR"/>
              <a:t> 4</a:t>
            </a:r>
          </a:p>
          <a:p>
            <a:pPr lvl="4"/>
            <a:r>
              <a:rPr lang="fr-FR" err="1"/>
              <a:t>Level</a:t>
            </a:r>
            <a:r>
              <a:rPr lang="fr-FR"/>
              <a:t> 5</a:t>
            </a:r>
          </a:p>
          <a:p>
            <a:pPr lvl="5"/>
            <a:r>
              <a:rPr lang="fr-FR" err="1"/>
              <a:t>Level</a:t>
            </a:r>
            <a:r>
              <a:rPr lang="fr-FR"/>
              <a:t> 6</a:t>
            </a:r>
          </a:p>
          <a:p>
            <a:pPr lvl="6"/>
            <a:r>
              <a:rPr lang="fr-FR" err="1"/>
              <a:t>Level</a:t>
            </a:r>
            <a:r>
              <a:rPr lang="fr-FR"/>
              <a:t> 7</a:t>
            </a:r>
          </a:p>
          <a:p>
            <a:pPr lvl="7"/>
            <a:r>
              <a:rPr lang="fr-FR" noProof="0" err="1"/>
              <a:t>Level</a:t>
            </a:r>
            <a:r>
              <a:rPr lang="fr-FR" noProof="0"/>
              <a:t> </a:t>
            </a:r>
            <a:r>
              <a:rPr lang="fr-FR"/>
              <a:t>8</a:t>
            </a:r>
          </a:p>
          <a:p>
            <a:pPr lvl="8"/>
            <a:r>
              <a:rPr lang="fr-FR" err="1"/>
              <a:t>Level</a:t>
            </a:r>
            <a:r>
              <a:rPr lang="fr-FR"/>
              <a:t> 9</a:t>
            </a:r>
          </a:p>
        </p:txBody>
      </p:sp>
    </p:spTree>
    <p:extLst>
      <p:ext uri="{BB962C8B-B14F-4D97-AF65-F5344CB8AC3E}">
        <p14:creationId xmlns:p14="http://schemas.microsoft.com/office/powerpoint/2010/main" val="4181171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10.xml"/><Relationship Id="rId21" Type="http://schemas.openxmlformats.org/officeDocument/2006/relationships/slideLayout" Target="../slideLayouts/slideLayout21.xml"/><Relationship Id="rId34" Type="http://schemas.openxmlformats.org/officeDocument/2006/relationships/tags" Target="../tags/tag5.xml"/><Relationship Id="rId42" Type="http://schemas.openxmlformats.org/officeDocument/2006/relationships/tags" Target="../tags/tag13.xml"/><Relationship Id="rId47" Type="http://schemas.openxmlformats.org/officeDocument/2006/relationships/tags" Target="../tags/tag18.xml"/><Relationship Id="rId50" Type="http://schemas.openxmlformats.org/officeDocument/2006/relationships/tags" Target="../tags/tag2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3.xml"/><Relationship Id="rId37" Type="http://schemas.openxmlformats.org/officeDocument/2006/relationships/tags" Target="../tags/tag8.xml"/><Relationship Id="rId40" Type="http://schemas.openxmlformats.org/officeDocument/2006/relationships/tags" Target="../tags/tag11.xml"/><Relationship Id="rId45" Type="http://schemas.openxmlformats.org/officeDocument/2006/relationships/tags" Target="../tags/tag1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7.xml"/><Relationship Id="rId49" Type="http://schemas.openxmlformats.org/officeDocument/2006/relationships/tags" Target="../tags/tag20.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2.xml"/><Relationship Id="rId44" Type="http://schemas.openxmlformats.org/officeDocument/2006/relationships/tags" Target="../tags/tag1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 Id="rId35" Type="http://schemas.openxmlformats.org/officeDocument/2006/relationships/tags" Target="../tags/tag6.xml"/><Relationship Id="rId43" Type="http://schemas.openxmlformats.org/officeDocument/2006/relationships/tags" Target="../tags/tag14.xml"/><Relationship Id="rId48" Type="http://schemas.openxmlformats.org/officeDocument/2006/relationships/tags" Target="../tags/tag19.xml"/><Relationship Id="rId8" Type="http://schemas.openxmlformats.org/officeDocument/2006/relationships/slideLayout" Target="../slideLayouts/slideLayout8.xml"/><Relationship Id="rId51" Type="http://schemas.openxmlformats.org/officeDocument/2006/relationships/tags" Target="../tags/tag2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4.xml"/><Relationship Id="rId38" Type="http://schemas.openxmlformats.org/officeDocument/2006/relationships/tags" Target="../tags/tag9.xml"/><Relationship Id="rId46" Type="http://schemas.openxmlformats.org/officeDocument/2006/relationships/tags" Target="../tags/tag17.xml"/><Relationship Id="rId20" Type="http://schemas.openxmlformats.org/officeDocument/2006/relationships/slideLayout" Target="../slideLayouts/slideLayout20.xml"/><Relationship Id="rId41" Type="http://schemas.openxmlformats.org/officeDocument/2006/relationships/tags" Target="../tags/tag12.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9" Type="http://schemas.openxmlformats.org/officeDocument/2006/relationships/tags" Target="../tags/tag32.xml"/><Relationship Id="rId21" Type="http://schemas.openxmlformats.org/officeDocument/2006/relationships/slideLayout" Target="../slideLayouts/slideLayout50.xml"/><Relationship Id="rId34" Type="http://schemas.openxmlformats.org/officeDocument/2006/relationships/tags" Target="../tags/tag27.xml"/><Relationship Id="rId42" Type="http://schemas.openxmlformats.org/officeDocument/2006/relationships/tags" Target="../tags/tag35.xml"/><Relationship Id="rId47" Type="http://schemas.openxmlformats.org/officeDocument/2006/relationships/tags" Target="../tags/tag40.xml"/><Relationship Id="rId50" Type="http://schemas.openxmlformats.org/officeDocument/2006/relationships/tags" Target="../tags/tag43.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9" Type="http://schemas.openxmlformats.org/officeDocument/2006/relationships/theme" Target="../theme/theme2.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tags" Target="../tags/tag25.xml"/><Relationship Id="rId37" Type="http://schemas.openxmlformats.org/officeDocument/2006/relationships/tags" Target="../tags/tag30.xml"/><Relationship Id="rId40" Type="http://schemas.openxmlformats.org/officeDocument/2006/relationships/tags" Target="../tags/tag33.xml"/><Relationship Id="rId45" Type="http://schemas.openxmlformats.org/officeDocument/2006/relationships/tags" Target="../tags/tag38.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36" Type="http://schemas.openxmlformats.org/officeDocument/2006/relationships/tags" Target="../tags/tag29.xml"/><Relationship Id="rId49" Type="http://schemas.openxmlformats.org/officeDocument/2006/relationships/tags" Target="../tags/tag42.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tags" Target="../tags/tag24.xml"/><Relationship Id="rId44" Type="http://schemas.openxmlformats.org/officeDocument/2006/relationships/tags" Target="../tags/tag37.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tags" Target="../tags/tag23.xml"/><Relationship Id="rId35" Type="http://schemas.openxmlformats.org/officeDocument/2006/relationships/tags" Target="../tags/tag28.xml"/><Relationship Id="rId43" Type="http://schemas.openxmlformats.org/officeDocument/2006/relationships/tags" Target="../tags/tag36.xml"/><Relationship Id="rId48" Type="http://schemas.openxmlformats.org/officeDocument/2006/relationships/tags" Target="../tags/tag41.xml"/><Relationship Id="rId8" Type="http://schemas.openxmlformats.org/officeDocument/2006/relationships/slideLayout" Target="../slideLayouts/slideLayout37.xml"/><Relationship Id="rId3" Type="http://schemas.openxmlformats.org/officeDocument/2006/relationships/slideLayout" Target="../slideLayouts/slideLayout32.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33" Type="http://schemas.openxmlformats.org/officeDocument/2006/relationships/tags" Target="../tags/tag26.xml"/><Relationship Id="rId38" Type="http://schemas.openxmlformats.org/officeDocument/2006/relationships/tags" Target="../tags/tag31.xml"/><Relationship Id="rId46" Type="http://schemas.openxmlformats.org/officeDocument/2006/relationships/tags" Target="../tags/tag39.xml"/><Relationship Id="rId20" Type="http://schemas.openxmlformats.org/officeDocument/2006/relationships/slideLayout" Target="../slideLayouts/slideLayout49.xml"/><Relationship Id="rId41" Type="http://schemas.openxmlformats.org/officeDocument/2006/relationships/tags" Target="../tags/tag34.xml"/><Relationship Id="rId1" Type="http://schemas.openxmlformats.org/officeDocument/2006/relationships/slideLayout" Target="../slideLayouts/slideLayout30.xml"/><Relationship Id="rId6"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3984" y="404664"/>
            <a:ext cx="11342769" cy="936774"/>
          </a:xfrm>
          <a:prstGeom prst="rect">
            <a:avLst/>
          </a:prstGeom>
          <a:noFill/>
        </p:spPr>
        <p:txBody>
          <a:bodyPr vert="horz" lIns="0" tIns="0" rIns="0" bIns="0" rtlCol="0" anchor="t">
            <a:noAutofit/>
          </a:bodyPr>
          <a:lstStyle/>
          <a:p>
            <a:r>
              <a:rPr lang="fr-FR"/>
              <a:t>Complete with a title here that carries your message on two lines at most for more </a:t>
            </a:r>
            <a:r>
              <a:rPr lang="fr-FR" noProof="0"/>
              <a:t>readability</a:t>
            </a:r>
          </a:p>
        </p:txBody>
      </p:sp>
      <p:sp>
        <p:nvSpPr>
          <p:cNvPr id="4" name="Text placeholder 1" descr="&#10;"/>
          <p:cNvSpPr>
            <a:spLocks noGrp="1"/>
          </p:cNvSpPr>
          <p:nvPr>
            <p:ph type="body" idx="1"/>
          </p:nvPr>
        </p:nvSpPr>
        <p:spPr>
          <a:xfrm>
            <a:off x="423984" y="1341438"/>
            <a:ext cx="11342769" cy="4894976"/>
          </a:xfrm>
          <a:prstGeom prst="rect">
            <a:avLst/>
          </a:prstGeom>
        </p:spPr>
        <p:txBody>
          <a:bodyPr vert="horz" lIns="0" tIns="36000" rIns="0" bIns="36000" rtlCol="0">
            <a:noAutofit/>
          </a:bodyPr>
          <a:lstStyle/>
          <a:p>
            <a:pPr lvl="0"/>
            <a:r>
              <a:rPr lang="fr-FR"/>
              <a:t>Level 1 - </a:t>
            </a:r>
            <a:r>
              <a:rPr lang="fr-FR">
                <a:solidFill>
                  <a:srgbClr val="503078"/>
                </a:solidFill>
              </a:rPr>
              <a:t>To move to the next level, Alt + Shift + right arrow</a:t>
            </a:r>
            <a:endParaRPr lang="fr-FR"/>
          </a:p>
          <a:p>
            <a:pPr lvl="1"/>
            <a:r>
              <a:rPr lang="fr-FR"/>
              <a:t>Level 2</a:t>
            </a:r>
          </a:p>
          <a:p>
            <a:pPr lvl="2"/>
            <a:r>
              <a:rPr lang="fr-FR"/>
              <a:t>Level 3</a:t>
            </a:r>
          </a:p>
          <a:p>
            <a:pPr lvl="3"/>
            <a:r>
              <a:rPr lang="fr-FR"/>
              <a:t>Level 4</a:t>
            </a:r>
          </a:p>
          <a:p>
            <a:pPr lvl="4"/>
            <a:r>
              <a:rPr lang="fr-FR"/>
              <a:t>Level 5</a:t>
            </a:r>
          </a:p>
          <a:p>
            <a:pPr lvl="5"/>
            <a:r>
              <a:rPr lang="fr-FR"/>
              <a:t>Level 6</a:t>
            </a:r>
          </a:p>
          <a:p>
            <a:pPr lvl="7"/>
            <a:r>
              <a:rPr lang="fr-FR"/>
              <a:t>Level 7</a:t>
            </a:r>
          </a:p>
          <a:p>
            <a:pPr lvl="8"/>
            <a:r>
              <a:rPr lang="fr-FR"/>
              <a:t>Level 8</a:t>
            </a:r>
          </a:p>
        </p:txBody>
      </p:sp>
      <p:sp>
        <p:nvSpPr>
          <p:cNvPr id="71" name="Backup [Sticker]" hidden="1">
            <a:extLst>
              <a:ext uri="{FF2B5EF4-FFF2-40B4-BE49-F238E27FC236}">
                <a16:creationId xmlns:a16="http://schemas.microsoft.com/office/drawing/2014/main" id="{1706AFD2-5257-A4FD-E9D9-FF6AA4E6F250}"/>
              </a:ext>
            </a:extLst>
          </p:cNvPr>
          <p:cNvSpPr>
            <a:spLocks/>
          </p:cNvSpPr>
          <p:nvPr userDrawn="1"/>
        </p:nvSpPr>
        <p:spPr>
          <a:xfrm>
            <a:off x="9352934" y="4376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BACK UP</a:t>
            </a:r>
          </a:p>
        </p:txBody>
      </p:sp>
      <p:sp>
        <p:nvSpPr>
          <p:cNvPr id="69" name="Dummy [Sticker]" hidden="1">
            <a:extLst>
              <a:ext uri="{FF2B5EF4-FFF2-40B4-BE49-F238E27FC236}">
                <a16:creationId xmlns:a16="http://schemas.microsoft.com/office/drawing/2014/main" id="{AE50588A-B4BE-E282-5B34-AC49EE371FDD}"/>
              </a:ext>
            </a:extLst>
          </p:cNvPr>
          <p:cNvSpPr>
            <a:spLocks/>
          </p:cNvSpPr>
          <p:nvPr userDrawn="1"/>
        </p:nvSpPr>
        <p:spPr>
          <a:xfrm>
            <a:off x="9352934" y="4376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DUMMY DATA</a:t>
            </a:r>
          </a:p>
        </p:txBody>
      </p:sp>
      <p:sp>
        <p:nvSpPr>
          <p:cNvPr id="68" name="Update [Sticker]" hidden="1">
            <a:extLst>
              <a:ext uri="{FF2B5EF4-FFF2-40B4-BE49-F238E27FC236}">
                <a16:creationId xmlns:a16="http://schemas.microsoft.com/office/drawing/2014/main" id="{D4F46F77-323B-5317-DF8F-BA31FFDCF3AE}"/>
              </a:ext>
            </a:extLst>
          </p:cNvPr>
          <p:cNvSpPr>
            <a:spLocks/>
          </p:cNvSpPr>
          <p:nvPr userDrawn="1"/>
        </p:nvSpPr>
        <p:spPr>
          <a:xfrm>
            <a:off x="9352934" y="4376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UPDATE DATA</a:t>
            </a:r>
          </a:p>
        </p:txBody>
      </p:sp>
      <p:sp>
        <p:nvSpPr>
          <p:cNvPr id="67" name="Final [Sticker]" hidden="1">
            <a:extLst>
              <a:ext uri="{FF2B5EF4-FFF2-40B4-BE49-F238E27FC236}">
                <a16:creationId xmlns:a16="http://schemas.microsoft.com/office/drawing/2014/main" id="{D56D3B9F-B4EA-715D-F8C7-39CE76AD356D}"/>
              </a:ext>
            </a:extLst>
          </p:cNvPr>
          <p:cNvSpPr>
            <a:spLocks/>
          </p:cNvSpPr>
          <p:nvPr userDrawn="1"/>
        </p:nvSpPr>
        <p:spPr>
          <a:xfrm>
            <a:off x="9352934" y="4376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FINAL SLIDE</a:t>
            </a:r>
          </a:p>
        </p:txBody>
      </p:sp>
      <p:sp>
        <p:nvSpPr>
          <p:cNvPr id="66" name="Draft [Sticker]" hidden="1">
            <a:extLst>
              <a:ext uri="{FF2B5EF4-FFF2-40B4-BE49-F238E27FC236}">
                <a16:creationId xmlns:a16="http://schemas.microsoft.com/office/drawing/2014/main" id="{FBF67700-BFA8-9698-BDEB-DDBE09353366}"/>
              </a:ext>
            </a:extLst>
          </p:cNvPr>
          <p:cNvSpPr>
            <a:spLocks/>
          </p:cNvSpPr>
          <p:nvPr userDrawn="1"/>
        </p:nvSpPr>
        <p:spPr>
          <a:xfrm>
            <a:off x="9352934" y="4376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DRAFT SLIDE</a:t>
            </a:r>
          </a:p>
        </p:txBody>
      </p:sp>
      <p:sp>
        <p:nvSpPr>
          <p:cNvPr id="10" name="Discussion [Sticker]" hidden="1">
            <a:extLst>
              <a:ext uri="{FF2B5EF4-FFF2-40B4-BE49-F238E27FC236}">
                <a16:creationId xmlns:a16="http://schemas.microsoft.com/office/drawing/2014/main" id="{75579E32-79D4-5287-954F-D981800849B0}"/>
              </a:ext>
            </a:extLst>
          </p:cNvPr>
          <p:cNvSpPr>
            <a:spLocks/>
          </p:cNvSpPr>
          <p:nvPr userDrawn="1"/>
        </p:nvSpPr>
        <p:spPr>
          <a:xfrm>
            <a:off x="9352934" y="4376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FOR DISCUSSION</a:t>
            </a:r>
          </a:p>
        </p:txBody>
      </p:sp>
      <p:sp>
        <p:nvSpPr>
          <p:cNvPr id="9" name="Internal [Sticker]" hidden="1">
            <a:extLst>
              <a:ext uri="{FF2B5EF4-FFF2-40B4-BE49-F238E27FC236}">
                <a16:creationId xmlns:a16="http://schemas.microsoft.com/office/drawing/2014/main" id="{0580A798-06FE-3AC1-B8C3-385C78D3B82D}"/>
              </a:ext>
            </a:extLst>
          </p:cNvPr>
          <p:cNvSpPr>
            <a:spLocks/>
          </p:cNvSpPr>
          <p:nvPr userDrawn="1"/>
        </p:nvSpPr>
        <p:spPr>
          <a:xfrm>
            <a:off x="9352934" y="4376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INTERNAL USE ONLY</a:t>
            </a:r>
          </a:p>
        </p:txBody>
      </p:sp>
      <p:sp>
        <p:nvSpPr>
          <p:cNvPr id="7" name="Responsible [Sticker]" hidden="1">
            <a:extLst>
              <a:ext uri="{FF2B5EF4-FFF2-40B4-BE49-F238E27FC236}">
                <a16:creationId xmlns:a16="http://schemas.microsoft.com/office/drawing/2014/main" id="{82D529F5-D720-4DCE-3207-84BE0583914C}"/>
              </a:ext>
            </a:extLst>
          </p:cNvPr>
          <p:cNvSpPr>
            <a:spLocks/>
          </p:cNvSpPr>
          <p:nvPr userDrawn="1"/>
        </p:nvSpPr>
        <p:spPr>
          <a:xfrm>
            <a:off x="9352934" y="4376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RESPONSIBLE:</a:t>
            </a:r>
            <a:br>
              <a:rPr lang="fr-FR" sz="1200" b="1">
                <a:solidFill>
                  <a:schemeClr val="bg1"/>
                </a:solidFill>
                <a:ea typeface="+mj-ea"/>
                <a:cs typeface="+mj-cs"/>
              </a:rPr>
            </a:br>
            <a:r>
              <a:rPr lang="fr-FR" sz="1200" b="1">
                <a:solidFill>
                  <a:schemeClr val="bg1"/>
                </a:solidFill>
                <a:ea typeface="+mj-ea"/>
                <a:cs typeface="+mj-cs"/>
              </a:rPr>
              <a:t>XXX</a:t>
            </a:r>
          </a:p>
        </p:txBody>
      </p:sp>
      <p:sp>
        <p:nvSpPr>
          <p:cNvPr id="6" name="Content [Comment]" hidden="1">
            <a:extLst>
              <a:ext uri="{FF2B5EF4-FFF2-40B4-BE49-F238E27FC236}">
                <a16:creationId xmlns:a16="http://schemas.microsoft.com/office/drawing/2014/main" id="{AB2C5C7D-4467-D566-927E-590EEC443C6F}"/>
              </a:ext>
            </a:extLst>
          </p:cNvPr>
          <p:cNvSpPr>
            <a:spLocks/>
          </p:cNvSpPr>
          <p:nvPr userDrawn="1"/>
        </p:nvSpPr>
        <p:spPr>
          <a:xfrm>
            <a:off x="9103842" y="404813"/>
            <a:ext cx="2402134" cy="742292"/>
          </a:xfrm>
          <a:prstGeom prst="roundRect">
            <a:avLst>
              <a:gd name="adj" fmla="val 7962"/>
            </a:avLst>
          </a:prstGeom>
          <a:solidFill>
            <a:schemeClr val="bg2"/>
          </a:solidFill>
          <a:ln w="57150">
            <a:noFill/>
          </a:ln>
          <a:effectLst>
            <a:outerShdw blurRad="177800" dist="127000" dir="5400000" algn="t"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Content</a:t>
            </a:r>
          </a:p>
        </p:txBody>
      </p:sp>
      <p:sp>
        <p:nvSpPr>
          <p:cNvPr id="5" name="Formatting [Comment]" hidden="1">
            <a:extLst>
              <a:ext uri="{FF2B5EF4-FFF2-40B4-BE49-F238E27FC236}">
                <a16:creationId xmlns:a16="http://schemas.microsoft.com/office/drawing/2014/main" id="{7EB4C3AF-A260-656B-257D-C40CA6D6373F}"/>
              </a:ext>
            </a:extLst>
          </p:cNvPr>
          <p:cNvSpPr>
            <a:spLocks/>
          </p:cNvSpPr>
          <p:nvPr userDrawn="1"/>
        </p:nvSpPr>
        <p:spPr>
          <a:xfrm>
            <a:off x="9103842" y="404813"/>
            <a:ext cx="2402134" cy="742292"/>
          </a:xfrm>
          <a:prstGeom prst="roundRect">
            <a:avLst>
              <a:gd name="adj" fmla="val 7962"/>
            </a:avLst>
          </a:prstGeom>
          <a:solidFill>
            <a:schemeClr val="bg2"/>
          </a:solidFill>
          <a:ln w="57150">
            <a:noFill/>
          </a:ln>
          <a:effectLst>
            <a:outerShdw blurRad="177800" dist="127000" dir="5400000" algn="t"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err="1">
                <a:solidFill>
                  <a:schemeClr val="bg1"/>
                </a:solidFill>
                <a:ea typeface="+mj-ea"/>
                <a:cs typeface="+mj-cs"/>
              </a:rPr>
              <a:t>Formatting</a:t>
            </a:r>
            <a:endParaRPr lang="fr-FR" sz="1200" b="1">
              <a:solidFill>
                <a:schemeClr val="bg1"/>
              </a:solidFill>
              <a:ea typeface="+mj-ea"/>
              <a:cs typeface="+mj-cs"/>
            </a:endParaRPr>
          </a:p>
        </p:txBody>
      </p:sp>
      <p:sp>
        <p:nvSpPr>
          <p:cNvPr id="44" name="Footnote [Placeholder]" hidden="1">
            <a:extLst>
              <a:ext uri="{FF2B5EF4-FFF2-40B4-BE49-F238E27FC236}">
                <a16:creationId xmlns:a16="http://schemas.microsoft.com/office/drawing/2014/main" id="{87236BA8-2EA2-47A9-8A21-BD3B135FEED1}"/>
              </a:ext>
            </a:extLst>
          </p:cNvPr>
          <p:cNvSpPr>
            <a:spLocks/>
          </p:cNvSpPr>
          <p:nvPr userDrawn="1"/>
        </p:nvSpPr>
        <p:spPr>
          <a:xfrm>
            <a:off x="423984" y="6249935"/>
            <a:ext cx="11344154" cy="254981"/>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lumMod val="100000"/>
                    <a:shade val="5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fr-FR" sz="900">
                <a:solidFill>
                  <a:schemeClr val="tx1">
                    <a:lumMod val="100000"/>
                  </a:schemeClr>
                </a:solidFill>
              </a:rPr>
              <a:t>(n)  </a:t>
            </a:r>
          </a:p>
        </p:txBody>
      </p:sp>
      <p:grpSp>
        <p:nvGrpSpPr>
          <p:cNvPr id="45" name="Harvey 3" hidden="1">
            <a:extLst>
              <a:ext uri="{FF2B5EF4-FFF2-40B4-BE49-F238E27FC236}">
                <a16:creationId xmlns:a16="http://schemas.microsoft.com/office/drawing/2014/main" id="{AB56B48A-B13A-4DCA-AC14-933F5CB2BAEA}"/>
              </a:ext>
            </a:extLst>
          </p:cNvPr>
          <p:cNvGrpSpPr>
            <a:grpSpLocks/>
          </p:cNvGrpSpPr>
          <p:nvPr userDrawn="1">
            <p:custDataLst>
              <p:tags r:id="rId31"/>
            </p:custDataLst>
          </p:nvPr>
        </p:nvGrpSpPr>
        <p:grpSpPr>
          <a:xfrm>
            <a:off x="11436589" y="1387593"/>
            <a:ext cx="292608" cy="292608"/>
            <a:chOff x="0" y="0"/>
            <a:chExt cx="914400" cy="914400"/>
          </a:xfrm>
          <a:solidFill>
            <a:schemeClr val="tx1"/>
          </a:solidFill>
        </p:grpSpPr>
        <p:sp>
          <p:nvSpPr>
            <p:cNvPr id="46" name="Harvey 0/3 [0]" hidden="1">
              <a:extLst>
                <a:ext uri="{FF2B5EF4-FFF2-40B4-BE49-F238E27FC236}">
                  <a16:creationId xmlns:a16="http://schemas.microsoft.com/office/drawing/2014/main" id="{03BA8458-BF17-44BB-8FC5-AF46B54DD7A8}"/>
                </a:ext>
              </a:extLst>
            </p:cNvPr>
            <p:cNvSpPr>
              <a:spLocks noChangeAspect="1"/>
            </p:cNvSpPr>
            <p:nvPr>
              <p:custDataLst>
                <p:tags r:id="rId48"/>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Harvey 1/3 [1]">
              <a:extLst>
                <a:ext uri="{FF2B5EF4-FFF2-40B4-BE49-F238E27FC236}">
                  <a16:creationId xmlns:a16="http://schemas.microsoft.com/office/drawing/2014/main" id="{A1B88A45-7B39-43DD-B6E4-9A1B00FF5E0D}"/>
                </a:ext>
              </a:extLst>
            </p:cNvPr>
            <p:cNvSpPr>
              <a:spLocks noChangeAspect="1"/>
            </p:cNvSpPr>
            <p:nvPr>
              <p:custDataLst>
                <p:tags r:id="rId49"/>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Harvey 2/3 [2]" hidden="1">
              <a:extLst>
                <a:ext uri="{FF2B5EF4-FFF2-40B4-BE49-F238E27FC236}">
                  <a16:creationId xmlns:a16="http://schemas.microsoft.com/office/drawing/2014/main" id="{461C8B0B-F33C-4662-9276-B76866631D5D}"/>
                </a:ext>
              </a:extLst>
            </p:cNvPr>
            <p:cNvSpPr>
              <a:spLocks noChangeAspect="1"/>
            </p:cNvSpPr>
            <p:nvPr>
              <p:custDataLst>
                <p:tags r:id="rId50"/>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Harvey 3/3 [3]" hidden="1">
              <a:extLst>
                <a:ext uri="{FF2B5EF4-FFF2-40B4-BE49-F238E27FC236}">
                  <a16:creationId xmlns:a16="http://schemas.microsoft.com/office/drawing/2014/main" id="{E5E6F25D-C365-41B4-90B8-6E32F070553A}"/>
                </a:ext>
              </a:extLst>
            </p:cNvPr>
            <p:cNvSpPr>
              <a:spLocks noChangeAspect="1"/>
            </p:cNvSpPr>
            <p:nvPr>
              <p:custDataLst>
                <p:tags r:id="rId51"/>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0" name="Harvey 4" hidden="1">
            <a:extLst>
              <a:ext uri="{FF2B5EF4-FFF2-40B4-BE49-F238E27FC236}">
                <a16:creationId xmlns:a16="http://schemas.microsoft.com/office/drawing/2014/main" id="{F3738B8D-5F34-4474-8585-B223B059663F}"/>
              </a:ext>
            </a:extLst>
          </p:cNvPr>
          <p:cNvGrpSpPr>
            <a:grpSpLocks/>
          </p:cNvGrpSpPr>
          <p:nvPr userDrawn="1">
            <p:custDataLst>
              <p:tags r:id="rId32"/>
            </p:custDataLst>
          </p:nvPr>
        </p:nvGrpSpPr>
        <p:grpSpPr>
          <a:xfrm>
            <a:off x="11436589" y="1387593"/>
            <a:ext cx="292608" cy="292608"/>
            <a:chOff x="0" y="0"/>
            <a:chExt cx="914400" cy="914400"/>
          </a:xfrm>
          <a:solidFill>
            <a:schemeClr val="tx1"/>
          </a:solidFill>
        </p:grpSpPr>
        <p:sp>
          <p:nvSpPr>
            <p:cNvPr id="51" name="Harvey 0/4 [0]" hidden="1">
              <a:extLst>
                <a:ext uri="{FF2B5EF4-FFF2-40B4-BE49-F238E27FC236}">
                  <a16:creationId xmlns:a16="http://schemas.microsoft.com/office/drawing/2014/main" id="{526742BC-75CB-43A3-B79F-2FFEBB0ABF99}"/>
                </a:ext>
              </a:extLst>
            </p:cNvPr>
            <p:cNvSpPr>
              <a:spLocks noChangeAspect="1"/>
            </p:cNvSpPr>
            <p:nvPr>
              <p:custDataLst>
                <p:tags r:id="rId43"/>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Harvey 1/4 [1]">
              <a:extLst>
                <a:ext uri="{FF2B5EF4-FFF2-40B4-BE49-F238E27FC236}">
                  <a16:creationId xmlns:a16="http://schemas.microsoft.com/office/drawing/2014/main" id="{9214406F-3F57-4AAD-958A-14A8D846454A}"/>
                </a:ext>
              </a:extLst>
            </p:cNvPr>
            <p:cNvSpPr>
              <a:spLocks noChangeAspect="1"/>
            </p:cNvSpPr>
            <p:nvPr>
              <p:custDataLst>
                <p:tags r:id="rId44"/>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3" name="Harvey 2/4 [2]" hidden="1">
              <a:extLst>
                <a:ext uri="{FF2B5EF4-FFF2-40B4-BE49-F238E27FC236}">
                  <a16:creationId xmlns:a16="http://schemas.microsoft.com/office/drawing/2014/main" id="{FFB64714-F315-423F-A74B-CB22FF117463}"/>
                </a:ext>
              </a:extLst>
            </p:cNvPr>
            <p:cNvSpPr>
              <a:spLocks noChangeAspect="1"/>
            </p:cNvSpPr>
            <p:nvPr>
              <p:custDataLst>
                <p:tags r:id="rId45"/>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Harvey 3/4 [3]" hidden="1">
              <a:extLst>
                <a:ext uri="{FF2B5EF4-FFF2-40B4-BE49-F238E27FC236}">
                  <a16:creationId xmlns:a16="http://schemas.microsoft.com/office/drawing/2014/main" id="{41F00AD0-46C5-4613-A4A4-BD02F22A8EC9}"/>
                </a:ext>
              </a:extLst>
            </p:cNvPr>
            <p:cNvSpPr>
              <a:spLocks noChangeAspect="1"/>
            </p:cNvSpPr>
            <p:nvPr>
              <p:custDataLst>
                <p:tags r:id="rId46"/>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Harvey 4/4 [4]" hidden="1">
              <a:extLst>
                <a:ext uri="{FF2B5EF4-FFF2-40B4-BE49-F238E27FC236}">
                  <a16:creationId xmlns:a16="http://schemas.microsoft.com/office/drawing/2014/main" id="{48383E51-D619-4168-9E3B-66D56772AC00}"/>
                </a:ext>
              </a:extLst>
            </p:cNvPr>
            <p:cNvSpPr>
              <a:spLocks noChangeAspect="1"/>
            </p:cNvSpPr>
            <p:nvPr>
              <p:custDataLst>
                <p:tags r:id="rId47"/>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6" name="Harvey 8" hidden="1">
            <a:extLst>
              <a:ext uri="{FF2B5EF4-FFF2-40B4-BE49-F238E27FC236}">
                <a16:creationId xmlns:a16="http://schemas.microsoft.com/office/drawing/2014/main" id="{149EF30B-B72A-4CB2-B293-A9AA86FA3497}"/>
              </a:ext>
            </a:extLst>
          </p:cNvPr>
          <p:cNvGrpSpPr>
            <a:grpSpLocks/>
          </p:cNvGrpSpPr>
          <p:nvPr userDrawn="1">
            <p:custDataLst>
              <p:tags r:id="rId33"/>
            </p:custDataLst>
          </p:nvPr>
        </p:nvGrpSpPr>
        <p:grpSpPr>
          <a:xfrm>
            <a:off x="11436589" y="1387593"/>
            <a:ext cx="292608" cy="292608"/>
            <a:chOff x="0" y="0"/>
            <a:chExt cx="914400" cy="914400"/>
          </a:xfrm>
          <a:solidFill>
            <a:schemeClr val="tx1"/>
          </a:solidFill>
        </p:grpSpPr>
        <p:sp>
          <p:nvSpPr>
            <p:cNvPr id="57" name="Harvey 0/8 [0]">
              <a:extLst>
                <a:ext uri="{FF2B5EF4-FFF2-40B4-BE49-F238E27FC236}">
                  <a16:creationId xmlns:a16="http://schemas.microsoft.com/office/drawing/2014/main" id="{781402E4-C2D1-4B42-92FF-200680534BFE}"/>
                </a:ext>
              </a:extLst>
            </p:cNvPr>
            <p:cNvSpPr>
              <a:spLocks noChangeAspect="1"/>
            </p:cNvSpPr>
            <p:nvPr>
              <p:custDataLst>
                <p:tags r:id="rId34"/>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Harvey 1/8 [1]">
              <a:extLst>
                <a:ext uri="{FF2B5EF4-FFF2-40B4-BE49-F238E27FC236}">
                  <a16:creationId xmlns:a16="http://schemas.microsoft.com/office/drawing/2014/main" id="{437A60E1-AD08-408D-B22C-CA33214D61A5}"/>
                </a:ext>
              </a:extLst>
            </p:cNvPr>
            <p:cNvSpPr>
              <a:spLocks noChangeAspect="1"/>
            </p:cNvSpPr>
            <p:nvPr>
              <p:custDataLst>
                <p:tags r:id="rId35"/>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Harvey 2/8 [2]" hidden="1">
              <a:extLst>
                <a:ext uri="{FF2B5EF4-FFF2-40B4-BE49-F238E27FC236}">
                  <a16:creationId xmlns:a16="http://schemas.microsoft.com/office/drawing/2014/main" id="{A83A940B-79A1-4278-8FDE-A88BEC7182B5}"/>
                </a:ext>
              </a:extLst>
            </p:cNvPr>
            <p:cNvSpPr>
              <a:spLocks noChangeAspect="1"/>
            </p:cNvSpPr>
            <p:nvPr>
              <p:custDataLst>
                <p:tags r:id="rId36"/>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Harvey 3/8 [3]" hidden="1">
              <a:extLst>
                <a:ext uri="{FF2B5EF4-FFF2-40B4-BE49-F238E27FC236}">
                  <a16:creationId xmlns:a16="http://schemas.microsoft.com/office/drawing/2014/main" id="{20999808-10F7-4408-A1F8-FA2BF0D93FE9}"/>
                </a:ext>
              </a:extLst>
            </p:cNvPr>
            <p:cNvSpPr>
              <a:spLocks noChangeAspect="1"/>
            </p:cNvSpPr>
            <p:nvPr>
              <p:custDataLst>
                <p:tags r:id="rId37"/>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1" name="Harvey 4/8 [4]" hidden="1">
              <a:extLst>
                <a:ext uri="{FF2B5EF4-FFF2-40B4-BE49-F238E27FC236}">
                  <a16:creationId xmlns:a16="http://schemas.microsoft.com/office/drawing/2014/main" id="{1F0DFB77-D094-4693-A14D-EEBF043CD125}"/>
                </a:ext>
              </a:extLst>
            </p:cNvPr>
            <p:cNvSpPr>
              <a:spLocks noChangeAspect="1"/>
            </p:cNvSpPr>
            <p:nvPr>
              <p:custDataLst>
                <p:tags r:id="rId38"/>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Harvey 5/8 [5]" hidden="1">
              <a:extLst>
                <a:ext uri="{FF2B5EF4-FFF2-40B4-BE49-F238E27FC236}">
                  <a16:creationId xmlns:a16="http://schemas.microsoft.com/office/drawing/2014/main" id="{F7A73F00-4117-4458-ADB2-8FFCD1E57D1D}"/>
                </a:ext>
              </a:extLst>
            </p:cNvPr>
            <p:cNvSpPr>
              <a:spLocks noChangeAspect="1"/>
            </p:cNvSpPr>
            <p:nvPr>
              <p:custDataLst>
                <p:tags r:id="rId39"/>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3" name="Harvey 6/8 [6]" hidden="1">
              <a:extLst>
                <a:ext uri="{FF2B5EF4-FFF2-40B4-BE49-F238E27FC236}">
                  <a16:creationId xmlns:a16="http://schemas.microsoft.com/office/drawing/2014/main" id="{D69AA71E-1F92-4B0D-8C7A-0628E6C3F86E}"/>
                </a:ext>
              </a:extLst>
            </p:cNvPr>
            <p:cNvSpPr>
              <a:spLocks noChangeAspect="1"/>
            </p:cNvSpPr>
            <p:nvPr>
              <p:custDataLst>
                <p:tags r:id="rId40"/>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Harvey 7/8 [7]" hidden="1">
              <a:extLst>
                <a:ext uri="{FF2B5EF4-FFF2-40B4-BE49-F238E27FC236}">
                  <a16:creationId xmlns:a16="http://schemas.microsoft.com/office/drawing/2014/main" id="{1A135E0D-5BD8-4DC3-93A9-D76A430BEE45}"/>
                </a:ext>
              </a:extLst>
            </p:cNvPr>
            <p:cNvSpPr>
              <a:spLocks noChangeAspect="1"/>
            </p:cNvSpPr>
            <p:nvPr>
              <p:custDataLst>
                <p:tags r:id="rId41"/>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Harvey 8/8 [8]" hidden="1">
              <a:extLst>
                <a:ext uri="{FF2B5EF4-FFF2-40B4-BE49-F238E27FC236}">
                  <a16:creationId xmlns:a16="http://schemas.microsoft.com/office/drawing/2014/main" id="{80DC225A-57B9-4EEC-9F07-116EA5F92C4F}"/>
                </a:ext>
              </a:extLst>
            </p:cNvPr>
            <p:cNvSpPr>
              <a:spLocks noChangeAspect="1"/>
            </p:cNvSpPr>
            <p:nvPr>
              <p:custDataLst>
                <p:tags r:id="rId42"/>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 name="Copyright Wavestone and page">
            <a:extLst>
              <a:ext uri="{FF2B5EF4-FFF2-40B4-BE49-F238E27FC236}">
                <a16:creationId xmlns:a16="http://schemas.microsoft.com/office/drawing/2014/main" id="{BC669B8D-212F-2A2C-2E1F-99BAE710EF18}"/>
              </a:ext>
              <a:ext uri="{C183D7F6-B498-43B3-948B-1728B52AA6E4}">
                <adec:decorative xmlns:adec="http://schemas.microsoft.com/office/drawing/2017/decorative" val="1"/>
              </a:ext>
            </a:extLst>
          </p:cNvPr>
          <p:cNvSpPr txBox="1">
            <a:spLocks/>
          </p:cNvSpPr>
          <p:nvPr userDrawn="1"/>
        </p:nvSpPr>
        <p:spPr bwMode="ltGray">
          <a:xfrm>
            <a:off x="10591800" y="6578600"/>
            <a:ext cx="1189038" cy="239774"/>
          </a:xfrm>
          <a:prstGeom prst="rect">
            <a:avLst/>
          </a:prstGeom>
        </p:spPr>
        <p:txBody>
          <a:bodyPr lIns="0" rIns="0" anchor="ctr"/>
          <a:lstStyle/>
          <a:p>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r>
              <a:rPr lang="fr-FR" sz="700" b="0" i="0">
                <a:solidFill>
                  <a:schemeClr val="bg2">
                    <a:lumMod val="100000"/>
                  </a:schemeClr>
                </a:solidFill>
                <a:effectLst/>
                <a:latin typeface="+mn-lt"/>
              </a:rPr>
              <a:t>© </a:t>
            </a:r>
            <a:r>
              <a:rPr lang="fr-FR" sz="700" b="0" i="0">
                <a:solidFill>
                  <a:schemeClr val="bg2">
                    <a:lumMod val="100000"/>
                  </a:schemeClr>
                </a:solidFill>
                <a:effectLst/>
                <a:latin typeface="+mn-lt"/>
                <a:cs typeface="Poppins" panose="00000500000000000000" pitchFamily="2" charset="0"/>
              </a:rPr>
              <a:t>WAVESTONE</a:t>
            </a:r>
            <a:r>
              <a:rPr lang="fr-FR" sz="700" b="0" i="0">
                <a:solidFill>
                  <a:schemeClr val="bg2">
                    <a:lumMod val="100000"/>
                  </a:schemeClr>
                </a:solidFill>
                <a:effectLst/>
                <a:latin typeface="+mn-lt"/>
              </a:rPr>
              <a:t> | </a:t>
            </a:r>
            <a:fld id="{55EE84F1-812F-F440-AFF9-6DD93A744E0D}" type="slidenum">
              <a:rPr lang="fr-FR" sz="700" smtClean="0">
                <a:solidFill>
                  <a:schemeClr val="bg2">
                    <a:lumMod val="100000"/>
                  </a:schemeClr>
                </a:solidFill>
                <a:latin typeface="+mn-lt"/>
                <a:cs typeface="Poppins Light" panose="00000400000000000000" pitchFamily="2" charset="0"/>
              </a:rPr>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t>‹N°›</a:t>
            </a:fld>
            <a:endParaRPr lang="fr-FR" sz="700">
              <a:solidFill>
                <a:schemeClr val="bg2">
                  <a:lumMod val="100000"/>
                </a:schemeClr>
              </a:solidFill>
              <a:latin typeface="+mn-lt"/>
              <a:cs typeface="Poppins Light" panose="00000400000000000000" pitchFamily="2" charset="0"/>
            </a:endParaRPr>
          </a:p>
        </p:txBody>
      </p:sp>
    </p:spTree>
    <p:extLst>
      <p:ext uri="{BB962C8B-B14F-4D97-AF65-F5344CB8AC3E}">
        <p14:creationId xmlns:p14="http://schemas.microsoft.com/office/powerpoint/2010/main" val="338118380"/>
      </p:ext>
    </p:extLst>
  </p:cSld>
  <p:clrMap bg1="lt1" tx1="dk1" bg2="lt2" tx2="dk2" accent1="accent1" accent2="accent2" accent3="accent3" accent4="accent4" accent5="accent5" accent6="accent6" hlink="hlink" folHlink="folHlink"/>
  <p:sldLayoutIdLst>
    <p:sldLayoutId id="2147483754" r:id="rId1"/>
    <p:sldLayoutId id="2147483777" r:id="rId2"/>
    <p:sldLayoutId id="2147483776" r:id="rId3"/>
    <p:sldLayoutId id="2147483778" r:id="rId4"/>
    <p:sldLayoutId id="2147483757" r:id="rId5"/>
    <p:sldLayoutId id="2147483756" r:id="rId6"/>
    <p:sldLayoutId id="2147483758" r:id="rId7"/>
    <p:sldLayoutId id="2147483780" r:id="rId8"/>
    <p:sldLayoutId id="2147483779" r:id="rId9"/>
    <p:sldLayoutId id="2147483759" r:id="rId10"/>
    <p:sldLayoutId id="2147483760" r:id="rId11"/>
    <p:sldLayoutId id="2147483761" r:id="rId12"/>
    <p:sldLayoutId id="2147483781" r:id="rId13"/>
    <p:sldLayoutId id="2147483783" r:id="rId14"/>
    <p:sldLayoutId id="2147483782" r:id="rId15"/>
    <p:sldLayoutId id="2147483784" r:id="rId16"/>
    <p:sldLayoutId id="2147483785" r:id="rId17"/>
    <p:sldLayoutId id="2147483765" r:id="rId18"/>
    <p:sldLayoutId id="2147483768" r:id="rId19"/>
    <p:sldLayoutId id="2147483786" r:id="rId20"/>
    <p:sldLayoutId id="2147483773" r:id="rId21"/>
    <p:sldLayoutId id="2147483787" r:id="rId22"/>
    <p:sldLayoutId id="2147483771" r:id="rId23"/>
    <p:sldLayoutId id="2147483772" r:id="rId24"/>
    <p:sldLayoutId id="2147483770" r:id="rId25"/>
    <p:sldLayoutId id="2147483788" r:id="rId26"/>
    <p:sldLayoutId id="2147483790" r:id="rId27"/>
    <p:sldLayoutId id="2147483791" r:id="rId28"/>
    <p:sldLayoutId id="2147483821" r:id="rId29"/>
  </p:sldLayoutIdLst>
  <p:hf hdr="0" ftr="0" dt="0"/>
  <p:txStyles>
    <p:titleStyle>
      <a:lvl1pPr algn="l" defTabSz="914400" rtl="0" eaLnBrk="1" latinLnBrk="0" hangingPunct="1">
        <a:lnSpc>
          <a:spcPct val="100000"/>
        </a:lnSpc>
        <a:spcBef>
          <a:spcPct val="0"/>
        </a:spcBef>
        <a:buNone/>
        <a:defRPr sz="2400" kern="1200" baseline="0">
          <a:solidFill>
            <a:schemeClr val="bg2">
              <a:lumMod val="100000"/>
            </a:schemeClr>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orient="horz" pos="2387" userDrawn="1">
          <p15:clr>
            <a:srgbClr val="F26B43"/>
          </p15:clr>
        </p15:guide>
        <p15:guide id="23" pos="267" userDrawn="1">
          <p15:clr>
            <a:srgbClr val="F26B43"/>
          </p15:clr>
        </p15:guide>
        <p15:guide id="24" pos="7413" userDrawn="1">
          <p15:clr>
            <a:srgbClr val="F26B43"/>
          </p15:clr>
        </p15:guide>
        <p15:guide id="25" orient="horz" pos="255" userDrawn="1">
          <p15:clr>
            <a:srgbClr val="F26B43"/>
          </p15:clr>
        </p15:guide>
        <p15:guide id="26" orient="horz" pos="845" userDrawn="1">
          <p15:clr>
            <a:srgbClr val="F26B43"/>
          </p15:clr>
        </p15:guide>
        <p15:guide id="27" orient="horz" pos="3929" userDrawn="1">
          <p15:clr>
            <a:srgbClr val="F26B43"/>
          </p15:clr>
        </p15:guide>
        <p15:guide id="28" orient="horz" pos="424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3984" y="404664"/>
            <a:ext cx="11342769" cy="936774"/>
          </a:xfrm>
          <a:prstGeom prst="rect">
            <a:avLst/>
          </a:prstGeom>
          <a:noFill/>
        </p:spPr>
        <p:txBody>
          <a:bodyPr vert="horz" lIns="0" tIns="0" rIns="0" bIns="0" rtlCol="0" anchor="t">
            <a:noAutofit/>
          </a:bodyPr>
          <a:lstStyle/>
          <a:p>
            <a:r>
              <a:rPr lang="fr-FR"/>
              <a:t>Complete </a:t>
            </a:r>
            <a:r>
              <a:rPr lang="fr-FR" err="1"/>
              <a:t>with</a:t>
            </a:r>
            <a:r>
              <a:rPr lang="fr-FR"/>
              <a:t> a </a:t>
            </a:r>
            <a:r>
              <a:rPr lang="fr-FR" err="1"/>
              <a:t>title</a:t>
            </a:r>
            <a:r>
              <a:rPr lang="fr-FR"/>
              <a:t> </a:t>
            </a:r>
            <a:r>
              <a:rPr lang="fr-FR" err="1"/>
              <a:t>here</a:t>
            </a:r>
            <a:r>
              <a:rPr lang="fr-FR"/>
              <a:t> </a:t>
            </a:r>
            <a:r>
              <a:rPr lang="fr-FR" err="1"/>
              <a:t>that</a:t>
            </a:r>
            <a:r>
              <a:rPr lang="fr-FR"/>
              <a:t> carries </a:t>
            </a:r>
            <a:r>
              <a:rPr lang="fr-FR" err="1"/>
              <a:t>your</a:t>
            </a:r>
            <a:r>
              <a:rPr lang="fr-FR"/>
              <a:t> message on </a:t>
            </a:r>
            <a:r>
              <a:rPr lang="fr-FR" err="1"/>
              <a:t>two</a:t>
            </a:r>
            <a:r>
              <a:rPr lang="fr-FR"/>
              <a:t> </a:t>
            </a:r>
            <a:r>
              <a:rPr lang="fr-FR" err="1"/>
              <a:t>lines</a:t>
            </a:r>
            <a:r>
              <a:rPr lang="fr-FR"/>
              <a:t> at </a:t>
            </a:r>
            <a:r>
              <a:rPr lang="fr-FR" err="1"/>
              <a:t>most</a:t>
            </a:r>
            <a:r>
              <a:rPr lang="fr-FR"/>
              <a:t> for more </a:t>
            </a:r>
            <a:r>
              <a:rPr lang="fr-FR" noProof="0" err="1"/>
              <a:t>readability</a:t>
            </a:r>
            <a:endParaRPr lang="fr-FR" noProof="0"/>
          </a:p>
        </p:txBody>
      </p:sp>
      <p:sp>
        <p:nvSpPr>
          <p:cNvPr id="4" name="Text placeholder 1" descr="&#10;"/>
          <p:cNvSpPr>
            <a:spLocks noGrp="1"/>
          </p:cNvSpPr>
          <p:nvPr>
            <p:ph type="body" idx="1"/>
          </p:nvPr>
        </p:nvSpPr>
        <p:spPr>
          <a:xfrm>
            <a:off x="423984" y="1341438"/>
            <a:ext cx="11342769" cy="4894976"/>
          </a:xfrm>
          <a:prstGeom prst="rect">
            <a:avLst/>
          </a:prstGeom>
        </p:spPr>
        <p:txBody>
          <a:bodyPr vert="horz" lIns="0" tIns="36000" rIns="0" bIns="36000" rtlCol="0">
            <a:noAutofit/>
          </a:bodyPr>
          <a:lstStyle/>
          <a:p>
            <a:pPr lvl="0"/>
            <a:r>
              <a:rPr lang="fr-FR" err="1"/>
              <a:t>Level</a:t>
            </a:r>
            <a:r>
              <a:rPr lang="fr-FR"/>
              <a:t> 1 - </a:t>
            </a:r>
            <a:r>
              <a:rPr lang="fr-FR">
                <a:solidFill>
                  <a:srgbClr val="503078"/>
                </a:solidFill>
              </a:rPr>
              <a:t>To move to the </a:t>
            </a:r>
            <a:r>
              <a:rPr lang="fr-FR" err="1">
                <a:solidFill>
                  <a:srgbClr val="503078"/>
                </a:solidFill>
              </a:rPr>
              <a:t>next</a:t>
            </a:r>
            <a:r>
              <a:rPr lang="fr-FR">
                <a:solidFill>
                  <a:srgbClr val="503078"/>
                </a:solidFill>
              </a:rPr>
              <a:t> </a:t>
            </a:r>
            <a:r>
              <a:rPr lang="fr-FR" err="1">
                <a:solidFill>
                  <a:srgbClr val="503078"/>
                </a:solidFill>
              </a:rPr>
              <a:t>level</a:t>
            </a:r>
            <a:r>
              <a:rPr lang="fr-FR">
                <a:solidFill>
                  <a:srgbClr val="503078"/>
                </a:solidFill>
              </a:rPr>
              <a:t>, Alt + Shift + right </a:t>
            </a:r>
            <a:r>
              <a:rPr lang="fr-FR" err="1">
                <a:solidFill>
                  <a:srgbClr val="503078"/>
                </a:solidFill>
              </a:rPr>
              <a:t>arrow</a:t>
            </a:r>
            <a:endParaRPr lang="fr-FR"/>
          </a:p>
          <a:p>
            <a:pPr lvl="1"/>
            <a:r>
              <a:rPr lang="fr-FR" err="1"/>
              <a:t>Level</a:t>
            </a:r>
            <a:r>
              <a:rPr lang="fr-FR"/>
              <a:t> 2</a:t>
            </a:r>
          </a:p>
          <a:p>
            <a:pPr lvl="2"/>
            <a:r>
              <a:rPr lang="fr-FR" err="1"/>
              <a:t>Level</a:t>
            </a:r>
            <a:r>
              <a:rPr lang="fr-FR"/>
              <a:t> 3</a:t>
            </a:r>
          </a:p>
          <a:p>
            <a:pPr lvl="3"/>
            <a:r>
              <a:rPr lang="fr-FR" err="1"/>
              <a:t>Level</a:t>
            </a:r>
            <a:r>
              <a:rPr lang="fr-FR"/>
              <a:t> 4</a:t>
            </a:r>
          </a:p>
          <a:p>
            <a:pPr lvl="4"/>
            <a:r>
              <a:rPr lang="fr-FR" err="1"/>
              <a:t>Level</a:t>
            </a:r>
            <a:r>
              <a:rPr lang="fr-FR"/>
              <a:t> 5</a:t>
            </a:r>
          </a:p>
          <a:p>
            <a:pPr lvl="5"/>
            <a:r>
              <a:rPr lang="fr-FR" err="1"/>
              <a:t>Level</a:t>
            </a:r>
            <a:r>
              <a:rPr lang="fr-FR"/>
              <a:t> 6</a:t>
            </a:r>
          </a:p>
          <a:p>
            <a:pPr lvl="7"/>
            <a:r>
              <a:rPr lang="fr-FR" err="1"/>
              <a:t>Level</a:t>
            </a:r>
            <a:r>
              <a:rPr lang="fr-FR"/>
              <a:t> 7</a:t>
            </a:r>
          </a:p>
          <a:p>
            <a:pPr lvl="8"/>
            <a:r>
              <a:rPr lang="fr-FR" err="1"/>
              <a:t>Level</a:t>
            </a:r>
            <a:r>
              <a:rPr lang="fr-FR"/>
              <a:t> 8</a:t>
            </a:r>
          </a:p>
        </p:txBody>
      </p:sp>
      <p:sp>
        <p:nvSpPr>
          <p:cNvPr id="70" name="Backup [Sticker]" hidden="1">
            <a:extLst>
              <a:ext uri="{FF2B5EF4-FFF2-40B4-BE49-F238E27FC236}">
                <a16:creationId xmlns:a16="http://schemas.microsoft.com/office/drawing/2014/main" id="{CD87A48B-B686-EE27-1898-56A09BE485F9}"/>
              </a:ext>
            </a:extLst>
          </p:cNvPr>
          <p:cNvSpPr>
            <a:spLocks/>
          </p:cNvSpPr>
          <p:nvPr userDrawn="1"/>
        </p:nvSpPr>
        <p:spPr>
          <a:xfrm>
            <a:off x="9505334" y="5900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BACK UP</a:t>
            </a:r>
          </a:p>
        </p:txBody>
      </p:sp>
      <p:sp>
        <p:nvSpPr>
          <p:cNvPr id="69" name="Dummy [Sticker]" hidden="1">
            <a:extLst>
              <a:ext uri="{FF2B5EF4-FFF2-40B4-BE49-F238E27FC236}">
                <a16:creationId xmlns:a16="http://schemas.microsoft.com/office/drawing/2014/main" id="{6EE7CE41-0B1C-51B4-E048-0A9215C3D1BC}"/>
              </a:ext>
            </a:extLst>
          </p:cNvPr>
          <p:cNvSpPr>
            <a:spLocks/>
          </p:cNvSpPr>
          <p:nvPr userDrawn="1"/>
        </p:nvSpPr>
        <p:spPr>
          <a:xfrm>
            <a:off x="9505334" y="5900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DUMMY DATA</a:t>
            </a:r>
          </a:p>
        </p:txBody>
      </p:sp>
      <p:sp>
        <p:nvSpPr>
          <p:cNvPr id="68" name="Update [Sticker]" hidden="1">
            <a:extLst>
              <a:ext uri="{FF2B5EF4-FFF2-40B4-BE49-F238E27FC236}">
                <a16:creationId xmlns:a16="http://schemas.microsoft.com/office/drawing/2014/main" id="{8CEBE7AF-AA40-AFDC-EC2D-D182FDB2EBD4}"/>
              </a:ext>
            </a:extLst>
          </p:cNvPr>
          <p:cNvSpPr>
            <a:spLocks/>
          </p:cNvSpPr>
          <p:nvPr userDrawn="1"/>
        </p:nvSpPr>
        <p:spPr>
          <a:xfrm>
            <a:off x="9505334" y="5900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UPDATE DATA</a:t>
            </a:r>
          </a:p>
        </p:txBody>
      </p:sp>
      <p:sp>
        <p:nvSpPr>
          <p:cNvPr id="67" name="Final [Sticker]" hidden="1">
            <a:extLst>
              <a:ext uri="{FF2B5EF4-FFF2-40B4-BE49-F238E27FC236}">
                <a16:creationId xmlns:a16="http://schemas.microsoft.com/office/drawing/2014/main" id="{DFDAD670-2C8A-355C-E917-DB662D6314B4}"/>
              </a:ext>
            </a:extLst>
          </p:cNvPr>
          <p:cNvSpPr>
            <a:spLocks/>
          </p:cNvSpPr>
          <p:nvPr userDrawn="1"/>
        </p:nvSpPr>
        <p:spPr>
          <a:xfrm>
            <a:off x="9505334" y="5900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FINAL SLIDE</a:t>
            </a:r>
          </a:p>
        </p:txBody>
      </p:sp>
      <p:sp>
        <p:nvSpPr>
          <p:cNvPr id="66" name="Draft [Sticker]" hidden="1">
            <a:extLst>
              <a:ext uri="{FF2B5EF4-FFF2-40B4-BE49-F238E27FC236}">
                <a16:creationId xmlns:a16="http://schemas.microsoft.com/office/drawing/2014/main" id="{53411F7D-FE77-F577-185C-667A3C808738}"/>
              </a:ext>
            </a:extLst>
          </p:cNvPr>
          <p:cNvSpPr>
            <a:spLocks/>
          </p:cNvSpPr>
          <p:nvPr userDrawn="1"/>
        </p:nvSpPr>
        <p:spPr>
          <a:xfrm>
            <a:off x="9505334" y="5900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DRAFT SLIDE</a:t>
            </a:r>
          </a:p>
        </p:txBody>
      </p:sp>
      <p:sp>
        <p:nvSpPr>
          <p:cNvPr id="10" name="Discussion [Sticker]" hidden="1">
            <a:extLst>
              <a:ext uri="{FF2B5EF4-FFF2-40B4-BE49-F238E27FC236}">
                <a16:creationId xmlns:a16="http://schemas.microsoft.com/office/drawing/2014/main" id="{B2CB0D89-3650-0C26-30F9-00BB7BBBE618}"/>
              </a:ext>
            </a:extLst>
          </p:cNvPr>
          <p:cNvSpPr>
            <a:spLocks/>
          </p:cNvSpPr>
          <p:nvPr userDrawn="1"/>
        </p:nvSpPr>
        <p:spPr>
          <a:xfrm>
            <a:off x="9505334" y="5900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FOR DISCUSSION</a:t>
            </a:r>
          </a:p>
        </p:txBody>
      </p:sp>
      <p:sp>
        <p:nvSpPr>
          <p:cNvPr id="9" name="Internal [Sticker]" hidden="1">
            <a:extLst>
              <a:ext uri="{FF2B5EF4-FFF2-40B4-BE49-F238E27FC236}">
                <a16:creationId xmlns:a16="http://schemas.microsoft.com/office/drawing/2014/main" id="{54E4D783-31F5-917E-226D-CE86354D4076}"/>
              </a:ext>
            </a:extLst>
          </p:cNvPr>
          <p:cNvSpPr>
            <a:spLocks/>
          </p:cNvSpPr>
          <p:nvPr userDrawn="1"/>
        </p:nvSpPr>
        <p:spPr>
          <a:xfrm>
            <a:off x="9505334" y="5900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INTERNAL USE ONLY</a:t>
            </a:r>
          </a:p>
        </p:txBody>
      </p:sp>
      <p:sp>
        <p:nvSpPr>
          <p:cNvPr id="7" name="Responsible [Sticker]" hidden="1">
            <a:extLst>
              <a:ext uri="{FF2B5EF4-FFF2-40B4-BE49-F238E27FC236}">
                <a16:creationId xmlns:a16="http://schemas.microsoft.com/office/drawing/2014/main" id="{0B078FBB-946C-9ABF-5ED6-86B4B031AAD9}"/>
              </a:ext>
            </a:extLst>
          </p:cNvPr>
          <p:cNvSpPr>
            <a:spLocks/>
          </p:cNvSpPr>
          <p:nvPr userDrawn="1"/>
        </p:nvSpPr>
        <p:spPr>
          <a:xfrm>
            <a:off x="9352934" y="437670"/>
            <a:ext cx="2400300" cy="628650"/>
          </a:xfrm>
          <a:prstGeom prst="roundRect">
            <a:avLst>
              <a:gd name="adj" fmla="val 8000"/>
            </a:avLst>
          </a:prstGeom>
          <a:solidFill>
            <a:schemeClr val="bg2"/>
          </a:solidFill>
          <a:ln w="57150">
            <a:noFill/>
          </a:ln>
          <a:effectLst>
            <a:outerShdw blurRad="177800" dist="127000" dir="5400000" algn="t" rotWithShape="0">
              <a:schemeClr val="bg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RESPONSIBLE:</a:t>
            </a:r>
            <a:br>
              <a:rPr lang="fr-FR" sz="1200" b="1">
                <a:solidFill>
                  <a:schemeClr val="bg1"/>
                </a:solidFill>
                <a:ea typeface="+mj-ea"/>
                <a:cs typeface="+mj-cs"/>
              </a:rPr>
            </a:br>
            <a:r>
              <a:rPr lang="fr-FR" sz="1200" b="1">
                <a:solidFill>
                  <a:schemeClr val="bg1"/>
                </a:solidFill>
                <a:ea typeface="+mj-ea"/>
                <a:cs typeface="+mj-cs"/>
              </a:rPr>
              <a:t>XXX</a:t>
            </a:r>
          </a:p>
        </p:txBody>
      </p:sp>
      <p:sp>
        <p:nvSpPr>
          <p:cNvPr id="6" name="Content [Comment]" hidden="1">
            <a:extLst>
              <a:ext uri="{FF2B5EF4-FFF2-40B4-BE49-F238E27FC236}">
                <a16:creationId xmlns:a16="http://schemas.microsoft.com/office/drawing/2014/main" id="{2CD80923-61D2-F722-9C27-23ADFDC12090}"/>
              </a:ext>
            </a:extLst>
          </p:cNvPr>
          <p:cNvSpPr>
            <a:spLocks/>
          </p:cNvSpPr>
          <p:nvPr userDrawn="1"/>
        </p:nvSpPr>
        <p:spPr>
          <a:xfrm>
            <a:off x="9256242" y="557213"/>
            <a:ext cx="2402134" cy="742292"/>
          </a:xfrm>
          <a:prstGeom prst="roundRect">
            <a:avLst>
              <a:gd name="adj" fmla="val 7962"/>
            </a:avLst>
          </a:prstGeom>
          <a:solidFill>
            <a:schemeClr val="bg2"/>
          </a:solidFill>
          <a:ln w="57150">
            <a:noFill/>
          </a:ln>
          <a:effectLst>
            <a:outerShdw blurRad="177800" dist="127000" dir="5400000" algn="t"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a:solidFill>
                  <a:schemeClr val="bg1"/>
                </a:solidFill>
                <a:ea typeface="+mj-ea"/>
                <a:cs typeface="+mj-cs"/>
              </a:rPr>
              <a:t>Content</a:t>
            </a:r>
          </a:p>
        </p:txBody>
      </p:sp>
      <p:sp>
        <p:nvSpPr>
          <p:cNvPr id="5" name="Formatting [Comment]" hidden="1">
            <a:extLst>
              <a:ext uri="{FF2B5EF4-FFF2-40B4-BE49-F238E27FC236}">
                <a16:creationId xmlns:a16="http://schemas.microsoft.com/office/drawing/2014/main" id="{A66FD4C2-8247-CBF8-FB2C-91717088B815}"/>
              </a:ext>
            </a:extLst>
          </p:cNvPr>
          <p:cNvSpPr>
            <a:spLocks/>
          </p:cNvSpPr>
          <p:nvPr userDrawn="1"/>
        </p:nvSpPr>
        <p:spPr>
          <a:xfrm>
            <a:off x="9103842" y="404813"/>
            <a:ext cx="2402134" cy="742292"/>
          </a:xfrm>
          <a:prstGeom prst="roundRect">
            <a:avLst>
              <a:gd name="adj" fmla="val 7962"/>
            </a:avLst>
          </a:prstGeom>
          <a:solidFill>
            <a:schemeClr val="bg2"/>
          </a:solidFill>
          <a:ln w="57150">
            <a:noFill/>
          </a:ln>
          <a:effectLst>
            <a:outerShdw blurRad="177800" dist="127000" dir="5400000" algn="t" rotWithShape="0">
              <a:schemeClr val="accent5">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a:r>
              <a:rPr lang="fr-FR" sz="1200" b="1" err="1">
                <a:solidFill>
                  <a:schemeClr val="bg1"/>
                </a:solidFill>
                <a:ea typeface="+mj-ea"/>
                <a:cs typeface="+mj-cs"/>
              </a:rPr>
              <a:t>Formatting</a:t>
            </a:r>
            <a:endParaRPr lang="fr-FR" sz="1200" b="1">
              <a:solidFill>
                <a:schemeClr val="bg1"/>
              </a:solidFill>
              <a:ea typeface="+mj-ea"/>
              <a:cs typeface="+mj-cs"/>
            </a:endParaRPr>
          </a:p>
        </p:txBody>
      </p:sp>
      <p:sp>
        <p:nvSpPr>
          <p:cNvPr id="44" name="Footnote [Placeholder]" hidden="1">
            <a:extLst>
              <a:ext uri="{FF2B5EF4-FFF2-40B4-BE49-F238E27FC236}">
                <a16:creationId xmlns:a16="http://schemas.microsoft.com/office/drawing/2014/main" id="{87236BA8-2EA2-47A9-8A21-BD3B135FEED1}"/>
              </a:ext>
            </a:extLst>
          </p:cNvPr>
          <p:cNvSpPr>
            <a:spLocks/>
          </p:cNvSpPr>
          <p:nvPr userDrawn="1"/>
        </p:nvSpPr>
        <p:spPr>
          <a:xfrm>
            <a:off x="423984" y="6249935"/>
            <a:ext cx="11344154" cy="254981"/>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lumMod val="100000"/>
                    <a:shade val="50000"/>
                    <a:alpha val="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fr-FR" sz="900">
                <a:solidFill>
                  <a:schemeClr val="tx1">
                    <a:lumMod val="100000"/>
                  </a:schemeClr>
                </a:solidFill>
              </a:rPr>
              <a:t>(n)  </a:t>
            </a:r>
          </a:p>
        </p:txBody>
      </p:sp>
      <p:grpSp>
        <p:nvGrpSpPr>
          <p:cNvPr id="45" name="Harvey 3" hidden="1">
            <a:extLst>
              <a:ext uri="{FF2B5EF4-FFF2-40B4-BE49-F238E27FC236}">
                <a16:creationId xmlns:a16="http://schemas.microsoft.com/office/drawing/2014/main" id="{AB56B48A-B13A-4DCA-AC14-933F5CB2BAEA}"/>
              </a:ext>
            </a:extLst>
          </p:cNvPr>
          <p:cNvGrpSpPr>
            <a:grpSpLocks/>
          </p:cNvGrpSpPr>
          <p:nvPr userDrawn="1">
            <p:custDataLst>
              <p:tags r:id="rId30"/>
            </p:custDataLst>
          </p:nvPr>
        </p:nvGrpSpPr>
        <p:grpSpPr>
          <a:xfrm>
            <a:off x="11436589" y="1387593"/>
            <a:ext cx="292608" cy="292608"/>
            <a:chOff x="0" y="0"/>
            <a:chExt cx="914400" cy="914400"/>
          </a:xfrm>
          <a:solidFill>
            <a:schemeClr val="tx1"/>
          </a:solidFill>
        </p:grpSpPr>
        <p:sp>
          <p:nvSpPr>
            <p:cNvPr id="46" name="Harvey 0/3 [0]" hidden="1">
              <a:extLst>
                <a:ext uri="{FF2B5EF4-FFF2-40B4-BE49-F238E27FC236}">
                  <a16:creationId xmlns:a16="http://schemas.microsoft.com/office/drawing/2014/main" id="{03BA8458-BF17-44BB-8FC5-AF46B54DD7A8}"/>
                </a:ext>
              </a:extLst>
            </p:cNvPr>
            <p:cNvSpPr>
              <a:spLocks noChangeAspect="1"/>
            </p:cNvSpPr>
            <p:nvPr>
              <p:custDataLst>
                <p:tags r:id="rId47"/>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Harvey 1/3 [1]">
              <a:extLst>
                <a:ext uri="{FF2B5EF4-FFF2-40B4-BE49-F238E27FC236}">
                  <a16:creationId xmlns:a16="http://schemas.microsoft.com/office/drawing/2014/main" id="{A1B88A45-7B39-43DD-B6E4-9A1B00FF5E0D}"/>
                </a:ext>
              </a:extLst>
            </p:cNvPr>
            <p:cNvSpPr>
              <a:spLocks noChangeAspect="1"/>
            </p:cNvSpPr>
            <p:nvPr>
              <p:custDataLst>
                <p:tags r:id="rId48"/>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Harvey 2/3 [2]" hidden="1">
              <a:extLst>
                <a:ext uri="{FF2B5EF4-FFF2-40B4-BE49-F238E27FC236}">
                  <a16:creationId xmlns:a16="http://schemas.microsoft.com/office/drawing/2014/main" id="{461C8B0B-F33C-4662-9276-B76866631D5D}"/>
                </a:ext>
              </a:extLst>
            </p:cNvPr>
            <p:cNvSpPr>
              <a:spLocks noChangeAspect="1"/>
            </p:cNvSpPr>
            <p:nvPr>
              <p:custDataLst>
                <p:tags r:id="rId49"/>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Harvey 3/3 [3]" hidden="1">
              <a:extLst>
                <a:ext uri="{FF2B5EF4-FFF2-40B4-BE49-F238E27FC236}">
                  <a16:creationId xmlns:a16="http://schemas.microsoft.com/office/drawing/2014/main" id="{E5E6F25D-C365-41B4-90B8-6E32F070553A}"/>
                </a:ext>
              </a:extLst>
            </p:cNvPr>
            <p:cNvSpPr>
              <a:spLocks noChangeAspect="1"/>
            </p:cNvSpPr>
            <p:nvPr>
              <p:custDataLst>
                <p:tags r:id="rId50"/>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0" name="Harvey 4" hidden="1">
            <a:extLst>
              <a:ext uri="{FF2B5EF4-FFF2-40B4-BE49-F238E27FC236}">
                <a16:creationId xmlns:a16="http://schemas.microsoft.com/office/drawing/2014/main" id="{F3738B8D-5F34-4474-8585-B223B059663F}"/>
              </a:ext>
            </a:extLst>
          </p:cNvPr>
          <p:cNvGrpSpPr>
            <a:grpSpLocks/>
          </p:cNvGrpSpPr>
          <p:nvPr userDrawn="1">
            <p:custDataLst>
              <p:tags r:id="rId31"/>
            </p:custDataLst>
          </p:nvPr>
        </p:nvGrpSpPr>
        <p:grpSpPr>
          <a:xfrm>
            <a:off x="11436589" y="1387593"/>
            <a:ext cx="292608" cy="292608"/>
            <a:chOff x="0" y="0"/>
            <a:chExt cx="914400" cy="914400"/>
          </a:xfrm>
          <a:solidFill>
            <a:schemeClr val="tx1"/>
          </a:solidFill>
        </p:grpSpPr>
        <p:sp>
          <p:nvSpPr>
            <p:cNvPr id="51" name="Harvey 0/4 [0]" hidden="1">
              <a:extLst>
                <a:ext uri="{FF2B5EF4-FFF2-40B4-BE49-F238E27FC236}">
                  <a16:creationId xmlns:a16="http://schemas.microsoft.com/office/drawing/2014/main" id="{526742BC-75CB-43A3-B79F-2FFEBB0ABF99}"/>
                </a:ext>
              </a:extLst>
            </p:cNvPr>
            <p:cNvSpPr>
              <a:spLocks noChangeAspect="1"/>
            </p:cNvSpPr>
            <p:nvPr>
              <p:custDataLst>
                <p:tags r:id="rId42"/>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2" name="Harvey 1/4 [1]">
              <a:extLst>
                <a:ext uri="{FF2B5EF4-FFF2-40B4-BE49-F238E27FC236}">
                  <a16:creationId xmlns:a16="http://schemas.microsoft.com/office/drawing/2014/main" id="{9214406F-3F57-4AAD-958A-14A8D846454A}"/>
                </a:ext>
              </a:extLst>
            </p:cNvPr>
            <p:cNvSpPr>
              <a:spLocks noChangeAspect="1"/>
            </p:cNvSpPr>
            <p:nvPr>
              <p:custDataLst>
                <p:tags r:id="rId43"/>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3" name="Harvey 2/4 [2]" hidden="1">
              <a:extLst>
                <a:ext uri="{FF2B5EF4-FFF2-40B4-BE49-F238E27FC236}">
                  <a16:creationId xmlns:a16="http://schemas.microsoft.com/office/drawing/2014/main" id="{FFB64714-F315-423F-A74B-CB22FF117463}"/>
                </a:ext>
              </a:extLst>
            </p:cNvPr>
            <p:cNvSpPr>
              <a:spLocks noChangeAspect="1"/>
            </p:cNvSpPr>
            <p:nvPr>
              <p:custDataLst>
                <p:tags r:id="rId44"/>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4" name="Harvey 3/4 [3]" hidden="1">
              <a:extLst>
                <a:ext uri="{FF2B5EF4-FFF2-40B4-BE49-F238E27FC236}">
                  <a16:creationId xmlns:a16="http://schemas.microsoft.com/office/drawing/2014/main" id="{41F00AD0-46C5-4613-A4A4-BD02F22A8EC9}"/>
                </a:ext>
              </a:extLst>
            </p:cNvPr>
            <p:cNvSpPr>
              <a:spLocks noChangeAspect="1"/>
            </p:cNvSpPr>
            <p:nvPr>
              <p:custDataLst>
                <p:tags r:id="rId45"/>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Harvey 4/4 [4]" hidden="1">
              <a:extLst>
                <a:ext uri="{FF2B5EF4-FFF2-40B4-BE49-F238E27FC236}">
                  <a16:creationId xmlns:a16="http://schemas.microsoft.com/office/drawing/2014/main" id="{48383E51-D619-4168-9E3B-66D56772AC00}"/>
                </a:ext>
              </a:extLst>
            </p:cNvPr>
            <p:cNvSpPr>
              <a:spLocks noChangeAspect="1"/>
            </p:cNvSpPr>
            <p:nvPr>
              <p:custDataLst>
                <p:tags r:id="rId46"/>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6" name="Harvey 8" hidden="1">
            <a:extLst>
              <a:ext uri="{FF2B5EF4-FFF2-40B4-BE49-F238E27FC236}">
                <a16:creationId xmlns:a16="http://schemas.microsoft.com/office/drawing/2014/main" id="{149EF30B-B72A-4CB2-B293-A9AA86FA3497}"/>
              </a:ext>
            </a:extLst>
          </p:cNvPr>
          <p:cNvGrpSpPr>
            <a:grpSpLocks/>
          </p:cNvGrpSpPr>
          <p:nvPr userDrawn="1">
            <p:custDataLst>
              <p:tags r:id="rId32"/>
            </p:custDataLst>
          </p:nvPr>
        </p:nvGrpSpPr>
        <p:grpSpPr>
          <a:xfrm>
            <a:off x="11436589" y="1387593"/>
            <a:ext cx="292608" cy="292608"/>
            <a:chOff x="0" y="0"/>
            <a:chExt cx="914400" cy="914400"/>
          </a:xfrm>
          <a:solidFill>
            <a:schemeClr val="tx1"/>
          </a:solidFill>
        </p:grpSpPr>
        <p:sp>
          <p:nvSpPr>
            <p:cNvPr id="57" name="Harvey 0/8 [0]">
              <a:extLst>
                <a:ext uri="{FF2B5EF4-FFF2-40B4-BE49-F238E27FC236}">
                  <a16:creationId xmlns:a16="http://schemas.microsoft.com/office/drawing/2014/main" id="{781402E4-C2D1-4B42-92FF-200680534BFE}"/>
                </a:ext>
              </a:extLst>
            </p:cNvPr>
            <p:cNvSpPr>
              <a:spLocks noChangeAspect="1"/>
            </p:cNvSpPr>
            <p:nvPr>
              <p:custDataLst>
                <p:tags r:id="rId33"/>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Harvey 1/8 [1]">
              <a:extLst>
                <a:ext uri="{FF2B5EF4-FFF2-40B4-BE49-F238E27FC236}">
                  <a16:creationId xmlns:a16="http://schemas.microsoft.com/office/drawing/2014/main" id="{437A60E1-AD08-408D-B22C-CA33214D61A5}"/>
                </a:ext>
              </a:extLst>
            </p:cNvPr>
            <p:cNvSpPr>
              <a:spLocks noChangeAspect="1"/>
            </p:cNvSpPr>
            <p:nvPr>
              <p:custDataLst>
                <p:tags r:id="rId34"/>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Harvey 2/8 [2]" hidden="1">
              <a:extLst>
                <a:ext uri="{FF2B5EF4-FFF2-40B4-BE49-F238E27FC236}">
                  <a16:creationId xmlns:a16="http://schemas.microsoft.com/office/drawing/2014/main" id="{A83A940B-79A1-4278-8FDE-A88BEC7182B5}"/>
                </a:ext>
              </a:extLst>
            </p:cNvPr>
            <p:cNvSpPr>
              <a:spLocks noChangeAspect="1"/>
            </p:cNvSpPr>
            <p:nvPr>
              <p:custDataLst>
                <p:tags r:id="rId35"/>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Harvey 3/8 [3]" hidden="1">
              <a:extLst>
                <a:ext uri="{FF2B5EF4-FFF2-40B4-BE49-F238E27FC236}">
                  <a16:creationId xmlns:a16="http://schemas.microsoft.com/office/drawing/2014/main" id="{20999808-10F7-4408-A1F8-FA2BF0D93FE9}"/>
                </a:ext>
              </a:extLst>
            </p:cNvPr>
            <p:cNvSpPr>
              <a:spLocks noChangeAspect="1"/>
            </p:cNvSpPr>
            <p:nvPr>
              <p:custDataLst>
                <p:tags r:id="rId36"/>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1" name="Harvey 4/8 [4]" hidden="1">
              <a:extLst>
                <a:ext uri="{FF2B5EF4-FFF2-40B4-BE49-F238E27FC236}">
                  <a16:creationId xmlns:a16="http://schemas.microsoft.com/office/drawing/2014/main" id="{1F0DFB77-D094-4693-A14D-EEBF043CD125}"/>
                </a:ext>
              </a:extLst>
            </p:cNvPr>
            <p:cNvSpPr>
              <a:spLocks noChangeAspect="1"/>
            </p:cNvSpPr>
            <p:nvPr>
              <p:custDataLst>
                <p:tags r:id="rId37"/>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Harvey 5/8 [5]" hidden="1">
              <a:extLst>
                <a:ext uri="{FF2B5EF4-FFF2-40B4-BE49-F238E27FC236}">
                  <a16:creationId xmlns:a16="http://schemas.microsoft.com/office/drawing/2014/main" id="{F7A73F00-4117-4458-ADB2-8FFCD1E57D1D}"/>
                </a:ext>
              </a:extLst>
            </p:cNvPr>
            <p:cNvSpPr>
              <a:spLocks noChangeAspect="1"/>
            </p:cNvSpPr>
            <p:nvPr>
              <p:custDataLst>
                <p:tags r:id="rId38"/>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3" name="Harvey 6/8 [6]" hidden="1">
              <a:extLst>
                <a:ext uri="{FF2B5EF4-FFF2-40B4-BE49-F238E27FC236}">
                  <a16:creationId xmlns:a16="http://schemas.microsoft.com/office/drawing/2014/main" id="{D69AA71E-1F92-4B0D-8C7A-0628E6C3F86E}"/>
                </a:ext>
              </a:extLst>
            </p:cNvPr>
            <p:cNvSpPr>
              <a:spLocks noChangeAspect="1"/>
            </p:cNvSpPr>
            <p:nvPr>
              <p:custDataLst>
                <p:tags r:id="rId39"/>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Harvey 7/8 [7]" hidden="1">
              <a:extLst>
                <a:ext uri="{FF2B5EF4-FFF2-40B4-BE49-F238E27FC236}">
                  <a16:creationId xmlns:a16="http://schemas.microsoft.com/office/drawing/2014/main" id="{1A135E0D-5BD8-4DC3-93A9-D76A430BEE45}"/>
                </a:ext>
              </a:extLst>
            </p:cNvPr>
            <p:cNvSpPr>
              <a:spLocks noChangeAspect="1"/>
            </p:cNvSpPr>
            <p:nvPr>
              <p:custDataLst>
                <p:tags r:id="rId40"/>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Harvey 8/8 [8]" hidden="1">
              <a:extLst>
                <a:ext uri="{FF2B5EF4-FFF2-40B4-BE49-F238E27FC236}">
                  <a16:creationId xmlns:a16="http://schemas.microsoft.com/office/drawing/2014/main" id="{80DC225A-57B9-4EEC-9F07-116EA5F92C4F}"/>
                </a:ext>
              </a:extLst>
            </p:cNvPr>
            <p:cNvSpPr>
              <a:spLocks noChangeAspect="1"/>
            </p:cNvSpPr>
            <p:nvPr>
              <p:custDataLst>
                <p:tags r:id="rId41"/>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solidFill>
              <a:schemeClr val="bg2">
                <a:lumMod val="100000"/>
              </a:schemeClr>
            </a:solidFill>
            <a:ln w="1905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 name="Copyright Wavestone and page">
            <a:extLst>
              <a:ext uri="{FF2B5EF4-FFF2-40B4-BE49-F238E27FC236}">
                <a16:creationId xmlns:a16="http://schemas.microsoft.com/office/drawing/2014/main" id="{BC669B8D-212F-2A2C-2E1F-99BAE710EF18}"/>
              </a:ext>
              <a:ext uri="{C183D7F6-B498-43B3-948B-1728B52AA6E4}">
                <adec:decorative xmlns:adec="http://schemas.microsoft.com/office/drawing/2017/decorative" val="1"/>
              </a:ext>
            </a:extLst>
          </p:cNvPr>
          <p:cNvSpPr txBox="1">
            <a:spLocks/>
          </p:cNvSpPr>
          <p:nvPr userDrawn="1"/>
        </p:nvSpPr>
        <p:spPr bwMode="ltGray">
          <a:xfrm>
            <a:off x="10591800" y="6578600"/>
            <a:ext cx="1189038" cy="239774"/>
          </a:xfrm>
          <a:prstGeom prst="rect">
            <a:avLst/>
          </a:prstGeom>
        </p:spPr>
        <p:txBody>
          <a:bodyPr lIns="0" rIns="0" anchor="ctr"/>
          <a:lstStyle/>
          <a:p>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r>
              <a:rPr lang="fr-FR" sz="700" b="0" i="0">
                <a:solidFill>
                  <a:schemeClr val="bg2">
                    <a:lumMod val="100000"/>
                  </a:schemeClr>
                </a:solidFill>
                <a:effectLst/>
                <a:latin typeface="+mn-lt"/>
              </a:rPr>
              <a:t>© </a:t>
            </a:r>
            <a:r>
              <a:rPr lang="fr-FR" sz="700" b="0" i="0">
                <a:solidFill>
                  <a:schemeClr val="bg2">
                    <a:lumMod val="100000"/>
                  </a:schemeClr>
                </a:solidFill>
                <a:effectLst/>
                <a:latin typeface="+mn-lt"/>
                <a:cs typeface="Poppins" panose="00000500000000000000" pitchFamily="2" charset="0"/>
              </a:rPr>
              <a:t>WAVESTONE</a:t>
            </a:r>
            <a:r>
              <a:rPr lang="fr-FR" sz="700" b="0" i="0">
                <a:solidFill>
                  <a:schemeClr val="bg2">
                    <a:lumMod val="100000"/>
                  </a:schemeClr>
                </a:solidFill>
                <a:effectLst/>
                <a:latin typeface="+mn-lt"/>
              </a:rPr>
              <a:t> | </a:t>
            </a:r>
            <a:fld id="{55EE84F1-812F-F440-AFF9-6DD93A744E0D}" type="slidenum">
              <a:rPr lang="fr-FR" sz="700" smtClean="0">
                <a:solidFill>
                  <a:schemeClr val="bg2">
                    <a:lumMod val="100000"/>
                  </a:schemeClr>
                </a:solidFill>
                <a:latin typeface="+mn-lt"/>
                <a:cs typeface="Poppins Light" panose="00000400000000000000" pitchFamily="2" charset="0"/>
              </a:rPr>
              <a:pPr marL="0" marR="0" lvl="0" indent="0" algn="r" defTabSz="914400" rtl="0" eaLnBrk="1" fontAlgn="base" latinLnBrk="0" hangingPunct="1">
                <a:lnSpc>
                  <a:spcPct val="100000"/>
                </a:lnSpc>
                <a:spcBef>
                  <a:spcPct val="50000"/>
                </a:spcBef>
                <a:spcAft>
                  <a:spcPct val="0"/>
                </a:spcAft>
                <a:buClr>
                  <a:srgbClr val="173C6A"/>
                </a:buClr>
                <a:buSzTx/>
                <a:buFontTx/>
                <a:buNone/>
                <a:tabLst/>
                <a:defRPr/>
              </a:pPr>
              <a:t>‹N°›</a:t>
            </a:fld>
            <a:endParaRPr lang="fr-FR" sz="700">
              <a:solidFill>
                <a:schemeClr val="bg2">
                  <a:lumMod val="100000"/>
                </a:schemeClr>
              </a:solidFill>
              <a:latin typeface="+mn-lt"/>
              <a:cs typeface="Poppins Light" panose="00000400000000000000" pitchFamily="2" charset="0"/>
            </a:endParaRPr>
          </a:p>
        </p:txBody>
      </p:sp>
    </p:spTree>
    <p:extLst>
      <p:ext uri="{BB962C8B-B14F-4D97-AF65-F5344CB8AC3E}">
        <p14:creationId xmlns:p14="http://schemas.microsoft.com/office/powerpoint/2010/main" val="29216217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 id="2147483816" r:id="rId24"/>
    <p:sldLayoutId id="2147483817" r:id="rId25"/>
    <p:sldLayoutId id="2147483818" r:id="rId26"/>
    <p:sldLayoutId id="2147483819" r:id="rId27"/>
    <p:sldLayoutId id="2147483820" r:id="rId28"/>
  </p:sldLayoutIdLst>
  <p:hf hdr="0" ftr="0" dt="0"/>
  <p:txStyles>
    <p:titleStyle>
      <a:lvl1pPr algn="l" defTabSz="914400" rtl="0" eaLnBrk="1" latinLnBrk="0" hangingPunct="1">
        <a:lnSpc>
          <a:spcPct val="100000"/>
        </a:lnSpc>
        <a:spcBef>
          <a:spcPct val="0"/>
        </a:spcBef>
        <a:buNone/>
        <a:defRPr sz="2400" kern="1200" baseline="0">
          <a:solidFill>
            <a:schemeClr val="bg2">
              <a:lumMod val="100000"/>
            </a:schemeClr>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orient="horz" pos="2387">
          <p15:clr>
            <a:srgbClr val="F26B43"/>
          </p15:clr>
        </p15:guide>
        <p15:guide id="23" pos="267">
          <p15:clr>
            <a:srgbClr val="F26B43"/>
          </p15:clr>
        </p15:guide>
        <p15:guide id="24" pos="7413">
          <p15:clr>
            <a:srgbClr val="F26B43"/>
          </p15:clr>
        </p15:guide>
        <p15:guide id="25" orient="horz" pos="255">
          <p15:clr>
            <a:srgbClr val="F26B43"/>
          </p15:clr>
        </p15:guide>
        <p15:guide id="26" orient="horz" pos="845">
          <p15:clr>
            <a:srgbClr val="F26B43"/>
          </p15:clr>
        </p15:guide>
        <p15:guide id="27" orient="horz" pos="3929">
          <p15:clr>
            <a:srgbClr val="F26B43"/>
          </p15:clr>
        </p15:guide>
        <p15:guide id="28" orient="horz" pos="424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4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slide" Target="slide13.xml"/><Relationship Id="rId7" Type="http://schemas.openxmlformats.org/officeDocument/2006/relationships/slide" Target="slide35.xml"/><Relationship Id="rId2" Type="http://schemas.openxmlformats.org/officeDocument/2006/relationships/slide" Target="slide4.xml"/><Relationship Id="rId1" Type="http://schemas.openxmlformats.org/officeDocument/2006/relationships/slideLayout" Target="../slideLayouts/slideLayout23.xml"/><Relationship Id="rId6" Type="http://schemas.openxmlformats.org/officeDocument/2006/relationships/slide" Target="slide27.xml"/><Relationship Id="rId5" Type="http://schemas.openxmlformats.org/officeDocument/2006/relationships/slide" Target="slide25.xml"/><Relationship Id="rId4" Type="http://schemas.openxmlformats.org/officeDocument/2006/relationships/slide" Target="slide15.xml"/></Relationships>
</file>

<file path=ppt/slides/_rels/slide4.xml.rels><?xml version="1.0" encoding="UTF-8" standalone="yes"?>
<Relationships xmlns="http://schemas.openxmlformats.org/package/2006/relationships"><Relationship Id="rId3" Type="http://schemas.openxmlformats.org/officeDocument/2006/relationships/slide" Target="slide13.xml"/><Relationship Id="rId7" Type="http://schemas.openxmlformats.org/officeDocument/2006/relationships/slide" Target="slide35.xml"/><Relationship Id="rId2" Type="http://schemas.openxmlformats.org/officeDocument/2006/relationships/slide" Target="slide4.xml"/><Relationship Id="rId1" Type="http://schemas.openxmlformats.org/officeDocument/2006/relationships/slideLayout" Target="../slideLayouts/slideLayout24.xml"/><Relationship Id="rId6" Type="http://schemas.openxmlformats.org/officeDocument/2006/relationships/slide" Target="slide27.xml"/><Relationship Id="rId5" Type="http://schemas.openxmlformats.org/officeDocument/2006/relationships/slide" Target="slide25.xml"/><Relationship Id="rId4" Type="http://schemas.openxmlformats.org/officeDocument/2006/relationships/slide" Target="slide15.xml"/></Relationships>
</file>

<file path=ppt/slides/_rels/slide5.xml.rels><?xml version="1.0" encoding="UTF-8" standalone="yes"?>
<Relationships xmlns="http://schemas.openxmlformats.org/package/2006/relationships"><Relationship Id="rId26" Type="http://schemas.openxmlformats.org/officeDocument/2006/relationships/tags" Target="../tags/tag71.xml"/><Relationship Id="rId117" Type="http://schemas.openxmlformats.org/officeDocument/2006/relationships/image" Target="../media/image104.svg"/><Relationship Id="rId21" Type="http://schemas.openxmlformats.org/officeDocument/2006/relationships/tags" Target="../tags/tag66.xml"/><Relationship Id="rId42" Type="http://schemas.openxmlformats.org/officeDocument/2006/relationships/tags" Target="../tags/tag87.xml"/><Relationship Id="rId47" Type="http://schemas.openxmlformats.org/officeDocument/2006/relationships/tags" Target="../tags/tag92.xml"/><Relationship Id="rId63" Type="http://schemas.openxmlformats.org/officeDocument/2006/relationships/image" Target="../media/image50.png"/><Relationship Id="rId68" Type="http://schemas.openxmlformats.org/officeDocument/2006/relationships/image" Target="../media/image55.svg"/><Relationship Id="rId84" Type="http://schemas.openxmlformats.org/officeDocument/2006/relationships/image" Target="../media/image71.png"/><Relationship Id="rId89" Type="http://schemas.openxmlformats.org/officeDocument/2006/relationships/image" Target="../media/image76.svg"/><Relationship Id="rId112" Type="http://schemas.openxmlformats.org/officeDocument/2006/relationships/image" Target="../media/image99.png"/><Relationship Id="rId16" Type="http://schemas.openxmlformats.org/officeDocument/2006/relationships/tags" Target="../tags/tag61.xml"/><Relationship Id="rId107" Type="http://schemas.openxmlformats.org/officeDocument/2006/relationships/image" Target="../media/image94.svg"/><Relationship Id="rId11" Type="http://schemas.openxmlformats.org/officeDocument/2006/relationships/tags" Target="../tags/tag56.xml"/><Relationship Id="rId32" Type="http://schemas.openxmlformats.org/officeDocument/2006/relationships/tags" Target="../tags/tag77.xml"/><Relationship Id="rId37" Type="http://schemas.openxmlformats.org/officeDocument/2006/relationships/tags" Target="../tags/tag82.xml"/><Relationship Id="rId53" Type="http://schemas.openxmlformats.org/officeDocument/2006/relationships/slideLayout" Target="../slideLayouts/slideLayout28.xml"/><Relationship Id="rId58" Type="http://schemas.openxmlformats.org/officeDocument/2006/relationships/image" Target="../media/image45.svg"/><Relationship Id="rId74" Type="http://schemas.openxmlformats.org/officeDocument/2006/relationships/image" Target="../media/image61.svg"/><Relationship Id="rId79" Type="http://schemas.openxmlformats.org/officeDocument/2006/relationships/image" Target="../media/image66.png"/><Relationship Id="rId102" Type="http://schemas.openxmlformats.org/officeDocument/2006/relationships/image" Target="../media/image89.png"/><Relationship Id="rId123" Type="http://schemas.openxmlformats.org/officeDocument/2006/relationships/image" Target="../media/image110.png"/><Relationship Id="rId5" Type="http://schemas.openxmlformats.org/officeDocument/2006/relationships/tags" Target="../tags/tag50.xml"/><Relationship Id="rId90" Type="http://schemas.openxmlformats.org/officeDocument/2006/relationships/image" Target="../media/image77.png"/><Relationship Id="rId95" Type="http://schemas.openxmlformats.org/officeDocument/2006/relationships/image" Target="../media/image82.svg"/><Relationship Id="rId22" Type="http://schemas.openxmlformats.org/officeDocument/2006/relationships/tags" Target="../tags/tag67.xml"/><Relationship Id="rId27" Type="http://schemas.openxmlformats.org/officeDocument/2006/relationships/tags" Target="../tags/tag72.xml"/><Relationship Id="rId43" Type="http://schemas.openxmlformats.org/officeDocument/2006/relationships/tags" Target="../tags/tag88.xml"/><Relationship Id="rId48" Type="http://schemas.openxmlformats.org/officeDocument/2006/relationships/tags" Target="../tags/tag93.xml"/><Relationship Id="rId64" Type="http://schemas.openxmlformats.org/officeDocument/2006/relationships/image" Target="../media/image51.svg"/><Relationship Id="rId69" Type="http://schemas.openxmlformats.org/officeDocument/2006/relationships/image" Target="../media/image56.png"/><Relationship Id="rId113" Type="http://schemas.openxmlformats.org/officeDocument/2006/relationships/image" Target="../media/image100.svg"/><Relationship Id="rId118" Type="http://schemas.openxmlformats.org/officeDocument/2006/relationships/image" Target="../media/image105.png"/><Relationship Id="rId80" Type="http://schemas.openxmlformats.org/officeDocument/2006/relationships/image" Target="../media/image67.svg"/><Relationship Id="rId85" Type="http://schemas.openxmlformats.org/officeDocument/2006/relationships/image" Target="../media/image72.svg"/><Relationship Id="rId12" Type="http://schemas.openxmlformats.org/officeDocument/2006/relationships/tags" Target="../tags/tag57.xml"/><Relationship Id="rId17" Type="http://schemas.openxmlformats.org/officeDocument/2006/relationships/tags" Target="../tags/tag62.xml"/><Relationship Id="rId33" Type="http://schemas.openxmlformats.org/officeDocument/2006/relationships/tags" Target="../tags/tag78.xml"/><Relationship Id="rId38" Type="http://schemas.openxmlformats.org/officeDocument/2006/relationships/tags" Target="../tags/tag83.xml"/><Relationship Id="rId59" Type="http://schemas.openxmlformats.org/officeDocument/2006/relationships/image" Target="../media/image46.png"/><Relationship Id="rId103" Type="http://schemas.openxmlformats.org/officeDocument/2006/relationships/image" Target="../media/image90.svg"/><Relationship Id="rId108" Type="http://schemas.openxmlformats.org/officeDocument/2006/relationships/image" Target="../media/image95.png"/><Relationship Id="rId124" Type="http://schemas.openxmlformats.org/officeDocument/2006/relationships/image" Target="../media/image111.svg"/><Relationship Id="rId54" Type="http://schemas.openxmlformats.org/officeDocument/2006/relationships/notesSlide" Target="../notesSlides/notesSlide3.xml"/><Relationship Id="rId70" Type="http://schemas.openxmlformats.org/officeDocument/2006/relationships/image" Target="../media/image57.svg"/><Relationship Id="rId75" Type="http://schemas.openxmlformats.org/officeDocument/2006/relationships/image" Target="../media/image62.png"/><Relationship Id="rId91" Type="http://schemas.openxmlformats.org/officeDocument/2006/relationships/image" Target="../media/image78.svg"/><Relationship Id="rId96" Type="http://schemas.openxmlformats.org/officeDocument/2006/relationships/image" Target="../media/image83.png"/><Relationship Id="rId1" Type="http://schemas.openxmlformats.org/officeDocument/2006/relationships/tags" Target="../tags/tag46.xml"/><Relationship Id="rId6" Type="http://schemas.openxmlformats.org/officeDocument/2006/relationships/tags" Target="../tags/tag51.xml"/><Relationship Id="rId23" Type="http://schemas.openxmlformats.org/officeDocument/2006/relationships/tags" Target="../tags/tag68.xml"/><Relationship Id="rId28" Type="http://schemas.openxmlformats.org/officeDocument/2006/relationships/tags" Target="../tags/tag73.xml"/><Relationship Id="rId49" Type="http://schemas.openxmlformats.org/officeDocument/2006/relationships/tags" Target="../tags/tag94.xml"/><Relationship Id="rId114" Type="http://schemas.openxmlformats.org/officeDocument/2006/relationships/image" Target="../media/image101.png"/><Relationship Id="rId119" Type="http://schemas.openxmlformats.org/officeDocument/2006/relationships/image" Target="../media/image106.svg"/><Relationship Id="rId44" Type="http://schemas.openxmlformats.org/officeDocument/2006/relationships/tags" Target="../tags/tag89.xml"/><Relationship Id="rId60" Type="http://schemas.openxmlformats.org/officeDocument/2006/relationships/image" Target="../media/image47.svg"/><Relationship Id="rId65" Type="http://schemas.openxmlformats.org/officeDocument/2006/relationships/image" Target="../media/image52.png"/><Relationship Id="rId81" Type="http://schemas.openxmlformats.org/officeDocument/2006/relationships/image" Target="../media/image68.svg"/><Relationship Id="rId86" Type="http://schemas.openxmlformats.org/officeDocument/2006/relationships/image" Target="../media/image73.png"/><Relationship Id="rId4" Type="http://schemas.openxmlformats.org/officeDocument/2006/relationships/tags" Target="../tags/tag49.xml"/><Relationship Id="rId9" Type="http://schemas.openxmlformats.org/officeDocument/2006/relationships/tags" Target="../tags/tag54.xml"/><Relationship Id="rId13" Type="http://schemas.openxmlformats.org/officeDocument/2006/relationships/tags" Target="../tags/tag58.xml"/><Relationship Id="rId18" Type="http://schemas.openxmlformats.org/officeDocument/2006/relationships/tags" Target="../tags/tag63.xml"/><Relationship Id="rId39" Type="http://schemas.openxmlformats.org/officeDocument/2006/relationships/tags" Target="../tags/tag84.xml"/><Relationship Id="rId109" Type="http://schemas.openxmlformats.org/officeDocument/2006/relationships/image" Target="../media/image96.svg"/><Relationship Id="rId34" Type="http://schemas.openxmlformats.org/officeDocument/2006/relationships/tags" Target="../tags/tag79.xml"/><Relationship Id="rId50" Type="http://schemas.openxmlformats.org/officeDocument/2006/relationships/tags" Target="../tags/tag95.xml"/><Relationship Id="rId55" Type="http://schemas.openxmlformats.org/officeDocument/2006/relationships/image" Target="../media/image42.png"/><Relationship Id="rId76" Type="http://schemas.openxmlformats.org/officeDocument/2006/relationships/image" Target="../media/image63.svg"/><Relationship Id="rId97" Type="http://schemas.openxmlformats.org/officeDocument/2006/relationships/image" Target="../media/image84.svg"/><Relationship Id="rId104" Type="http://schemas.openxmlformats.org/officeDocument/2006/relationships/image" Target="../media/image91.png"/><Relationship Id="rId120" Type="http://schemas.openxmlformats.org/officeDocument/2006/relationships/image" Target="../media/image107.png"/><Relationship Id="rId7" Type="http://schemas.openxmlformats.org/officeDocument/2006/relationships/tags" Target="../tags/tag52.xml"/><Relationship Id="rId71" Type="http://schemas.openxmlformats.org/officeDocument/2006/relationships/image" Target="../media/image58.png"/><Relationship Id="rId92" Type="http://schemas.openxmlformats.org/officeDocument/2006/relationships/image" Target="../media/image79.png"/><Relationship Id="rId2" Type="http://schemas.openxmlformats.org/officeDocument/2006/relationships/tags" Target="../tags/tag47.xml"/><Relationship Id="rId29" Type="http://schemas.openxmlformats.org/officeDocument/2006/relationships/tags" Target="../tags/tag74.xml"/><Relationship Id="rId24" Type="http://schemas.openxmlformats.org/officeDocument/2006/relationships/tags" Target="../tags/tag69.xml"/><Relationship Id="rId40" Type="http://schemas.openxmlformats.org/officeDocument/2006/relationships/tags" Target="../tags/tag85.xml"/><Relationship Id="rId45" Type="http://schemas.openxmlformats.org/officeDocument/2006/relationships/tags" Target="../tags/tag90.xml"/><Relationship Id="rId66" Type="http://schemas.openxmlformats.org/officeDocument/2006/relationships/image" Target="../media/image53.svg"/><Relationship Id="rId87" Type="http://schemas.openxmlformats.org/officeDocument/2006/relationships/image" Target="../media/image74.svg"/><Relationship Id="rId110" Type="http://schemas.openxmlformats.org/officeDocument/2006/relationships/image" Target="../media/image97.png"/><Relationship Id="rId115" Type="http://schemas.openxmlformats.org/officeDocument/2006/relationships/image" Target="../media/image102.svg"/><Relationship Id="rId61" Type="http://schemas.openxmlformats.org/officeDocument/2006/relationships/image" Target="../media/image48.png"/><Relationship Id="rId82" Type="http://schemas.openxmlformats.org/officeDocument/2006/relationships/image" Target="../media/image69.svg"/><Relationship Id="rId19" Type="http://schemas.openxmlformats.org/officeDocument/2006/relationships/tags" Target="../tags/tag64.xml"/><Relationship Id="rId14" Type="http://schemas.openxmlformats.org/officeDocument/2006/relationships/tags" Target="../tags/tag59.xml"/><Relationship Id="rId30" Type="http://schemas.openxmlformats.org/officeDocument/2006/relationships/tags" Target="../tags/tag75.xml"/><Relationship Id="rId35" Type="http://schemas.openxmlformats.org/officeDocument/2006/relationships/tags" Target="../tags/tag80.xml"/><Relationship Id="rId56" Type="http://schemas.openxmlformats.org/officeDocument/2006/relationships/image" Target="../media/image43.svg"/><Relationship Id="rId77" Type="http://schemas.openxmlformats.org/officeDocument/2006/relationships/image" Target="../media/image64.png"/><Relationship Id="rId100" Type="http://schemas.openxmlformats.org/officeDocument/2006/relationships/image" Target="../media/image87.png"/><Relationship Id="rId105" Type="http://schemas.openxmlformats.org/officeDocument/2006/relationships/image" Target="../media/image92.svg"/><Relationship Id="rId8" Type="http://schemas.openxmlformats.org/officeDocument/2006/relationships/tags" Target="../tags/tag53.xml"/><Relationship Id="rId51" Type="http://schemas.openxmlformats.org/officeDocument/2006/relationships/tags" Target="../tags/tag96.xml"/><Relationship Id="rId72" Type="http://schemas.openxmlformats.org/officeDocument/2006/relationships/image" Target="../media/image59.svg"/><Relationship Id="rId93" Type="http://schemas.openxmlformats.org/officeDocument/2006/relationships/image" Target="../media/image80.svg"/><Relationship Id="rId98" Type="http://schemas.openxmlformats.org/officeDocument/2006/relationships/image" Target="../media/image85.png"/><Relationship Id="rId121" Type="http://schemas.openxmlformats.org/officeDocument/2006/relationships/image" Target="../media/image108.svg"/><Relationship Id="rId3" Type="http://schemas.openxmlformats.org/officeDocument/2006/relationships/tags" Target="../tags/tag48.xml"/><Relationship Id="rId25" Type="http://schemas.openxmlformats.org/officeDocument/2006/relationships/tags" Target="../tags/tag70.xml"/><Relationship Id="rId46" Type="http://schemas.openxmlformats.org/officeDocument/2006/relationships/tags" Target="../tags/tag91.xml"/><Relationship Id="rId67" Type="http://schemas.openxmlformats.org/officeDocument/2006/relationships/image" Target="../media/image54.png"/><Relationship Id="rId116" Type="http://schemas.openxmlformats.org/officeDocument/2006/relationships/image" Target="../media/image103.png"/><Relationship Id="rId20" Type="http://schemas.openxmlformats.org/officeDocument/2006/relationships/tags" Target="../tags/tag65.xml"/><Relationship Id="rId41" Type="http://schemas.openxmlformats.org/officeDocument/2006/relationships/tags" Target="../tags/tag86.xml"/><Relationship Id="rId62" Type="http://schemas.openxmlformats.org/officeDocument/2006/relationships/image" Target="../media/image49.svg"/><Relationship Id="rId83" Type="http://schemas.openxmlformats.org/officeDocument/2006/relationships/image" Target="../media/image70.svg"/><Relationship Id="rId88" Type="http://schemas.openxmlformats.org/officeDocument/2006/relationships/image" Target="../media/image75.png"/><Relationship Id="rId111" Type="http://schemas.openxmlformats.org/officeDocument/2006/relationships/image" Target="../media/image98.svg"/><Relationship Id="rId15" Type="http://schemas.openxmlformats.org/officeDocument/2006/relationships/tags" Target="../tags/tag60.xml"/><Relationship Id="rId36" Type="http://schemas.openxmlformats.org/officeDocument/2006/relationships/tags" Target="../tags/tag81.xml"/><Relationship Id="rId57" Type="http://schemas.openxmlformats.org/officeDocument/2006/relationships/image" Target="../media/image44.png"/><Relationship Id="rId106" Type="http://schemas.openxmlformats.org/officeDocument/2006/relationships/image" Target="../media/image93.png"/><Relationship Id="rId10" Type="http://schemas.openxmlformats.org/officeDocument/2006/relationships/tags" Target="../tags/tag55.xml"/><Relationship Id="rId31" Type="http://schemas.openxmlformats.org/officeDocument/2006/relationships/tags" Target="../tags/tag76.xml"/><Relationship Id="rId52" Type="http://schemas.openxmlformats.org/officeDocument/2006/relationships/tags" Target="../tags/tag97.xml"/><Relationship Id="rId73" Type="http://schemas.openxmlformats.org/officeDocument/2006/relationships/image" Target="../media/image60.png"/><Relationship Id="rId78" Type="http://schemas.openxmlformats.org/officeDocument/2006/relationships/image" Target="../media/image65.svg"/><Relationship Id="rId94" Type="http://schemas.openxmlformats.org/officeDocument/2006/relationships/image" Target="../media/image81.png"/><Relationship Id="rId99" Type="http://schemas.openxmlformats.org/officeDocument/2006/relationships/image" Target="../media/image86.svg"/><Relationship Id="rId101" Type="http://schemas.openxmlformats.org/officeDocument/2006/relationships/image" Target="../media/image88.svg"/><Relationship Id="rId122" Type="http://schemas.openxmlformats.org/officeDocument/2006/relationships/image" Target="../media/image10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6" Type="http://schemas.openxmlformats.org/officeDocument/2006/relationships/tags" Target="../tags/tag123.xml"/><Relationship Id="rId21" Type="http://schemas.openxmlformats.org/officeDocument/2006/relationships/tags" Target="../tags/tag118.xml"/><Relationship Id="rId42" Type="http://schemas.openxmlformats.org/officeDocument/2006/relationships/image" Target="../media/image116.png"/><Relationship Id="rId47" Type="http://schemas.openxmlformats.org/officeDocument/2006/relationships/image" Target="../media/image121.svg"/><Relationship Id="rId63" Type="http://schemas.openxmlformats.org/officeDocument/2006/relationships/image" Target="../media/image137.svg"/><Relationship Id="rId68" Type="http://schemas.openxmlformats.org/officeDocument/2006/relationships/image" Target="../media/image142.png"/><Relationship Id="rId84" Type="http://schemas.openxmlformats.org/officeDocument/2006/relationships/image" Target="../media/image158.png"/><Relationship Id="rId89" Type="http://schemas.openxmlformats.org/officeDocument/2006/relationships/image" Target="../media/image163.svg"/><Relationship Id="rId16" Type="http://schemas.openxmlformats.org/officeDocument/2006/relationships/tags" Target="../tags/tag113.xml"/><Relationship Id="rId11" Type="http://schemas.openxmlformats.org/officeDocument/2006/relationships/tags" Target="../tags/tag108.xml"/><Relationship Id="rId32" Type="http://schemas.openxmlformats.org/officeDocument/2006/relationships/tags" Target="../tags/tag129.xml"/><Relationship Id="rId37" Type="http://schemas.openxmlformats.org/officeDocument/2006/relationships/tags" Target="../tags/tag134.xml"/><Relationship Id="rId53" Type="http://schemas.openxmlformats.org/officeDocument/2006/relationships/image" Target="../media/image127.svg"/><Relationship Id="rId58" Type="http://schemas.openxmlformats.org/officeDocument/2006/relationships/image" Target="../media/image132.png"/><Relationship Id="rId74" Type="http://schemas.openxmlformats.org/officeDocument/2006/relationships/image" Target="../media/image148.png"/><Relationship Id="rId79" Type="http://schemas.openxmlformats.org/officeDocument/2006/relationships/image" Target="../media/image153.svg"/><Relationship Id="rId5" Type="http://schemas.openxmlformats.org/officeDocument/2006/relationships/tags" Target="../tags/tag102.xml"/><Relationship Id="rId90" Type="http://schemas.openxmlformats.org/officeDocument/2006/relationships/image" Target="../media/image164.png"/><Relationship Id="rId95" Type="http://schemas.openxmlformats.org/officeDocument/2006/relationships/image" Target="../media/image113.png"/><Relationship Id="rId22" Type="http://schemas.openxmlformats.org/officeDocument/2006/relationships/tags" Target="../tags/tag119.xml"/><Relationship Id="rId27" Type="http://schemas.openxmlformats.org/officeDocument/2006/relationships/tags" Target="../tags/tag124.xml"/><Relationship Id="rId43" Type="http://schemas.openxmlformats.org/officeDocument/2006/relationships/image" Target="../media/image117.svg"/><Relationship Id="rId48" Type="http://schemas.openxmlformats.org/officeDocument/2006/relationships/image" Target="../media/image122.png"/><Relationship Id="rId64" Type="http://schemas.openxmlformats.org/officeDocument/2006/relationships/image" Target="../media/image138.png"/><Relationship Id="rId69" Type="http://schemas.openxmlformats.org/officeDocument/2006/relationships/image" Target="../media/image143.svg"/><Relationship Id="rId8" Type="http://schemas.openxmlformats.org/officeDocument/2006/relationships/tags" Target="../tags/tag105.xml"/><Relationship Id="rId51" Type="http://schemas.openxmlformats.org/officeDocument/2006/relationships/image" Target="../media/image125.svg"/><Relationship Id="rId72" Type="http://schemas.openxmlformats.org/officeDocument/2006/relationships/image" Target="../media/image146.png"/><Relationship Id="rId80" Type="http://schemas.openxmlformats.org/officeDocument/2006/relationships/image" Target="../media/image154.png"/><Relationship Id="rId85" Type="http://schemas.openxmlformats.org/officeDocument/2006/relationships/image" Target="../media/image159.svg"/><Relationship Id="rId93" Type="http://schemas.openxmlformats.org/officeDocument/2006/relationships/image" Target="../media/image167.svg"/><Relationship Id="rId3" Type="http://schemas.openxmlformats.org/officeDocument/2006/relationships/tags" Target="../tags/tag100.xml"/><Relationship Id="rId12" Type="http://schemas.openxmlformats.org/officeDocument/2006/relationships/tags" Target="../tags/tag109.xml"/><Relationship Id="rId17" Type="http://schemas.openxmlformats.org/officeDocument/2006/relationships/tags" Target="../tags/tag114.xml"/><Relationship Id="rId25" Type="http://schemas.openxmlformats.org/officeDocument/2006/relationships/tags" Target="../tags/tag122.xml"/><Relationship Id="rId33" Type="http://schemas.openxmlformats.org/officeDocument/2006/relationships/tags" Target="../tags/tag130.xml"/><Relationship Id="rId38" Type="http://schemas.openxmlformats.org/officeDocument/2006/relationships/tags" Target="../tags/tag135.xml"/><Relationship Id="rId46" Type="http://schemas.openxmlformats.org/officeDocument/2006/relationships/image" Target="../media/image120.png"/><Relationship Id="rId59" Type="http://schemas.openxmlformats.org/officeDocument/2006/relationships/image" Target="../media/image133.svg"/><Relationship Id="rId67" Type="http://schemas.openxmlformats.org/officeDocument/2006/relationships/image" Target="../media/image141.svg"/><Relationship Id="rId20" Type="http://schemas.openxmlformats.org/officeDocument/2006/relationships/tags" Target="../tags/tag117.xml"/><Relationship Id="rId41" Type="http://schemas.openxmlformats.org/officeDocument/2006/relationships/image" Target="../media/image115.svg"/><Relationship Id="rId54" Type="http://schemas.openxmlformats.org/officeDocument/2006/relationships/image" Target="../media/image128.png"/><Relationship Id="rId62" Type="http://schemas.openxmlformats.org/officeDocument/2006/relationships/image" Target="../media/image136.png"/><Relationship Id="rId70" Type="http://schemas.openxmlformats.org/officeDocument/2006/relationships/image" Target="../media/image144.png"/><Relationship Id="rId75" Type="http://schemas.openxmlformats.org/officeDocument/2006/relationships/image" Target="../media/image149.svg"/><Relationship Id="rId83" Type="http://schemas.openxmlformats.org/officeDocument/2006/relationships/image" Target="../media/image157.svg"/><Relationship Id="rId88" Type="http://schemas.openxmlformats.org/officeDocument/2006/relationships/image" Target="../media/image162.png"/><Relationship Id="rId91" Type="http://schemas.openxmlformats.org/officeDocument/2006/relationships/image" Target="../media/image165.svg"/><Relationship Id="rId1" Type="http://schemas.openxmlformats.org/officeDocument/2006/relationships/tags" Target="../tags/tag98.xml"/><Relationship Id="rId6" Type="http://schemas.openxmlformats.org/officeDocument/2006/relationships/tags" Target="../tags/tag103.xml"/><Relationship Id="rId15" Type="http://schemas.openxmlformats.org/officeDocument/2006/relationships/tags" Target="../tags/tag112.xml"/><Relationship Id="rId23" Type="http://schemas.openxmlformats.org/officeDocument/2006/relationships/tags" Target="../tags/tag120.xml"/><Relationship Id="rId28" Type="http://schemas.openxmlformats.org/officeDocument/2006/relationships/tags" Target="../tags/tag125.xml"/><Relationship Id="rId36" Type="http://schemas.openxmlformats.org/officeDocument/2006/relationships/tags" Target="../tags/tag133.xml"/><Relationship Id="rId49" Type="http://schemas.openxmlformats.org/officeDocument/2006/relationships/image" Target="../media/image123.svg"/><Relationship Id="rId57" Type="http://schemas.openxmlformats.org/officeDocument/2006/relationships/image" Target="../media/image131.svg"/><Relationship Id="rId10" Type="http://schemas.openxmlformats.org/officeDocument/2006/relationships/tags" Target="../tags/tag107.xml"/><Relationship Id="rId31" Type="http://schemas.openxmlformats.org/officeDocument/2006/relationships/tags" Target="../tags/tag128.xml"/><Relationship Id="rId44" Type="http://schemas.openxmlformats.org/officeDocument/2006/relationships/image" Target="../media/image118.png"/><Relationship Id="rId52" Type="http://schemas.openxmlformats.org/officeDocument/2006/relationships/image" Target="../media/image126.png"/><Relationship Id="rId60" Type="http://schemas.openxmlformats.org/officeDocument/2006/relationships/image" Target="../media/image134.png"/><Relationship Id="rId65" Type="http://schemas.openxmlformats.org/officeDocument/2006/relationships/image" Target="../media/image139.svg"/><Relationship Id="rId73" Type="http://schemas.openxmlformats.org/officeDocument/2006/relationships/image" Target="../media/image147.svg"/><Relationship Id="rId78" Type="http://schemas.openxmlformats.org/officeDocument/2006/relationships/image" Target="../media/image152.png"/><Relationship Id="rId81" Type="http://schemas.openxmlformats.org/officeDocument/2006/relationships/image" Target="../media/image155.svg"/><Relationship Id="rId86" Type="http://schemas.openxmlformats.org/officeDocument/2006/relationships/image" Target="../media/image160.png"/><Relationship Id="rId94" Type="http://schemas.openxmlformats.org/officeDocument/2006/relationships/image" Target="../media/image168.png"/><Relationship Id="rId4" Type="http://schemas.openxmlformats.org/officeDocument/2006/relationships/tags" Target="../tags/tag101.xml"/><Relationship Id="rId9" Type="http://schemas.openxmlformats.org/officeDocument/2006/relationships/tags" Target="../tags/tag106.xml"/><Relationship Id="rId13" Type="http://schemas.openxmlformats.org/officeDocument/2006/relationships/tags" Target="../tags/tag110.xml"/><Relationship Id="rId18" Type="http://schemas.openxmlformats.org/officeDocument/2006/relationships/tags" Target="../tags/tag115.xml"/><Relationship Id="rId39" Type="http://schemas.openxmlformats.org/officeDocument/2006/relationships/slideLayout" Target="../slideLayouts/slideLayout28.xml"/><Relationship Id="rId34" Type="http://schemas.openxmlformats.org/officeDocument/2006/relationships/tags" Target="../tags/tag131.xml"/><Relationship Id="rId50" Type="http://schemas.openxmlformats.org/officeDocument/2006/relationships/image" Target="../media/image124.png"/><Relationship Id="rId55" Type="http://schemas.openxmlformats.org/officeDocument/2006/relationships/image" Target="../media/image129.svg"/><Relationship Id="rId76" Type="http://schemas.openxmlformats.org/officeDocument/2006/relationships/image" Target="../media/image150.png"/><Relationship Id="rId7" Type="http://schemas.openxmlformats.org/officeDocument/2006/relationships/tags" Target="../tags/tag104.xml"/><Relationship Id="rId71" Type="http://schemas.openxmlformats.org/officeDocument/2006/relationships/image" Target="../media/image145.svg"/><Relationship Id="rId92" Type="http://schemas.openxmlformats.org/officeDocument/2006/relationships/image" Target="../media/image166.png"/><Relationship Id="rId2" Type="http://schemas.openxmlformats.org/officeDocument/2006/relationships/tags" Target="../tags/tag99.xml"/><Relationship Id="rId29" Type="http://schemas.openxmlformats.org/officeDocument/2006/relationships/tags" Target="../tags/tag126.xml"/><Relationship Id="rId24" Type="http://schemas.openxmlformats.org/officeDocument/2006/relationships/tags" Target="../tags/tag121.xml"/><Relationship Id="rId40" Type="http://schemas.openxmlformats.org/officeDocument/2006/relationships/image" Target="../media/image114.png"/><Relationship Id="rId45" Type="http://schemas.openxmlformats.org/officeDocument/2006/relationships/image" Target="../media/image119.svg"/><Relationship Id="rId66" Type="http://schemas.openxmlformats.org/officeDocument/2006/relationships/image" Target="../media/image140.png"/><Relationship Id="rId87" Type="http://schemas.openxmlformats.org/officeDocument/2006/relationships/image" Target="../media/image161.svg"/><Relationship Id="rId61" Type="http://schemas.openxmlformats.org/officeDocument/2006/relationships/image" Target="../media/image135.svg"/><Relationship Id="rId82" Type="http://schemas.openxmlformats.org/officeDocument/2006/relationships/image" Target="../media/image156.png"/><Relationship Id="rId19" Type="http://schemas.openxmlformats.org/officeDocument/2006/relationships/tags" Target="../tags/tag116.xml"/><Relationship Id="rId14" Type="http://schemas.openxmlformats.org/officeDocument/2006/relationships/tags" Target="../tags/tag111.xml"/><Relationship Id="rId30" Type="http://schemas.openxmlformats.org/officeDocument/2006/relationships/tags" Target="../tags/tag127.xml"/><Relationship Id="rId35" Type="http://schemas.openxmlformats.org/officeDocument/2006/relationships/tags" Target="../tags/tag132.xml"/><Relationship Id="rId56" Type="http://schemas.openxmlformats.org/officeDocument/2006/relationships/image" Target="../media/image130.png"/><Relationship Id="rId77" Type="http://schemas.openxmlformats.org/officeDocument/2006/relationships/image" Target="../media/image151.svg"/></Relationships>
</file>

<file path=ppt/slides/_rels/slide10.xml.rels><?xml version="1.0" encoding="UTF-8" standalone="yes"?>
<Relationships xmlns="http://schemas.openxmlformats.org/package/2006/relationships"><Relationship Id="rId26" Type="http://schemas.openxmlformats.org/officeDocument/2006/relationships/tags" Target="../tags/tag161.xml"/><Relationship Id="rId21" Type="http://schemas.openxmlformats.org/officeDocument/2006/relationships/tags" Target="../tags/tag156.xml"/><Relationship Id="rId42" Type="http://schemas.openxmlformats.org/officeDocument/2006/relationships/image" Target="../media/image113.png"/><Relationship Id="rId47" Type="http://schemas.openxmlformats.org/officeDocument/2006/relationships/image" Target="../media/image174.png"/><Relationship Id="rId63" Type="http://schemas.openxmlformats.org/officeDocument/2006/relationships/image" Target="../media/image190.png"/><Relationship Id="rId68" Type="http://schemas.openxmlformats.org/officeDocument/2006/relationships/image" Target="../media/image194.png"/><Relationship Id="rId7" Type="http://schemas.openxmlformats.org/officeDocument/2006/relationships/tags" Target="../tags/tag142.xml"/><Relationship Id="rId2" Type="http://schemas.openxmlformats.org/officeDocument/2006/relationships/tags" Target="../tags/tag137.xml"/><Relationship Id="rId16" Type="http://schemas.openxmlformats.org/officeDocument/2006/relationships/tags" Target="../tags/tag151.xml"/><Relationship Id="rId29" Type="http://schemas.openxmlformats.org/officeDocument/2006/relationships/tags" Target="../tags/tag164.xml"/><Relationship Id="rId11" Type="http://schemas.openxmlformats.org/officeDocument/2006/relationships/tags" Target="../tags/tag146.xml"/><Relationship Id="rId24" Type="http://schemas.openxmlformats.org/officeDocument/2006/relationships/tags" Target="../tags/tag159.xml"/><Relationship Id="rId32" Type="http://schemas.openxmlformats.org/officeDocument/2006/relationships/tags" Target="../tags/tag167.xml"/><Relationship Id="rId37" Type="http://schemas.openxmlformats.org/officeDocument/2006/relationships/tags" Target="../tags/tag172.xml"/><Relationship Id="rId40" Type="http://schemas.openxmlformats.org/officeDocument/2006/relationships/slide" Target="slide36.xml"/><Relationship Id="rId45" Type="http://schemas.openxmlformats.org/officeDocument/2006/relationships/image" Target="../media/image172.png"/><Relationship Id="rId53" Type="http://schemas.openxmlformats.org/officeDocument/2006/relationships/image" Target="../media/image180.png"/><Relationship Id="rId58" Type="http://schemas.openxmlformats.org/officeDocument/2006/relationships/image" Target="../media/image185.svg"/><Relationship Id="rId66" Type="http://schemas.openxmlformats.org/officeDocument/2006/relationships/image" Target="../media/image192.png"/><Relationship Id="rId5" Type="http://schemas.openxmlformats.org/officeDocument/2006/relationships/tags" Target="../tags/tag140.xml"/><Relationship Id="rId61" Type="http://schemas.openxmlformats.org/officeDocument/2006/relationships/image" Target="../media/image188.png"/><Relationship Id="rId19" Type="http://schemas.openxmlformats.org/officeDocument/2006/relationships/tags" Target="../tags/tag154.xml"/><Relationship Id="rId14" Type="http://schemas.openxmlformats.org/officeDocument/2006/relationships/tags" Target="../tags/tag149.xml"/><Relationship Id="rId22" Type="http://schemas.openxmlformats.org/officeDocument/2006/relationships/tags" Target="../tags/tag157.xml"/><Relationship Id="rId27" Type="http://schemas.openxmlformats.org/officeDocument/2006/relationships/tags" Target="../tags/tag162.xml"/><Relationship Id="rId30" Type="http://schemas.openxmlformats.org/officeDocument/2006/relationships/tags" Target="../tags/tag165.xml"/><Relationship Id="rId35" Type="http://schemas.openxmlformats.org/officeDocument/2006/relationships/tags" Target="../tags/tag170.xml"/><Relationship Id="rId43" Type="http://schemas.openxmlformats.org/officeDocument/2006/relationships/image" Target="../media/image170.png"/><Relationship Id="rId48" Type="http://schemas.openxmlformats.org/officeDocument/2006/relationships/image" Target="../media/image175.svg"/><Relationship Id="rId56" Type="http://schemas.openxmlformats.org/officeDocument/2006/relationships/image" Target="../media/image183.svg"/><Relationship Id="rId64" Type="http://schemas.openxmlformats.org/officeDocument/2006/relationships/image" Target="../media/image191.svg"/><Relationship Id="rId69" Type="http://schemas.openxmlformats.org/officeDocument/2006/relationships/image" Target="../media/image195.svg"/><Relationship Id="rId8" Type="http://schemas.openxmlformats.org/officeDocument/2006/relationships/tags" Target="../tags/tag143.xml"/><Relationship Id="rId51" Type="http://schemas.openxmlformats.org/officeDocument/2006/relationships/image" Target="../media/image178.png"/><Relationship Id="rId3" Type="http://schemas.openxmlformats.org/officeDocument/2006/relationships/tags" Target="../tags/tag138.xml"/><Relationship Id="rId12" Type="http://schemas.openxmlformats.org/officeDocument/2006/relationships/tags" Target="../tags/tag147.xml"/><Relationship Id="rId17" Type="http://schemas.openxmlformats.org/officeDocument/2006/relationships/tags" Target="../tags/tag152.xml"/><Relationship Id="rId25" Type="http://schemas.openxmlformats.org/officeDocument/2006/relationships/tags" Target="../tags/tag160.xml"/><Relationship Id="rId33" Type="http://schemas.openxmlformats.org/officeDocument/2006/relationships/tags" Target="../tags/tag168.xml"/><Relationship Id="rId38" Type="http://schemas.openxmlformats.org/officeDocument/2006/relationships/slideLayout" Target="../slideLayouts/slideLayout5.xml"/><Relationship Id="rId46" Type="http://schemas.openxmlformats.org/officeDocument/2006/relationships/image" Target="../media/image173.svg"/><Relationship Id="rId59" Type="http://schemas.openxmlformats.org/officeDocument/2006/relationships/image" Target="../media/image186.png"/><Relationship Id="rId67" Type="http://schemas.openxmlformats.org/officeDocument/2006/relationships/image" Target="../media/image193.svg"/><Relationship Id="rId20" Type="http://schemas.openxmlformats.org/officeDocument/2006/relationships/tags" Target="../tags/tag155.xml"/><Relationship Id="rId41" Type="http://schemas.openxmlformats.org/officeDocument/2006/relationships/image" Target="../media/image1690.png"/><Relationship Id="rId54" Type="http://schemas.openxmlformats.org/officeDocument/2006/relationships/image" Target="../media/image181.svg"/><Relationship Id="rId62" Type="http://schemas.openxmlformats.org/officeDocument/2006/relationships/image" Target="../media/image189.svg"/><Relationship Id="rId1" Type="http://schemas.openxmlformats.org/officeDocument/2006/relationships/tags" Target="../tags/tag136.xml"/><Relationship Id="rId6" Type="http://schemas.openxmlformats.org/officeDocument/2006/relationships/tags" Target="../tags/tag141.xml"/><Relationship Id="rId15" Type="http://schemas.openxmlformats.org/officeDocument/2006/relationships/tags" Target="../tags/tag150.xml"/><Relationship Id="rId23" Type="http://schemas.openxmlformats.org/officeDocument/2006/relationships/tags" Target="../tags/tag158.xml"/><Relationship Id="rId28" Type="http://schemas.openxmlformats.org/officeDocument/2006/relationships/tags" Target="../tags/tag163.xml"/><Relationship Id="rId36" Type="http://schemas.openxmlformats.org/officeDocument/2006/relationships/tags" Target="../tags/tag171.xml"/><Relationship Id="rId49" Type="http://schemas.openxmlformats.org/officeDocument/2006/relationships/image" Target="../media/image176.png"/><Relationship Id="rId57" Type="http://schemas.openxmlformats.org/officeDocument/2006/relationships/image" Target="../media/image184.png"/><Relationship Id="rId10" Type="http://schemas.openxmlformats.org/officeDocument/2006/relationships/tags" Target="../tags/tag145.xml"/><Relationship Id="rId31" Type="http://schemas.openxmlformats.org/officeDocument/2006/relationships/tags" Target="../tags/tag166.xml"/><Relationship Id="rId44" Type="http://schemas.openxmlformats.org/officeDocument/2006/relationships/image" Target="../media/image171.svg"/><Relationship Id="rId52" Type="http://schemas.openxmlformats.org/officeDocument/2006/relationships/image" Target="../media/image179.svg"/><Relationship Id="rId60" Type="http://schemas.openxmlformats.org/officeDocument/2006/relationships/image" Target="../media/image187.svg"/><Relationship Id="rId65" Type="http://schemas.openxmlformats.org/officeDocument/2006/relationships/image" Target="../media/image112.jpeg"/><Relationship Id="rId4" Type="http://schemas.openxmlformats.org/officeDocument/2006/relationships/tags" Target="../tags/tag139.xml"/><Relationship Id="rId9" Type="http://schemas.openxmlformats.org/officeDocument/2006/relationships/tags" Target="../tags/tag144.xml"/><Relationship Id="rId13" Type="http://schemas.openxmlformats.org/officeDocument/2006/relationships/tags" Target="../tags/tag148.xml"/><Relationship Id="rId18" Type="http://schemas.openxmlformats.org/officeDocument/2006/relationships/tags" Target="../tags/tag153.xml"/><Relationship Id="rId39" Type="http://schemas.openxmlformats.org/officeDocument/2006/relationships/image" Target="../media/image169.png"/><Relationship Id="rId34" Type="http://schemas.openxmlformats.org/officeDocument/2006/relationships/tags" Target="../tags/tag169.xml"/><Relationship Id="rId50" Type="http://schemas.openxmlformats.org/officeDocument/2006/relationships/image" Target="../media/image177.svg"/><Relationship Id="rId55" Type="http://schemas.openxmlformats.org/officeDocument/2006/relationships/image" Target="../media/image18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tags" Target="../tags/tag173.xml"/></Relationships>
</file>

<file path=ppt/slides/_rels/slide12.xml.rels><?xml version="1.0" encoding="UTF-8" standalone="yes"?>
<Relationships xmlns="http://schemas.openxmlformats.org/package/2006/relationships"><Relationship Id="rId13" Type="http://schemas.openxmlformats.org/officeDocument/2006/relationships/tags" Target="../tags/tag186.xml"/><Relationship Id="rId18" Type="http://schemas.openxmlformats.org/officeDocument/2006/relationships/image" Target="../media/image196.png"/><Relationship Id="rId26" Type="http://schemas.openxmlformats.org/officeDocument/2006/relationships/image" Target="../media/image204.png"/><Relationship Id="rId39" Type="http://schemas.openxmlformats.org/officeDocument/2006/relationships/image" Target="../media/image217.svg"/><Relationship Id="rId21" Type="http://schemas.openxmlformats.org/officeDocument/2006/relationships/image" Target="../media/image199.svg"/><Relationship Id="rId34" Type="http://schemas.openxmlformats.org/officeDocument/2006/relationships/image" Target="../media/image212.png"/><Relationship Id="rId7" Type="http://schemas.openxmlformats.org/officeDocument/2006/relationships/tags" Target="../tags/tag180.xml"/><Relationship Id="rId12" Type="http://schemas.openxmlformats.org/officeDocument/2006/relationships/tags" Target="../tags/tag185.xml"/><Relationship Id="rId17" Type="http://schemas.openxmlformats.org/officeDocument/2006/relationships/notesSlide" Target="../notesSlides/notesSlide4.xml"/><Relationship Id="rId25" Type="http://schemas.openxmlformats.org/officeDocument/2006/relationships/image" Target="../media/image203.svg"/><Relationship Id="rId33" Type="http://schemas.openxmlformats.org/officeDocument/2006/relationships/image" Target="../media/image211.svg"/><Relationship Id="rId38" Type="http://schemas.openxmlformats.org/officeDocument/2006/relationships/image" Target="../media/image216.png"/><Relationship Id="rId2" Type="http://schemas.openxmlformats.org/officeDocument/2006/relationships/tags" Target="../tags/tag175.xml"/><Relationship Id="rId16" Type="http://schemas.openxmlformats.org/officeDocument/2006/relationships/slideLayout" Target="../slideLayouts/slideLayout28.xml"/><Relationship Id="rId20" Type="http://schemas.openxmlformats.org/officeDocument/2006/relationships/image" Target="../media/image198.png"/><Relationship Id="rId29" Type="http://schemas.openxmlformats.org/officeDocument/2006/relationships/image" Target="../media/image207.svg"/><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tags" Target="../tags/tag184.xml"/><Relationship Id="rId24" Type="http://schemas.openxmlformats.org/officeDocument/2006/relationships/image" Target="../media/image202.png"/><Relationship Id="rId32" Type="http://schemas.openxmlformats.org/officeDocument/2006/relationships/image" Target="../media/image210.png"/><Relationship Id="rId37" Type="http://schemas.openxmlformats.org/officeDocument/2006/relationships/image" Target="../media/image215.svg"/><Relationship Id="rId5" Type="http://schemas.openxmlformats.org/officeDocument/2006/relationships/tags" Target="../tags/tag178.xml"/><Relationship Id="rId15" Type="http://schemas.openxmlformats.org/officeDocument/2006/relationships/tags" Target="../tags/tag188.xml"/><Relationship Id="rId23" Type="http://schemas.openxmlformats.org/officeDocument/2006/relationships/image" Target="../media/image201.svg"/><Relationship Id="rId28" Type="http://schemas.openxmlformats.org/officeDocument/2006/relationships/image" Target="../media/image206.png"/><Relationship Id="rId36" Type="http://schemas.openxmlformats.org/officeDocument/2006/relationships/image" Target="../media/image214.png"/><Relationship Id="rId10" Type="http://schemas.openxmlformats.org/officeDocument/2006/relationships/tags" Target="../tags/tag183.xml"/><Relationship Id="rId19" Type="http://schemas.openxmlformats.org/officeDocument/2006/relationships/image" Target="../media/image197.svg"/><Relationship Id="rId31" Type="http://schemas.openxmlformats.org/officeDocument/2006/relationships/image" Target="../media/image209.svg"/><Relationship Id="rId4" Type="http://schemas.openxmlformats.org/officeDocument/2006/relationships/tags" Target="../tags/tag177.xml"/><Relationship Id="rId9" Type="http://schemas.openxmlformats.org/officeDocument/2006/relationships/tags" Target="../tags/tag182.xml"/><Relationship Id="rId14" Type="http://schemas.openxmlformats.org/officeDocument/2006/relationships/tags" Target="../tags/tag187.xml"/><Relationship Id="rId22" Type="http://schemas.openxmlformats.org/officeDocument/2006/relationships/image" Target="../media/image200.png"/><Relationship Id="rId27" Type="http://schemas.openxmlformats.org/officeDocument/2006/relationships/image" Target="../media/image205.png"/><Relationship Id="rId30" Type="http://schemas.openxmlformats.org/officeDocument/2006/relationships/image" Target="../media/image208.png"/><Relationship Id="rId35" Type="http://schemas.openxmlformats.org/officeDocument/2006/relationships/image" Target="../media/image213.svg"/><Relationship Id="rId8" Type="http://schemas.openxmlformats.org/officeDocument/2006/relationships/tags" Target="../tags/tag181.xml"/><Relationship Id="rId3" Type="http://schemas.openxmlformats.org/officeDocument/2006/relationships/tags" Target="../tags/tag176.xml"/></Relationships>
</file>

<file path=ppt/slides/_rels/slide13.xml.rels><?xml version="1.0" encoding="UTF-8" standalone="yes"?>
<Relationships xmlns="http://schemas.openxmlformats.org/package/2006/relationships"><Relationship Id="rId3" Type="http://schemas.openxmlformats.org/officeDocument/2006/relationships/slide" Target="slide13.xml"/><Relationship Id="rId7" Type="http://schemas.openxmlformats.org/officeDocument/2006/relationships/slide" Target="slide35.xml"/><Relationship Id="rId2" Type="http://schemas.openxmlformats.org/officeDocument/2006/relationships/slide" Target="slide4.xml"/><Relationship Id="rId1" Type="http://schemas.openxmlformats.org/officeDocument/2006/relationships/slideLayout" Target="../slideLayouts/slideLayout24.xml"/><Relationship Id="rId6" Type="http://schemas.openxmlformats.org/officeDocument/2006/relationships/slide" Target="slide27.xml"/><Relationship Id="rId5" Type="http://schemas.openxmlformats.org/officeDocument/2006/relationships/slide" Target="slide25.xml"/><Relationship Id="rId4" Type="http://schemas.openxmlformats.org/officeDocument/2006/relationships/slide" Target="slide15.xml"/></Relationships>
</file>

<file path=ppt/slides/_rels/slide14.xml.rels><?xml version="1.0" encoding="UTF-8" standalone="yes"?>
<Relationships xmlns="http://schemas.openxmlformats.org/package/2006/relationships"><Relationship Id="rId8" Type="http://schemas.openxmlformats.org/officeDocument/2006/relationships/image" Target="../media/image218.png"/><Relationship Id="rId3" Type="http://schemas.openxmlformats.org/officeDocument/2006/relationships/tags" Target="../tags/tag191.xml"/><Relationship Id="rId7" Type="http://schemas.openxmlformats.org/officeDocument/2006/relationships/image" Target="../media/image213.svg"/><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image" Target="../media/image212.png"/><Relationship Id="rId11" Type="http://schemas.openxmlformats.org/officeDocument/2006/relationships/image" Target="../media/image221.svg"/><Relationship Id="rId5" Type="http://schemas.openxmlformats.org/officeDocument/2006/relationships/slideLayout" Target="../slideLayouts/slideLayout6.xml"/><Relationship Id="rId10" Type="http://schemas.openxmlformats.org/officeDocument/2006/relationships/image" Target="../media/image220.png"/><Relationship Id="rId4" Type="http://schemas.openxmlformats.org/officeDocument/2006/relationships/tags" Target="../tags/tag192.xml"/><Relationship Id="rId9" Type="http://schemas.openxmlformats.org/officeDocument/2006/relationships/image" Target="../media/image219.svg"/></Relationships>
</file>

<file path=ppt/slides/_rels/slide15.xml.rels><?xml version="1.0" encoding="UTF-8" standalone="yes"?>
<Relationships xmlns="http://schemas.openxmlformats.org/package/2006/relationships"><Relationship Id="rId3" Type="http://schemas.openxmlformats.org/officeDocument/2006/relationships/slide" Target="slide13.xml"/><Relationship Id="rId7" Type="http://schemas.openxmlformats.org/officeDocument/2006/relationships/slide" Target="slide35.xml"/><Relationship Id="rId2" Type="http://schemas.openxmlformats.org/officeDocument/2006/relationships/slide" Target="slide4.xml"/><Relationship Id="rId1" Type="http://schemas.openxmlformats.org/officeDocument/2006/relationships/slideLayout" Target="../slideLayouts/slideLayout24.xml"/><Relationship Id="rId6" Type="http://schemas.openxmlformats.org/officeDocument/2006/relationships/slide" Target="slide27.xml"/><Relationship Id="rId5" Type="http://schemas.openxmlformats.org/officeDocument/2006/relationships/slide" Target="slide25.xml"/><Relationship Id="rId4" Type="http://schemas.openxmlformats.org/officeDocument/2006/relationships/slide" Target="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8" Type="http://schemas.openxmlformats.org/officeDocument/2006/relationships/tags" Target="../tags/tag200.xml"/><Relationship Id="rId13" Type="http://schemas.openxmlformats.org/officeDocument/2006/relationships/image" Target="../media/image223.svg"/><Relationship Id="rId18" Type="http://schemas.openxmlformats.org/officeDocument/2006/relationships/image" Target="../media/image228.png"/><Relationship Id="rId26" Type="http://schemas.openxmlformats.org/officeDocument/2006/relationships/image" Target="../media/image236.png"/><Relationship Id="rId3" Type="http://schemas.openxmlformats.org/officeDocument/2006/relationships/tags" Target="../tags/tag195.xml"/><Relationship Id="rId21" Type="http://schemas.openxmlformats.org/officeDocument/2006/relationships/image" Target="../media/image231.svg"/><Relationship Id="rId7" Type="http://schemas.openxmlformats.org/officeDocument/2006/relationships/tags" Target="../tags/tag199.xml"/><Relationship Id="rId12" Type="http://schemas.openxmlformats.org/officeDocument/2006/relationships/image" Target="../media/image222.png"/><Relationship Id="rId17" Type="http://schemas.openxmlformats.org/officeDocument/2006/relationships/image" Target="../media/image227.svg"/><Relationship Id="rId25" Type="http://schemas.openxmlformats.org/officeDocument/2006/relationships/image" Target="../media/image235.svg"/><Relationship Id="rId2" Type="http://schemas.openxmlformats.org/officeDocument/2006/relationships/tags" Target="../tags/tag194.xml"/><Relationship Id="rId16" Type="http://schemas.openxmlformats.org/officeDocument/2006/relationships/image" Target="../media/image226.png"/><Relationship Id="rId20" Type="http://schemas.openxmlformats.org/officeDocument/2006/relationships/image" Target="../media/image230.png"/><Relationship Id="rId1" Type="http://schemas.openxmlformats.org/officeDocument/2006/relationships/tags" Target="../tags/tag193.xml"/><Relationship Id="rId6" Type="http://schemas.openxmlformats.org/officeDocument/2006/relationships/tags" Target="../tags/tag198.xml"/><Relationship Id="rId11" Type="http://schemas.openxmlformats.org/officeDocument/2006/relationships/notesSlide" Target="../notesSlides/notesSlide5.xml"/><Relationship Id="rId24" Type="http://schemas.openxmlformats.org/officeDocument/2006/relationships/image" Target="../media/image234.png"/><Relationship Id="rId5" Type="http://schemas.openxmlformats.org/officeDocument/2006/relationships/tags" Target="../tags/tag197.xml"/><Relationship Id="rId15" Type="http://schemas.openxmlformats.org/officeDocument/2006/relationships/image" Target="../media/image225.svg"/><Relationship Id="rId23" Type="http://schemas.openxmlformats.org/officeDocument/2006/relationships/image" Target="../media/image233.svg"/><Relationship Id="rId10" Type="http://schemas.openxmlformats.org/officeDocument/2006/relationships/slideLayout" Target="../slideLayouts/slideLayout57.xml"/><Relationship Id="rId19" Type="http://schemas.openxmlformats.org/officeDocument/2006/relationships/image" Target="../media/image229.png"/><Relationship Id="rId4" Type="http://schemas.openxmlformats.org/officeDocument/2006/relationships/tags" Target="../tags/tag196.xml"/><Relationship Id="rId9" Type="http://schemas.openxmlformats.org/officeDocument/2006/relationships/tags" Target="../tags/tag201.xml"/><Relationship Id="rId14" Type="http://schemas.openxmlformats.org/officeDocument/2006/relationships/image" Target="../media/image224.png"/><Relationship Id="rId22" Type="http://schemas.openxmlformats.org/officeDocument/2006/relationships/image" Target="../media/image232.png"/><Relationship Id="rId27" Type="http://schemas.openxmlformats.org/officeDocument/2006/relationships/image" Target="../media/image237.svg"/></Relationships>
</file>

<file path=ppt/slides/_rels/slide18.xml.rels><?xml version="1.0" encoding="UTF-8" standalone="yes"?>
<Relationships xmlns="http://schemas.openxmlformats.org/package/2006/relationships"><Relationship Id="rId26" Type="http://schemas.openxmlformats.org/officeDocument/2006/relationships/tags" Target="../tags/tag227.xml"/><Relationship Id="rId21" Type="http://schemas.openxmlformats.org/officeDocument/2006/relationships/tags" Target="../tags/tag222.xml"/><Relationship Id="rId42" Type="http://schemas.openxmlformats.org/officeDocument/2006/relationships/tags" Target="../tags/tag243.xml"/><Relationship Id="rId47" Type="http://schemas.openxmlformats.org/officeDocument/2006/relationships/tags" Target="../tags/tag248.xml"/><Relationship Id="rId63" Type="http://schemas.openxmlformats.org/officeDocument/2006/relationships/image" Target="../media/image246.png"/><Relationship Id="rId68" Type="http://schemas.openxmlformats.org/officeDocument/2006/relationships/image" Target="../media/image251.svg"/><Relationship Id="rId84" Type="http://schemas.openxmlformats.org/officeDocument/2006/relationships/image" Target="../media/image267.svg"/><Relationship Id="rId89" Type="http://schemas.openxmlformats.org/officeDocument/2006/relationships/image" Target="../media/image272.png"/><Relationship Id="rId112" Type="http://schemas.openxmlformats.org/officeDocument/2006/relationships/image" Target="../media/image125.svg"/><Relationship Id="rId16" Type="http://schemas.openxmlformats.org/officeDocument/2006/relationships/tags" Target="../tags/tag217.xml"/><Relationship Id="rId107" Type="http://schemas.openxmlformats.org/officeDocument/2006/relationships/image" Target="../media/image284.png"/><Relationship Id="rId11" Type="http://schemas.openxmlformats.org/officeDocument/2006/relationships/tags" Target="../tags/tag212.xml"/><Relationship Id="rId32" Type="http://schemas.openxmlformats.org/officeDocument/2006/relationships/tags" Target="../tags/tag233.xml"/><Relationship Id="rId37" Type="http://schemas.openxmlformats.org/officeDocument/2006/relationships/tags" Target="../tags/tag238.xml"/><Relationship Id="rId53" Type="http://schemas.openxmlformats.org/officeDocument/2006/relationships/slideLayout" Target="../slideLayouts/slideLayout57.xml"/><Relationship Id="rId58" Type="http://schemas.openxmlformats.org/officeDocument/2006/relationships/image" Target="../media/image241.svg"/><Relationship Id="rId74" Type="http://schemas.openxmlformats.org/officeDocument/2006/relationships/image" Target="../media/image257.svg"/><Relationship Id="rId79" Type="http://schemas.openxmlformats.org/officeDocument/2006/relationships/image" Target="../media/image262.png"/><Relationship Id="rId102" Type="http://schemas.openxmlformats.org/officeDocument/2006/relationships/image" Target="../media/image279.svg"/><Relationship Id="rId5" Type="http://schemas.openxmlformats.org/officeDocument/2006/relationships/tags" Target="../tags/tag206.xml"/><Relationship Id="rId90" Type="http://schemas.openxmlformats.org/officeDocument/2006/relationships/image" Target="../media/image273.svg"/><Relationship Id="rId95" Type="http://schemas.openxmlformats.org/officeDocument/2006/relationships/image" Target="../media/image224.png"/><Relationship Id="rId22" Type="http://schemas.openxmlformats.org/officeDocument/2006/relationships/tags" Target="../tags/tag223.xml"/><Relationship Id="rId27" Type="http://schemas.openxmlformats.org/officeDocument/2006/relationships/tags" Target="../tags/tag228.xml"/><Relationship Id="rId43" Type="http://schemas.openxmlformats.org/officeDocument/2006/relationships/tags" Target="../tags/tag244.xml"/><Relationship Id="rId48" Type="http://schemas.openxmlformats.org/officeDocument/2006/relationships/tags" Target="../tags/tag249.xml"/><Relationship Id="rId64" Type="http://schemas.openxmlformats.org/officeDocument/2006/relationships/image" Target="../media/image247.svg"/><Relationship Id="rId69" Type="http://schemas.openxmlformats.org/officeDocument/2006/relationships/image" Target="../media/image252.png"/><Relationship Id="rId113" Type="http://schemas.openxmlformats.org/officeDocument/2006/relationships/image" Target="../media/image126.png"/><Relationship Id="rId80" Type="http://schemas.openxmlformats.org/officeDocument/2006/relationships/image" Target="../media/image263.svg"/><Relationship Id="rId85" Type="http://schemas.openxmlformats.org/officeDocument/2006/relationships/image" Target="../media/image268.png"/><Relationship Id="rId12" Type="http://schemas.openxmlformats.org/officeDocument/2006/relationships/tags" Target="../tags/tag213.xml"/><Relationship Id="rId17" Type="http://schemas.openxmlformats.org/officeDocument/2006/relationships/tags" Target="../tags/tag218.xml"/><Relationship Id="rId33" Type="http://schemas.openxmlformats.org/officeDocument/2006/relationships/tags" Target="../tags/tag234.xml"/><Relationship Id="rId38" Type="http://schemas.openxmlformats.org/officeDocument/2006/relationships/tags" Target="../tags/tag239.xml"/><Relationship Id="rId59" Type="http://schemas.openxmlformats.org/officeDocument/2006/relationships/image" Target="../media/image242.png"/><Relationship Id="rId103" Type="http://schemas.openxmlformats.org/officeDocument/2006/relationships/image" Target="../media/image280.png"/><Relationship Id="rId108" Type="http://schemas.openxmlformats.org/officeDocument/2006/relationships/image" Target="../media/image285.svg"/><Relationship Id="rId54" Type="http://schemas.openxmlformats.org/officeDocument/2006/relationships/notesSlide" Target="../notesSlides/notesSlide6.xml"/><Relationship Id="rId70" Type="http://schemas.openxmlformats.org/officeDocument/2006/relationships/image" Target="../media/image253.svg"/><Relationship Id="rId75" Type="http://schemas.openxmlformats.org/officeDocument/2006/relationships/image" Target="../media/image258.png"/><Relationship Id="rId91" Type="http://schemas.openxmlformats.org/officeDocument/2006/relationships/image" Target="../media/image274.png"/><Relationship Id="rId96" Type="http://schemas.openxmlformats.org/officeDocument/2006/relationships/image" Target="../media/image225.svg"/><Relationship Id="rId1" Type="http://schemas.openxmlformats.org/officeDocument/2006/relationships/tags" Target="../tags/tag202.xml"/><Relationship Id="rId6" Type="http://schemas.openxmlformats.org/officeDocument/2006/relationships/tags" Target="../tags/tag207.xml"/><Relationship Id="rId15" Type="http://schemas.openxmlformats.org/officeDocument/2006/relationships/tags" Target="../tags/tag216.xml"/><Relationship Id="rId23" Type="http://schemas.openxmlformats.org/officeDocument/2006/relationships/tags" Target="../tags/tag224.xml"/><Relationship Id="rId28" Type="http://schemas.openxmlformats.org/officeDocument/2006/relationships/tags" Target="../tags/tag229.xml"/><Relationship Id="rId36" Type="http://schemas.openxmlformats.org/officeDocument/2006/relationships/tags" Target="../tags/tag237.xml"/><Relationship Id="rId49" Type="http://schemas.openxmlformats.org/officeDocument/2006/relationships/tags" Target="../tags/tag250.xml"/><Relationship Id="rId57" Type="http://schemas.openxmlformats.org/officeDocument/2006/relationships/image" Target="../media/image240.png"/><Relationship Id="rId106" Type="http://schemas.openxmlformats.org/officeDocument/2006/relationships/image" Target="../media/image283.svg"/><Relationship Id="rId114" Type="http://schemas.openxmlformats.org/officeDocument/2006/relationships/image" Target="../media/image127.svg"/><Relationship Id="rId10" Type="http://schemas.openxmlformats.org/officeDocument/2006/relationships/tags" Target="../tags/tag211.xml"/><Relationship Id="rId31" Type="http://schemas.openxmlformats.org/officeDocument/2006/relationships/tags" Target="../tags/tag232.xml"/><Relationship Id="rId44" Type="http://schemas.openxmlformats.org/officeDocument/2006/relationships/tags" Target="../tags/tag245.xml"/><Relationship Id="rId52" Type="http://schemas.openxmlformats.org/officeDocument/2006/relationships/tags" Target="../tags/tag253.xml"/><Relationship Id="rId60" Type="http://schemas.openxmlformats.org/officeDocument/2006/relationships/image" Target="../media/image243.svg"/><Relationship Id="rId65" Type="http://schemas.openxmlformats.org/officeDocument/2006/relationships/image" Target="../media/image248.png"/><Relationship Id="rId73" Type="http://schemas.openxmlformats.org/officeDocument/2006/relationships/image" Target="../media/image256.png"/><Relationship Id="rId78" Type="http://schemas.openxmlformats.org/officeDocument/2006/relationships/image" Target="../media/image261.svg"/><Relationship Id="rId81" Type="http://schemas.openxmlformats.org/officeDocument/2006/relationships/image" Target="../media/image264.png"/><Relationship Id="rId86" Type="http://schemas.openxmlformats.org/officeDocument/2006/relationships/image" Target="../media/image269.svg"/><Relationship Id="rId94" Type="http://schemas.openxmlformats.org/officeDocument/2006/relationships/image" Target="../media/image223.svg"/><Relationship Id="rId99" Type="http://schemas.openxmlformats.org/officeDocument/2006/relationships/image" Target="../media/image276.png"/><Relationship Id="rId101" Type="http://schemas.openxmlformats.org/officeDocument/2006/relationships/image" Target="../media/image278.png"/><Relationship Id="rId4" Type="http://schemas.openxmlformats.org/officeDocument/2006/relationships/tags" Target="../tags/tag205.xml"/><Relationship Id="rId9" Type="http://schemas.openxmlformats.org/officeDocument/2006/relationships/tags" Target="../tags/tag210.xml"/><Relationship Id="rId13" Type="http://schemas.openxmlformats.org/officeDocument/2006/relationships/tags" Target="../tags/tag214.xml"/><Relationship Id="rId18" Type="http://schemas.openxmlformats.org/officeDocument/2006/relationships/tags" Target="../tags/tag219.xml"/><Relationship Id="rId39" Type="http://schemas.openxmlformats.org/officeDocument/2006/relationships/tags" Target="../tags/tag240.xml"/><Relationship Id="rId109" Type="http://schemas.openxmlformats.org/officeDocument/2006/relationships/image" Target="../media/image120.png"/><Relationship Id="rId34" Type="http://schemas.openxmlformats.org/officeDocument/2006/relationships/tags" Target="../tags/tag235.xml"/><Relationship Id="rId50" Type="http://schemas.openxmlformats.org/officeDocument/2006/relationships/tags" Target="../tags/tag251.xml"/><Relationship Id="rId55" Type="http://schemas.openxmlformats.org/officeDocument/2006/relationships/image" Target="../media/image238.png"/><Relationship Id="rId76" Type="http://schemas.openxmlformats.org/officeDocument/2006/relationships/image" Target="../media/image259.svg"/><Relationship Id="rId97" Type="http://schemas.openxmlformats.org/officeDocument/2006/relationships/image" Target="../media/image226.png"/><Relationship Id="rId104" Type="http://schemas.openxmlformats.org/officeDocument/2006/relationships/image" Target="../media/image281.svg"/><Relationship Id="rId7" Type="http://schemas.openxmlformats.org/officeDocument/2006/relationships/tags" Target="../tags/tag208.xml"/><Relationship Id="rId71" Type="http://schemas.openxmlformats.org/officeDocument/2006/relationships/image" Target="../media/image254.png"/><Relationship Id="rId92" Type="http://schemas.openxmlformats.org/officeDocument/2006/relationships/image" Target="../media/image275.svg"/><Relationship Id="rId2" Type="http://schemas.openxmlformats.org/officeDocument/2006/relationships/tags" Target="../tags/tag203.xml"/><Relationship Id="rId29" Type="http://schemas.openxmlformats.org/officeDocument/2006/relationships/tags" Target="../tags/tag230.xml"/><Relationship Id="rId24" Type="http://schemas.openxmlformats.org/officeDocument/2006/relationships/tags" Target="../tags/tag225.xml"/><Relationship Id="rId40" Type="http://schemas.openxmlformats.org/officeDocument/2006/relationships/tags" Target="../tags/tag241.xml"/><Relationship Id="rId45" Type="http://schemas.openxmlformats.org/officeDocument/2006/relationships/tags" Target="../tags/tag246.xml"/><Relationship Id="rId66" Type="http://schemas.openxmlformats.org/officeDocument/2006/relationships/image" Target="../media/image249.svg"/><Relationship Id="rId87" Type="http://schemas.openxmlformats.org/officeDocument/2006/relationships/image" Target="../media/image270.png"/><Relationship Id="rId110" Type="http://schemas.openxmlformats.org/officeDocument/2006/relationships/image" Target="../media/image121.svg"/><Relationship Id="rId61" Type="http://schemas.openxmlformats.org/officeDocument/2006/relationships/image" Target="../media/image244.png"/><Relationship Id="rId82" Type="http://schemas.openxmlformats.org/officeDocument/2006/relationships/image" Target="../media/image265.svg"/><Relationship Id="rId19" Type="http://schemas.openxmlformats.org/officeDocument/2006/relationships/tags" Target="../tags/tag220.xml"/><Relationship Id="rId14" Type="http://schemas.openxmlformats.org/officeDocument/2006/relationships/tags" Target="../tags/tag215.xml"/><Relationship Id="rId30" Type="http://schemas.openxmlformats.org/officeDocument/2006/relationships/tags" Target="../tags/tag231.xml"/><Relationship Id="rId35" Type="http://schemas.openxmlformats.org/officeDocument/2006/relationships/tags" Target="../tags/tag236.xml"/><Relationship Id="rId56" Type="http://schemas.openxmlformats.org/officeDocument/2006/relationships/image" Target="../media/image239.svg"/><Relationship Id="rId77" Type="http://schemas.openxmlformats.org/officeDocument/2006/relationships/image" Target="../media/image260.png"/><Relationship Id="rId100" Type="http://schemas.openxmlformats.org/officeDocument/2006/relationships/image" Target="../media/image277.svg"/><Relationship Id="rId105" Type="http://schemas.openxmlformats.org/officeDocument/2006/relationships/image" Target="../media/image282.png"/><Relationship Id="rId8" Type="http://schemas.openxmlformats.org/officeDocument/2006/relationships/tags" Target="../tags/tag209.xml"/><Relationship Id="rId51" Type="http://schemas.openxmlformats.org/officeDocument/2006/relationships/tags" Target="../tags/tag252.xml"/><Relationship Id="rId72" Type="http://schemas.openxmlformats.org/officeDocument/2006/relationships/image" Target="../media/image255.svg"/><Relationship Id="rId93" Type="http://schemas.openxmlformats.org/officeDocument/2006/relationships/image" Target="../media/image222.png"/><Relationship Id="rId98" Type="http://schemas.openxmlformats.org/officeDocument/2006/relationships/image" Target="../media/image227.svg"/><Relationship Id="rId3" Type="http://schemas.openxmlformats.org/officeDocument/2006/relationships/tags" Target="../tags/tag204.xml"/><Relationship Id="rId25" Type="http://schemas.openxmlformats.org/officeDocument/2006/relationships/tags" Target="../tags/tag226.xml"/><Relationship Id="rId46" Type="http://schemas.openxmlformats.org/officeDocument/2006/relationships/tags" Target="../tags/tag247.xml"/><Relationship Id="rId67" Type="http://schemas.openxmlformats.org/officeDocument/2006/relationships/image" Target="../media/image250.png"/><Relationship Id="rId20" Type="http://schemas.openxmlformats.org/officeDocument/2006/relationships/tags" Target="../tags/tag221.xml"/><Relationship Id="rId41" Type="http://schemas.openxmlformats.org/officeDocument/2006/relationships/tags" Target="../tags/tag242.xml"/><Relationship Id="rId62" Type="http://schemas.openxmlformats.org/officeDocument/2006/relationships/image" Target="../media/image245.svg"/><Relationship Id="rId83" Type="http://schemas.openxmlformats.org/officeDocument/2006/relationships/image" Target="../media/image266.png"/><Relationship Id="rId88" Type="http://schemas.openxmlformats.org/officeDocument/2006/relationships/image" Target="../media/image271.svg"/><Relationship Id="rId111" Type="http://schemas.openxmlformats.org/officeDocument/2006/relationships/image" Target="../media/image124.png"/></Relationships>
</file>

<file path=ppt/slides/_rels/slide19.xml.rels><?xml version="1.0" encoding="UTF-8" standalone="yes"?>
<Relationships xmlns="http://schemas.openxmlformats.org/package/2006/relationships"><Relationship Id="rId26" Type="http://schemas.openxmlformats.org/officeDocument/2006/relationships/tags" Target="../tags/tag279.xml"/><Relationship Id="rId21" Type="http://schemas.openxmlformats.org/officeDocument/2006/relationships/tags" Target="../tags/tag274.xml"/><Relationship Id="rId42" Type="http://schemas.openxmlformats.org/officeDocument/2006/relationships/tags" Target="../tags/tag295.xml"/><Relationship Id="rId47" Type="http://schemas.openxmlformats.org/officeDocument/2006/relationships/tags" Target="../tags/tag300.xml"/><Relationship Id="rId63" Type="http://schemas.openxmlformats.org/officeDocument/2006/relationships/image" Target="../media/image286.png"/><Relationship Id="rId68" Type="http://schemas.openxmlformats.org/officeDocument/2006/relationships/image" Target="../media/image291.svg"/><Relationship Id="rId2" Type="http://schemas.openxmlformats.org/officeDocument/2006/relationships/tags" Target="../tags/tag255.xml"/><Relationship Id="rId16" Type="http://schemas.openxmlformats.org/officeDocument/2006/relationships/tags" Target="../tags/tag269.xml"/><Relationship Id="rId29" Type="http://schemas.openxmlformats.org/officeDocument/2006/relationships/tags" Target="../tags/tag282.xml"/><Relationship Id="rId11" Type="http://schemas.openxmlformats.org/officeDocument/2006/relationships/tags" Target="../tags/tag264.xml"/><Relationship Id="rId24" Type="http://schemas.openxmlformats.org/officeDocument/2006/relationships/tags" Target="../tags/tag277.xml"/><Relationship Id="rId32" Type="http://schemas.openxmlformats.org/officeDocument/2006/relationships/tags" Target="../tags/tag285.xml"/><Relationship Id="rId37" Type="http://schemas.openxmlformats.org/officeDocument/2006/relationships/tags" Target="../tags/tag290.xml"/><Relationship Id="rId40" Type="http://schemas.openxmlformats.org/officeDocument/2006/relationships/tags" Target="../tags/tag293.xml"/><Relationship Id="rId45" Type="http://schemas.openxmlformats.org/officeDocument/2006/relationships/tags" Target="../tags/tag298.xml"/><Relationship Id="rId53" Type="http://schemas.openxmlformats.org/officeDocument/2006/relationships/tags" Target="../tags/tag306.xml"/><Relationship Id="rId58" Type="http://schemas.openxmlformats.org/officeDocument/2006/relationships/tags" Target="../tags/tag311.xml"/><Relationship Id="rId66" Type="http://schemas.openxmlformats.org/officeDocument/2006/relationships/image" Target="../media/image289.svg"/><Relationship Id="rId74" Type="http://schemas.openxmlformats.org/officeDocument/2006/relationships/image" Target="../media/image297.svg"/><Relationship Id="rId5" Type="http://schemas.openxmlformats.org/officeDocument/2006/relationships/tags" Target="../tags/tag258.xml"/><Relationship Id="rId61" Type="http://schemas.openxmlformats.org/officeDocument/2006/relationships/slideLayout" Target="../slideLayouts/slideLayout57.xml"/><Relationship Id="rId19" Type="http://schemas.openxmlformats.org/officeDocument/2006/relationships/tags" Target="../tags/tag272.xml"/><Relationship Id="rId14" Type="http://schemas.openxmlformats.org/officeDocument/2006/relationships/tags" Target="../tags/tag267.xml"/><Relationship Id="rId22" Type="http://schemas.openxmlformats.org/officeDocument/2006/relationships/tags" Target="../tags/tag275.xml"/><Relationship Id="rId27" Type="http://schemas.openxmlformats.org/officeDocument/2006/relationships/tags" Target="../tags/tag280.xml"/><Relationship Id="rId30" Type="http://schemas.openxmlformats.org/officeDocument/2006/relationships/tags" Target="../tags/tag283.xml"/><Relationship Id="rId35" Type="http://schemas.openxmlformats.org/officeDocument/2006/relationships/tags" Target="../tags/tag288.xml"/><Relationship Id="rId43" Type="http://schemas.openxmlformats.org/officeDocument/2006/relationships/tags" Target="../tags/tag296.xml"/><Relationship Id="rId48" Type="http://schemas.openxmlformats.org/officeDocument/2006/relationships/tags" Target="../tags/tag301.xml"/><Relationship Id="rId56" Type="http://schemas.openxmlformats.org/officeDocument/2006/relationships/tags" Target="../tags/tag309.xml"/><Relationship Id="rId64" Type="http://schemas.openxmlformats.org/officeDocument/2006/relationships/image" Target="../media/image287.svg"/><Relationship Id="rId69" Type="http://schemas.openxmlformats.org/officeDocument/2006/relationships/image" Target="../media/image292.png"/><Relationship Id="rId8" Type="http://schemas.openxmlformats.org/officeDocument/2006/relationships/tags" Target="../tags/tag261.xml"/><Relationship Id="rId51" Type="http://schemas.openxmlformats.org/officeDocument/2006/relationships/tags" Target="../tags/tag304.xml"/><Relationship Id="rId72" Type="http://schemas.openxmlformats.org/officeDocument/2006/relationships/image" Target="../media/image295.svg"/><Relationship Id="rId3" Type="http://schemas.openxmlformats.org/officeDocument/2006/relationships/tags" Target="../tags/tag256.xml"/><Relationship Id="rId12" Type="http://schemas.openxmlformats.org/officeDocument/2006/relationships/tags" Target="../tags/tag265.xml"/><Relationship Id="rId17" Type="http://schemas.openxmlformats.org/officeDocument/2006/relationships/tags" Target="../tags/tag270.xml"/><Relationship Id="rId25" Type="http://schemas.openxmlformats.org/officeDocument/2006/relationships/tags" Target="../tags/tag278.xml"/><Relationship Id="rId33" Type="http://schemas.openxmlformats.org/officeDocument/2006/relationships/tags" Target="../tags/tag286.xml"/><Relationship Id="rId38" Type="http://schemas.openxmlformats.org/officeDocument/2006/relationships/tags" Target="../tags/tag291.xml"/><Relationship Id="rId46" Type="http://schemas.openxmlformats.org/officeDocument/2006/relationships/tags" Target="../tags/tag299.xml"/><Relationship Id="rId59" Type="http://schemas.openxmlformats.org/officeDocument/2006/relationships/tags" Target="../tags/tag312.xml"/><Relationship Id="rId67" Type="http://schemas.openxmlformats.org/officeDocument/2006/relationships/image" Target="../media/image290.png"/><Relationship Id="rId20" Type="http://schemas.openxmlformats.org/officeDocument/2006/relationships/tags" Target="../tags/tag273.xml"/><Relationship Id="rId41" Type="http://schemas.openxmlformats.org/officeDocument/2006/relationships/tags" Target="../tags/tag294.xml"/><Relationship Id="rId54" Type="http://schemas.openxmlformats.org/officeDocument/2006/relationships/tags" Target="../tags/tag307.xml"/><Relationship Id="rId62" Type="http://schemas.openxmlformats.org/officeDocument/2006/relationships/notesSlide" Target="../notesSlides/notesSlide7.xml"/><Relationship Id="rId70" Type="http://schemas.openxmlformats.org/officeDocument/2006/relationships/image" Target="../media/image293.svg"/><Relationship Id="rId1" Type="http://schemas.openxmlformats.org/officeDocument/2006/relationships/tags" Target="../tags/tag254.xml"/><Relationship Id="rId6" Type="http://schemas.openxmlformats.org/officeDocument/2006/relationships/tags" Target="../tags/tag259.xml"/><Relationship Id="rId15" Type="http://schemas.openxmlformats.org/officeDocument/2006/relationships/tags" Target="../tags/tag268.xml"/><Relationship Id="rId23" Type="http://schemas.openxmlformats.org/officeDocument/2006/relationships/tags" Target="../tags/tag276.xml"/><Relationship Id="rId28" Type="http://schemas.openxmlformats.org/officeDocument/2006/relationships/tags" Target="../tags/tag281.xml"/><Relationship Id="rId36" Type="http://schemas.openxmlformats.org/officeDocument/2006/relationships/tags" Target="../tags/tag289.xml"/><Relationship Id="rId49" Type="http://schemas.openxmlformats.org/officeDocument/2006/relationships/tags" Target="../tags/tag302.xml"/><Relationship Id="rId57" Type="http://schemas.openxmlformats.org/officeDocument/2006/relationships/tags" Target="../tags/tag310.xml"/><Relationship Id="rId10" Type="http://schemas.openxmlformats.org/officeDocument/2006/relationships/tags" Target="../tags/tag263.xml"/><Relationship Id="rId31" Type="http://schemas.openxmlformats.org/officeDocument/2006/relationships/tags" Target="../tags/tag284.xml"/><Relationship Id="rId44" Type="http://schemas.openxmlformats.org/officeDocument/2006/relationships/tags" Target="../tags/tag297.xml"/><Relationship Id="rId52" Type="http://schemas.openxmlformats.org/officeDocument/2006/relationships/tags" Target="../tags/tag305.xml"/><Relationship Id="rId60" Type="http://schemas.openxmlformats.org/officeDocument/2006/relationships/tags" Target="../tags/tag313.xml"/><Relationship Id="rId65" Type="http://schemas.openxmlformats.org/officeDocument/2006/relationships/image" Target="../media/image288.png"/><Relationship Id="rId73" Type="http://schemas.openxmlformats.org/officeDocument/2006/relationships/image" Target="../media/image296.png"/><Relationship Id="rId4" Type="http://schemas.openxmlformats.org/officeDocument/2006/relationships/tags" Target="../tags/tag257.xml"/><Relationship Id="rId9" Type="http://schemas.openxmlformats.org/officeDocument/2006/relationships/tags" Target="../tags/tag262.xml"/><Relationship Id="rId13" Type="http://schemas.openxmlformats.org/officeDocument/2006/relationships/tags" Target="../tags/tag266.xml"/><Relationship Id="rId18" Type="http://schemas.openxmlformats.org/officeDocument/2006/relationships/tags" Target="../tags/tag271.xml"/><Relationship Id="rId39" Type="http://schemas.openxmlformats.org/officeDocument/2006/relationships/tags" Target="../tags/tag292.xml"/><Relationship Id="rId34" Type="http://schemas.openxmlformats.org/officeDocument/2006/relationships/tags" Target="../tags/tag287.xml"/><Relationship Id="rId50" Type="http://schemas.openxmlformats.org/officeDocument/2006/relationships/tags" Target="../tags/tag303.xml"/><Relationship Id="rId55" Type="http://schemas.openxmlformats.org/officeDocument/2006/relationships/tags" Target="../tags/tag308.xml"/><Relationship Id="rId7" Type="http://schemas.openxmlformats.org/officeDocument/2006/relationships/tags" Target="../tags/tag260.xml"/><Relationship Id="rId71" Type="http://schemas.openxmlformats.org/officeDocument/2006/relationships/image" Target="../media/image294.png"/></Relationships>
</file>

<file path=ppt/slides/_rels/slide20.xml.rels><?xml version="1.0" encoding="UTF-8" standalone="yes"?>
<Relationships xmlns="http://schemas.openxmlformats.org/package/2006/relationships"><Relationship Id="rId13" Type="http://schemas.openxmlformats.org/officeDocument/2006/relationships/tags" Target="../tags/tag326.xml"/><Relationship Id="rId18" Type="http://schemas.openxmlformats.org/officeDocument/2006/relationships/image" Target="../media/image238.png"/><Relationship Id="rId26" Type="http://schemas.openxmlformats.org/officeDocument/2006/relationships/image" Target="../media/image246.png"/><Relationship Id="rId39" Type="http://schemas.openxmlformats.org/officeDocument/2006/relationships/image" Target="../media/image259.svg"/><Relationship Id="rId21" Type="http://schemas.openxmlformats.org/officeDocument/2006/relationships/image" Target="../media/image241.svg"/><Relationship Id="rId34" Type="http://schemas.openxmlformats.org/officeDocument/2006/relationships/image" Target="../media/image254.png"/><Relationship Id="rId42" Type="http://schemas.openxmlformats.org/officeDocument/2006/relationships/image" Target="../media/image262.png"/><Relationship Id="rId47" Type="http://schemas.openxmlformats.org/officeDocument/2006/relationships/image" Target="../media/image267.svg"/><Relationship Id="rId7" Type="http://schemas.openxmlformats.org/officeDocument/2006/relationships/tags" Target="../tags/tag320.xml"/><Relationship Id="rId2" Type="http://schemas.openxmlformats.org/officeDocument/2006/relationships/tags" Target="../tags/tag315.xml"/><Relationship Id="rId16" Type="http://schemas.openxmlformats.org/officeDocument/2006/relationships/slideLayout" Target="../slideLayouts/slideLayout57.xml"/><Relationship Id="rId29" Type="http://schemas.openxmlformats.org/officeDocument/2006/relationships/image" Target="../media/image249.svg"/><Relationship Id="rId11" Type="http://schemas.openxmlformats.org/officeDocument/2006/relationships/tags" Target="../tags/tag324.xml"/><Relationship Id="rId24" Type="http://schemas.openxmlformats.org/officeDocument/2006/relationships/image" Target="../media/image244.png"/><Relationship Id="rId32" Type="http://schemas.openxmlformats.org/officeDocument/2006/relationships/image" Target="../media/image252.png"/><Relationship Id="rId37" Type="http://schemas.openxmlformats.org/officeDocument/2006/relationships/image" Target="../media/image257.svg"/><Relationship Id="rId40" Type="http://schemas.openxmlformats.org/officeDocument/2006/relationships/image" Target="../media/image260.png"/><Relationship Id="rId45" Type="http://schemas.openxmlformats.org/officeDocument/2006/relationships/image" Target="../media/image265.svg"/><Relationship Id="rId5" Type="http://schemas.openxmlformats.org/officeDocument/2006/relationships/tags" Target="../tags/tag318.xml"/><Relationship Id="rId15" Type="http://schemas.openxmlformats.org/officeDocument/2006/relationships/tags" Target="../tags/tag328.xml"/><Relationship Id="rId23" Type="http://schemas.openxmlformats.org/officeDocument/2006/relationships/image" Target="../media/image243.svg"/><Relationship Id="rId28" Type="http://schemas.openxmlformats.org/officeDocument/2006/relationships/image" Target="../media/image248.png"/><Relationship Id="rId36" Type="http://schemas.openxmlformats.org/officeDocument/2006/relationships/image" Target="../media/image256.png"/><Relationship Id="rId49" Type="http://schemas.microsoft.com/office/2007/relationships/hdphoto" Target="../media/hdphoto1.wdp"/><Relationship Id="rId10" Type="http://schemas.openxmlformats.org/officeDocument/2006/relationships/tags" Target="../tags/tag323.xml"/><Relationship Id="rId19" Type="http://schemas.openxmlformats.org/officeDocument/2006/relationships/image" Target="../media/image239.svg"/><Relationship Id="rId31" Type="http://schemas.openxmlformats.org/officeDocument/2006/relationships/image" Target="../media/image251.svg"/><Relationship Id="rId44" Type="http://schemas.openxmlformats.org/officeDocument/2006/relationships/image" Target="../media/image264.png"/><Relationship Id="rId4" Type="http://schemas.openxmlformats.org/officeDocument/2006/relationships/tags" Target="../tags/tag317.xml"/><Relationship Id="rId9" Type="http://schemas.openxmlformats.org/officeDocument/2006/relationships/tags" Target="../tags/tag322.xml"/><Relationship Id="rId14" Type="http://schemas.openxmlformats.org/officeDocument/2006/relationships/tags" Target="../tags/tag327.xml"/><Relationship Id="rId22" Type="http://schemas.openxmlformats.org/officeDocument/2006/relationships/image" Target="../media/image242.png"/><Relationship Id="rId27" Type="http://schemas.openxmlformats.org/officeDocument/2006/relationships/image" Target="../media/image247.svg"/><Relationship Id="rId30" Type="http://schemas.openxmlformats.org/officeDocument/2006/relationships/image" Target="../media/image250.png"/><Relationship Id="rId35" Type="http://schemas.openxmlformats.org/officeDocument/2006/relationships/image" Target="../media/image255.svg"/><Relationship Id="rId43" Type="http://schemas.openxmlformats.org/officeDocument/2006/relationships/image" Target="../media/image263.svg"/><Relationship Id="rId48" Type="http://schemas.openxmlformats.org/officeDocument/2006/relationships/image" Target="../media/image298.png"/><Relationship Id="rId8" Type="http://schemas.openxmlformats.org/officeDocument/2006/relationships/tags" Target="../tags/tag321.xml"/><Relationship Id="rId3" Type="http://schemas.openxmlformats.org/officeDocument/2006/relationships/tags" Target="../tags/tag316.xml"/><Relationship Id="rId12" Type="http://schemas.openxmlformats.org/officeDocument/2006/relationships/tags" Target="../tags/tag325.xml"/><Relationship Id="rId17" Type="http://schemas.openxmlformats.org/officeDocument/2006/relationships/notesSlide" Target="../notesSlides/notesSlide8.xml"/><Relationship Id="rId25" Type="http://schemas.openxmlformats.org/officeDocument/2006/relationships/image" Target="../media/image245.svg"/><Relationship Id="rId33" Type="http://schemas.openxmlformats.org/officeDocument/2006/relationships/image" Target="../media/image253.svg"/><Relationship Id="rId38" Type="http://schemas.openxmlformats.org/officeDocument/2006/relationships/image" Target="../media/image258.png"/><Relationship Id="rId46" Type="http://schemas.openxmlformats.org/officeDocument/2006/relationships/image" Target="../media/image266.png"/><Relationship Id="rId20" Type="http://schemas.openxmlformats.org/officeDocument/2006/relationships/image" Target="../media/image240.png"/><Relationship Id="rId41" Type="http://schemas.openxmlformats.org/officeDocument/2006/relationships/image" Target="../media/image261.svg"/><Relationship Id="rId1" Type="http://schemas.openxmlformats.org/officeDocument/2006/relationships/tags" Target="../tags/tag314.xml"/><Relationship Id="rId6" Type="http://schemas.openxmlformats.org/officeDocument/2006/relationships/tags" Target="../tags/tag319.xml"/></Relationships>
</file>

<file path=ppt/slides/_rels/slide21.xml.rels><?xml version="1.0" encoding="UTF-8" standalone="yes"?>
<Relationships xmlns="http://schemas.openxmlformats.org/package/2006/relationships"><Relationship Id="rId8" Type="http://schemas.openxmlformats.org/officeDocument/2006/relationships/image" Target="../media/image302.png"/><Relationship Id="rId13" Type="http://schemas.openxmlformats.org/officeDocument/2006/relationships/image" Target="../media/image307.svg"/><Relationship Id="rId3" Type="http://schemas.openxmlformats.org/officeDocument/2006/relationships/tags" Target="../tags/tag331.xml"/><Relationship Id="rId7" Type="http://schemas.openxmlformats.org/officeDocument/2006/relationships/image" Target="../media/image301.png"/><Relationship Id="rId12" Type="http://schemas.openxmlformats.org/officeDocument/2006/relationships/image" Target="../media/image306.png"/><Relationship Id="rId2" Type="http://schemas.openxmlformats.org/officeDocument/2006/relationships/tags" Target="../tags/tag330.xml"/><Relationship Id="rId1" Type="http://schemas.openxmlformats.org/officeDocument/2006/relationships/tags" Target="../tags/tag329.xml"/><Relationship Id="rId6" Type="http://schemas.openxmlformats.org/officeDocument/2006/relationships/image" Target="../media/image300.png"/><Relationship Id="rId11" Type="http://schemas.openxmlformats.org/officeDocument/2006/relationships/image" Target="../media/image305.svg"/><Relationship Id="rId5" Type="http://schemas.openxmlformats.org/officeDocument/2006/relationships/image" Target="../media/image299.png"/><Relationship Id="rId15" Type="http://schemas.openxmlformats.org/officeDocument/2006/relationships/image" Target="../media/image309.png"/><Relationship Id="rId10" Type="http://schemas.openxmlformats.org/officeDocument/2006/relationships/image" Target="../media/image304.png"/><Relationship Id="rId4" Type="http://schemas.openxmlformats.org/officeDocument/2006/relationships/slideLayout" Target="../slideLayouts/slideLayout57.xml"/><Relationship Id="rId9" Type="http://schemas.openxmlformats.org/officeDocument/2006/relationships/image" Target="../media/image303.svg"/><Relationship Id="rId14" Type="http://schemas.openxmlformats.org/officeDocument/2006/relationships/image" Target="../media/image308.png"/></Relationships>
</file>

<file path=ppt/slides/_rels/slide22.xml.rels><?xml version="1.0" encoding="UTF-8" standalone="yes"?>
<Relationships xmlns="http://schemas.openxmlformats.org/package/2006/relationships"><Relationship Id="rId8" Type="http://schemas.openxmlformats.org/officeDocument/2006/relationships/tags" Target="../tags/tag339.xml"/><Relationship Id="rId13" Type="http://schemas.openxmlformats.org/officeDocument/2006/relationships/image" Target="../media/image222.png"/><Relationship Id="rId18" Type="http://schemas.openxmlformats.org/officeDocument/2006/relationships/image" Target="../media/image227.svg"/><Relationship Id="rId3" Type="http://schemas.openxmlformats.org/officeDocument/2006/relationships/tags" Target="../tags/tag334.xml"/><Relationship Id="rId7" Type="http://schemas.openxmlformats.org/officeDocument/2006/relationships/tags" Target="../tags/tag338.xml"/><Relationship Id="rId12" Type="http://schemas.microsoft.com/office/2007/relationships/hdphoto" Target="../media/hdphoto2.wdp"/><Relationship Id="rId17" Type="http://schemas.openxmlformats.org/officeDocument/2006/relationships/image" Target="../media/image226.png"/><Relationship Id="rId2" Type="http://schemas.openxmlformats.org/officeDocument/2006/relationships/tags" Target="../tags/tag333.xml"/><Relationship Id="rId16" Type="http://schemas.openxmlformats.org/officeDocument/2006/relationships/image" Target="../media/image225.svg"/><Relationship Id="rId1" Type="http://schemas.openxmlformats.org/officeDocument/2006/relationships/tags" Target="../tags/tag332.xml"/><Relationship Id="rId6" Type="http://schemas.openxmlformats.org/officeDocument/2006/relationships/tags" Target="../tags/tag337.xml"/><Relationship Id="rId11" Type="http://schemas.openxmlformats.org/officeDocument/2006/relationships/image" Target="../media/image310.png"/><Relationship Id="rId5" Type="http://schemas.openxmlformats.org/officeDocument/2006/relationships/tags" Target="../tags/tag336.xml"/><Relationship Id="rId15" Type="http://schemas.openxmlformats.org/officeDocument/2006/relationships/image" Target="../media/image224.png"/><Relationship Id="rId10" Type="http://schemas.openxmlformats.org/officeDocument/2006/relationships/image" Target="../media/image309.png"/><Relationship Id="rId4" Type="http://schemas.openxmlformats.org/officeDocument/2006/relationships/tags" Target="../tags/tag335.xml"/><Relationship Id="rId9" Type="http://schemas.openxmlformats.org/officeDocument/2006/relationships/slideLayout" Target="../slideLayouts/slideLayout57.xml"/><Relationship Id="rId14" Type="http://schemas.openxmlformats.org/officeDocument/2006/relationships/image" Target="../media/image223.svg"/></Relationships>
</file>

<file path=ppt/slides/_rels/slide23.xml.rels><?xml version="1.0" encoding="UTF-8" standalone="yes"?>
<Relationships xmlns="http://schemas.openxmlformats.org/package/2006/relationships"><Relationship Id="rId8" Type="http://schemas.openxmlformats.org/officeDocument/2006/relationships/tags" Target="../tags/tag347.xml"/><Relationship Id="rId13" Type="http://schemas.openxmlformats.org/officeDocument/2006/relationships/image" Target="../media/image225.svg"/><Relationship Id="rId3" Type="http://schemas.openxmlformats.org/officeDocument/2006/relationships/tags" Target="../tags/tag342.xml"/><Relationship Id="rId7" Type="http://schemas.openxmlformats.org/officeDocument/2006/relationships/tags" Target="../tags/tag346.xml"/><Relationship Id="rId12" Type="http://schemas.openxmlformats.org/officeDocument/2006/relationships/image" Target="../media/image224.png"/><Relationship Id="rId2" Type="http://schemas.openxmlformats.org/officeDocument/2006/relationships/tags" Target="../tags/tag341.xml"/><Relationship Id="rId1" Type="http://schemas.openxmlformats.org/officeDocument/2006/relationships/tags" Target="../tags/tag340.xml"/><Relationship Id="rId6" Type="http://schemas.openxmlformats.org/officeDocument/2006/relationships/tags" Target="../tags/tag345.xml"/><Relationship Id="rId11" Type="http://schemas.openxmlformats.org/officeDocument/2006/relationships/image" Target="../media/image223.svg"/><Relationship Id="rId5" Type="http://schemas.openxmlformats.org/officeDocument/2006/relationships/tags" Target="../tags/tag344.xml"/><Relationship Id="rId15" Type="http://schemas.openxmlformats.org/officeDocument/2006/relationships/image" Target="../media/image227.svg"/><Relationship Id="rId10" Type="http://schemas.openxmlformats.org/officeDocument/2006/relationships/image" Target="../media/image222.png"/><Relationship Id="rId4" Type="http://schemas.openxmlformats.org/officeDocument/2006/relationships/tags" Target="../tags/tag343.xml"/><Relationship Id="rId9" Type="http://schemas.openxmlformats.org/officeDocument/2006/relationships/slideLayout" Target="../slideLayouts/slideLayout57.xml"/><Relationship Id="rId14" Type="http://schemas.openxmlformats.org/officeDocument/2006/relationships/image" Target="../media/image226.png"/></Relationships>
</file>

<file path=ppt/slides/_rels/slide24.xml.rels><?xml version="1.0" encoding="UTF-8" standalone="yes"?>
<Relationships xmlns="http://schemas.openxmlformats.org/package/2006/relationships"><Relationship Id="rId26" Type="http://schemas.openxmlformats.org/officeDocument/2006/relationships/tags" Target="../tags/tag373.xml"/><Relationship Id="rId21" Type="http://schemas.openxmlformats.org/officeDocument/2006/relationships/tags" Target="../tags/tag368.xml"/><Relationship Id="rId34" Type="http://schemas.openxmlformats.org/officeDocument/2006/relationships/tags" Target="../tags/tag381.xml"/><Relationship Id="rId42" Type="http://schemas.openxmlformats.org/officeDocument/2006/relationships/tags" Target="../tags/tag389.xml"/><Relationship Id="rId47" Type="http://schemas.openxmlformats.org/officeDocument/2006/relationships/image" Target="../media/image224.png"/><Relationship Id="rId50" Type="http://schemas.openxmlformats.org/officeDocument/2006/relationships/image" Target="../media/image227.svg"/><Relationship Id="rId55" Type="http://schemas.openxmlformats.org/officeDocument/2006/relationships/image" Target="../media/image315.png"/><Relationship Id="rId63" Type="http://schemas.openxmlformats.org/officeDocument/2006/relationships/image" Target="../media/image323.png"/><Relationship Id="rId7" Type="http://schemas.openxmlformats.org/officeDocument/2006/relationships/tags" Target="../tags/tag354.xml"/><Relationship Id="rId2" Type="http://schemas.openxmlformats.org/officeDocument/2006/relationships/tags" Target="../tags/tag349.xml"/><Relationship Id="rId16" Type="http://schemas.openxmlformats.org/officeDocument/2006/relationships/tags" Target="../tags/tag363.xml"/><Relationship Id="rId29" Type="http://schemas.openxmlformats.org/officeDocument/2006/relationships/tags" Target="../tags/tag376.xml"/><Relationship Id="rId11" Type="http://schemas.openxmlformats.org/officeDocument/2006/relationships/tags" Target="../tags/tag358.xml"/><Relationship Id="rId24" Type="http://schemas.openxmlformats.org/officeDocument/2006/relationships/tags" Target="../tags/tag371.xml"/><Relationship Id="rId32" Type="http://schemas.openxmlformats.org/officeDocument/2006/relationships/tags" Target="../tags/tag379.xml"/><Relationship Id="rId37" Type="http://schemas.openxmlformats.org/officeDocument/2006/relationships/tags" Target="../tags/tag384.xml"/><Relationship Id="rId40" Type="http://schemas.openxmlformats.org/officeDocument/2006/relationships/tags" Target="../tags/tag387.xml"/><Relationship Id="rId45" Type="http://schemas.openxmlformats.org/officeDocument/2006/relationships/image" Target="../media/image222.png"/><Relationship Id="rId53" Type="http://schemas.openxmlformats.org/officeDocument/2006/relationships/image" Target="../media/image313.png"/><Relationship Id="rId58" Type="http://schemas.openxmlformats.org/officeDocument/2006/relationships/image" Target="../media/image318.svg"/><Relationship Id="rId66" Type="http://schemas.openxmlformats.org/officeDocument/2006/relationships/image" Target="../media/image325.svg"/><Relationship Id="rId5" Type="http://schemas.openxmlformats.org/officeDocument/2006/relationships/tags" Target="../tags/tag352.xml"/><Relationship Id="rId61" Type="http://schemas.openxmlformats.org/officeDocument/2006/relationships/image" Target="../media/image321.png"/><Relationship Id="rId19" Type="http://schemas.openxmlformats.org/officeDocument/2006/relationships/tags" Target="../tags/tag366.xml"/><Relationship Id="rId14" Type="http://schemas.openxmlformats.org/officeDocument/2006/relationships/tags" Target="../tags/tag361.xml"/><Relationship Id="rId22" Type="http://schemas.openxmlformats.org/officeDocument/2006/relationships/tags" Target="../tags/tag369.xml"/><Relationship Id="rId27" Type="http://schemas.openxmlformats.org/officeDocument/2006/relationships/tags" Target="../tags/tag374.xml"/><Relationship Id="rId30" Type="http://schemas.openxmlformats.org/officeDocument/2006/relationships/tags" Target="../tags/tag377.xml"/><Relationship Id="rId35" Type="http://schemas.openxmlformats.org/officeDocument/2006/relationships/tags" Target="../tags/tag382.xml"/><Relationship Id="rId43" Type="http://schemas.openxmlformats.org/officeDocument/2006/relationships/slideLayout" Target="../slideLayouts/slideLayout57.xml"/><Relationship Id="rId48" Type="http://schemas.openxmlformats.org/officeDocument/2006/relationships/image" Target="../media/image225.svg"/><Relationship Id="rId56" Type="http://schemas.openxmlformats.org/officeDocument/2006/relationships/image" Target="../media/image316.svg"/><Relationship Id="rId64" Type="http://schemas.openxmlformats.org/officeDocument/2006/relationships/image" Target="../media/image324.svg"/><Relationship Id="rId8" Type="http://schemas.openxmlformats.org/officeDocument/2006/relationships/tags" Target="../tags/tag355.xml"/><Relationship Id="rId51" Type="http://schemas.openxmlformats.org/officeDocument/2006/relationships/image" Target="../media/image311.png"/><Relationship Id="rId3" Type="http://schemas.openxmlformats.org/officeDocument/2006/relationships/tags" Target="../tags/tag350.xml"/><Relationship Id="rId12" Type="http://schemas.openxmlformats.org/officeDocument/2006/relationships/tags" Target="../tags/tag359.xml"/><Relationship Id="rId17" Type="http://schemas.openxmlformats.org/officeDocument/2006/relationships/tags" Target="../tags/tag364.xml"/><Relationship Id="rId25" Type="http://schemas.openxmlformats.org/officeDocument/2006/relationships/tags" Target="../tags/tag372.xml"/><Relationship Id="rId33" Type="http://schemas.openxmlformats.org/officeDocument/2006/relationships/tags" Target="../tags/tag380.xml"/><Relationship Id="rId38" Type="http://schemas.openxmlformats.org/officeDocument/2006/relationships/tags" Target="../tags/tag385.xml"/><Relationship Id="rId46" Type="http://schemas.openxmlformats.org/officeDocument/2006/relationships/image" Target="../media/image223.svg"/><Relationship Id="rId59" Type="http://schemas.openxmlformats.org/officeDocument/2006/relationships/image" Target="../media/image319.png"/><Relationship Id="rId20" Type="http://schemas.openxmlformats.org/officeDocument/2006/relationships/tags" Target="../tags/tag367.xml"/><Relationship Id="rId41" Type="http://schemas.openxmlformats.org/officeDocument/2006/relationships/tags" Target="../tags/tag388.xml"/><Relationship Id="rId54" Type="http://schemas.openxmlformats.org/officeDocument/2006/relationships/image" Target="../media/image314.svg"/><Relationship Id="rId62" Type="http://schemas.openxmlformats.org/officeDocument/2006/relationships/image" Target="../media/image322.svg"/><Relationship Id="rId1" Type="http://schemas.openxmlformats.org/officeDocument/2006/relationships/tags" Target="../tags/tag348.xml"/><Relationship Id="rId6" Type="http://schemas.openxmlformats.org/officeDocument/2006/relationships/tags" Target="../tags/tag353.xml"/><Relationship Id="rId15" Type="http://schemas.openxmlformats.org/officeDocument/2006/relationships/tags" Target="../tags/tag362.xml"/><Relationship Id="rId23" Type="http://schemas.openxmlformats.org/officeDocument/2006/relationships/tags" Target="../tags/tag370.xml"/><Relationship Id="rId28" Type="http://schemas.openxmlformats.org/officeDocument/2006/relationships/tags" Target="../tags/tag375.xml"/><Relationship Id="rId36" Type="http://schemas.openxmlformats.org/officeDocument/2006/relationships/tags" Target="../tags/tag383.xml"/><Relationship Id="rId49" Type="http://schemas.openxmlformats.org/officeDocument/2006/relationships/image" Target="../media/image226.png"/><Relationship Id="rId57" Type="http://schemas.openxmlformats.org/officeDocument/2006/relationships/image" Target="../media/image317.png"/><Relationship Id="rId10" Type="http://schemas.openxmlformats.org/officeDocument/2006/relationships/tags" Target="../tags/tag357.xml"/><Relationship Id="rId31" Type="http://schemas.openxmlformats.org/officeDocument/2006/relationships/tags" Target="../tags/tag378.xml"/><Relationship Id="rId44" Type="http://schemas.openxmlformats.org/officeDocument/2006/relationships/notesSlide" Target="../notesSlides/notesSlide9.xml"/><Relationship Id="rId52" Type="http://schemas.openxmlformats.org/officeDocument/2006/relationships/image" Target="../media/image312.svg"/><Relationship Id="rId60" Type="http://schemas.openxmlformats.org/officeDocument/2006/relationships/image" Target="../media/image320.svg"/><Relationship Id="rId65" Type="http://schemas.openxmlformats.org/officeDocument/2006/relationships/image" Target="../media/image248.png"/><Relationship Id="rId4" Type="http://schemas.openxmlformats.org/officeDocument/2006/relationships/tags" Target="../tags/tag351.xml"/><Relationship Id="rId9" Type="http://schemas.openxmlformats.org/officeDocument/2006/relationships/tags" Target="../tags/tag356.xml"/><Relationship Id="rId13" Type="http://schemas.openxmlformats.org/officeDocument/2006/relationships/tags" Target="../tags/tag360.xml"/><Relationship Id="rId18" Type="http://schemas.openxmlformats.org/officeDocument/2006/relationships/tags" Target="../tags/tag365.xml"/><Relationship Id="rId39" Type="http://schemas.openxmlformats.org/officeDocument/2006/relationships/tags" Target="../tags/tag386.xml"/></Relationships>
</file>

<file path=ppt/slides/_rels/slide25.xml.rels><?xml version="1.0" encoding="UTF-8" standalone="yes"?>
<Relationships xmlns="http://schemas.openxmlformats.org/package/2006/relationships"><Relationship Id="rId3" Type="http://schemas.openxmlformats.org/officeDocument/2006/relationships/slide" Target="slide13.xml"/><Relationship Id="rId7" Type="http://schemas.openxmlformats.org/officeDocument/2006/relationships/slide" Target="slide35.xml"/><Relationship Id="rId2" Type="http://schemas.openxmlformats.org/officeDocument/2006/relationships/slide" Target="slide4.xml"/><Relationship Id="rId1" Type="http://schemas.openxmlformats.org/officeDocument/2006/relationships/slideLayout" Target="../slideLayouts/slideLayout24.xml"/><Relationship Id="rId6" Type="http://schemas.openxmlformats.org/officeDocument/2006/relationships/slide" Target="slide27.xml"/><Relationship Id="rId5" Type="http://schemas.openxmlformats.org/officeDocument/2006/relationships/slide" Target="slide25.xml"/><Relationship Id="rId4" Type="http://schemas.openxmlformats.org/officeDocument/2006/relationships/slide" Target="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slide" Target="slide13.xml"/><Relationship Id="rId7" Type="http://schemas.openxmlformats.org/officeDocument/2006/relationships/slide" Target="slide35.xml"/><Relationship Id="rId2" Type="http://schemas.openxmlformats.org/officeDocument/2006/relationships/slide" Target="slide4.xml"/><Relationship Id="rId1" Type="http://schemas.openxmlformats.org/officeDocument/2006/relationships/slideLayout" Target="../slideLayouts/slideLayout24.xml"/><Relationship Id="rId6" Type="http://schemas.openxmlformats.org/officeDocument/2006/relationships/slide" Target="slide27.xml"/><Relationship Id="rId5" Type="http://schemas.openxmlformats.org/officeDocument/2006/relationships/slide" Target="slide25.xml"/><Relationship Id="rId4" Type="http://schemas.openxmlformats.org/officeDocument/2006/relationships/slide" Target="slide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image" Target="../media/image177.svg"/><Relationship Id="rId3" Type="http://schemas.openxmlformats.org/officeDocument/2006/relationships/tags" Target="../tags/tag392.xml"/><Relationship Id="rId7" Type="http://schemas.openxmlformats.org/officeDocument/2006/relationships/diagramQuickStyle" Target="../diagrams/quickStyle1.xml"/><Relationship Id="rId12" Type="http://schemas.openxmlformats.org/officeDocument/2006/relationships/image" Target="../media/image176.png"/><Relationship Id="rId2" Type="http://schemas.openxmlformats.org/officeDocument/2006/relationships/tags" Target="../tags/tag391.xml"/><Relationship Id="rId1" Type="http://schemas.openxmlformats.org/officeDocument/2006/relationships/tags" Target="../tags/tag390.xml"/><Relationship Id="rId6" Type="http://schemas.openxmlformats.org/officeDocument/2006/relationships/diagramLayout" Target="../diagrams/layout1.xml"/><Relationship Id="rId11" Type="http://schemas.openxmlformats.org/officeDocument/2006/relationships/image" Target="../media/image175.svg"/><Relationship Id="rId5" Type="http://schemas.openxmlformats.org/officeDocument/2006/relationships/diagramData" Target="../diagrams/data1.xml"/><Relationship Id="rId10" Type="http://schemas.openxmlformats.org/officeDocument/2006/relationships/image" Target="../media/image174.png"/><Relationship Id="rId4" Type="http://schemas.openxmlformats.org/officeDocument/2006/relationships/slideLayout" Target="../slideLayouts/slideLayout6.xml"/><Relationship Id="rId9" Type="http://schemas.microsoft.com/office/2007/relationships/diagramDrawing" Target="../diagrams/drawing1.xml"/></Relationships>
</file>

<file path=ppt/slides/_rels/slide30.xml.rels><?xml version="1.0" encoding="UTF-8" standalone="yes"?>
<Relationships xmlns="http://schemas.openxmlformats.org/package/2006/relationships"><Relationship Id="rId8" Type="http://schemas.openxmlformats.org/officeDocument/2006/relationships/tags" Target="../tags/tag400.xml"/><Relationship Id="rId13" Type="http://schemas.openxmlformats.org/officeDocument/2006/relationships/tags" Target="../tags/tag405.xml"/><Relationship Id="rId18" Type="http://schemas.openxmlformats.org/officeDocument/2006/relationships/image" Target="../media/image326.png"/><Relationship Id="rId26" Type="http://schemas.openxmlformats.org/officeDocument/2006/relationships/image" Target="../media/image333.png"/><Relationship Id="rId3" Type="http://schemas.openxmlformats.org/officeDocument/2006/relationships/tags" Target="../tags/tag395.xml"/><Relationship Id="rId21" Type="http://schemas.microsoft.com/office/2007/relationships/hdphoto" Target="../media/hdphoto3.wdp"/><Relationship Id="rId7" Type="http://schemas.openxmlformats.org/officeDocument/2006/relationships/tags" Target="../tags/tag399.xml"/><Relationship Id="rId12" Type="http://schemas.openxmlformats.org/officeDocument/2006/relationships/tags" Target="../tags/tag404.xml"/><Relationship Id="rId17" Type="http://schemas.openxmlformats.org/officeDocument/2006/relationships/image" Target="../media/image92.svg"/><Relationship Id="rId25" Type="http://schemas.openxmlformats.org/officeDocument/2006/relationships/image" Target="../media/image332.jpeg"/><Relationship Id="rId2" Type="http://schemas.openxmlformats.org/officeDocument/2006/relationships/tags" Target="../tags/tag394.xml"/><Relationship Id="rId16" Type="http://schemas.openxmlformats.org/officeDocument/2006/relationships/image" Target="../media/image91.png"/><Relationship Id="rId20" Type="http://schemas.openxmlformats.org/officeDocument/2006/relationships/image" Target="../media/image328.png"/><Relationship Id="rId29" Type="http://schemas.openxmlformats.org/officeDocument/2006/relationships/image" Target="../media/image335.jpeg"/><Relationship Id="rId1" Type="http://schemas.openxmlformats.org/officeDocument/2006/relationships/tags" Target="../tags/tag393.xml"/><Relationship Id="rId6" Type="http://schemas.openxmlformats.org/officeDocument/2006/relationships/tags" Target="../tags/tag398.xml"/><Relationship Id="rId11" Type="http://schemas.openxmlformats.org/officeDocument/2006/relationships/tags" Target="../tags/tag403.xml"/><Relationship Id="rId24" Type="http://schemas.openxmlformats.org/officeDocument/2006/relationships/image" Target="../media/image331.jpeg"/><Relationship Id="rId32" Type="http://schemas.openxmlformats.org/officeDocument/2006/relationships/image" Target="../media/image337.jpeg"/><Relationship Id="rId5" Type="http://schemas.openxmlformats.org/officeDocument/2006/relationships/tags" Target="../tags/tag397.xml"/><Relationship Id="rId15" Type="http://schemas.openxmlformats.org/officeDocument/2006/relationships/notesSlide" Target="../notesSlides/notesSlide10.xml"/><Relationship Id="rId23" Type="http://schemas.openxmlformats.org/officeDocument/2006/relationships/image" Target="../media/image330.jpeg"/><Relationship Id="rId28" Type="http://schemas.openxmlformats.org/officeDocument/2006/relationships/image" Target="../media/image334.jpeg"/><Relationship Id="rId10" Type="http://schemas.openxmlformats.org/officeDocument/2006/relationships/tags" Target="../tags/tag402.xml"/><Relationship Id="rId19" Type="http://schemas.openxmlformats.org/officeDocument/2006/relationships/image" Target="../media/image327.svg"/><Relationship Id="rId31" Type="http://schemas.microsoft.com/office/2007/relationships/hdphoto" Target="../media/hdphoto5.wdp"/><Relationship Id="rId4" Type="http://schemas.openxmlformats.org/officeDocument/2006/relationships/tags" Target="../tags/tag396.xml"/><Relationship Id="rId9" Type="http://schemas.openxmlformats.org/officeDocument/2006/relationships/tags" Target="../tags/tag401.xml"/><Relationship Id="rId14" Type="http://schemas.openxmlformats.org/officeDocument/2006/relationships/slideLayout" Target="../slideLayouts/slideLayout5.xml"/><Relationship Id="rId22" Type="http://schemas.openxmlformats.org/officeDocument/2006/relationships/image" Target="../media/image329.jpeg"/><Relationship Id="rId27" Type="http://schemas.microsoft.com/office/2007/relationships/hdphoto" Target="../media/hdphoto4.wdp"/><Relationship Id="rId30" Type="http://schemas.openxmlformats.org/officeDocument/2006/relationships/image" Target="../media/image336.png"/></Relationships>
</file>

<file path=ppt/slides/_rels/slide31.xml.rels><?xml version="1.0" encoding="UTF-8" standalone="yes"?>
<Relationships xmlns="http://schemas.openxmlformats.org/package/2006/relationships"><Relationship Id="rId8" Type="http://schemas.openxmlformats.org/officeDocument/2006/relationships/image" Target="../media/image326.png"/><Relationship Id="rId3" Type="http://schemas.openxmlformats.org/officeDocument/2006/relationships/tags" Target="../tags/tag408.xml"/><Relationship Id="rId7" Type="http://schemas.openxmlformats.org/officeDocument/2006/relationships/image" Target="../media/image92.svg"/><Relationship Id="rId12" Type="http://schemas.openxmlformats.org/officeDocument/2006/relationships/image" Target="../media/image340.png"/><Relationship Id="rId2" Type="http://schemas.openxmlformats.org/officeDocument/2006/relationships/tags" Target="../tags/tag407.xml"/><Relationship Id="rId1" Type="http://schemas.openxmlformats.org/officeDocument/2006/relationships/tags" Target="../tags/tag406.xml"/><Relationship Id="rId6" Type="http://schemas.openxmlformats.org/officeDocument/2006/relationships/image" Target="../media/image91.png"/><Relationship Id="rId11" Type="http://schemas.openxmlformats.org/officeDocument/2006/relationships/image" Target="../media/image339.png"/><Relationship Id="rId5" Type="http://schemas.openxmlformats.org/officeDocument/2006/relationships/notesSlide" Target="../notesSlides/notesSlide11.xml"/><Relationship Id="rId10" Type="http://schemas.openxmlformats.org/officeDocument/2006/relationships/image" Target="../media/image338.png"/><Relationship Id="rId4" Type="http://schemas.openxmlformats.org/officeDocument/2006/relationships/slideLayout" Target="../slideLayouts/slideLayout5.xml"/><Relationship Id="rId9" Type="http://schemas.openxmlformats.org/officeDocument/2006/relationships/image" Target="../media/image327.svg"/></Relationships>
</file>

<file path=ppt/slides/_rels/slide32.xml.rels><?xml version="1.0" encoding="UTF-8" standalone="yes"?>
<Relationships xmlns="http://schemas.openxmlformats.org/package/2006/relationships"><Relationship Id="rId8" Type="http://schemas.openxmlformats.org/officeDocument/2006/relationships/image" Target="../media/image326.png"/><Relationship Id="rId3" Type="http://schemas.openxmlformats.org/officeDocument/2006/relationships/tags" Target="../tags/tag411.xml"/><Relationship Id="rId7" Type="http://schemas.openxmlformats.org/officeDocument/2006/relationships/image" Target="../media/image92.svg"/><Relationship Id="rId2" Type="http://schemas.openxmlformats.org/officeDocument/2006/relationships/tags" Target="../tags/tag410.xml"/><Relationship Id="rId1" Type="http://schemas.openxmlformats.org/officeDocument/2006/relationships/tags" Target="../tags/tag409.xml"/><Relationship Id="rId6" Type="http://schemas.openxmlformats.org/officeDocument/2006/relationships/image" Target="../media/image91.png"/><Relationship Id="rId5" Type="http://schemas.openxmlformats.org/officeDocument/2006/relationships/notesSlide" Target="../notesSlides/notesSlide12.xml"/><Relationship Id="rId4" Type="http://schemas.openxmlformats.org/officeDocument/2006/relationships/slideLayout" Target="../slideLayouts/slideLayout5.xml"/><Relationship Id="rId9" Type="http://schemas.openxmlformats.org/officeDocument/2006/relationships/image" Target="../media/image327.sv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41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tags" Target="../tags/tag413.xml"/></Relationships>
</file>

<file path=ppt/slides/_rels/slide35.xml.rels><?xml version="1.0" encoding="UTF-8" standalone="yes"?>
<Relationships xmlns="http://schemas.openxmlformats.org/package/2006/relationships"><Relationship Id="rId3" Type="http://schemas.openxmlformats.org/officeDocument/2006/relationships/slide" Target="slide13.xml"/><Relationship Id="rId7" Type="http://schemas.openxmlformats.org/officeDocument/2006/relationships/slide" Target="slide35.xml"/><Relationship Id="rId2" Type="http://schemas.openxmlformats.org/officeDocument/2006/relationships/slide" Target="slide4.xml"/><Relationship Id="rId1" Type="http://schemas.openxmlformats.org/officeDocument/2006/relationships/slideLayout" Target="../slideLayouts/slideLayout24.xml"/><Relationship Id="rId6" Type="http://schemas.openxmlformats.org/officeDocument/2006/relationships/slide" Target="slide27.xml"/><Relationship Id="rId5" Type="http://schemas.openxmlformats.org/officeDocument/2006/relationships/slide" Target="slide25.xml"/><Relationship Id="rId4" Type="http://schemas.openxmlformats.org/officeDocument/2006/relationships/slide" Target="slide15.xml"/></Relationships>
</file>

<file path=ppt/slides/_rels/slide36.xml.rels><?xml version="1.0" encoding="UTF-8" standalone="yes"?>
<Relationships xmlns="http://schemas.openxmlformats.org/package/2006/relationships"><Relationship Id="rId2" Type="http://schemas.microsoft.com/office/2018/10/relationships/comments" Target="../comments/modernComment_7FFFE315_29B06FA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8.xml.rels><?xml version="1.0" encoding="UTF-8" standalone="yes"?>
<Relationships xmlns="http://schemas.openxmlformats.org/package/2006/relationships"><Relationship Id="rId26" Type="http://schemas.openxmlformats.org/officeDocument/2006/relationships/image" Target="../media/image344.png"/><Relationship Id="rId21" Type="http://schemas.openxmlformats.org/officeDocument/2006/relationships/slideLayout" Target="../slideLayouts/slideLayout28.xml"/><Relationship Id="rId42" Type="http://schemas.openxmlformats.org/officeDocument/2006/relationships/image" Target="../media/image359.png"/><Relationship Id="rId47" Type="http://schemas.openxmlformats.org/officeDocument/2006/relationships/image" Target="../media/image364.svg"/><Relationship Id="rId63" Type="http://schemas.openxmlformats.org/officeDocument/2006/relationships/image" Target="../media/image106.svg"/><Relationship Id="rId68" Type="http://schemas.openxmlformats.org/officeDocument/2006/relationships/image" Target="../media/image97.png"/><Relationship Id="rId84" Type="http://schemas.openxmlformats.org/officeDocument/2006/relationships/image" Target="../media/image216.png"/><Relationship Id="rId16" Type="http://schemas.openxmlformats.org/officeDocument/2006/relationships/tags" Target="../tags/tag429.xml"/><Relationship Id="rId11" Type="http://schemas.openxmlformats.org/officeDocument/2006/relationships/tags" Target="../tags/tag424.xml"/><Relationship Id="rId32" Type="http://schemas.openxmlformats.org/officeDocument/2006/relationships/image" Target="../media/image350.png"/><Relationship Id="rId37" Type="http://schemas.openxmlformats.org/officeDocument/2006/relationships/image" Target="../media/image354.svg"/><Relationship Id="rId53" Type="http://schemas.openxmlformats.org/officeDocument/2006/relationships/image" Target="../media/image370.svg"/><Relationship Id="rId58" Type="http://schemas.openxmlformats.org/officeDocument/2006/relationships/image" Target="../media/image75.png"/><Relationship Id="rId74" Type="http://schemas.openxmlformats.org/officeDocument/2006/relationships/image" Target="../media/image206.png"/><Relationship Id="rId79" Type="http://schemas.openxmlformats.org/officeDocument/2006/relationships/image" Target="../media/image211.svg"/><Relationship Id="rId5" Type="http://schemas.openxmlformats.org/officeDocument/2006/relationships/tags" Target="../tags/tag418.xml"/><Relationship Id="rId19" Type="http://schemas.openxmlformats.org/officeDocument/2006/relationships/tags" Target="../tags/tag432.xml"/><Relationship Id="rId14" Type="http://schemas.openxmlformats.org/officeDocument/2006/relationships/tags" Target="../tags/tag427.xml"/><Relationship Id="rId22" Type="http://schemas.openxmlformats.org/officeDocument/2006/relationships/image" Target="../media/image341.png"/><Relationship Id="rId27" Type="http://schemas.openxmlformats.org/officeDocument/2006/relationships/image" Target="../media/image345.svg"/><Relationship Id="rId30" Type="http://schemas.openxmlformats.org/officeDocument/2006/relationships/image" Target="../media/image348.svg"/><Relationship Id="rId35" Type="http://schemas.microsoft.com/office/2007/relationships/hdphoto" Target="../media/hdphoto7.wdp"/><Relationship Id="rId43" Type="http://schemas.openxmlformats.org/officeDocument/2006/relationships/image" Target="../media/image360.svg"/><Relationship Id="rId48" Type="http://schemas.openxmlformats.org/officeDocument/2006/relationships/image" Target="../media/image365.png"/><Relationship Id="rId56" Type="http://schemas.openxmlformats.org/officeDocument/2006/relationships/image" Target="../media/image71.png"/><Relationship Id="rId64" Type="http://schemas.openxmlformats.org/officeDocument/2006/relationships/image" Target="../media/image101.png"/><Relationship Id="rId69" Type="http://schemas.openxmlformats.org/officeDocument/2006/relationships/image" Target="../media/image98.svg"/><Relationship Id="rId77" Type="http://schemas.openxmlformats.org/officeDocument/2006/relationships/image" Target="../media/image209.svg"/><Relationship Id="rId8" Type="http://schemas.openxmlformats.org/officeDocument/2006/relationships/tags" Target="../tags/tag421.xml"/><Relationship Id="rId51" Type="http://schemas.openxmlformats.org/officeDocument/2006/relationships/image" Target="../media/image368.svg"/><Relationship Id="rId72" Type="http://schemas.openxmlformats.org/officeDocument/2006/relationships/image" Target="../media/image81.png"/><Relationship Id="rId80" Type="http://schemas.openxmlformats.org/officeDocument/2006/relationships/image" Target="../media/image212.png"/><Relationship Id="rId85" Type="http://schemas.openxmlformats.org/officeDocument/2006/relationships/image" Target="../media/image217.svg"/><Relationship Id="rId3" Type="http://schemas.openxmlformats.org/officeDocument/2006/relationships/tags" Target="../tags/tag416.xml"/><Relationship Id="rId12" Type="http://schemas.openxmlformats.org/officeDocument/2006/relationships/tags" Target="../tags/tag425.xml"/><Relationship Id="rId17" Type="http://schemas.openxmlformats.org/officeDocument/2006/relationships/tags" Target="../tags/tag430.xml"/><Relationship Id="rId25" Type="http://schemas.microsoft.com/office/2007/relationships/hdphoto" Target="../media/hdphoto6.wdp"/><Relationship Id="rId33" Type="http://schemas.openxmlformats.org/officeDocument/2006/relationships/image" Target="../media/image351.svg"/><Relationship Id="rId38" Type="http://schemas.openxmlformats.org/officeDocument/2006/relationships/image" Target="../media/image355.png"/><Relationship Id="rId46" Type="http://schemas.openxmlformats.org/officeDocument/2006/relationships/image" Target="../media/image363.png"/><Relationship Id="rId59" Type="http://schemas.openxmlformats.org/officeDocument/2006/relationships/image" Target="../media/image76.svg"/><Relationship Id="rId67" Type="http://schemas.openxmlformats.org/officeDocument/2006/relationships/image" Target="../media/image86.svg"/><Relationship Id="rId20" Type="http://schemas.openxmlformats.org/officeDocument/2006/relationships/tags" Target="../tags/tag433.xml"/><Relationship Id="rId41" Type="http://schemas.openxmlformats.org/officeDocument/2006/relationships/image" Target="../media/image358.svg"/><Relationship Id="rId54" Type="http://schemas.openxmlformats.org/officeDocument/2006/relationships/image" Target="../media/image89.png"/><Relationship Id="rId62" Type="http://schemas.openxmlformats.org/officeDocument/2006/relationships/image" Target="../media/image105.png"/><Relationship Id="rId70" Type="http://schemas.openxmlformats.org/officeDocument/2006/relationships/image" Target="../media/image77.png"/><Relationship Id="rId75" Type="http://schemas.openxmlformats.org/officeDocument/2006/relationships/image" Target="../media/image207.svg"/><Relationship Id="rId83" Type="http://schemas.openxmlformats.org/officeDocument/2006/relationships/image" Target="../media/image215.svg"/><Relationship Id="rId1" Type="http://schemas.openxmlformats.org/officeDocument/2006/relationships/tags" Target="../tags/tag414.xml"/><Relationship Id="rId6" Type="http://schemas.openxmlformats.org/officeDocument/2006/relationships/tags" Target="../tags/tag419.xml"/><Relationship Id="rId15" Type="http://schemas.openxmlformats.org/officeDocument/2006/relationships/tags" Target="../tags/tag428.xml"/><Relationship Id="rId23" Type="http://schemas.openxmlformats.org/officeDocument/2006/relationships/image" Target="../media/image342.svg"/><Relationship Id="rId28" Type="http://schemas.openxmlformats.org/officeDocument/2006/relationships/image" Target="../media/image346.png"/><Relationship Id="rId36" Type="http://schemas.openxmlformats.org/officeDocument/2006/relationships/image" Target="../media/image353.png"/><Relationship Id="rId49" Type="http://schemas.openxmlformats.org/officeDocument/2006/relationships/image" Target="../media/image366.svg"/><Relationship Id="rId57" Type="http://schemas.openxmlformats.org/officeDocument/2006/relationships/image" Target="../media/image72.svg"/><Relationship Id="rId10" Type="http://schemas.openxmlformats.org/officeDocument/2006/relationships/tags" Target="../tags/tag423.xml"/><Relationship Id="rId31" Type="http://schemas.openxmlformats.org/officeDocument/2006/relationships/image" Target="../media/image349.png"/><Relationship Id="rId44" Type="http://schemas.openxmlformats.org/officeDocument/2006/relationships/image" Target="../media/image361.png"/><Relationship Id="rId52" Type="http://schemas.openxmlformats.org/officeDocument/2006/relationships/image" Target="../media/image369.png"/><Relationship Id="rId60" Type="http://schemas.openxmlformats.org/officeDocument/2006/relationships/image" Target="../media/image93.png"/><Relationship Id="rId65" Type="http://schemas.openxmlformats.org/officeDocument/2006/relationships/image" Target="../media/image102.svg"/><Relationship Id="rId73" Type="http://schemas.openxmlformats.org/officeDocument/2006/relationships/image" Target="../media/image82.svg"/><Relationship Id="rId78" Type="http://schemas.openxmlformats.org/officeDocument/2006/relationships/image" Target="../media/image210.png"/><Relationship Id="rId81" Type="http://schemas.openxmlformats.org/officeDocument/2006/relationships/image" Target="../media/image213.svg"/><Relationship Id="rId4" Type="http://schemas.openxmlformats.org/officeDocument/2006/relationships/tags" Target="../tags/tag417.xml"/><Relationship Id="rId9" Type="http://schemas.openxmlformats.org/officeDocument/2006/relationships/tags" Target="../tags/tag422.xml"/><Relationship Id="rId13" Type="http://schemas.openxmlformats.org/officeDocument/2006/relationships/tags" Target="../tags/tag426.xml"/><Relationship Id="rId18" Type="http://schemas.openxmlformats.org/officeDocument/2006/relationships/tags" Target="../tags/tag431.xml"/><Relationship Id="rId39" Type="http://schemas.openxmlformats.org/officeDocument/2006/relationships/image" Target="../media/image356.svg"/><Relationship Id="rId34" Type="http://schemas.openxmlformats.org/officeDocument/2006/relationships/image" Target="../media/image352.png"/><Relationship Id="rId50" Type="http://schemas.openxmlformats.org/officeDocument/2006/relationships/image" Target="../media/image367.png"/><Relationship Id="rId55" Type="http://schemas.openxmlformats.org/officeDocument/2006/relationships/image" Target="../media/image90.svg"/><Relationship Id="rId76" Type="http://schemas.openxmlformats.org/officeDocument/2006/relationships/image" Target="../media/image208.png"/><Relationship Id="rId7" Type="http://schemas.openxmlformats.org/officeDocument/2006/relationships/tags" Target="../tags/tag420.xml"/><Relationship Id="rId71" Type="http://schemas.openxmlformats.org/officeDocument/2006/relationships/image" Target="../media/image78.svg"/><Relationship Id="rId2" Type="http://schemas.openxmlformats.org/officeDocument/2006/relationships/tags" Target="../tags/tag415.xml"/><Relationship Id="rId29" Type="http://schemas.openxmlformats.org/officeDocument/2006/relationships/image" Target="../media/image347.png"/><Relationship Id="rId24" Type="http://schemas.openxmlformats.org/officeDocument/2006/relationships/image" Target="../media/image343.png"/><Relationship Id="rId40" Type="http://schemas.openxmlformats.org/officeDocument/2006/relationships/image" Target="../media/image357.png"/><Relationship Id="rId45" Type="http://schemas.openxmlformats.org/officeDocument/2006/relationships/image" Target="../media/image362.svg"/><Relationship Id="rId66" Type="http://schemas.openxmlformats.org/officeDocument/2006/relationships/image" Target="../media/image85.png"/><Relationship Id="rId61" Type="http://schemas.openxmlformats.org/officeDocument/2006/relationships/image" Target="../media/image94.svg"/><Relationship Id="rId82" Type="http://schemas.openxmlformats.org/officeDocument/2006/relationships/image" Target="../media/image214.png"/></Relationships>
</file>

<file path=ppt/slides/_rels/slide39.xml.rels><?xml version="1.0" encoding="UTF-8" standalone="yes"?>
<Relationships xmlns="http://schemas.openxmlformats.org/package/2006/relationships"><Relationship Id="rId2" Type="http://schemas.microsoft.com/office/2018/10/relationships/comments" Target="../comments/modernComment_7FFFE322_E7CD5CC0.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microsoft.com/office/2018/10/relationships/comments" Target="../comments/modernComment_7FFFE318_BA6765F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B3D0CB3-DC7E-D2F9-2AC6-B7DD459D711A}"/>
              </a:ext>
            </a:extLst>
          </p:cNvPr>
          <p:cNvSpPr>
            <a:spLocks noGrp="1"/>
          </p:cNvSpPr>
          <p:nvPr>
            <p:ph type="body" sz="quarter" idx="15"/>
          </p:nvPr>
        </p:nvSpPr>
        <p:spPr/>
        <p:txBody>
          <a:bodyPr/>
          <a:lstStyle/>
          <a:p>
            <a:pPr>
              <a:tabLst>
                <a:tab pos="1254125" algn="l"/>
              </a:tabLst>
            </a:pPr>
            <a:r>
              <a:rPr lang="fr-FR"/>
              <a:t>Décryptage et conviction</a:t>
            </a:r>
          </a:p>
        </p:txBody>
      </p:sp>
      <p:sp>
        <p:nvSpPr>
          <p:cNvPr id="7" name="Text Placeholder 6">
            <a:extLst>
              <a:ext uri="{FF2B5EF4-FFF2-40B4-BE49-F238E27FC236}">
                <a16:creationId xmlns:a16="http://schemas.microsoft.com/office/drawing/2014/main" id="{76B7E210-689C-6DCE-E34C-D73221E0CF2D}"/>
              </a:ext>
            </a:extLst>
          </p:cNvPr>
          <p:cNvSpPr>
            <a:spLocks noGrp="1"/>
          </p:cNvSpPr>
          <p:nvPr>
            <p:ph type="body" sz="quarter" idx="18"/>
          </p:nvPr>
        </p:nvSpPr>
        <p:spPr/>
        <p:txBody>
          <a:bodyPr/>
          <a:lstStyle/>
          <a:p>
            <a:r>
              <a:rPr lang="fr-FR"/>
              <a:t>Août 2024 | Wassim ALIDRA | Interne</a:t>
            </a:r>
          </a:p>
        </p:txBody>
      </p:sp>
      <p:pic>
        <p:nvPicPr>
          <p:cNvPr id="11" name="Image placeholder  3">
            <a:extLst>
              <a:ext uri="{FF2B5EF4-FFF2-40B4-BE49-F238E27FC236}">
                <a16:creationId xmlns:a16="http://schemas.microsoft.com/office/drawing/2014/main" id="{79958065-29FE-0E66-8781-50BD43113FCF}"/>
              </a:ext>
            </a:extLst>
          </p:cNvPr>
          <p:cNvPicPr>
            <a:picLocks noGrp="1" noChangeAspect="1"/>
          </p:cNvPicPr>
          <p:nvPr>
            <p:ph type="pic" sz="quarter" idx="20"/>
            <p:custDataLst>
              <p:tags r:id="rId2"/>
            </p:custDataLst>
          </p:nvPr>
        </p:nvPicPr>
        <p:blipFill rotWithShape="1">
          <a:blip r:embed="rId5">
            <a:extLst>
              <a:ext uri="{28A0092B-C50C-407E-A947-70E740481C1C}">
                <a14:useLocalDpi xmlns:a14="http://schemas.microsoft.com/office/drawing/2010/main" val="0"/>
              </a:ext>
            </a:extLst>
          </a:blip>
          <a:srcRect l="27144" r="27144"/>
          <a:stretch/>
        </p:blipFill>
        <p:spPr/>
      </p:pic>
      <p:sp>
        <p:nvSpPr>
          <p:cNvPr id="3" name="Title 2">
            <a:extLst>
              <a:ext uri="{FF2B5EF4-FFF2-40B4-BE49-F238E27FC236}">
                <a16:creationId xmlns:a16="http://schemas.microsoft.com/office/drawing/2014/main" id="{44DEFB28-DD82-8220-6D41-D3DDC8686C32}"/>
              </a:ext>
            </a:extLst>
          </p:cNvPr>
          <p:cNvSpPr>
            <a:spLocks noGrp="1"/>
          </p:cNvSpPr>
          <p:nvPr>
            <p:ph type="title"/>
          </p:nvPr>
        </p:nvSpPr>
        <p:spPr/>
        <p:txBody>
          <a:bodyPr/>
          <a:lstStyle/>
          <a:p>
            <a:r>
              <a:rPr lang="fr-FR"/>
              <a:t>Directive Résilience des Entités Critiques - REC</a:t>
            </a:r>
            <a:endParaRPr lang="fr-FR">
              <a:solidFill>
                <a:schemeClr val="tx2"/>
              </a:solidFill>
            </a:endParaRPr>
          </a:p>
        </p:txBody>
      </p:sp>
    </p:spTree>
    <p:custDataLst>
      <p:tags r:id="rId1"/>
    </p:custDataLst>
    <p:extLst>
      <p:ext uri="{BB962C8B-B14F-4D97-AF65-F5344CB8AC3E}">
        <p14:creationId xmlns:p14="http://schemas.microsoft.com/office/powerpoint/2010/main" val="151966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26CFCD-1F68-9D7A-F69D-9308C30AA9E5}"/>
              </a:ext>
            </a:extLst>
          </p:cNvPr>
          <p:cNvSpPr>
            <a:spLocks noGrp="1"/>
          </p:cNvSpPr>
          <p:nvPr>
            <p:ph type="title"/>
          </p:nvPr>
        </p:nvSpPr>
        <p:spPr/>
        <p:txBody>
          <a:bodyPr/>
          <a:lstStyle/>
          <a:p>
            <a:r>
              <a:rPr lang="fr-FR"/>
              <a:t>Sommaire</a:t>
            </a:r>
          </a:p>
        </p:txBody>
      </p:sp>
      <p:sp>
        <p:nvSpPr>
          <p:cNvPr id="3" name="Espace réservé du texte 2">
            <a:extLst>
              <a:ext uri="{FF2B5EF4-FFF2-40B4-BE49-F238E27FC236}">
                <a16:creationId xmlns:a16="http://schemas.microsoft.com/office/drawing/2014/main" id="{33B50D56-1645-679B-1364-CFECF7820D5F}"/>
              </a:ext>
            </a:extLst>
          </p:cNvPr>
          <p:cNvSpPr>
            <a:spLocks noGrp="1"/>
          </p:cNvSpPr>
          <p:nvPr>
            <p:ph type="body" sz="quarter" idx="13"/>
          </p:nvPr>
        </p:nvSpPr>
        <p:spPr/>
        <p:txBody>
          <a:bodyPr/>
          <a:lstStyle/>
          <a:p>
            <a:r>
              <a:rPr lang="fr-FR">
                <a:latin typeface="+mn-lt"/>
              </a:rPr>
              <a:t>DECRYPTAGE DE LA directive REC</a:t>
            </a:r>
          </a:p>
        </p:txBody>
      </p:sp>
      <p:sp>
        <p:nvSpPr>
          <p:cNvPr id="4" name="Espace réservé du contenu 3">
            <a:extLst>
              <a:ext uri="{FF2B5EF4-FFF2-40B4-BE49-F238E27FC236}">
                <a16:creationId xmlns:a16="http://schemas.microsoft.com/office/drawing/2014/main" id="{63B6E708-A733-8249-3EC8-2FD8615D9A1D}"/>
              </a:ext>
            </a:extLst>
          </p:cNvPr>
          <p:cNvSpPr>
            <a:spLocks noGrp="1"/>
          </p:cNvSpPr>
          <p:nvPr>
            <p:ph sz="quarter" idx="14"/>
          </p:nvPr>
        </p:nvSpPr>
        <p:spPr>
          <a:xfrm>
            <a:off x="423877" y="873052"/>
            <a:ext cx="10216414" cy="5336597"/>
          </a:xfrm>
        </p:spPr>
        <p:txBody>
          <a:bodyPr vert="horz" lIns="108000" tIns="108000" rIns="108000" bIns="108000" rtlCol="0" anchor="t">
            <a:noAutofit/>
          </a:bodyPr>
          <a:lstStyle/>
          <a:p>
            <a:pPr marL="400050" indent="-400050">
              <a:buFont typeface="+mj-lt"/>
              <a:buAutoNum type="romanUcPeriod"/>
            </a:pPr>
            <a:r>
              <a:rPr lang="fr-FR" b="1"/>
              <a:t>Introduction à la REC</a:t>
            </a:r>
          </a:p>
          <a:p>
            <a:pPr marL="671513" lvl="1" indent="-400050">
              <a:buFont typeface="+mj-lt"/>
              <a:buAutoNum type="alphaLcParenR"/>
            </a:pPr>
            <a:r>
              <a:rPr lang="fr-FR"/>
              <a:t>Contexte et enjeux de la Directive REC</a:t>
            </a:r>
          </a:p>
          <a:p>
            <a:pPr marL="671513" lvl="1" indent="-400050">
              <a:buFont typeface="+mj-lt"/>
              <a:buAutoNum type="alphaLcParenR"/>
            </a:pPr>
            <a:r>
              <a:rPr lang="fr-FR"/>
              <a:t>Les obligations de la REC Européenne et de la transposition française pour les Etats Membres</a:t>
            </a:r>
          </a:p>
          <a:p>
            <a:pPr marL="671513" lvl="1" indent="-400050">
              <a:buFont typeface="+mj-lt"/>
              <a:buAutoNum type="alphaLcParenR"/>
            </a:pPr>
            <a:r>
              <a:rPr lang="fr-FR"/>
              <a:t>Les obligations pour les entités critiques dans la transposition française</a:t>
            </a:r>
          </a:p>
          <a:p>
            <a:pPr marL="939800" lvl="2" indent="-400050">
              <a:buFont typeface="+mj-lt"/>
              <a:buAutoNum type="romanLcPeriod"/>
            </a:pPr>
            <a:r>
              <a:rPr lang="fr-FR"/>
              <a:t>Notions clés de la transposition française</a:t>
            </a:r>
          </a:p>
          <a:p>
            <a:pPr marL="939800" lvl="2" indent="-400050">
              <a:buFont typeface="+mj-lt"/>
              <a:buAutoNum type="romanLcPeriod"/>
            </a:pPr>
            <a:r>
              <a:rPr lang="fr-FR"/>
              <a:t>Les obligations générales pour les entités critiques éligibles</a:t>
            </a:r>
          </a:p>
          <a:p>
            <a:pPr marL="939800" lvl="2" indent="-400050">
              <a:buFont typeface="+mj-lt"/>
              <a:buAutoNum type="romanLcPeriod"/>
            </a:pPr>
            <a:r>
              <a:rPr lang="fr-FR"/>
              <a:t>Mesures de sécurité à mettre en œuvre par les entités critiques éligibles</a:t>
            </a:r>
          </a:p>
          <a:p>
            <a:pPr marL="671513" lvl="1" indent="-400050">
              <a:buFont typeface="+mj-lt"/>
              <a:buAutoNum type="alphaLcParenR"/>
            </a:pPr>
            <a:r>
              <a:rPr lang="fr-FR"/>
              <a:t>Secteurs d’activité éligibles et pressentis</a:t>
            </a:r>
          </a:p>
          <a:p>
            <a:pPr marL="671513" lvl="1" indent="-400050">
              <a:buFont typeface="+mj-lt"/>
              <a:buAutoNum type="alphaLcParenR"/>
            </a:pPr>
            <a:endParaRPr lang="fr-FR"/>
          </a:p>
          <a:p>
            <a:pPr marL="400050" indent="-400050">
              <a:buFont typeface="+mj-lt"/>
              <a:buAutoNum type="romanUcPeriod"/>
            </a:pPr>
            <a:r>
              <a:rPr lang="fr-FR" b="1"/>
              <a:t>Mesure de sécurité et périmètre technique de mise en œuvre</a:t>
            </a:r>
          </a:p>
          <a:p>
            <a:pPr marL="671513" lvl="1" indent="-400050">
              <a:buFont typeface="+mj-lt"/>
              <a:buAutoNum type="alphaLcParenR"/>
            </a:pPr>
            <a:r>
              <a:rPr lang="fr-FR"/>
              <a:t>Vision détaillée des mesures de cybersécurité</a:t>
            </a:r>
          </a:p>
          <a:p>
            <a:pPr marL="671513" lvl="1" indent="-400050">
              <a:buFont typeface="+mj-lt"/>
              <a:buAutoNum type="alphaLcParenR"/>
            </a:pPr>
            <a:r>
              <a:rPr lang="fr-FR"/>
              <a:t>Périmètres de mise en œuvre</a:t>
            </a:r>
          </a:p>
          <a:p>
            <a:pPr marL="939800" lvl="2" indent="-400050">
              <a:buFont typeface="+mj-lt"/>
              <a:buAutoNum type="romanLcPeriod"/>
            </a:pPr>
            <a:r>
              <a:rPr lang="fr-FR"/>
              <a:t>PIV et dispositifs techniques</a:t>
            </a:r>
          </a:p>
          <a:p>
            <a:pPr marL="939800" lvl="2" indent="-400050">
              <a:buFont typeface="+mj-lt"/>
              <a:buAutoNum type="romanLcPeriod"/>
            </a:pPr>
            <a:r>
              <a:rPr lang="fr-FR"/>
              <a:t>Les SIIV et SI non SIIV</a:t>
            </a:r>
          </a:p>
          <a:p>
            <a:pPr marL="671513" lvl="1" indent="-400050">
              <a:buFont typeface="+mj-lt"/>
              <a:buAutoNum type="alphaLcParenR"/>
            </a:pPr>
            <a:r>
              <a:rPr lang="fr-FR"/>
              <a:t>Exemple de compromission sur les périmètres</a:t>
            </a:r>
          </a:p>
          <a:p>
            <a:pPr marL="671513" lvl="1" indent="-400050">
              <a:buFont typeface="+mj-lt"/>
              <a:buAutoNum type="alphaLcParenR"/>
            </a:pPr>
            <a:endParaRPr lang="fr-FR"/>
          </a:p>
          <a:p>
            <a:pPr marL="400050" lvl="1" indent="-400050">
              <a:buFont typeface="+mj-lt"/>
              <a:buAutoNum type="romanUcPeriod" startAt="3"/>
            </a:pPr>
            <a:r>
              <a:rPr lang="fr-FR"/>
              <a:t>Convictions pour la mise en conformité sur les périmètres techniques éligibles</a:t>
            </a:r>
          </a:p>
          <a:p>
            <a:pPr marL="671513" lvl="1" indent="-400050">
              <a:buFont typeface="+mj-lt"/>
              <a:buAutoNum type="romanUcPeriod" startAt="3"/>
            </a:pPr>
            <a:r>
              <a:rPr lang="fr-FR"/>
              <a:t>Plan de résilience</a:t>
            </a:r>
            <a:br>
              <a:rPr lang="fr-FR"/>
            </a:br>
            <a:r>
              <a:rPr lang="fr-FR"/>
              <a:t>      - Kézako ?</a:t>
            </a:r>
            <a:br>
              <a:rPr lang="fr-FR"/>
            </a:br>
            <a:r>
              <a:rPr lang="fr-FR"/>
              <a:t>      - Qu'est ce qu'on traite d'un point de vue cyber?</a:t>
            </a:r>
            <a:br>
              <a:rPr lang="fr-FR"/>
            </a:br>
            <a:r>
              <a:rPr lang="fr-FR"/>
              <a:t>    b. Sécurité des architectures</a:t>
            </a:r>
            <a:br>
              <a:rPr lang="fr-FR"/>
            </a:br>
            <a:r>
              <a:rPr lang="fr-FR"/>
              <a:t>      - Best practices architecture</a:t>
            </a:r>
            <a:br>
              <a:rPr lang="fr-FR"/>
            </a:br>
            <a:r>
              <a:rPr lang="fr-FR"/>
              <a:t>    c. Sécurité à la maille produit (dispositif type caméra)</a:t>
            </a:r>
            <a:br>
              <a:rPr lang="fr-FR"/>
            </a:br>
            <a:r>
              <a:rPr lang="fr-FR"/>
              <a:t>                 - Best practice ?</a:t>
            </a:r>
          </a:p>
        </p:txBody>
      </p:sp>
    </p:spTree>
    <p:extLst>
      <p:ext uri="{BB962C8B-B14F-4D97-AF65-F5344CB8AC3E}">
        <p14:creationId xmlns:p14="http://schemas.microsoft.com/office/powerpoint/2010/main" val="1906177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684443-46D6-0A5B-36F3-A0D6E4C3FAD3}"/>
              </a:ext>
            </a:extLst>
          </p:cNvPr>
          <p:cNvSpPr>
            <a:spLocks noGrp="1"/>
          </p:cNvSpPr>
          <p:nvPr>
            <p:ph type="title"/>
          </p:nvPr>
        </p:nvSpPr>
        <p:spPr/>
        <p:txBody>
          <a:bodyPr/>
          <a:lstStyle/>
          <a:p>
            <a:r>
              <a:rPr lang="fr-FR"/>
              <a:t>AGENDA</a:t>
            </a:r>
          </a:p>
        </p:txBody>
      </p:sp>
      <p:grpSp>
        <p:nvGrpSpPr>
          <p:cNvPr id="232" name="SP Agenda Section">
            <a:extLst>
              <a:ext uri="{FF2B5EF4-FFF2-40B4-BE49-F238E27FC236}">
                <a16:creationId xmlns:a16="http://schemas.microsoft.com/office/drawing/2014/main" id="{1E5A0772-38F6-0B36-2A9A-847996A084B9}"/>
              </a:ext>
            </a:extLst>
          </p:cNvPr>
          <p:cNvGrpSpPr>
            <a:grpSpLocks/>
          </p:cNvGrpSpPr>
          <p:nvPr/>
        </p:nvGrpSpPr>
        <p:grpSpPr>
          <a:xfrm>
            <a:off x="466609" y="1295400"/>
            <a:ext cx="11258782" cy="552002"/>
            <a:chOff x="350973" y="1196307"/>
            <a:chExt cx="6173651" cy="552002"/>
          </a:xfrm>
        </p:grpSpPr>
        <p:sp>
          <p:nvSpPr>
            <p:cNvPr id="233" name="Rectangle 232">
              <a:hlinkClick r:id="rId2" action="ppaction://hlinksldjump"/>
              <a:extLst>
                <a:ext uri="{FF2B5EF4-FFF2-40B4-BE49-F238E27FC236}">
                  <a16:creationId xmlns:a16="http://schemas.microsoft.com/office/drawing/2014/main" id="{779A5BEA-C482-ED5B-55B7-F6DBB6FCAF9E}"/>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1</a:t>
              </a:r>
            </a:p>
          </p:txBody>
        </p:sp>
        <p:sp>
          <p:nvSpPr>
            <p:cNvPr id="234" name="Rectangle 233">
              <a:hlinkClick r:id="rId2" action="ppaction://hlinksldjump"/>
              <a:extLst>
                <a:ext uri="{FF2B5EF4-FFF2-40B4-BE49-F238E27FC236}">
                  <a16:creationId xmlns:a16="http://schemas.microsoft.com/office/drawing/2014/main" id="{764FC0AF-32B7-7E21-5FA1-27280F3063B5}"/>
                </a:ext>
              </a:extLst>
            </p:cNvPr>
            <p:cNvSpPr>
              <a:spLocks/>
            </p:cNvSpPr>
            <p:nvPr userDrawn="1"/>
          </p:nvSpPr>
          <p:spPr>
            <a:xfrm>
              <a:off x="887873"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Introduction à la REC</a:t>
              </a:r>
            </a:p>
          </p:txBody>
        </p:sp>
        <p:sp>
          <p:nvSpPr>
            <p:cNvPr id="235" name="Rectangle 234">
              <a:hlinkClick r:id="rId2" action="ppaction://hlinksldjump"/>
              <a:extLst>
                <a:ext uri="{FF2B5EF4-FFF2-40B4-BE49-F238E27FC236}">
                  <a16:creationId xmlns:a16="http://schemas.microsoft.com/office/drawing/2014/main" id="{5C002C69-3653-0BBE-9433-3F82C5BB4610}"/>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4</a:t>
              </a:r>
            </a:p>
          </p:txBody>
        </p:sp>
      </p:grpSp>
      <p:grpSp>
        <p:nvGrpSpPr>
          <p:cNvPr id="236" name="SP Agenda Section">
            <a:extLst>
              <a:ext uri="{FF2B5EF4-FFF2-40B4-BE49-F238E27FC236}">
                <a16:creationId xmlns:a16="http://schemas.microsoft.com/office/drawing/2014/main" id="{51FE001C-9FA4-82EC-67F8-DE0733F040EA}"/>
              </a:ext>
            </a:extLst>
          </p:cNvPr>
          <p:cNvGrpSpPr>
            <a:grpSpLocks/>
          </p:cNvGrpSpPr>
          <p:nvPr/>
        </p:nvGrpSpPr>
        <p:grpSpPr>
          <a:xfrm>
            <a:off x="466609" y="1828800"/>
            <a:ext cx="11258782" cy="552002"/>
            <a:chOff x="350973" y="1196307"/>
            <a:chExt cx="6173651" cy="552002"/>
          </a:xfrm>
        </p:grpSpPr>
        <p:sp>
          <p:nvSpPr>
            <p:cNvPr id="237" name="Rectangle 236">
              <a:hlinkClick r:id="rId3" action="ppaction://hlinksldjump"/>
              <a:extLst>
                <a:ext uri="{FF2B5EF4-FFF2-40B4-BE49-F238E27FC236}">
                  <a16:creationId xmlns:a16="http://schemas.microsoft.com/office/drawing/2014/main" id="{A173B915-4128-B7A9-65D9-B5688C7F2970}"/>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2</a:t>
              </a:r>
            </a:p>
          </p:txBody>
        </p:sp>
        <p:sp>
          <p:nvSpPr>
            <p:cNvPr id="238" name="Rectangle 237">
              <a:hlinkClick r:id="rId3" action="ppaction://hlinksldjump"/>
              <a:extLst>
                <a:ext uri="{FF2B5EF4-FFF2-40B4-BE49-F238E27FC236}">
                  <a16:creationId xmlns:a16="http://schemas.microsoft.com/office/drawing/2014/main" id="{DF7510F0-4723-76C5-39A0-BA919E49F701}"/>
                </a:ext>
              </a:extLst>
            </p:cNvPr>
            <p:cNvSpPr>
              <a:spLocks/>
            </p:cNvSpPr>
            <p:nvPr userDrawn="1"/>
          </p:nvSpPr>
          <p:spPr>
            <a:xfrm>
              <a:off x="887873"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Périmètre d'application</a:t>
              </a:r>
            </a:p>
          </p:txBody>
        </p:sp>
        <p:sp>
          <p:nvSpPr>
            <p:cNvPr id="239" name="Rectangle 238">
              <a:hlinkClick r:id="rId3" action="ppaction://hlinksldjump"/>
              <a:extLst>
                <a:ext uri="{FF2B5EF4-FFF2-40B4-BE49-F238E27FC236}">
                  <a16:creationId xmlns:a16="http://schemas.microsoft.com/office/drawing/2014/main" id="{1712291C-D03A-580D-F23E-1A02ABB43F75}"/>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13</a:t>
              </a:r>
            </a:p>
          </p:txBody>
        </p:sp>
      </p:grpSp>
      <p:grpSp>
        <p:nvGrpSpPr>
          <p:cNvPr id="240" name="SP Agenda Section">
            <a:extLst>
              <a:ext uri="{FF2B5EF4-FFF2-40B4-BE49-F238E27FC236}">
                <a16:creationId xmlns:a16="http://schemas.microsoft.com/office/drawing/2014/main" id="{2AE254EA-E9E2-69E3-D299-5864B89D97C3}"/>
              </a:ext>
            </a:extLst>
          </p:cNvPr>
          <p:cNvGrpSpPr>
            <a:grpSpLocks/>
          </p:cNvGrpSpPr>
          <p:nvPr/>
        </p:nvGrpSpPr>
        <p:grpSpPr>
          <a:xfrm>
            <a:off x="466609" y="2362200"/>
            <a:ext cx="11258782" cy="552002"/>
            <a:chOff x="350973" y="1196307"/>
            <a:chExt cx="6173651" cy="552002"/>
          </a:xfrm>
        </p:grpSpPr>
        <p:sp>
          <p:nvSpPr>
            <p:cNvPr id="241" name="Rectangle 240">
              <a:hlinkClick r:id="rId4" action="ppaction://hlinksldjump"/>
              <a:extLst>
                <a:ext uri="{FF2B5EF4-FFF2-40B4-BE49-F238E27FC236}">
                  <a16:creationId xmlns:a16="http://schemas.microsoft.com/office/drawing/2014/main" id="{C7AD0115-B402-48F0-6869-E0E81D5ADFBC}"/>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3</a:t>
              </a:r>
            </a:p>
          </p:txBody>
        </p:sp>
        <p:sp>
          <p:nvSpPr>
            <p:cNvPr id="242" name="Rectangle 241">
              <a:hlinkClick r:id="rId4" action="ppaction://hlinksldjump"/>
              <a:extLst>
                <a:ext uri="{FF2B5EF4-FFF2-40B4-BE49-F238E27FC236}">
                  <a16:creationId xmlns:a16="http://schemas.microsoft.com/office/drawing/2014/main" id="{C4D6EF80-8C40-A1CA-B0AB-C22151975652}"/>
                </a:ext>
              </a:extLst>
            </p:cNvPr>
            <p:cNvSpPr>
              <a:spLocks/>
            </p:cNvSpPr>
            <p:nvPr userDrawn="1"/>
          </p:nvSpPr>
          <p:spPr>
            <a:xfrm>
              <a:off x="887873"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Mise en conformité à la NIS 2</a:t>
              </a:r>
            </a:p>
          </p:txBody>
        </p:sp>
        <p:sp>
          <p:nvSpPr>
            <p:cNvPr id="243" name="Rectangle 242">
              <a:hlinkClick r:id="rId4" action="ppaction://hlinksldjump"/>
              <a:extLst>
                <a:ext uri="{FF2B5EF4-FFF2-40B4-BE49-F238E27FC236}">
                  <a16:creationId xmlns:a16="http://schemas.microsoft.com/office/drawing/2014/main" id="{C3B1CCDF-DF01-12D0-29A4-E1DEAB00D7AB}"/>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14</a:t>
              </a:r>
            </a:p>
          </p:txBody>
        </p:sp>
      </p:grpSp>
      <p:grpSp>
        <p:nvGrpSpPr>
          <p:cNvPr id="244" name="SP Agenda Section">
            <a:extLst>
              <a:ext uri="{FF2B5EF4-FFF2-40B4-BE49-F238E27FC236}">
                <a16:creationId xmlns:a16="http://schemas.microsoft.com/office/drawing/2014/main" id="{EEB17CEF-4E8D-6981-4ECF-C3A23E206620}"/>
              </a:ext>
            </a:extLst>
          </p:cNvPr>
          <p:cNvGrpSpPr>
            <a:grpSpLocks/>
          </p:cNvGrpSpPr>
          <p:nvPr/>
        </p:nvGrpSpPr>
        <p:grpSpPr>
          <a:xfrm>
            <a:off x="466609" y="2895600"/>
            <a:ext cx="11258782" cy="552002"/>
            <a:chOff x="350973" y="1196307"/>
            <a:chExt cx="6173651" cy="552002"/>
          </a:xfrm>
        </p:grpSpPr>
        <p:sp>
          <p:nvSpPr>
            <p:cNvPr id="245" name="Rectangle 244">
              <a:hlinkClick r:id="rId5" action="ppaction://hlinksldjump"/>
              <a:extLst>
                <a:ext uri="{FF2B5EF4-FFF2-40B4-BE49-F238E27FC236}">
                  <a16:creationId xmlns:a16="http://schemas.microsoft.com/office/drawing/2014/main" id="{B72F7C2F-9A49-FD7D-54DA-835829BB1095}"/>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4</a:t>
              </a:r>
            </a:p>
          </p:txBody>
        </p:sp>
        <p:sp>
          <p:nvSpPr>
            <p:cNvPr id="246" name="Rectangle 245">
              <a:hlinkClick r:id="rId5" action="ppaction://hlinksldjump"/>
              <a:extLst>
                <a:ext uri="{FF2B5EF4-FFF2-40B4-BE49-F238E27FC236}">
                  <a16:creationId xmlns:a16="http://schemas.microsoft.com/office/drawing/2014/main" id="{B43AE3BA-D021-197C-58F3-2E3F8FA724BF}"/>
                </a:ext>
              </a:extLst>
            </p:cNvPr>
            <p:cNvSpPr>
              <a:spLocks/>
            </p:cNvSpPr>
            <p:nvPr userDrawn="1"/>
          </p:nvSpPr>
          <p:spPr>
            <a:xfrm>
              <a:off x="887873"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Protection des SIIV</a:t>
              </a:r>
            </a:p>
          </p:txBody>
        </p:sp>
        <p:sp>
          <p:nvSpPr>
            <p:cNvPr id="247" name="Rectangle 246">
              <a:hlinkClick r:id="rId5" action="ppaction://hlinksldjump"/>
              <a:extLst>
                <a:ext uri="{FF2B5EF4-FFF2-40B4-BE49-F238E27FC236}">
                  <a16:creationId xmlns:a16="http://schemas.microsoft.com/office/drawing/2014/main" id="{7EFCF274-B80C-CA2B-F028-1267D7A69543}"/>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16</a:t>
              </a:r>
            </a:p>
          </p:txBody>
        </p:sp>
      </p:grpSp>
      <p:grpSp>
        <p:nvGrpSpPr>
          <p:cNvPr id="248" name="SP Agenda Section">
            <a:extLst>
              <a:ext uri="{FF2B5EF4-FFF2-40B4-BE49-F238E27FC236}">
                <a16:creationId xmlns:a16="http://schemas.microsoft.com/office/drawing/2014/main" id="{92D8D6D3-6AE3-A3D0-A182-C40954682945}"/>
              </a:ext>
            </a:extLst>
          </p:cNvPr>
          <p:cNvGrpSpPr>
            <a:grpSpLocks/>
          </p:cNvGrpSpPr>
          <p:nvPr/>
        </p:nvGrpSpPr>
        <p:grpSpPr>
          <a:xfrm>
            <a:off x="466609" y="3429000"/>
            <a:ext cx="11258782" cy="552002"/>
            <a:chOff x="350973" y="1196307"/>
            <a:chExt cx="6173651" cy="552002"/>
          </a:xfrm>
        </p:grpSpPr>
        <p:sp>
          <p:nvSpPr>
            <p:cNvPr id="249" name="Rectangle 248">
              <a:hlinkClick r:id="rId6" action="ppaction://hlinksldjump"/>
              <a:extLst>
                <a:ext uri="{FF2B5EF4-FFF2-40B4-BE49-F238E27FC236}">
                  <a16:creationId xmlns:a16="http://schemas.microsoft.com/office/drawing/2014/main" id="{0505DE01-5DFD-6642-7286-AFD7896DDBB2}"/>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5</a:t>
              </a:r>
            </a:p>
          </p:txBody>
        </p:sp>
        <p:sp>
          <p:nvSpPr>
            <p:cNvPr id="250" name="Rectangle 249">
              <a:hlinkClick r:id="rId6" action="ppaction://hlinksldjump"/>
              <a:extLst>
                <a:ext uri="{FF2B5EF4-FFF2-40B4-BE49-F238E27FC236}">
                  <a16:creationId xmlns:a16="http://schemas.microsoft.com/office/drawing/2014/main" id="{9E12EED7-9595-794C-B986-77E4DF551153}"/>
                </a:ext>
              </a:extLst>
            </p:cNvPr>
            <p:cNvSpPr>
              <a:spLocks/>
            </p:cNvSpPr>
            <p:nvPr userDrawn="1"/>
          </p:nvSpPr>
          <p:spPr>
            <a:xfrm>
              <a:off x="887873"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Protection des PIV</a:t>
              </a:r>
            </a:p>
          </p:txBody>
        </p:sp>
        <p:sp>
          <p:nvSpPr>
            <p:cNvPr id="251" name="Rectangle 250">
              <a:hlinkClick r:id="rId6" action="ppaction://hlinksldjump"/>
              <a:extLst>
                <a:ext uri="{FF2B5EF4-FFF2-40B4-BE49-F238E27FC236}">
                  <a16:creationId xmlns:a16="http://schemas.microsoft.com/office/drawing/2014/main" id="{BCDDD2CB-90C2-E64B-4FBF-5D6B9D354DC2}"/>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18</a:t>
              </a:r>
            </a:p>
          </p:txBody>
        </p:sp>
      </p:grpSp>
      <p:grpSp>
        <p:nvGrpSpPr>
          <p:cNvPr id="252" name="SP Agenda Section">
            <a:extLst>
              <a:ext uri="{FF2B5EF4-FFF2-40B4-BE49-F238E27FC236}">
                <a16:creationId xmlns:a16="http://schemas.microsoft.com/office/drawing/2014/main" id="{F4565EFD-89AF-C4D7-F03D-E152BD4C9743}"/>
              </a:ext>
            </a:extLst>
          </p:cNvPr>
          <p:cNvGrpSpPr>
            <a:grpSpLocks/>
          </p:cNvGrpSpPr>
          <p:nvPr/>
        </p:nvGrpSpPr>
        <p:grpSpPr>
          <a:xfrm>
            <a:off x="466609" y="3962400"/>
            <a:ext cx="11258782" cy="552002"/>
            <a:chOff x="350973" y="1196307"/>
            <a:chExt cx="6173651" cy="552002"/>
          </a:xfrm>
        </p:grpSpPr>
        <p:sp>
          <p:nvSpPr>
            <p:cNvPr id="253" name="Rectangle 252">
              <a:hlinkClick r:id="rId7" action="ppaction://hlinksldjump"/>
              <a:extLst>
                <a:ext uri="{FF2B5EF4-FFF2-40B4-BE49-F238E27FC236}">
                  <a16:creationId xmlns:a16="http://schemas.microsoft.com/office/drawing/2014/main" id="{AA51AACA-EED3-A4D7-56E5-9A7FF3587B7C}"/>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6</a:t>
              </a:r>
            </a:p>
          </p:txBody>
        </p:sp>
        <p:sp>
          <p:nvSpPr>
            <p:cNvPr id="254" name="Rectangle 253">
              <a:hlinkClick r:id="rId7" action="ppaction://hlinksldjump"/>
              <a:extLst>
                <a:ext uri="{FF2B5EF4-FFF2-40B4-BE49-F238E27FC236}">
                  <a16:creationId xmlns:a16="http://schemas.microsoft.com/office/drawing/2014/main" id="{5FB442FD-8A92-7C41-5624-4E76018CFBFD}"/>
                </a:ext>
              </a:extLst>
            </p:cNvPr>
            <p:cNvSpPr>
              <a:spLocks/>
            </p:cNvSpPr>
            <p:nvPr userDrawn="1"/>
          </p:nvSpPr>
          <p:spPr>
            <a:xfrm>
              <a:off x="887873"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Annexe</a:t>
              </a:r>
            </a:p>
          </p:txBody>
        </p:sp>
        <p:sp>
          <p:nvSpPr>
            <p:cNvPr id="255" name="Rectangle 254">
              <a:hlinkClick r:id="rId7" action="ppaction://hlinksldjump"/>
              <a:extLst>
                <a:ext uri="{FF2B5EF4-FFF2-40B4-BE49-F238E27FC236}">
                  <a16:creationId xmlns:a16="http://schemas.microsoft.com/office/drawing/2014/main" id="{D05B6EE9-B5E4-CE70-E379-6575D532D4A7}"/>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24</a:t>
              </a:r>
            </a:p>
          </p:txBody>
        </p:sp>
      </p:grpSp>
    </p:spTree>
    <p:extLst>
      <p:ext uri="{BB962C8B-B14F-4D97-AF65-F5344CB8AC3E}">
        <p14:creationId xmlns:p14="http://schemas.microsoft.com/office/powerpoint/2010/main" val="1518869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832019-EC02-D8BB-6BB4-E8C32016B133}"/>
              </a:ext>
            </a:extLst>
          </p:cNvPr>
          <p:cNvSpPr>
            <a:spLocks noGrp="1"/>
          </p:cNvSpPr>
          <p:nvPr>
            <p:ph type="title"/>
          </p:nvPr>
        </p:nvSpPr>
        <p:spPr/>
        <p:txBody>
          <a:bodyPr/>
          <a:lstStyle/>
          <a:p>
            <a:r>
              <a:rPr lang="fr-FR"/>
              <a:t>AGENDA</a:t>
            </a:r>
          </a:p>
        </p:txBody>
      </p:sp>
      <p:grpSp>
        <p:nvGrpSpPr>
          <p:cNvPr id="232" name="SP Agenda Section Highlight">
            <a:extLst>
              <a:ext uri="{FF2B5EF4-FFF2-40B4-BE49-F238E27FC236}">
                <a16:creationId xmlns:a16="http://schemas.microsoft.com/office/drawing/2014/main" id="{A7642447-DC6E-8704-5E2A-CA2C17EF5511}"/>
              </a:ext>
            </a:extLst>
          </p:cNvPr>
          <p:cNvGrpSpPr>
            <a:grpSpLocks/>
          </p:cNvGrpSpPr>
          <p:nvPr/>
        </p:nvGrpSpPr>
        <p:grpSpPr>
          <a:xfrm>
            <a:off x="466610" y="1295400"/>
            <a:ext cx="11258783" cy="552002"/>
            <a:chOff x="350973" y="1196307"/>
            <a:chExt cx="6173652" cy="552002"/>
          </a:xfrm>
        </p:grpSpPr>
        <p:sp>
          <p:nvSpPr>
            <p:cNvPr id="233" name="Rectangle 232">
              <a:hlinkClick r:id="rId2" action="ppaction://hlinksldjump"/>
              <a:extLst>
                <a:ext uri="{FF2B5EF4-FFF2-40B4-BE49-F238E27FC236}">
                  <a16:creationId xmlns:a16="http://schemas.microsoft.com/office/drawing/2014/main" id="{1455E414-619C-E6DD-0F9E-B6E94AD13BD6}"/>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1</a:t>
              </a:r>
            </a:p>
          </p:txBody>
        </p:sp>
        <p:sp>
          <p:nvSpPr>
            <p:cNvPr id="234" name="Rectangle 233">
              <a:hlinkClick r:id="rId2" action="ppaction://hlinksldjump"/>
              <a:extLst>
                <a:ext uri="{FF2B5EF4-FFF2-40B4-BE49-F238E27FC236}">
                  <a16:creationId xmlns:a16="http://schemas.microsoft.com/office/drawing/2014/main" id="{9CB69EC7-DE8B-E042-3B88-18B4710339BF}"/>
                </a:ext>
              </a:extLst>
            </p:cNvPr>
            <p:cNvSpPr>
              <a:spLocks/>
            </p:cNvSpPr>
            <p:nvPr userDrawn="1"/>
          </p:nvSpPr>
          <p:spPr>
            <a:xfrm>
              <a:off x="891565"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b="1" i="0" kern="1200" cap="none" baseline="0" noProof="0">
                  <a:solidFill>
                    <a:schemeClr val="bg2"/>
                  </a:solidFill>
                  <a:latin typeface="+mn-lt"/>
                  <a:ea typeface="+mn-ea"/>
                  <a:cs typeface="+mn-cs"/>
                </a:rPr>
                <a:t>Introduction à la REC</a:t>
              </a:r>
            </a:p>
          </p:txBody>
        </p:sp>
        <p:sp>
          <p:nvSpPr>
            <p:cNvPr id="235" name="Rectangle 234">
              <a:hlinkClick r:id="rId2" action="ppaction://hlinksldjump"/>
              <a:extLst>
                <a:ext uri="{FF2B5EF4-FFF2-40B4-BE49-F238E27FC236}">
                  <a16:creationId xmlns:a16="http://schemas.microsoft.com/office/drawing/2014/main" id="{F1E91A63-D4EF-C676-CAD5-C4D0D1EA767D}"/>
                </a:ext>
              </a:extLst>
            </p:cNvPr>
            <p:cNvSpPr>
              <a:spLocks/>
            </p:cNvSpPr>
            <p:nvPr userDrawn="1"/>
          </p:nvSpPr>
          <p:spPr>
            <a:xfrm>
              <a:off x="6009095" y="1196308"/>
              <a:ext cx="51553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4</a:t>
              </a:r>
            </a:p>
          </p:txBody>
        </p:sp>
      </p:grpSp>
      <p:grpSp>
        <p:nvGrpSpPr>
          <p:cNvPr id="236" name="SP Agenda Section">
            <a:extLst>
              <a:ext uri="{FF2B5EF4-FFF2-40B4-BE49-F238E27FC236}">
                <a16:creationId xmlns:a16="http://schemas.microsoft.com/office/drawing/2014/main" id="{75784D54-DEA1-E48F-6E0F-4E39EC133A0B}"/>
              </a:ext>
            </a:extLst>
          </p:cNvPr>
          <p:cNvGrpSpPr>
            <a:grpSpLocks/>
          </p:cNvGrpSpPr>
          <p:nvPr/>
        </p:nvGrpSpPr>
        <p:grpSpPr>
          <a:xfrm>
            <a:off x="466609" y="1828800"/>
            <a:ext cx="11258782" cy="552002"/>
            <a:chOff x="350973" y="1196307"/>
            <a:chExt cx="6173651" cy="552002"/>
          </a:xfrm>
        </p:grpSpPr>
        <p:sp>
          <p:nvSpPr>
            <p:cNvPr id="237" name="Rectangle 236">
              <a:hlinkClick r:id="rId3" action="ppaction://hlinksldjump"/>
              <a:extLst>
                <a:ext uri="{FF2B5EF4-FFF2-40B4-BE49-F238E27FC236}">
                  <a16:creationId xmlns:a16="http://schemas.microsoft.com/office/drawing/2014/main" id="{B32580F5-BDFF-C78E-391F-FF51306F6F40}"/>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2</a:t>
              </a:r>
            </a:p>
          </p:txBody>
        </p:sp>
        <p:sp>
          <p:nvSpPr>
            <p:cNvPr id="238" name="Rectangle 237">
              <a:hlinkClick r:id="rId3" action="ppaction://hlinksldjump"/>
              <a:extLst>
                <a:ext uri="{FF2B5EF4-FFF2-40B4-BE49-F238E27FC236}">
                  <a16:creationId xmlns:a16="http://schemas.microsoft.com/office/drawing/2014/main" id="{4B927DD3-AAC8-5C0D-2E96-6BDF0793531E}"/>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Périmètre d'application</a:t>
              </a:r>
            </a:p>
          </p:txBody>
        </p:sp>
        <p:sp>
          <p:nvSpPr>
            <p:cNvPr id="239" name="Rectangle 238">
              <a:hlinkClick r:id="rId3" action="ppaction://hlinksldjump"/>
              <a:extLst>
                <a:ext uri="{FF2B5EF4-FFF2-40B4-BE49-F238E27FC236}">
                  <a16:creationId xmlns:a16="http://schemas.microsoft.com/office/drawing/2014/main" id="{DA2415E7-635C-13E7-3E7E-CB184245B06F}"/>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13</a:t>
              </a:r>
            </a:p>
          </p:txBody>
        </p:sp>
      </p:grpSp>
      <p:grpSp>
        <p:nvGrpSpPr>
          <p:cNvPr id="240" name="SP Agenda Section">
            <a:extLst>
              <a:ext uri="{FF2B5EF4-FFF2-40B4-BE49-F238E27FC236}">
                <a16:creationId xmlns:a16="http://schemas.microsoft.com/office/drawing/2014/main" id="{6FCE5C3E-D4EE-6A16-E978-D3C92A6B1869}"/>
              </a:ext>
            </a:extLst>
          </p:cNvPr>
          <p:cNvGrpSpPr>
            <a:grpSpLocks/>
          </p:cNvGrpSpPr>
          <p:nvPr/>
        </p:nvGrpSpPr>
        <p:grpSpPr>
          <a:xfrm>
            <a:off x="466609" y="2362200"/>
            <a:ext cx="11258782" cy="552002"/>
            <a:chOff x="350973" y="1196307"/>
            <a:chExt cx="6173651" cy="552002"/>
          </a:xfrm>
        </p:grpSpPr>
        <p:sp>
          <p:nvSpPr>
            <p:cNvPr id="241" name="Rectangle 240">
              <a:hlinkClick r:id="rId4" action="ppaction://hlinksldjump"/>
              <a:extLst>
                <a:ext uri="{FF2B5EF4-FFF2-40B4-BE49-F238E27FC236}">
                  <a16:creationId xmlns:a16="http://schemas.microsoft.com/office/drawing/2014/main" id="{C4C33A86-D837-A299-BFD9-FE6009CAFD7B}"/>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3</a:t>
              </a:r>
            </a:p>
          </p:txBody>
        </p:sp>
        <p:sp>
          <p:nvSpPr>
            <p:cNvPr id="242" name="Rectangle 241">
              <a:hlinkClick r:id="rId4" action="ppaction://hlinksldjump"/>
              <a:extLst>
                <a:ext uri="{FF2B5EF4-FFF2-40B4-BE49-F238E27FC236}">
                  <a16:creationId xmlns:a16="http://schemas.microsoft.com/office/drawing/2014/main" id="{AFC87D06-7BAF-DF05-776D-A3BF0332657B}"/>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Mise en conformité à la NIS 2</a:t>
              </a:r>
            </a:p>
          </p:txBody>
        </p:sp>
        <p:sp>
          <p:nvSpPr>
            <p:cNvPr id="243" name="Rectangle 242">
              <a:hlinkClick r:id="rId4" action="ppaction://hlinksldjump"/>
              <a:extLst>
                <a:ext uri="{FF2B5EF4-FFF2-40B4-BE49-F238E27FC236}">
                  <a16:creationId xmlns:a16="http://schemas.microsoft.com/office/drawing/2014/main" id="{2FF1269D-886D-8A41-30B2-EB5B51F1269A}"/>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14</a:t>
              </a:r>
            </a:p>
          </p:txBody>
        </p:sp>
      </p:grpSp>
      <p:grpSp>
        <p:nvGrpSpPr>
          <p:cNvPr id="244" name="SP Agenda Section">
            <a:extLst>
              <a:ext uri="{FF2B5EF4-FFF2-40B4-BE49-F238E27FC236}">
                <a16:creationId xmlns:a16="http://schemas.microsoft.com/office/drawing/2014/main" id="{69D2128D-5CA5-DCFA-4A52-D197C5ED94D6}"/>
              </a:ext>
            </a:extLst>
          </p:cNvPr>
          <p:cNvGrpSpPr>
            <a:grpSpLocks/>
          </p:cNvGrpSpPr>
          <p:nvPr/>
        </p:nvGrpSpPr>
        <p:grpSpPr>
          <a:xfrm>
            <a:off x="466609" y="2895600"/>
            <a:ext cx="11258782" cy="552002"/>
            <a:chOff x="350973" y="1196307"/>
            <a:chExt cx="6173651" cy="552002"/>
          </a:xfrm>
        </p:grpSpPr>
        <p:sp>
          <p:nvSpPr>
            <p:cNvPr id="245" name="Rectangle 244">
              <a:hlinkClick r:id="rId5" action="ppaction://hlinksldjump"/>
              <a:extLst>
                <a:ext uri="{FF2B5EF4-FFF2-40B4-BE49-F238E27FC236}">
                  <a16:creationId xmlns:a16="http://schemas.microsoft.com/office/drawing/2014/main" id="{2447E335-5D00-C8F9-9EC7-D2D1E3081781}"/>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4</a:t>
              </a:r>
            </a:p>
          </p:txBody>
        </p:sp>
        <p:sp>
          <p:nvSpPr>
            <p:cNvPr id="246" name="Rectangle 245">
              <a:hlinkClick r:id="rId5" action="ppaction://hlinksldjump"/>
              <a:extLst>
                <a:ext uri="{FF2B5EF4-FFF2-40B4-BE49-F238E27FC236}">
                  <a16:creationId xmlns:a16="http://schemas.microsoft.com/office/drawing/2014/main" id="{41800DCD-D517-4A2C-24E2-1915346B0EE3}"/>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Protection des SIIV</a:t>
              </a:r>
            </a:p>
          </p:txBody>
        </p:sp>
        <p:sp>
          <p:nvSpPr>
            <p:cNvPr id="247" name="Rectangle 246">
              <a:hlinkClick r:id="rId5" action="ppaction://hlinksldjump"/>
              <a:extLst>
                <a:ext uri="{FF2B5EF4-FFF2-40B4-BE49-F238E27FC236}">
                  <a16:creationId xmlns:a16="http://schemas.microsoft.com/office/drawing/2014/main" id="{005F029D-E933-C630-0186-35AFB66B5B5A}"/>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16</a:t>
              </a:r>
            </a:p>
          </p:txBody>
        </p:sp>
      </p:grpSp>
      <p:grpSp>
        <p:nvGrpSpPr>
          <p:cNvPr id="248" name="SP Agenda Section">
            <a:extLst>
              <a:ext uri="{FF2B5EF4-FFF2-40B4-BE49-F238E27FC236}">
                <a16:creationId xmlns:a16="http://schemas.microsoft.com/office/drawing/2014/main" id="{E782EA26-7F9A-14DD-2457-1C596C13F0B6}"/>
              </a:ext>
            </a:extLst>
          </p:cNvPr>
          <p:cNvGrpSpPr>
            <a:grpSpLocks/>
          </p:cNvGrpSpPr>
          <p:nvPr/>
        </p:nvGrpSpPr>
        <p:grpSpPr>
          <a:xfrm>
            <a:off x="466609" y="3429000"/>
            <a:ext cx="11258782" cy="552002"/>
            <a:chOff x="350973" y="1196307"/>
            <a:chExt cx="6173651" cy="552002"/>
          </a:xfrm>
        </p:grpSpPr>
        <p:sp>
          <p:nvSpPr>
            <p:cNvPr id="249" name="Rectangle 248">
              <a:hlinkClick r:id="rId6" action="ppaction://hlinksldjump"/>
              <a:extLst>
                <a:ext uri="{FF2B5EF4-FFF2-40B4-BE49-F238E27FC236}">
                  <a16:creationId xmlns:a16="http://schemas.microsoft.com/office/drawing/2014/main" id="{8C97AAEA-F05C-28FD-3D0E-D43107A62857}"/>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5</a:t>
              </a:r>
            </a:p>
          </p:txBody>
        </p:sp>
        <p:sp>
          <p:nvSpPr>
            <p:cNvPr id="250" name="Rectangle 249">
              <a:hlinkClick r:id="rId6" action="ppaction://hlinksldjump"/>
              <a:extLst>
                <a:ext uri="{FF2B5EF4-FFF2-40B4-BE49-F238E27FC236}">
                  <a16:creationId xmlns:a16="http://schemas.microsoft.com/office/drawing/2014/main" id="{A87205A8-1C89-003A-AB89-F692C83AA33F}"/>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Protection des PIV</a:t>
              </a:r>
            </a:p>
          </p:txBody>
        </p:sp>
        <p:sp>
          <p:nvSpPr>
            <p:cNvPr id="251" name="Rectangle 250">
              <a:hlinkClick r:id="rId6" action="ppaction://hlinksldjump"/>
              <a:extLst>
                <a:ext uri="{FF2B5EF4-FFF2-40B4-BE49-F238E27FC236}">
                  <a16:creationId xmlns:a16="http://schemas.microsoft.com/office/drawing/2014/main" id="{9176075E-BA1D-9368-B6E9-4D8F8F1FA19D}"/>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18</a:t>
              </a:r>
            </a:p>
          </p:txBody>
        </p:sp>
      </p:grpSp>
      <p:grpSp>
        <p:nvGrpSpPr>
          <p:cNvPr id="252" name="SP Agenda Section">
            <a:extLst>
              <a:ext uri="{FF2B5EF4-FFF2-40B4-BE49-F238E27FC236}">
                <a16:creationId xmlns:a16="http://schemas.microsoft.com/office/drawing/2014/main" id="{F73562E6-610A-B784-E1ED-181903F40F17}"/>
              </a:ext>
            </a:extLst>
          </p:cNvPr>
          <p:cNvGrpSpPr>
            <a:grpSpLocks/>
          </p:cNvGrpSpPr>
          <p:nvPr/>
        </p:nvGrpSpPr>
        <p:grpSpPr>
          <a:xfrm>
            <a:off x="466609" y="3962400"/>
            <a:ext cx="11258782" cy="552002"/>
            <a:chOff x="350973" y="1196307"/>
            <a:chExt cx="6173651" cy="552002"/>
          </a:xfrm>
        </p:grpSpPr>
        <p:sp>
          <p:nvSpPr>
            <p:cNvPr id="253" name="Rectangle 252">
              <a:hlinkClick r:id="rId7" action="ppaction://hlinksldjump"/>
              <a:extLst>
                <a:ext uri="{FF2B5EF4-FFF2-40B4-BE49-F238E27FC236}">
                  <a16:creationId xmlns:a16="http://schemas.microsoft.com/office/drawing/2014/main" id="{320F0FAE-32DB-B78E-AA0D-FB3035DF45B9}"/>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6</a:t>
              </a:r>
            </a:p>
          </p:txBody>
        </p:sp>
        <p:sp>
          <p:nvSpPr>
            <p:cNvPr id="254" name="Rectangle 253">
              <a:hlinkClick r:id="rId7" action="ppaction://hlinksldjump"/>
              <a:extLst>
                <a:ext uri="{FF2B5EF4-FFF2-40B4-BE49-F238E27FC236}">
                  <a16:creationId xmlns:a16="http://schemas.microsoft.com/office/drawing/2014/main" id="{BEEB20FF-6BC8-B904-A10F-68B567351264}"/>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Annexe</a:t>
              </a:r>
            </a:p>
          </p:txBody>
        </p:sp>
        <p:sp>
          <p:nvSpPr>
            <p:cNvPr id="255" name="Rectangle 254">
              <a:hlinkClick r:id="rId7" action="ppaction://hlinksldjump"/>
              <a:extLst>
                <a:ext uri="{FF2B5EF4-FFF2-40B4-BE49-F238E27FC236}">
                  <a16:creationId xmlns:a16="http://schemas.microsoft.com/office/drawing/2014/main" id="{AC6B86C8-F2C7-738A-21B5-2E96E3F2B014}"/>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24</a:t>
              </a:r>
            </a:p>
          </p:txBody>
        </p:sp>
      </p:grpSp>
    </p:spTree>
    <p:extLst>
      <p:ext uri="{BB962C8B-B14F-4D97-AF65-F5344CB8AC3E}">
        <p14:creationId xmlns:p14="http://schemas.microsoft.com/office/powerpoint/2010/main" val="1199000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3DB155-28A4-4020-429A-FF9BFAD71F7B}"/>
              </a:ext>
            </a:extLst>
          </p:cNvPr>
          <p:cNvSpPr>
            <a:spLocks noGrp="1"/>
          </p:cNvSpPr>
          <p:nvPr>
            <p:ph type="title"/>
          </p:nvPr>
        </p:nvSpPr>
        <p:spPr>
          <a:xfrm>
            <a:off x="404177" y="440285"/>
            <a:ext cx="11342769" cy="936773"/>
          </a:xfrm>
        </p:spPr>
        <p:txBody>
          <a:bodyPr/>
          <a:lstStyle/>
          <a:p>
            <a:r>
              <a:rPr lang="fr-FR" sz="2200"/>
              <a:t>Contexte et enjeux de la directive REC</a:t>
            </a:r>
          </a:p>
        </p:txBody>
      </p:sp>
      <p:grpSp>
        <p:nvGrpSpPr>
          <p:cNvPr id="94" name="Groupe 93">
            <a:extLst>
              <a:ext uri="{FF2B5EF4-FFF2-40B4-BE49-F238E27FC236}">
                <a16:creationId xmlns:a16="http://schemas.microsoft.com/office/drawing/2014/main" id="{22318482-8818-2F36-EAE2-E702D525F4C3}"/>
              </a:ext>
            </a:extLst>
          </p:cNvPr>
          <p:cNvGrpSpPr>
            <a:grpSpLocks/>
          </p:cNvGrpSpPr>
          <p:nvPr/>
        </p:nvGrpSpPr>
        <p:grpSpPr>
          <a:xfrm>
            <a:off x="5794470" y="2786124"/>
            <a:ext cx="5974907" cy="948323"/>
            <a:chOff x="6195913" y="2724392"/>
            <a:chExt cx="5974907" cy="948323"/>
          </a:xfrm>
        </p:grpSpPr>
        <p:sp>
          <p:nvSpPr>
            <p:cNvPr id="95" name="Rectangle 94" descr="----">
              <a:extLst>
                <a:ext uri="{FF2B5EF4-FFF2-40B4-BE49-F238E27FC236}">
                  <a16:creationId xmlns:a16="http://schemas.microsoft.com/office/drawing/2014/main" id="{1723BE17-7BEE-25DD-A014-9E9F3F6DE3E2}"/>
                </a:ext>
              </a:extLst>
            </p:cNvPr>
            <p:cNvSpPr>
              <a:spLocks/>
            </p:cNvSpPr>
            <p:nvPr>
              <p:custDataLst>
                <p:tags r:id="rId51"/>
              </p:custDataLst>
            </p:nvPr>
          </p:nvSpPr>
          <p:spPr>
            <a:xfrm>
              <a:off x="6195913" y="2724392"/>
              <a:ext cx="5974907" cy="94832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0" tIns="72000" rIns="108000" bIns="72000" numCol="1" spcCol="0" rtlCol="0" fromWordArt="0" anchor="ctr" anchorCtr="0" forceAA="0" compatLnSpc="1">
              <a:prstTxWarp prst="textNoShape">
                <a:avLst/>
              </a:prstTxWarp>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1100" b="0" u="none" strike="noStrike" kern="1200" cap="none" spc="0" normalizeH="0" baseline="0" noProof="0">
                  <a:ln>
                    <a:noFill/>
                  </a:ln>
                  <a:solidFill>
                    <a:schemeClr val="accent3">
                      <a:lumMod val="100000"/>
                    </a:schemeClr>
                  </a:solidFill>
                  <a:effectLst/>
                  <a:uLnTx/>
                  <a:uFillTx/>
                  <a:ea typeface="+mn-ea"/>
                  <a:cs typeface="+mn-cs"/>
                </a:rPr>
                <a:t>Contrairement à un </a:t>
              </a:r>
              <a:r>
                <a:rPr kumimoji="0" lang="fr-FR" sz="1100" b="1" u="none" strike="noStrike" kern="1200" cap="none" spc="0" normalizeH="0" baseline="0" noProof="0">
                  <a:ln>
                    <a:noFill/>
                  </a:ln>
                  <a:solidFill>
                    <a:schemeClr val="accent3">
                      <a:lumMod val="100000"/>
                    </a:schemeClr>
                  </a:solidFill>
                  <a:effectLst/>
                  <a:uLnTx/>
                  <a:uFillTx/>
                  <a:ea typeface="+mn-ea"/>
                  <a:cs typeface="+mn-cs"/>
                </a:rPr>
                <a:t>règlement</a:t>
              </a:r>
              <a:r>
                <a:rPr kumimoji="0" lang="fr-FR" sz="1100" b="0" u="none" strike="noStrike" kern="1200" cap="none" spc="0" normalizeH="0" baseline="0" noProof="0">
                  <a:ln>
                    <a:noFill/>
                  </a:ln>
                  <a:solidFill>
                    <a:schemeClr val="accent3">
                      <a:lumMod val="100000"/>
                    </a:schemeClr>
                  </a:solidFill>
                  <a:effectLst/>
                  <a:uLnTx/>
                  <a:uFillTx/>
                  <a:ea typeface="+mn-ea"/>
                  <a:cs typeface="+mn-cs"/>
                </a:rPr>
                <a:t>, qui est </a:t>
              </a:r>
              <a:r>
                <a:rPr kumimoji="0" lang="fr-FR" sz="1100" b="1" u="none" strike="noStrike" kern="1200" cap="none" spc="0" normalizeH="0" baseline="0" noProof="0">
                  <a:ln>
                    <a:noFill/>
                  </a:ln>
                  <a:solidFill>
                    <a:schemeClr val="accent3">
                      <a:lumMod val="100000"/>
                    </a:schemeClr>
                  </a:solidFill>
                  <a:effectLst/>
                  <a:uLnTx/>
                  <a:uFillTx/>
                  <a:ea typeface="+mn-ea"/>
                  <a:cs typeface="+mn-cs"/>
                </a:rPr>
                <a:t>directement applicable </a:t>
              </a:r>
              <a:r>
                <a:rPr kumimoji="0" lang="fr-FR" sz="1100" b="0" u="none" strike="noStrike" kern="1200" cap="none" spc="0" normalizeH="0" baseline="0" noProof="0">
                  <a:ln>
                    <a:noFill/>
                  </a:ln>
                  <a:solidFill>
                    <a:schemeClr val="accent3">
                      <a:lumMod val="100000"/>
                    </a:schemeClr>
                  </a:solidFill>
                  <a:effectLst/>
                  <a:uLnTx/>
                  <a:uFillTx/>
                  <a:ea typeface="+mn-ea"/>
                  <a:cs typeface="+mn-cs"/>
                </a:rPr>
                <a:t>dans les États membres après son entrée en vigueur, une </a:t>
              </a:r>
              <a:r>
                <a:rPr kumimoji="0" lang="fr-FR" sz="1100" b="1" u="none" strike="noStrike" kern="1200" cap="none" spc="0" normalizeH="0" baseline="0" noProof="0">
                  <a:ln>
                    <a:noFill/>
                  </a:ln>
                  <a:solidFill>
                    <a:schemeClr val="accent3">
                      <a:lumMod val="100000"/>
                    </a:schemeClr>
                  </a:solidFill>
                  <a:effectLst/>
                  <a:uLnTx/>
                  <a:uFillTx/>
                  <a:ea typeface="+mn-ea"/>
                  <a:cs typeface="+mn-cs"/>
                </a:rPr>
                <a:t>directive </a:t>
              </a:r>
              <a:r>
                <a:rPr kumimoji="0" lang="fr-FR" sz="1100" b="0" u="none" strike="noStrike" kern="1200" cap="none" spc="0" normalizeH="0" baseline="0" noProof="0">
                  <a:ln>
                    <a:noFill/>
                  </a:ln>
                  <a:solidFill>
                    <a:schemeClr val="accent3">
                      <a:lumMod val="100000"/>
                    </a:schemeClr>
                  </a:solidFill>
                  <a:effectLst/>
                  <a:uLnTx/>
                  <a:uFillTx/>
                  <a:ea typeface="+mn-ea"/>
                  <a:cs typeface="+mn-cs"/>
                </a:rPr>
                <a:t>doit d’abord être </a:t>
              </a:r>
              <a:r>
                <a:rPr kumimoji="0" lang="fr-FR" sz="1100" b="1" u="none" strike="noStrike" kern="1200" cap="none" spc="0" normalizeH="0" baseline="0" noProof="0">
                  <a:ln>
                    <a:noFill/>
                  </a:ln>
                  <a:solidFill>
                    <a:schemeClr val="accent3">
                      <a:lumMod val="100000"/>
                    </a:schemeClr>
                  </a:solidFill>
                  <a:effectLst/>
                  <a:uLnTx/>
                  <a:uFillTx/>
                  <a:ea typeface="+mn-ea"/>
                  <a:cs typeface="+mn-cs"/>
                </a:rPr>
                <a:t>transposée</a:t>
              </a:r>
              <a:r>
                <a:rPr kumimoji="0" lang="fr-FR" sz="1100" b="0" u="none" strike="noStrike" kern="1200" cap="none" spc="0" normalizeH="0" baseline="0" noProof="0">
                  <a:ln>
                    <a:noFill/>
                  </a:ln>
                  <a:solidFill>
                    <a:schemeClr val="accent3">
                      <a:lumMod val="100000"/>
                    </a:schemeClr>
                  </a:solidFill>
                  <a:effectLst/>
                  <a:uLnTx/>
                  <a:uFillTx/>
                  <a:ea typeface="+mn-ea"/>
                  <a:cs typeface="+mn-cs"/>
                </a:rPr>
                <a:t> en loi dans le droit national. </a:t>
              </a:r>
              <a:r>
                <a:rPr lang="fr-FR" sz="1100">
                  <a:solidFill>
                    <a:schemeClr val="accent3">
                      <a:lumMod val="100000"/>
                    </a:schemeClr>
                  </a:solidFill>
                </a:rPr>
                <a:t>En France, un projet de loi transposant les directives REC, DORA et NIS2 est d’ores et déjà en préparation. </a:t>
              </a:r>
            </a:p>
            <a:p>
              <a:pPr marL="0" marR="0" lvl="0" indent="0" defTabSz="914400" rtl="0" eaLnBrk="1" fontAlgn="auto" latinLnBrk="0" hangingPunct="1">
                <a:lnSpc>
                  <a:spcPct val="100000"/>
                </a:lnSpc>
                <a:spcBef>
                  <a:spcPts val="0"/>
                </a:spcBef>
                <a:spcAft>
                  <a:spcPts val="0"/>
                </a:spcAft>
                <a:buClrTx/>
                <a:buSzTx/>
                <a:buFontTx/>
                <a:buNone/>
                <a:tabLst/>
                <a:defRPr/>
              </a:pPr>
              <a:r>
                <a:rPr lang="fr-FR" sz="1100">
                  <a:solidFill>
                    <a:schemeClr val="accent3">
                      <a:lumMod val="100000"/>
                    </a:schemeClr>
                  </a:solidFill>
                </a:rPr>
                <a:t>En France, </a:t>
              </a:r>
              <a:r>
                <a:rPr lang="fr-FR" sz="1100" b="1">
                  <a:solidFill>
                    <a:schemeClr val="accent3">
                      <a:lumMod val="100000"/>
                    </a:schemeClr>
                  </a:solidFill>
                </a:rPr>
                <a:t>la REC s’appliquera sur les acteurs OIV</a:t>
              </a:r>
              <a:r>
                <a:rPr lang="fr-FR" sz="1100">
                  <a:solidFill>
                    <a:schemeClr val="accent3">
                      <a:lumMod val="100000"/>
                    </a:schemeClr>
                  </a:solidFill>
                </a:rPr>
                <a:t>. Des précisions seront apportées par décret les mesures exactes pour chaque catégorie d’OIV.</a:t>
              </a:r>
              <a:endParaRPr kumimoji="0" lang="fr-FR" sz="1100" b="1" u="none" strike="noStrike" kern="1200" cap="none" spc="0" normalizeH="0" baseline="0" noProof="0">
                <a:ln>
                  <a:noFill/>
                </a:ln>
                <a:solidFill>
                  <a:schemeClr val="accent3">
                    <a:lumMod val="100000"/>
                  </a:schemeClr>
                </a:solidFill>
                <a:effectLst/>
                <a:uLnTx/>
                <a:uFillTx/>
                <a:ea typeface="+mn-ea"/>
                <a:cs typeface="+mn-cs"/>
              </a:endParaRPr>
            </a:p>
          </p:txBody>
        </p:sp>
        <p:pic>
          <p:nvPicPr>
            <p:cNvPr id="96" name="Graphic 8 [1]">
              <a:extLst>
                <a:ext uri="{FF2B5EF4-FFF2-40B4-BE49-F238E27FC236}">
                  <a16:creationId xmlns:a16="http://schemas.microsoft.com/office/drawing/2014/main" id="{D4480887-8962-D3AF-E27E-D44B2840DB96}"/>
                </a:ext>
              </a:extLst>
            </p:cNvPr>
            <p:cNvPicPr>
              <a:picLocks noChangeAspect="1"/>
            </p:cNvPicPr>
            <p:nvPr>
              <p:custDataLst>
                <p:tags r:id="rId52"/>
              </p:custDataLst>
            </p:nvPr>
          </p:nvPicPr>
          <p:blipFill>
            <a:blip r:embed="rId55">
              <a:extLst>
                <a:ext uri="{96DAC541-7B7A-43D3-8B79-37D633B846F1}">
                  <asvg:svgBlip xmlns:asvg="http://schemas.microsoft.com/office/drawing/2016/SVG/main" r:embed="rId56"/>
                </a:ext>
              </a:extLst>
            </a:blip>
            <a:stretch>
              <a:fillRect/>
            </a:stretch>
          </p:blipFill>
          <p:spPr>
            <a:xfrm>
              <a:off x="6275426" y="2942840"/>
              <a:ext cx="468000" cy="468000"/>
            </a:xfrm>
            <a:prstGeom prst="rect">
              <a:avLst/>
            </a:prstGeom>
            <a:extLst>
              <a:ext uri="{91240B29-F687-4F45-9708-019B960494DF}">
                <a14:hiddenLine xmlns:a14="http://schemas.microsoft.com/office/drawing/2010/main" w="9525" cap="flat">
                  <a:solidFill>
                    <a:schemeClr val="accent3">
                      <a:lumMod val="100000"/>
                    </a:schemeClr>
                  </a:solidFill>
                  <a:prstDash val="solid"/>
                  <a:miter/>
                </a14:hiddenLine>
              </a:ext>
            </a:extLst>
          </p:spPr>
        </p:pic>
      </p:grpSp>
      <p:sp>
        <p:nvSpPr>
          <p:cNvPr id="3" name="Espace réservé du texte 2">
            <a:extLst>
              <a:ext uri="{FF2B5EF4-FFF2-40B4-BE49-F238E27FC236}">
                <a16:creationId xmlns:a16="http://schemas.microsoft.com/office/drawing/2014/main" id="{06A634C1-05AD-1D72-6888-50A129B5AD25}"/>
              </a:ext>
            </a:extLst>
          </p:cNvPr>
          <p:cNvSpPr>
            <a:spLocks noGrp="1"/>
          </p:cNvSpPr>
          <p:nvPr>
            <p:ph type="body" sz="quarter" idx="13"/>
          </p:nvPr>
        </p:nvSpPr>
        <p:spPr/>
        <p:txBody>
          <a:bodyPr/>
          <a:lstStyle/>
          <a:p>
            <a:r>
              <a:rPr lang="fr-FR">
                <a:latin typeface="+mn-lt"/>
              </a:rPr>
              <a:t>INTRODUCTION A LA REC</a:t>
            </a:r>
          </a:p>
        </p:txBody>
      </p:sp>
      <p:grpSp>
        <p:nvGrpSpPr>
          <p:cNvPr id="152" name="Groupe 151">
            <a:extLst>
              <a:ext uri="{FF2B5EF4-FFF2-40B4-BE49-F238E27FC236}">
                <a16:creationId xmlns:a16="http://schemas.microsoft.com/office/drawing/2014/main" id="{E05D3516-3B0D-115B-8C26-E37BCB1B822F}"/>
              </a:ext>
            </a:extLst>
          </p:cNvPr>
          <p:cNvGrpSpPr/>
          <p:nvPr/>
        </p:nvGrpSpPr>
        <p:grpSpPr>
          <a:xfrm>
            <a:off x="141814" y="2617924"/>
            <a:ext cx="5427264" cy="3964824"/>
            <a:chOff x="379919" y="3013523"/>
            <a:chExt cx="5427264" cy="3807450"/>
          </a:xfrm>
        </p:grpSpPr>
        <p:grpSp>
          <p:nvGrpSpPr>
            <p:cNvPr id="30" name="Group 15">
              <a:extLst>
                <a:ext uri="{FF2B5EF4-FFF2-40B4-BE49-F238E27FC236}">
                  <a16:creationId xmlns:a16="http://schemas.microsoft.com/office/drawing/2014/main" id="{697EDAB5-D208-DEB6-A411-18D2051B9B88}"/>
                </a:ext>
              </a:extLst>
            </p:cNvPr>
            <p:cNvGrpSpPr>
              <a:grpSpLocks/>
            </p:cNvGrpSpPr>
            <p:nvPr>
              <p:custDataLst>
                <p:tags r:id="rId31"/>
              </p:custDataLst>
            </p:nvPr>
          </p:nvGrpSpPr>
          <p:grpSpPr>
            <a:xfrm>
              <a:off x="4311093" y="5692437"/>
              <a:ext cx="468000" cy="468000"/>
              <a:chOff x="-1162896" y="1099986"/>
              <a:chExt cx="1619250" cy="1619250"/>
            </a:xfrm>
          </p:grpSpPr>
          <p:pic>
            <p:nvPicPr>
              <p:cNvPr id="31" name="Graphic 2 [2]" hidden="1">
                <a:extLst>
                  <a:ext uri="{FF2B5EF4-FFF2-40B4-BE49-F238E27FC236}">
                    <a16:creationId xmlns:a16="http://schemas.microsoft.com/office/drawing/2014/main" id="{5F3673D6-0A49-D2CC-A129-E49670EDCA1E}"/>
                  </a:ext>
                </a:extLst>
              </p:cNvPr>
              <p:cNvPicPr>
                <a:picLocks noChangeAspect="1"/>
              </p:cNvPicPr>
              <p:nvPr>
                <p:custDataLst>
                  <p:tags r:id="rId48"/>
                </p:custDataLst>
              </p:nvPr>
            </p:nvPicPr>
            <p:blipFill>
              <a:blip r:embed="rId57">
                <a:extLst>
                  <a:ext uri="{96DAC541-7B7A-43D3-8B79-37D633B846F1}">
                    <asvg:svgBlip xmlns:asvg="http://schemas.microsoft.com/office/drawing/2016/SVG/main" r:embed="rId58"/>
                  </a:ext>
                </a:extLst>
              </a:blip>
              <a:stretch>
                <a:fillRect/>
              </a:stretch>
            </p:blipFill>
            <p:spPr>
              <a:xfrm>
                <a:off x="-1162896" y="1099986"/>
                <a:ext cx="1619250" cy="1619250"/>
              </a:xfrm>
              <a:prstGeom prst="rect">
                <a:avLst/>
              </a:prstGeom>
            </p:spPr>
          </p:pic>
          <p:pic>
            <p:nvPicPr>
              <p:cNvPr id="32" name="Graphic 4 [0]" hidden="1">
                <a:extLst>
                  <a:ext uri="{FF2B5EF4-FFF2-40B4-BE49-F238E27FC236}">
                    <a16:creationId xmlns:a16="http://schemas.microsoft.com/office/drawing/2014/main" id="{A0FA6F18-257D-CFD1-29FF-E82017BB9704}"/>
                  </a:ext>
                </a:extLst>
              </p:cNvPr>
              <p:cNvPicPr>
                <a:picLocks noChangeAspect="1"/>
              </p:cNvPicPr>
              <p:nvPr>
                <p:custDataLst>
                  <p:tags r:id="rId49"/>
                </p:custDataLst>
              </p:nvPr>
            </p:nvPicPr>
            <p:blipFill>
              <a:blip r:embed="rId59">
                <a:extLst>
                  <a:ext uri="{96DAC541-7B7A-43D3-8B79-37D633B846F1}">
                    <asvg:svgBlip xmlns:asvg="http://schemas.microsoft.com/office/drawing/2016/SVG/main" r:embed="rId60"/>
                  </a:ext>
                </a:extLst>
              </a:blip>
              <a:stretch>
                <a:fillRect/>
              </a:stretch>
            </p:blipFill>
            <p:spPr>
              <a:xfrm>
                <a:off x="-1162896" y="1099986"/>
                <a:ext cx="1619250" cy="1619250"/>
              </a:xfrm>
              <a:prstGeom prst="rect">
                <a:avLst/>
              </a:prstGeom>
            </p:spPr>
          </p:pic>
          <p:pic>
            <p:nvPicPr>
              <p:cNvPr id="33" name="Graphic 8 [1]" hidden="1">
                <a:extLst>
                  <a:ext uri="{FF2B5EF4-FFF2-40B4-BE49-F238E27FC236}">
                    <a16:creationId xmlns:a16="http://schemas.microsoft.com/office/drawing/2014/main" id="{89E82EDD-94B9-BCF7-FE07-96715324BAC8}"/>
                  </a:ext>
                </a:extLst>
              </p:cNvPr>
              <p:cNvPicPr>
                <a:picLocks noChangeAspect="1"/>
              </p:cNvPicPr>
              <p:nvPr>
                <p:custDataLst>
                  <p:tags r:id="rId50"/>
                </p:custDataLst>
              </p:nvPr>
            </p:nvPicPr>
            <p:blipFill>
              <a:blip r:embed="rId61">
                <a:extLst>
                  <a:ext uri="{96DAC541-7B7A-43D3-8B79-37D633B846F1}">
                    <asvg:svgBlip xmlns:asvg="http://schemas.microsoft.com/office/drawing/2016/SVG/main" r:embed="rId62"/>
                  </a:ext>
                </a:extLst>
              </a:blip>
              <a:stretch>
                <a:fillRect/>
              </a:stretch>
            </p:blipFill>
            <p:spPr>
              <a:xfrm>
                <a:off x="-1162896" y="1099986"/>
                <a:ext cx="1619250" cy="1619250"/>
              </a:xfrm>
              <a:prstGeom prst="rect">
                <a:avLst/>
              </a:prstGeom>
            </p:spPr>
          </p:pic>
        </p:grpSp>
        <p:grpSp>
          <p:nvGrpSpPr>
            <p:cNvPr id="34" name="Group 9">
              <a:extLst>
                <a:ext uri="{FF2B5EF4-FFF2-40B4-BE49-F238E27FC236}">
                  <a16:creationId xmlns:a16="http://schemas.microsoft.com/office/drawing/2014/main" id="{DA37AF84-EBF0-0B46-C49F-60301A5AEDC2}"/>
                </a:ext>
              </a:extLst>
            </p:cNvPr>
            <p:cNvGrpSpPr>
              <a:grpSpLocks/>
            </p:cNvGrpSpPr>
            <p:nvPr>
              <p:custDataLst>
                <p:tags r:id="rId32"/>
              </p:custDataLst>
            </p:nvPr>
          </p:nvGrpSpPr>
          <p:grpSpPr>
            <a:xfrm>
              <a:off x="4311093" y="5692437"/>
              <a:ext cx="468000" cy="468000"/>
              <a:chOff x="-1079159" y="856823"/>
              <a:chExt cx="1619250" cy="1619250"/>
            </a:xfrm>
          </p:grpSpPr>
          <p:pic>
            <p:nvPicPr>
              <p:cNvPr id="35" name="Graphic 2 [3]" hidden="1">
                <a:extLst>
                  <a:ext uri="{FF2B5EF4-FFF2-40B4-BE49-F238E27FC236}">
                    <a16:creationId xmlns:a16="http://schemas.microsoft.com/office/drawing/2014/main" id="{B1859FC5-5BFD-E231-44FC-34CB9C419CAF}"/>
                  </a:ext>
                </a:extLst>
              </p:cNvPr>
              <p:cNvPicPr>
                <a:picLocks noChangeAspect="1"/>
              </p:cNvPicPr>
              <p:nvPr>
                <p:custDataLst>
                  <p:tags r:id="rId45"/>
                </p:custDataLst>
              </p:nvPr>
            </p:nvPicPr>
            <p:blipFill>
              <a:blip r:embed="rId63">
                <a:extLst>
                  <a:ext uri="{96DAC541-7B7A-43D3-8B79-37D633B846F1}">
                    <asvg:svgBlip xmlns:asvg="http://schemas.microsoft.com/office/drawing/2016/SVG/main" r:embed="rId64"/>
                  </a:ext>
                </a:extLst>
              </a:blip>
              <a:stretch>
                <a:fillRect/>
              </a:stretch>
            </p:blipFill>
            <p:spPr>
              <a:xfrm>
                <a:off x="-1079159" y="856823"/>
                <a:ext cx="1619250" cy="1619250"/>
              </a:xfrm>
              <a:prstGeom prst="rect">
                <a:avLst/>
              </a:prstGeom>
            </p:spPr>
          </p:pic>
          <p:pic>
            <p:nvPicPr>
              <p:cNvPr id="36" name="Graphic 4 [2]" hidden="1">
                <a:extLst>
                  <a:ext uri="{FF2B5EF4-FFF2-40B4-BE49-F238E27FC236}">
                    <a16:creationId xmlns:a16="http://schemas.microsoft.com/office/drawing/2014/main" id="{067D615A-1CF1-E2DE-11B9-99FF5964858E}"/>
                  </a:ext>
                </a:extLst>
              </p:cNvPr>
              <p:cNvPicPr>
                <a:picLocks noChangeAspect="1"/>
              </p:cNvPicPr>
              <p:nvPr>
                <p:custDataLst>
                  <p:tags r:id="rId46"/>
                </p:custDataLst>
              </p:nvPr>
            </p:nvPicPr>
            <p:blipFill>
              <a:blip r:embed="rId65">
                <a:extLst>
                  <a:ext uri="{96DAC541-7B7A-43D3-8B79-37D633B846F1}">
                    <asvg:svgBlip xmlns:asvg="http://schemas.microsoft.com/office/drawing/2016/SVG/main" r:embed="rId66"/>
                  </a:ext>
                </a:extLst>
              </a:blip>
              <a:stretch>
                <a:fillRect/>
              </a:stretch>
            </p:blipFill>
            <p:spPr>
              <a:xfrm>
                <a:off x="-1079159" y="856823"/>
                <a:ext cx="1619250" cy="1619250"/>
              </a:xfrm>
              <a:prstGeom prst="rect">
                <a:avLst/>
              </a:prstGeom>
            </p:spPr>
          </p:pic>
          <p:pic>
            <p:nvPicPr>
              <p:cNvPr id="37" name="Graphic 6 [0]" hidden="1">
                <a:extLst>
                  <a:ext uri="{FF2B5EF4-FFF2-40B4-BE49-F238E27FC236}">
                    <a16:creationId xmlns:a16="http://schemas.microsoft.com/office/drawing/2014/main" id="{32FB10A6-9394-E592-E49E-15F6F3962B60}"/>
                  </a:ext>
                </a:extLst>
              </p:cNvPr>
              <p:cNvPicPr>
                <a:picLocks noChangeAspect="1"/>
              </p:cNvPicPr>
              <p:nvPr>
                <p:custDataLst>
                  <p:tags r:id="rId47"/>
                </p:custDataLst>
              </p:nvPr>
            </p:nvPicPr>
            <p:blipFill>
              <a:blip r:embed="rId67">
                <a:extLst>
                  <a:ext uri="{96DAC541-7B7A-43D3-8B79-37D633B846F1}">
                    <asvg:svgBlip xmlns:asvg="http://schemas.microsoft.com/office/drawing/2016/SVG/main" r:embed="rId68"/>
                  </a:ext>
                </a:extLst>
              </a:blip>
              <a:stretch>
                <a:fillRect/>
              </a:stretch>
            </p:blipFill>
            <p:spPr>
              <a:xfrm>
                <a:off x="-1079159" y="856823"/>
                <a:ext cx="1619250" cy="1619250"/>
              </a:xfrm>
              <a:prstGeom prst="rect">
                <a:avLst/>
              </a:prstGeom>
            </p:spPr>
          </p:pic>
        </p:grpSp>
        <p:grpSp>
          <p:nvGrpSpPr>
            <p:cNvPr id="63" name="Groupe 62">
              <a:extLst>
                <a:ext uri="{FF2B5EF4-FFF2-40B4-BE49-F238E27FC236}">
                  <a16:creationId xmlns:a16="http://schemas.microsoft.com/office/drawing/2014/main" id="{837EB91B-3306-7063-EB77-9CEA5FD49FC9}"/>
                </a:ext>
              </a:extLst>
            </p:cNvPr>
            <p:cNvGrpSpPr>
              <a:grpSpLocks/>
            </p:cNvGrpSpPr>
            <p:nvPr/>
          </p:nvGrpSpPr>
          <p:grpSpPr>
            <a:xfrm>
              <a:off x="379919" y="3013523"/>
              <a:ext cx="5427264" cy="3807450"/>
              <a:chOff x="237091" y="2749340"/>
              <a:chExt cx="5427264" cy="3807450"/>
            </a:xfrm>
          </p:grpSpPr>
          <p:sp>
            <p:nvSpPr>
              <p:cNvPr id="64" name="Rectangle 63">
                <a:extLst>
                  <a:ext uri="{FF2B5EF4-FFF2-40B4-BE49-F238E27FC236}">
                    <a16:creationId xmlns:a16="http://schemas.microsoft.com/office/drawing/2014/main" id="{FBF130A9-1E71-70D2-A025-D730449EC8C0}"/>
                  </a:ext>
                </a:extLst>
              </p:cNvPr>
              <p:cNvSpPr>
                <a:spLocks/>
              </p:cNvSpPr>
              <p:nvPr/>
            </p:nvSpPr>
            <p:spPr>
              <a:xfrm>
                <a:off x="237091" y="2908404"/>
                <a:ext cx="5427264" cy="3631901"/>
              </a:xfrm>
              <a:prstGeom prst="rect">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spcBef>
                    <a:spcPts val="600"/>
                  </a:spcBef>
                </a:pPr>
                <a:endParaRPr lang="fr-FR" sz="1050" b="1">
                  <a:solidFill>
                    <a:schemeClr val="accent1"/>
                  </a:solidFill>
                  <a:latin typeface="Aptos" panose="020B0004020202020204" pitchFamily="34" charset="0"/>
                </a:endParaRPr>
              </a:p>
            </p:txBody>
          </p:sp>
          <p:sp>
            <p:nvSpPr>
              <p:cNvPr id="65" name="Parallélogramme 64">
                <a:extLst>
                  <a:ext uri="{FF2B5EF4-FFF2-40B4-BE49-F238E27FC236}">
                    <a16:creationId xmlns:a16="http://schemas.microsoft.com/office/drawing/2014/main" id="{09AD89FE-270C-9BD2-7C43-547FE68AA963}"/>
                  </a:ext>
                </a:extLst>
              </p:cNvPr>
              <p:cNvSpPr>
                <a:spLocks/>
              </p:cNvSpPr>
              <p:nvPr/>
            </p:nvSpPr>
            <p:spPr>
              <a:xfrm>
                <a:off x="1127572" y="2749340"/>
                <a:ext cx="3364653" cy="326523"/>
              </a:xfrm>
              <a:prstGeom prst="parallelogram">
                <a:avLst/>
              </a:prstGeom>
              <a:solidFill>
                <a:schemeClr val="accent1">
                  <a:lumMod val="100000"/>
                </a:schemeClr>
              </a:solidFill>
              <a:ln>
                <a:noFill/>
              </a:ln>
            </p:spPr>
            <p:style>
              <a:lnRef idx="0">
                <a:scrgbClr r="0" g="0" b="0"/>
              </a:lnRef>
              <a:fillRef idx="0">
                <a:scrgbClr r="0" g="0" b="0"/>
              </a:fillRef>
              <a:effectRef idx="0">
                <a:scrgbClr r="0" g="0" b="0"/>
              </a:effectRef>
              <a:fontRef idx="minor">
                <a:schemeClr val="lt1"/>
              </a:fontRef>
            </p:style>
            <p:txBody>
              <a:bodyPr rot="0" spcFirstLastPara="0" vert="horz" wrap="square" lIns="108000" tIns="108000" rIns="108000" bIns="10800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fr-FR" sz="1050" b="1" i="0" u="none" strike="noStrike" kern="1200" cap="none" spc="0" normalizeH="0" baseline="0" noProof="0">
                    <a:ln>
                      <a:noFill/>
                    </a:ln>
                    <a:solidFill>
                      <a:srgbClr val="FFFFFF"/>
                    </a:solidFill>
                    <a:effectLst/>
                    <a:uLnTx/>
                    <a:uFillTx/>
                    <a:latin typeface="Tahoma (en-tête)"/>
                    <a:ea typeface="+mn-ea"/>
                    <a:cs typeface="+mn-cs"/>
                  </a:rPr>
                  <a:t>La REC vise à </a:t>
                </a:r>
                <a:r>
                  <a:rPr lang="fr-FR" sz="1050" b="1">
                    <a:solidFill>
                      <a:srgbClr val="FFFFFF"/>
                    </a:solidFill>
                    <a:latin typeface="Tahoma (en-tête)"/>
                  </a:rPr>
                  <a:t>:</a:t>
                </a:r>
                <a:endParaRPr kumimoji="0" lang="fr-FR" sz="1050" b="0" i="0" u="none" strike="noStrike" kern="1200" cap="none" spc="0" normalizeH="0" baseline="0" noProof="0">
                  <a:ln>
                    <a:noFill/>
                  </a:ln>
                  <a:solidFill>
                    <a:srgbClr val="FFFFFF"/>
                  </a:solidFill>
                  <a:effectLst/>
                  <a:highlight>
                    <a:srgbClr val="FFFF00"/>
                  </a:highlight>
                  <a:uLnTx/>
                  <a:uFillTx/>
                  <a:latin typeface="Tahoma"/>
                  <a:ea typeface="+mn-ea"/>
                  <a:cs typeface="+mn-cs"/>
                </a:endParaRPr>
              </a:p>
            </p:txBody>
          </p:sp>
          <p:sp>
            <p:nvSpPr>
              <p:cNvPr id="66" name="ZoneTexte 65">
                <a:extLst>
                  <a:ext uri="{FF2B5EF4-FFF2-40B4-BE49-F238E27FC236}">
                    <a16:creationId xmlns:a16="http://schemas.microsoft.com/office/drawing/2014/main" id="{86609C5F-A5BE-EBFE-508F-418E1C32C6C7}"/>
                  </a:ext>
                </a:extLst>
              </p:cNvPr>
              <p:cNvSpPr txBox="1">
                <a:spLocks/>
              </p:cNvSpPr>
              <p:nvPr/>
            </p:nvSpPr>
            <p:spPr>
              <a:xfrm>
                <a:off x="2104195" y="3092799"/>
                <a:ext cx="1771861" cy="1174851"/>
              </a:xfrm>
              <a:prstGeom prst="rect">
                <a:avLst/>
              </a:prstGeom>
              <a:noFill/>
            </p:spPr>
            <p:txBody>
              <a:bodyPr wrap="square" lIns="91440" tIns="45720" rIns="91440" bIns="45720" anchor="t">
                <a:spAutoFit/>
              </a:bodyPr>
              <a:lstStyle/>
              <a:p>
                <a:pPr marL="171450" marR="0" lvl="0" indent="-171450" defTabSz="914400" rtl="0" eaLnBrk="1" fontAlgn="auto" latinLnBrk="0" hangingPunct="1">
                  <a:lnSpc>
                    <a:spcPct val="100000"/>
                  </a:lnSpc>
                  <a:spcBef>
                    <a:spcPts val="0"/>
                  </a:spcBef>
                  <a:spcAft>
                    <a:spcPts val="0"/>
                  </a:spcAft>
                  <a:buClr>
                    <a:schemeClr val="accent1"/>
                  </a:buClr>
                  <a:buSzTx/>
                  <a:buFont typeface="Aptos" panose="020B0004020202020204" pitchFamily="34" charset="0"/>
                  <a:buChar char="⁄"/>
                  <a:tabLst/>
                  <a:defRPr/>
                </a:pPr>
                <a:r>
                  <a:rPr kumimoji="0" lang="fr-FR" sz="1050" b="1" i="0" u="none" strike="noStrike" kern="1200" cap="none" spc="0" normalizeH="0" baseline="0" noProof="0">
                    <a:ln>
                      <a:noFill/>
                    </a:ln>
                    <a:solidFill>
                      <a:schemeClr val="bg1">
                        <a:lumMod val="100000"/>
                      </a:schemeClr>
                    </a:solidFill>
                    <a:effectLst/>
                    <a:uLnTx/>
                    <a:uFillTx/>
                    <a:ea typeface="+mn-ea"/>
                    <a:cs typeface="+mn-cs"/>
                  </a:rPr>
                  <a:t>Assurer le fonctionnement en cas d’incident </a:t>
                </a:r>
                <a:r>
                  <a:rPr kumimoji="0" lang="fr-FR" sz="1050" b="0" i="0" u="none" strike="noStrike" kern="1200" cap="none" spc="0" normalizeH="0" baseline="0" noProof="0">
                    <a:ln>
                      <a:noFill/>
                    </a:ln>
                    <a:solidFill>
                      <a:schemeClr val="bg1">
                        <a:lumMod val="100000"/>
                      </a:schemeClr>
                    </a:solidFill>
                    <a:effectLst/>
                    <a:uLnTx/>
                    <a:uFillTx/>
                    <a:ea typeface="+mn-ea"/>
                    <a:cs typeface="+mn-cs"/>
                  </a:rPr>
                  <a:t>des infrastructures critiques et la </a:t>
                </a:r>
                <a:r>
                  <a:rPr kumimoji="0" lang="fr-FR" sz="1050" b="1" i="0" u="none" strike="noStrike" kern="1200" cap="none" spc="0" normalizeH="0" baseline="0" noProof="0">
                    <a:ln>
                      <a:noFill/>
                    </a:ln>
                    <a:solidFill>
                      <a:schemeClr val="bg1">
                        <a:lumMod val="100000"/>
                      </a:schemeClr>
                    </a:solidFill>
                    <a:effectLst/>
                    <a:uLnTx/>
                    <a:uFillTx/>
                    <a:ea typeface="+mn-ea"/>
                    <a:cs typeface="+mn-cs"/>
                  </a:rPr>
                  <a:t>continuité des activités économiques vitales </a:t>
                </a:r>
                <a:r>
                  <a:rPr kumimoji="0" lang="fr-FR" sz="1050" b="0" i="0" u="none" strike="noStrike" kern="1200" cap="none" spc="0" normalizeH="0" baseline="0" noProof="0">
                    <a:ln>
                      <a:noFill/>
                    </a:ln>
                    <a:solidFill>
                      <a:schemeClr val="bg1">
                        <a:lumMod val="100000"/>
                      </a:schemeClr>
                    </a:solidFill>
                    <a:effectLst/>
                    <a:uLnTx/>
                    <a:uFillTx/>
                    <a:ea typeface="+mn-ea"/>
                    <a:cs typeface="+mn-cs"/>
                  </a:rPr>
                  <a:t>(AEV)</a:t>
                </a:r>
              </a:p>
            </p:txBody>
          </p:sp>
          <p:cxnSp>
            <p:nvCxnSpPr>
              <p:cNvPr id="67" name="Connecteur droit 66">
                <a:extLst>
                  <a:ext uri="{FF2B5EF4-FFF2-40B4-BE49-F238E27FC236}">
                    <a16:creationId xmlns:a16="http://schemas.microsoft.com/office/drawing/2014/main" id="{E88D0C39-46E2-6D35-097D-FA5A7BA8F830}"/>
                  </a:ext>
                </a:extLst>
              </p:cNvPr>
              <p:cNvCxnSpPr>
                <a:cxnSpLocks/>
              </p:cNvCxnSpPr>
              <p:nvPr/>
            </p:nvCxnSpPr>
            <p:spPr>
              <a:xfrm flipV="1">
                <a:off x="2104195" y="3075863"/>
                <a:ext cx="0" cy="1467488"/>
              </a:xfrm>
              <a:prstGeom prst="line">
                <a:avLst/>
              </a:prstGeom>
              <a:ln w="12700" cap="flat" cmpd="sng" algn="ctr">
                <a:solidFill>
                  <a:srgbClr val="677677"/>
                </a:solidFill>
                <a:prstDash val="sysDot"/>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8" name="Group 10">
                <a:extLst>
                  <a:ext uri="{FF2B5EF4-FFF2-40B4-BE49-F238E27FC236}">
                    <a16:creationId xmlns:a16="http://schemas.microsoft.com/office/drawing/2014/main" id="{F4ABC8DC-E758-3302-CC4E-F60692522BE4}"/>
                  </a:ext>
                </a:extLst>
              </p:cNvPr>
              <p:cNvGrpSpPr>
                <a:grpSpLocks/>
              </p:cNvGrpSpPr>
              <p:nvPr>
                <p:custDataLst>
                  <p:tags r:id="rId33"/>
                </p:custDataLst>
              </p:nvPr>
            </p:nvGrpSpPr>
            <p:grpSpPr>
              <a:xfrm>
                <a:off x="840706" y="3186032"/>
                <a:ext cx="468000" cy="468000"/>
                <a:chOff x="863522" y="-278387"/>
                <a:chExt cx="1619250" cy="1619250"/>
              </a:xfrm>
              <a:solidFill>
                <a:schemeClr val="accent6"/>
              </a:solidFill>
            </p:grpSpPr>
            <p:pic>
              <p:nvPicPr>
                <p:cNvPr id="88" name="Graphic 2 [2]" hidden="1">
                  <a:extLst>
                    <a:ext uri="{FF2B5EF4-FFF2-40B4-BE49-F238E27FC236}">
                      <a16:creationId xmlns:a16="http://schemas.microsoft.com/office/drawing/2014/main" id="{CD70BB76-0E53-8D50-ABD6-54E3BE6BDC86}"/>
                    </a:ext>
                  </a:extLst>
                </p:cNvPr>
                <p:cNvPicPr>
                  <a:picLocks noChangeAspect="1"/>
                </p:cNvPicPr>
                <p:nvPr>
                  <p:custDataLst>
                    <p:tags r:id="rId42"/>
                  </p:custDataLst>
                </p:nvPr>
              </p:nvPicPr>
              <p:blipFill>
                <a:blip r:embed="rId69">
                  <a:extLst>
                    <a:ext uri="{96DAC541-7B7A-43D3-8B79-37D633B846F1}">
                      <asvg:svgBlip xmlns:asvg="http://schemas.microsoft.com/office/drawing/2016/SVG/main" r:embed="rId70"/>
                    </a:ext>
                  </a:extLst>
                </a:blip>
                <a:stretch>
                  <a:fillRect/>
                </a:stretch>
              </p:blipFill>
              <p:spPr>
                <a:xfrm>
                  <a:off x="863522" y="-278387"/>
                  <a:ext cx="1619250" cy="1619250"/>
                </a:xfrm>
                <a:prstGeom prst="rect">
                  <a:avLst/>
                </a:prstGeom>
              </p:spPr>
            </p:pic>
            <p:pic>
              <p:nvPicPr>
                <p:cNvPr id="89" name="Graphic 4 [1]" hidden="1">
                  <a:extLst>
                    <a:ext uri="{FF2B5EF4-FFF2-40B4-BE49-F238E27FC236}">
                      <a16:creationId xmlns:a16="http://schemas.microsoft.com/office/drawing/2014/main" id="{6F67FBC9-05AA-EF42-814A-CBEF4E2601B5}"/>
                    </a:ext>
                  </a:extLst>
                </p:cNvPr>
                <p:cNvPicPr>
                  <a:picLocks noChangeAspect="1"/>
                </p:cNvPicPr>
                <p:nvPr>
                  <p:custDataLst>
                    <p:tags r:id="rId43"/>
                  </p:custDataLst>
                </p:nvPr>
              </p:nvPicPr>
              <p:blipFill>
                <a:blip r:embed="rId71">
                  <a:extLst>
                    <a:ext uri="{96DAC541-7B7A-43D3-8B79-37D633B846F1}">
                      <asvg:svgBlip xmlns:asvg="http://schemas.microsoft.com/office/drawing/2016/SVG/main" r:embed="rId72"/>
                    </a:ext>
                  </a:extLst>
                </a:blip>
                <a:stretch>
                  <a:fillRect/>
                </a:stretch>
              </p:blipFill>
              <p:spPr>
                <a:xfrm>
                  <a:off x="863522" y="-278387"/>
                  <a:ext cx="1619250" cy="1619250"/>
                </a:xfrm>
                <a:prstGeom prst="rect">
                  <a:avLst/>
                </a:prstGeom>
              </p:spPr>
            </p:pic>
            <p:pic>
              <p:nvPicPr>
                <p:cNvPr id="90" name="Graphic 7 [0]" hidden="1">
                  <a:extLst>
                    <a:ext uri="{FF2B5EF4-FFF2-40B4-BE49-F238E27FC236}">
                      <a16:creationId xmlns:a16="http://schemas.microsoft.com/office/drawing/2014/main" id="{F91AFC96-CB28-E9F6-51AA-30786990B26C}"/>
                    </a:ext>
                  </a:extLst>
                </p:cNvPr>
                <p:cNvPicPr>
                  <a:picLocks noChangeAspect="1"/>
                </p:cNvPicPr>
                <p:nvPr>
                  <p:custDataLst>
                    <p:tags r:id="rId44"/>
                  </p:custDataLst>
                </p:nvPr>
              </p:nvPicPr>
              <p:blipFill>
                <a:blip r:embed="rId73">
                  <a:extLst>
                    <a:ext uri="{96DAC541-7B7A-43D3-8B79-37D633B846F1}">
                      <asvg:svgBlip xmlns:asvg="http://schemas.microsoft.com/office/drawing/2016/SVG/main" r:embed="rId74"/>
                    </a:ext>
                  </a:extLst>
                </a:blip>
                <a:stretch>
                  <a:fillRect/>
                </a:stretch>
              </p:blipFill>
              <p:spPr>
                <a:xfrm>
                  <a:off x="863522" y="-278387"/>
                  <a:ext cx="1619250" cy="1619250"/>
                </a:xfrm>
                <a:prstGeom prst="rect">
                  <a:avLst/>
                </a:prstGeom>
              </p:spPr>
            </p:pic>
          </p:grpSp>
          <p:grpSp>
            <p:nvGrpSpPr>
              <p:cNvPr id="69" name="Group 15">
                <a:extLst>
                  <a:ext uri="{FF2B5EF4-FFF2-40B4-BE49-F238E27FC236}">
                    <a16:creationId xmlns:a16="http://schemas.microsoft.com/office/drawing/2014/main" id="{E6216EEB-E2F0-D1BE-53DF-3BC8F336DBA6}"/>
                  </a:ext>
                </a:extLst>
              </p:cNvPr>
              <p:cNvGrpSpPr>
                <a:grpSpLocks/>
              </p:cNvGrpSpPr>
              <p:nvPr>
                <p:custDataLst>
                  <p:tags r:id="rId34"/>
                </p:custDataLst>
              </p:nvPr>
            </p:nvGrpSpPr>
            <p:grpSpPr>
              <a:xfrm>
                <a:off x="2575899" y="3186032"/>
                <a:ext cx="468000" cy="468000"/>
                <a:chOff x="1570256" y="602764"/>
                <a:chExt cx="1619250" cy="1619250"/>
              </a:xfrm>
              <a:solidFill>
                <a:schemeClr val="accent6"/>
              </a:solidFill>
            </p:grpSpPr>
            <p:pic>
              <p:nvPicPr>
                <p:cNvPr id="84" name="Graphic 2 [2]" hidden="1">
                  <a:extLst>
                    <a:ext uri="{FF2B5EF4-FFF2-40B4-BE49-F238E27FC236}">
                      <a16:creationId xmlns:a16="http://schemas.microsoft.com/office/drawing/2014/main" id="{02D42F2A-E63D-F212-40A1-BEC9BE3406C7}"/>
                    </a:ext>
                  </a:extLst>
                </p:cNvPr>
                <p:cNvPicPr>
                  <a:picLocks noChangeAspect="1"/>
                </p:cNvPicPr>
                <p:nvPr>
                  <p:custDataLst>
                    <p:tags r:id="rId39"/>
                  </p:custDataLst>
                </p:nvPr>
              </p:nvPicPr>
              <p:blipFill>
                <a:blip r:embed="rId75">
                  <a:extLst>
                    <a:ext uri="{96DAC541-7B7A-43D3-8B79-37D633B846F1}">
                      <asvg:svgBlip xmlns:asvg="http://schemas.microsoft.com/office/drawing/2016/SVG/main" r:embed="rId76"/>
                    </a:ext>
                  </a:extLst>
                </a:blip>
                <a:stretch>
                  <a:fillRect/>
                </a:stretch>
              </p:blipFill>
              <p:spPr>
                <a:xfrm>
                  <a:off x="1570256" y="602764"/>
                  <a:ext cx="1619250" cy="1619250"/>
                </a:xfrm>
                <a:prstGeom prst="rect">
                  <a:avLst/>
                </a:prstGeom>
              </p:spPr>
            </p:pic>
            <p:pic>
              <p:nvPicPr>
                <p:cNvPr id="85" name="Graphic 4 [0]" hidden="1">
                  <a:extLst>
                    <a:ext uri="{FF2B5EF4-FFF2-40B4-BE49-F238E27FC236}">
                      <a16:creationId xmlns:a16="http://schemas.microsoft.com/office/drawing/2014/main" id="{1DEB1BAC-D40B-E72C-B9BC-4F48A0B0C9DB}"/>
                    </a:ext>
                  </a:extLst>
                </p:cNvPr>
                <p:cNvPicPr>
                  <a:picLocks noChangeAspect="1"/>
                </p:cNvPicPr>
                <p:nvPr>
                  <p:custDataLst>
                    <p:tags r:id="rId40"/>
                  </p:custDataLst>
                </p:nvPr>
              </p:nvPicPr>
              <p:blipFill>
                <a:blip r:embed="rId77">
                  <a:extLst>
                    <a:ext uri="{96DAC541-7B7A-43D3-8B79-37D633B846F1}">
                      <asvg:svgBlip xmlns:asvg="http://schemas.microsoft.com/office/drawing/2016/SVG/main" r:embed="rId78"/>
                    </a:ext>
                  </a:extLst>
                </a:blip>
                <a:stretch>
                  <a:fillRect/>
                </a:stretch>
              </p:blipFill>
              <p:spPr>
                <a:xfrm>
                  <a:off x="1570256" y="602764"/>
                  <a:ext cx="1619250" cy="1619250"/>
                </a:xfrm>
                <a:prstGeom prst="rect">
                  <a:avLst/>
                </a:prstGeom>
              </p:spPr>
            </p:pic>
            <p:pic>
              <p:nvPicPr>
                <p:cNvPr id="86" name="Graphic 8 [1]" hidden="1">
                  <a:extLst>
                    <a:ext uri="{FF2B5EF4-FFF2-40B4-BE49-F238E27FC236}">
                      <a16:creationId xmlns:a16="http://schemas.microsoft.com/office/drawing/2014/main" id="{0D1D4E0E-C250-7AE7-06A8-C25D51F96822}"/>
                    </a:ext>
                  </a:extLst>
                </p:cNvPr>
                <p:cNvPicPr>
                  <a:picLocks noChangeAspect="1"/>
                </p:cNvPicPr>
                <p:nvPr>
                  <p:custDataLst>
                    <p:tags r:id="rId41"/>
                  </p:custDataLst>
                </p:nvPr>
              </p:nvPicPr>
              <p:blipFill>
                <a:blip r:embed="rId79">
                  <a:extLst>
                    <a:ext uri="{96DAC541-7B7A-43D3-8B79-37D633B846F1}">
                      <asvg:svgBlip xmlns:asvg="http://schemas.microsoft.com/office/drawing/2016/SVG/main" r:embed="rId80"/>
                    </a:ext>
                  </a:extLst>
                </a:blip>
                <a:stretch>
                  <a:fillRect/>
                </a:stretch>
              </p:blipFill>
              <p:spPr>
                <a:xfrm>
                  <a:off x="1570256" y="602764"/>
                  <a:ext cx="1619250" cy="1619250"/>
                </a:xfrm>
                <a:prstGeom prst="rect">
                  <a:avLst/>
                </a:prstGeom>
              </p:spPr>
            </p:pic>
          </p:grpSp>
          <p:grpSp>
            <p:nvGrpSpPr>
              <p:cNvPr id="70" name="Group 15">
                <a:extLst>
                  <a:ext uri="{FF2B5EF4-FFF2-40B4-BE49-F238E27FC236}">
                    <a16:creationId xmlns:a16="http://schemas.microsoft.com/office/drawing/2014/main" id="{84DD2855-973F-5991-0027-88510DE08FA0}"/>
                  </a:ext>
                </a:extLst>
              </p:cNvPr>
              <p:cNvGrpSpPr>
                <a:grpSpLocks/>
              </p:cNvGrpSpPr>
              <p:nvPr>
                <p:custDataLst>
                  <p:tags r:id="rId35"/>
                </p:custDataLst>
              </p:nvPr>
            </p:nvGrpSpPr>
            <p:grpSpPr>
              <a:xfrm>
                <a:off x="4311093" y="3186032"/>
                <a:ext cx="468000" cy="468000"/>
                <a:chOff x="-1162896" y="1099986"/>
                <a:chExt cx="1619250" cy="1619250"/>
              </a:xfrm>
              <a:solidFill>
                <a:schemeClr val="accent6"/>
              </a:solidFill>
            </p:grpSpPr>
            <p:pic>
              <p:nvPicPr>
                <p:cNvPr id="80" name="Graphic 2 [2]" hidden="1">
                  <a:extLst>
                    <a:ext uri="{FF2B5EF4-FFF2-40B4-BE49-F238E27FC236}">
                      <a16:creationId xmlns:a16="http://schemas.microsoft.com/office/drawing/2014/main" id="{A1B17FE0-4B95-1D29-00F8-95AF2E92E298}"/>
                    </a:ext>
                  </a:extLst>
                </p:cNvPr>
                <p:cNvPicPr>
                  <a:picLocks noChangeAspect="1"/>
                </p:cNvPicPr>
                <p:nvPr>
                  <p:custDataLst>
                    <p:tags r:id="rId36"/>
                  </p:custDataLst>
                </p:nvPr>
              </p:nvPicPr>
              <p:blipFill>
                <a:blip r:embed="rId57">
                  <a:extLst>
                    <a:ext uri="{96DAC541-7B7A-43D3-8B79-37D633B846F1}">
                      <asvg:svgBlip xmlns:asvg="http://schemas.microsoft.com/office/drawing/2016/SVG/main" r:embed="rId81"/>
                    </a:ext>
                  </a:extLst>
                </a:blip>
                <a:stretch>
                  <a:fillRect/>
                </a:stretch>
              </p:blipFill>
              <p:spPr>
                <a:xfrm>
                  <a:off x="-1162896" y="1099986"/>
                  <a:ext cx="1619250" cy="1619250"/>
                </a:xfrm>
                <a:prstGeom prst="rect">
                  <a:avLst/>
                </a:prstGeom>
              </p:spPr>
            </p:pic>
            <p:pic>
              <p:nvPicPr>
                <p:cNvPr id="81" name="Graphic 4 [0]" hidden="1">
                  <a:extLst>
                    <a:ext uri="{FF2B5EF4-FFF2-40B4-BE49-F238E27FC236}">
                      <a16:creationId xmlns:a16="http://schemas.microsoft.com/office/drawing/2014/main" id="{CDF2C056-FCC2-CA3B-37E6-ABFE4BC4FF4E}"/>
                    </a:ext>
                  </a:extLst>
                </p:cNvPr>
                <p:cNvPicPr>
                  <a:picLocks noChangeAspect="1"/>
                </p:cNvPicPr>
                <p:nvPr>
                  <p:custDataLst>
                    <p:tags r:id="rId37"/>
                  </p:custDataLst>
                </p:nvPr>
              </p:nvPicPr>
              <p:blipFill>
                <a:blip r:embed="rId59">
                  <a:extLst>
                    <a:ext uri="{96DAC541-7B7A-43D3-8B79-37D633B846F1}">
                      <asvg:svgBlip xmlns:asvg="http://schemas.microsoft.com/office/drawing/2016/SVG/main" r:embed="rId82"/>
                    </a:ext>
                  </a:extLst>
                </a:blip>
                <a:stretch>
                  <a:fillRect/>
                </a:stretch>
              </p:blipFill>
              <p:spPr>
                <a:xfrm>
                  <a:off x="-1162896" y="1099986"/>
                  <a:ext cx="1619250" cy="1619250"/>
                </a:xfrm>
                <a:prstGeom prst="rect">
                  <a:avLst/>
                </a:prstGeom>
              </p:spPr>
            </p:pic>
            <p:pic>
              <p:nvPicPr>
                <p:cNvPr id="82" name="Graphic 8 [1]" hidden="1">
                  <a:extLst>
                    <a:ext uri="{FF2B5EF4-FFF2-40B4-BE49-F238E27FC236}">
                      <a16:creationId xmlns:a16="http://schemas.microsoft.com/office/drawing/2014/main" id="{CE55C77A-881A-E9C4-316B-C97E6FD33F3A}"/>
                    </a:ext>
                  </a:extLst>
                </p:cNvPr>
                <p:cNvPicPr>
                  <a:picLocks noChangeAspect="1"/>
                </p:cNvPicPr>
                <p:nvPr>
                  <p:custDataLst>
                    <p:tags r:id="rId38"/>
                  </p:custDataLst>
                </p:nvPr>
              </p:nvPicPr>
              <p:blipFill>
                <a:blip r:embed="rId61">
                  <a:extLst>
                    <a:ext uri="{96DAC541-7B7A-43D3-8B79-37D633B846F1}">
                      <asvg:svgBlip xmlns:asvg="http://schemas.microsoft.com/office/drawing/2016/SVG/main" r:embed="rId83"/>
                    </a:ext>
                  </a:extLst>
                </a:blip>
                <a:stretch>
                  <a:fillRect/>
                </a:stretch>
              </p:blipFill>
              <p:spPr>
                <a:xfrm>
                  <a:off x="-1162896" y="1099986"/>
                  <a:ext cx="1619250" cy="1619250"/>
                </a:xfrm>
                <a:prstGeom prst="rect">
                  <a:avLst/>
                </a:prstGeom>
              </p:spPr>
            </p:pic>
          </p:grpSp>
          <p:sp>
            <p:nvSpPr>
              <p:cNvPr id="71" name="ZoneTexte 70">
                <a:extLst>
                  <a:ext uri="{FF2B5EF4-FFF2-40B4-BE49-F238E27FC236}">
                    <a16:creationId xmlns:a16="http://schemas.microsoft.com/office/drawing/2014/main" id="{95150E63-C983-774B-39D7-2505C1E6D835}"/>
                  </a:ext>
                </a:extLst>
              </p:cNvPr>
              <p:cNvSpPr txBox="1">
                <a:spLocks/>
              </p:cNvSpPr>
              <p:nvPr/>
            </p:nvSpPr>
            <p:spPr>
              <a:xfrm>
                <a:off x="3996206" y="3092799"/>
                <a:ext cx="1548000" cy="1019682"/>
              </a:xfrm>
              <a:prstGeom prst="rect">
                <a:avLst/>
              </a:prstGeom>
              <a:noFill/>
            </p:spPr>
            <p:txBody>
              <a:bodyPr wrap="square" lIns="91440" tIns="45720" rIns="91440" bIns="45720" anchor="t">
                <a:spAutoFit/>
              </a:bodyPr>
              <a:lstStyle/>
              <a:p>
                <a:pPr marL="171450" marR="0" lvl="0" indent="-171450" defTabSz="914400" rtl="0" eaLnBrk="1" fontAlgn="auto" latinLnBrk="0" hangingPunct="1">
                  <a:lnSpc>
                    <a:spcPct val="100000"/>
                  </a:lnSpc>
                  <a:spcBef>
                    <a:spcPts val="0"/>
                  </a:spcBef>
                  <a:spcAft>
                    <a:spcPts val="0"/>
                  </a:spcAft>
                  <a:buClr>
                    <a:schemeClr val="accent1"/>
                  </a:buClr>
                  <a:buSzTx/>
                  <a:buFont typeface="Aptos" panose="020B0004020202020204" pitchFamily="34" charset="0"/>
                  <a:buChar char="⁄"/>
                  <a:tabLst/>
                  <a:defRPr/>
                </a:pPr>
                <a:r>
                  <a:rPr kumimoji="0" lang="fr-FR" sz="1050" b="1" i="0" u="none" strike="noStrike" kern="1200" cap="none" spc="0" normalizeH="0" baseline="0" noProof="0">
                    <a:ln>
                      <a:noFill/>
                    </a:ln>
                    <a:solidFill>
                      <a:schemeClr val="bg1">
                        <a:lumMod val="100000"/>
                      </a:schemeClr>
                    </a:solidFill>
                    <a:effectLst/>
                    <a:uLnTx/>
                    <a:uFillTx/>
                    <a:ea typeface="+mn-ea"/>
                    <a:cs typeface="+mn-cs"/>
                  </a:rPr>
                  <a:t>Soutenir et faciliter la coopération</a:t>
                </a:r>
                <a:r>
                  <a:rPr kumimoji="0" lang="fr-FR" sz="1050" i="0" u="none" strike="noStrike" kern="1200" cap="none" spc="0" normalizeH="0" baseline="0" noProof="0">
                    <a:ln>
                      <a:noFill/>
                    </a:ln>
                    <a:solidFill>
                      <a:schemeClr val="bg1">
                        <a:lumMod val="100000"/>
                      </a:schemeClr>
                    </a:solidFill>
                    <a:effectLst/>
                    <a:uLnTx/>
                    <a:uFillTx/>
                    <a:ea typeface="+mn-ea"/>
                    <a:cs typeface="+mn-cs"/>
                  </a:rPr>
                  <a:t> et l’échange d’informations à l’échelle nationale et transnationale</a:t>
                </a:r>
              </a:p>
            </p:txBody>
          </p:sp>
          <p:sp>
            <p:nvSpPr>
              <p:cNvPr id="72" name="ZoneTexte 71">
                <a:extLst>
                  <a:ext uri="{FF2B5EF4-FFF2-40B4-BE49-F238E27FC236}">
                    <a16:creationId xmlns:a16="http://schemas.microsoft.com/office/drawing/2014/main" id="{70DBDB2E-4B33-4BD0-5B69-C3B771DCAC88}"/>
                  </a:ext>
                </a:extLst>
              </p:cNvPr>
              <p:cNvSpPr txBox="1">
                <a:spLocks/>
              </p:cNvSpPr>
              <p:nvPr/>
            </p:nvSpPr>
            <p:spPr>
              <a:xfrm>
                <a:off x="392974" y="3092799"/>
                <a:ext cx="1711221" cy="709344"/>
              </a:xfrm>
              <a:prstGeom prst="rect">
                <a:avLst/>
              </a:prstGeom>
              <a:noFill/>
            </p:spPr>
            <p:txBody>
              <a:bodyPr wrap="square" lIns="91440" tIns="45720" rIns="91440" bIns="45720" anchor="t">
                <a:spAutoFit/>
              </a:bodyPr>
              <a:lstStyle/>
              <a:p>
                <a:pPr marL="171450" marR="0" lvl="0" indent="-171450" defTabSz="914400" rtl="0" eaLnBrk="1" fontAlgn="auto" latinLnBrk="0" hangingPunct="1">
                  <a:lnSpc>
                    <a:spcPct val="100000"/>
                  </a:lnSpc>
                  <a:spcBef>
                    <a:spcPts val="0"/>
                  </a:spcBef>
                  <a:spcAft>
                    <a:spcPts val="0"/>
                  </a:spcAft>
                  <a:buClr>
                    <a:schemeClr val="accent1"/>
                  </a:buClr>
                  <a:buSzTx/>
                  <a:buFont typeface="Aptos" panose="020B0004020202020204" pitchFamily="34" charset="0"/>
                  <a:buChar char="⁄"/>
                  <a:tabLst/>
                  <a:defRPr/>
                </a:pPr>
                <a:r>
                  <a:rPr lang="fr-FR" sz="1050" b="1">
                    <a:solidFill>
                      <a:schemeClr val="bg1">
                        <a:lumMod val="100000"/>
                      </a:schemeClr>
                    </a:solidFill>
                  </a:rPr>
                  <a:t>Protéger </a:t>
                </a:r>
                <a:r>
                  <a:rPr kumimoji="0" lang="fr-FR" sz="1050" b="0" i="0" u="none" strike="noStrike" kern="1200" cap="none" spc="0" normalizeH="0" baseline="0" noProof="0">
                    <a:ln>
                      <a:noFill/>
                    </a:ln>
                    <a:solidFill>
                      <a:schemeClr val="bg1">
                        <a:lumMod val="100000"/>
                      </a:schemeClr>
                    </a:solidFill>
                    <a:effectLst/>
                    <a:uLnTx/>
                    <a:uFillTx/>
                    <a:ea typeface="+mn-ea"/>
                    <a:cs typeface="+mn-cs"/>
                  </a:rPr>
                  <a:t>les infrastructures critiques en  prévision d’incidents</a:t>
                </a:r>
                <a:endParaRPr kumimoji="0" lang="fr-FR" sz="1050" b="0" i="0" u="none" strike="noStrike" kern="1200" cap="none" spc="0" normalizeH="0" baseline="0" noProof="0">
                  <a:ln>
                    <a:noFill/>
                  </a:ln>
                  <a:solidFill>
                    <a:schemeClr val="bg1">
                      <a:lumMod val="100000"/>
                    </a:schemeClr>
                  </a:solidFill>
                  <a:effectLst/>
                  <a:uLnTx/>
                  <a:uFillTx/>
                  <a:ea typeface="Tahoma"/>
                  <a:cs typeface="Tahoma"/>
                </a:endParaRPr>
              </a:p>
            </p:txBody>
          </p:sp>
          <p:cxnSp>
            <p:nvCxnSpPr>
              <p:cNvPr id="73" name="Connecteur droit 72">
                <a:extLst>
                  <a:ext uri="{FF2B5EF4-FFF2-40B4-BE49-F238E27FC236}">
                    <a16:creationId xmlns:a16="http://schemas.microsoft.com/office/drawing/2014/main" id="{BD6A6DF7-D023-5A38-E292-AAB63B665566}"/>
                  </a:ext>
                </a:extLst>
              </p:cNvPr>
              <p:cNvCxnSpPr>
                <a:cxnSpLocks/>
              </p:cNvCxnSpPr>
              <p:nvPr/>
            </p:nvCxnSpPr>
            <p:spPr>
              <a:xfrm flipV="1">
                <a:off x="3865402" y="3055477"/>
                <a:ext cx="0" cy="1467488"/>
              </a:xfrm>
              <a:prstGeom prst="line">
                <a:avLst/>
              </a:prstGeom>
              <a:ln w="12700" cap="flat" cmpd="sng" algn="ctr">
                <a:solidFill>
                  <a:srgbClr val="677677"/>
                </a:solidFill>
                <a:prstDash val="sysDot"/>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4" name="Parallélogramme 73">
                <a:extLst>
                  <a:ext uri="{FF2B5EF4-FFF2-40B4-BE49-F238E27FC236}">
                    <a16:creationId xmlns:a16="http://schemas.microsoft.com/office/drawing/2014/main" id="{3CB67BDA-474A-C65E-641D-DFB72965808E}"/>
                  </a:ext>
                </a:extLst>
              </p:cNvPr>
              <p:cNvSpPr>
                <a:spLocks/>
              </p:cNvSpPr>
              <p:nvPr/>
            </p:nvSpPr>
            <p:spPr>
              <a:xfrm>
                <a:off x="1165562" y="4290160"/>
                <a:ext cx="3364653" cy="326523"/>
              </a:xfrm>
              <a:prstGeom prst="parallelogram">
                <a:avLst/>
              </a:prstGeom>
              <a:solidFill>
                <a:schemeClr val="accent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108000" rIns="108000" bIns="10800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0"/>
                  </a:spcAft>
                  <a:buClrTx/>
                  <a:buSzTx/>
                  <a:buFontTx/>
                  <a:buNone/>
                  <a:tabLst/>
                  <a:defRPr/>
                </a:pPr>
                <a:r>
                  <a:rPr lang="fr-FR" sz="1050" b="1">
                    <a:solidFill>
                      <a:srgbClr val="FFFFFF"/>
                    </a:solidFill>
                    <a:latin typeface="Tahoma (en-tête)"/>
                  </a:rPr>
                  <a:t>… et exige de :</a:t>
                </a:r>
                <a:endParaRPr kumimoji="0" lang="fr-FR" sz="1050" b="0" i="0" u="none" strike="noStrike" kern="1200" cap="none" spc="0" normalizeH="0" baseline="0" noProof="0">
                  <a:ln>
                    <a:noFill/>
                  </a:ln>
                  <a:solidFill>
                    <a:srgbClr val="FFFFFF"/>
                  </a:solidFill>
                  <a:effectLst/>
                  <a:uLnTx/>
                  <a:uFillTx/>
                  <a:latin typeface="Tahoma"/>
                  <a:ea typeface="+mn-ea"/>
                  <a:cs typeface="+mn-cs"/>
                </a:endParaRPr>
              </a:p>
            </p:txBody>
          </p:sp>
          <p:sp>
            <p:nvSpPr>
              <p:cNvPr id="75" name="ZoneTexte 74">
                <a:extLst>
                  <a:ext uri="{FF2B5EF4-FFF2-40B4-BE49-F238E27FC236}">
                    <a16:creationId xmlns:a16="http://schemas.microsoft.com/office/drawing/2014/main" id="{F8C3D579-DE4D-D128-7F5F-4E089853DFCD}"/>
                  </a:ext>
                </a:extLst>
              </p:cNvPr>
              <p:cNvSpPr txBox="1">
                <a:spLocks/>
              </p:cNvSpPr>
              <p:nvPr/>
            </p:nvSpPr>
            <p:spPr>
              <a:xfrm>
                <a:off x="416396" y="4606094"/>
                <a:ext cx="1597112" cy="1950696"/>
              </a:xfrm>
              <a:prstGeom prst="rect">
                <a:avLst/>
              </a:prstGeom>
              <a:noFill/>
            </p:spPr>
            <p:txBody>
              <a:bodyPr wrap="square">
                <a:spAutoFit/>
              </a:bodyPr>
              <a:lstStyle/>
              <a:p>
                <a:pPr marL="171450" indent="-171450">
                  <a:buClr>
                    <a:schemeClr val="accent1"/>
                  </a:buClr>
                  <a:buFont typeface="Aptos" panose="020B0004020202020204" pitchFamily="34" charset="0"/>
                  <a:buChar char="⁄"/>
                </a:pPr>
                <a:r>
                  <a:rPr kumimoji="0" lang="fr-FR" sz="1050" b="1" i="0" u="none" strike="noStrike" kern="1200" cap="none" spc="0" normalizeH="0" baseline="0" noProof="0">
                    <a:ln>
                      <a:noFill/>
                    </a:ln>
                    <a:solidFill>
                      <a:schemeClr val="bg1">
                        <a:lumMod val="100000"/>
                      </a:schemeClr>
                    </a:solidFill>
                    <a:effectLst/>
                    <a:uLnTx/>
                    <a:uFillTx/>
                    <a:ea typeface="+mn-ea"/>
                    <a:cs typeface="+mn-cs"/>
                  </a:rPr>
                  <a:t>Identifier</a:t>
                </a:r>
                <a:r>
                  <a:rPr kumimoji="0" lang="fr-FR" sz="1050" b="0" i="0" u="none" strike="noStrike" kern="1200" cap="none" spc="0" normalizeH="0" baseline="0" noProof="0">
                    <a:ln>
                      <a:noFill/>
                    </a:ln>
                    <a:solidFill>
                      <a:schemeClr val="bg1">
                        <a:lumMod val="100000"/>
                      </a:schemeClr>
                    </a:solidFill>
                    <a:effectLst/>
                    <a:uLnTx/>
                    <a:uFillTx/>
                    <a:ea typeface="+mn-ea"/>
                    <a:cs typeface="+mn-cs"/>
                  </a:rPr>
                  <a:t> les installations critiques </a:t>
                </a:r>
                <a:r>
                  <a:rPr kumimoji="0" lang="fr-FR" sz="1050" b="0" i="0" u="none" strike="noStrike" kern="1200" cap="none" spc="0" normalizeH="0" baseline="0" noProof="0">
                    <a:ln>
                      <a:noFill/>
                    </a:ln>
                    <a:solidFill>
                      <a:schemeClr val="bg1"/>
                    </a:solidFill>
                    <a:effectLst/>
                    <a:uLnTx/>
                    <a:uFillTx/>
                    <a:ea typeface="+mn-ea"/>
                    <a:cs typeface="+mn-cs"/>
                  </a:rPr>
                  <a:t>et </a:t>
                </a:r>
                <a:r>
                  <a:rPr lang="fr-FR" sz="1050" b="1">
                    <a:solidFill>
                      <a:schemeClr val="bg1"/>
                    </a:solidFill>
                  </a:rPr>
                  <a:t>réaliser des analyses de risques</a:t>
                </a:r>
                <a:r>
                  <a:rPr lang="fr-FR" sz="1050">
                    <a:solidFill>
                      <a:schemeClr val="bg1"/>
                    </a:solidFill>
                  </a:rPr>
                  <a:t> pour identifier les </a:t>
                </a:r>
                <a:r>
                  <a:rPr lang="fr-FR" sz="1050" b="1">
                    <a:solidFill>
                      <a:schemeClr val="bg1"/>
                    </a:solidFill>
                  </a:rPr>
                  <a:t>menaces </a:t>
                </a:r>
                <a:r>
                  <a:rPr lang="fr-FR" sz="1050">
                    <a:solidFill>
                      <a:schemeClr val="bg1"/>
                    </a:solidFill>
                  </a:rPr>
                  <a:t>et les </a:t>
                </a:r>
                <a:r>
                  <a:rPr lang="fr-FR" sz="1050" b="1">
                    <a:solidFill>
                      <a:schemeClr val="bg1"/>
                    </a:solidFill>
                  </a:rPr>
                  <a:t>vulnérabilités</a:t>
                </a:r>
              </a:p>
              <a:p>
                <a:pPr marL="171450" indent="-171450">
                  <a:buClr>
                    <a:schemeClr val="accent1"/>
                  </a:buClr>
                  <a:buFont typeface="Aptos" panose="020B0004020202020204" pitchFamily="34" charset="0"/>
                  <a:buChar char="⁄"/>
                </a:pPr>
                <a:r>
                  <a:rPr lang="fr-FR" sz="1050">
                    <a:solidFill>
                      <a:schemeClr val="bg1"/>
                    </a:solidFill>
                  </a:rPr>
                  <a:t>Augmenter la maturité cyber des infrastructures critiques</a:t>
                </a:r>
              </a:p>
            </p:txBody>
          </p:sp>
          <p:cxnSp>
            <p:nvCxnSpPr>
              <p:cNvPr id="76" name="Connecteur droit 75">
                <a:extLst>
                  <a:ext uri="{FF2B5EF4-FFF2-40B4-BE49-F238E27FC236}">
                    <a16:creationId xmlns:a16="http://schemas.microsoft.com/office/drawing/2014/main" id="{9E4B7940-8694-CC2C-F780-EA1A14895466}"/>
                  </a:ext>
                </a:extLst>
              </p:cNvPr>
              <p:cNvCxnSpPr>
                <a:cxnSpLocks/>
              </p:cNvCxnSpPr>
              <p:nvPr/>
            </p:nvCxnSpPr>
            <p:spPr>
              <a:xfrm flipV="1">
                <a:off x="2104195" y="5141117"/>
                <a:ext cx="0" cy="1152000"/>
              </a:xfrm>
              <a:prstGeom prst="line">
                <a:avLst/>
              </a:prstGeom>
              <a:ln w="12700" cap="flat" cmpd="sng" algn="ctr">
                <a:solidFill>
                  <a:srgbClr val="677677"/>
                </a:solidFill>
                <a:prstDash val="sysDot"/>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7" name="ZoneTexte 76">
                <a:extLst>
                  <a:ext uri="{FF2B5EF4-FFF2-40B4-BE49-F238E27FC236}">
                    <a16:creationId xmlns:a16="http://schemas.microsoft.com/office/drawing/2014/main" id="{9A0811C4-257C-6D15-5032-3F79204E046E}"/>
                  </a:ext>
                </a:extLst>
              </p:cNvPr>
              <p:cNvSpPr txBox="1">
                <a:spLocks/>
              </p:cNvSpPr>
              <p:nvPr/>
            </p:nvSpPr>
            <p:spPr>
              <a:xfrm>
                <a:off x="2211095" y="4623322"/>
                <a:ext cx="1548000" cy="864513"/>
              </a:xfrm>
              <a:prstGeom prst="rect">
                <a:avLst/>
              </a:prstGeom>
              <a:noFill/>
            </p:spPr>
            <p:txBody>
              <a:bodyPr wrap="square" lIns="91440" tIns="45720" rIns="91440" bIns="45720" anchor="t">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ptos" panose="020B0004020202020204" pitchFamily="34" charset="0"/>
                  <a:buChar char="⁄"/>
                  <a:tabLst/>
                  <a:defRPr/>
                </a:pPr>
                <a:r>
                  <a:rPr kumimoji="0" lang="fr-FR" sz="1050" b="1" i="0" u="none" strike="noStrike" kern="1200" cap="none" spc="0" normalizeH="0" baseline="0" noProof="0">
                    <a:ln>
                      <a:noFill/>
                    </a:ln>
                    <a:solidFill>
                      <a:schemeClr val="bg1">
                        <a:lumMod val="100000"/>
                      </a:schemeClr>
                    </a:solidFill>
                    <a:effectLst/>
                    <a:uLnTx/>
                    <a:uFillTx/>
                    <a:ea typeface="+mn-ea"/>
                    <a:cs typeface="+mn-cs"/>
                  </a:rPr>
                  <a:t>Elaborer et tester les plans </a:t>
                </a:r>
                <a:r>
                  <a:rPr kumimoji="0" lang="fr-FR" sz="1050" b="0" i="0" u="none" strike="noStrike" kern="1200" cap="none" spc="0" normalizeH="0" baseline="0" noProof="0">
                    <a:ln>
                      <a:noFill/>
                    </a:ln>
                    <a:solidFill>
                      <a:schemeClr val="bg1">
                        <a:lumMod val="100000"/>
                      </a:schemeClr>
                    </a:solidFill>
                    <a:effectLst/>
                    <a:uLnTx/>
                    <a:uFillTx/>
                    <a:ea typeface="+mn-ea"/>
                    <a:cs typeface="+mn-cs"/>
                  </a:rPr>
                  <a:t>de continuité d’activité (PCA) et de résilience</a:t>
                </a:r>
              </a:p>
            </p:txBody>
          </p:sp>
          <p:sp>
            <p:nvSpPr>
              <p:cNvPr id="78" name="ZoneTexte 77">
                <a:extLst>
                  <a:ext uri="{FF2B5EF4-FFF2-40B4-BE49-F238E27FC236}">
                    <a16:creationId xmlns:a16="http://schemas.microsoft.com/office/drawing/2014/main" id="{892CF4E7-F839-5B29-1E90-0DD0ECEB58AE}"/>
                  </a:ext>
                </a:extLst>
              </p:cNvPr>
              <p:cNvSpPr txBox="1">
                <a:spLocks/>
              </p:cNvSpPr>
              <p:nvPr/>
            </p:nvSpPr>
            <p:spPr>
              <a:xfrm>
                <a:off x="4039282" y="4623322"/>
                <a:ext cx="1548000" cy="1174852"/>
              </a:xfrm>
              <a:prstGeom prst="rect">
                <a:avLst/>
              </a:prstGeom>
              <a:noFill/>
            </p:spPr>
            <p:txBody>
              <a:bodyPr wrap="square" lIns="91440" tIns="45720" rIns="91440" bIns="45720" anchor="t">
                <a:spAutoFit/>
              </a:bodyPr>
              <a:lstStyle/>
              <a:p>
                <a:pPr marL="171450" marR="0" lvl="0" indent="-171450" algn="l" defTabSz="914400" rtl="0" eaLnBrk="1" fontAlgn="auto" latinLnBrk="0" hangingPunct="1">
                  <a:lnSpc>
                    <a:spcPct val="100000"/>
                  </a:lnSpc>
                  <a:spcBef>
                    <a:spcPts val="0"/>
                  </a:spcBef>
                  <a:spcAft>
                    <a:spcPts val="0"/>
                  </a:spcAft>
                  <a:buClr>
                    <a:schemeClr val="accent1"/>
                  </a:buClr>
                  <a:buSzTx/>
                  <a:buFont typeface="Aptos" panose="020B0004020202020204" pitchFamily="34" charset="0"/>
                  <a:buChar char="⁄"/>
                  <a:tabLst/>
                  <a:defRPr/>
                </a:pPr>
                <a:r>
                  <a:rPr kumimoji="0" lang="fr-FR" sz="1050" b="1" i="0" u="none" strike="noStrike" kern="1200" cap="none" spc="0" normalizeH="0" baseline="0" noProof="0">
                    <a:ln>
                      <a:noFill/>
                    </a:ln>
                    <a:solidFill>
                      <a:schemeClr val="bg1">
                        <a:lumMod val="100000"/>
                      </a:schemeClr>
                    </a:solidFill>
                    <a:effectLst/>
                    <a:uLnTx/>
                    <a:uFillTx/>
                    <a:ea typeface="+mn-ea"/>
                    <a:cs typeface="+mn-cs"/>
                  </a:rPr>
                  <a:t>Réaliser des contrôles </a:t>
                </a:r>
                <a:r>
                  <a:rPr kumimoji="0" lang="fr-FR" sz="1050" b="0" i="0" u="none" strike="noStrike" kern="1200" cap="none" spc="0" normalizeH="0" baseline="0" noProof="0">
                    <a:ln>
                      <a:noFill/>
                    </a:ln>
                    <a:solidFill>
                      <a:schemeClr val="bg1">
                        <a:lumMod val="100000"/>
                      </a:schemeClr>
                    </a:solidFill>
                    <a:effectLst/>
                    <a:uLnTx/>
                    <a:uFillTx/>
                    <a:ea typeface="+mn-ea"/>
                    <a:cs typeface="+mn-cs"/>
                  </a:rPr>
                  <a:t>pour s’assurer du respect de la loi et éventuellement infliger des sanctions</a:t>
                </a:r>
                <a:endParaRPr kumimoji="0" lang="fr-FR" sz="1050" b="0" i="0" u="none" strike="noStrike" kern="1200" cap="none" spc="0" normalizeH="0" baseline="0" noProof="0">
                  <a:ln>
                    <a:noFill/>
                  </a:ln>
                  <a:solidFill>
                    <a:schemeClr val="bg1">
                      <a:lumMod val="100000"/>
                    </a:schemeClr>
                  </a:solidFill>
                  <a:effectLst/>
                  <a:uLnTx/>
                  <a:uFillTx/>
                  <a:ea typeface="Tahoma"/>
                  <a:cs typeface="Tahoma"/>
                </a:endParaRPr>
              </a:p>
            </p:txBody>
          </p:sp>
          <p:cxnSp>
            <p:nvCxnSpPr>
              <p:cNvPr id="79" name="Connecteur droit 78">
                <a:extLst>
                  <a:ext uri="{FF2B5EF4-FFF2-40B4-BE49-F238E27FC236}">
                    <a16:creationId xmlns:a16="http://schemas.microsoft.com/office/drawing/2014/main" id="{74AA7594-3F66-B775-F832-737043DA41D4}"/>
                  </a:ext>
                </a:extLst>
              </p:cNvPr>
              <p:cNvCxnSpPr>
                <a:cxnSpLocks/>
              </p:cNvCxnSpPr>
              <p:nvPr/>
            </p:nvCxnSpPr>
            <p:spPr>
              <a:xfrm flipV="1">
                <a:off x="3826087" y="5141117"/>
                <a:ext cx="0" cy="1152000"/>
              </a:xfrm>
              <a:prstGeom prst="line">
                <a:avLst/>
              </a:prstGeom>
              <a:ln w="12700" cap="flat" cmpd="sng" algn="ctr">
                <a:solidFill>
                  <a:srgbClr val="677677"/>
                </a:solidFill>
                <a:prstDash val="sysDot"/>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62" name="Groupe 61">
            <a:extLst>
              <a:ext uri="{FF2B5EF4-FFF2-40B4-BE49-F238E27FC236}">
                <a16:creationId xmlns:a16="http://schemas.microsoft.com/office/drawing/2014/main" id="{8AC3E2DE-2F3A-D4B6-07CD-BE38824A5251}"/>
              </a:ext>
            </a:extLst>
          </p:cNvPr>
          <p:cNvGrpSpPr/>
          <p:nvPr/>
        </p:nvGrpSpPr>
        <p:grpSpPr>
          <a:xfrm>
            <a:off x="5849265" y="4076084"/>
            <a:ext cx="5894089" cy="2489500"/>
            <a:chOff x="5873295" y="3896129"/>
            <a:chExt cx="5894089" cy="2489500"/>
          </a:xfrm>
        </p:grpSpPr>
        <p:grpSp>
          <p:nvGrpSpPr>
            <p:cNvPr id="151" name="Groupe 150">
              <a:extLst>
                <a:ext uri="{FF2B5EF4-FFF2-40B4-BE49-F238E27FC236}">
                  <a16:creationId xmlns:a16="http://schemas.microsoft.com/office/drawing/2014/main" id="{2E602541-0339-09D2-A46A-9C69A40736EE}"/>
                </a:ext>
              </a:extLst>
            </p:cNvPr>
            <p:cNvGrpSpPr/>
            <p:nvPr/>
          </p:nvGrpSpPr>
          <p:grpSpPr>
            <a:xfrm>
              <a:off x="5873295" y="3896129"/>
              <a:ext cx="5894089" cy="2489500"/>
              <a:chOff x="6050782" y="4027486"/>
              <a:chExt cx="5894089" cy="2489500"/>
            </a:xfrm>
          </p:grpSpPr>
          <p:grpSp>
            <p:nvGrpSpPr>
              <p:cNvPr id="103" name="Groupe 102">
                <a:extLst>
                  <a:ext uri="{FF2B5EF4-FFF2-40B4-BE49-F238E27FC236}">
                    <a16:creationId xmlns:a16="http://schemas.microsoft.com/office/drawing/2014/main" id="{4F3DFEA9-A53E-C50D-2726-5D78887F7FCC}"/>
                  </a:ext>
                </a:extLst>
              </p:cNvPr>
              <p:cNvGrpSpPr>
                <a:grpSpLocks noChangeAspect="1"/>
              </p:cNvGrpSpPr>
              <p:nvPr/>
            </p:nvGrpSpPr>
            <p:grpSpPr>
              <a:xfrm>
                <a:off x="6188376" y="4497627"/>
                <a:ext cx="5636875" cy="1800000"/>
                <a:chOff x="2070265" y="2241362"/>
                <a:chExt cx="8302659" cy="2651252"/>
              </a:xfrm>
            </p:grpSpPr>
            <p:sp>
              <p:nvSpPr>
                <p:cNvPr id="132" name="TextBox 17">
                  <a:extLst>
                    <a:ext uri="{FF2B5EF4-FFF2-40B4-BE49-F238E27FC236}">
                      <a16:creationId xmlns:a16="http://schemas.microsoft.com/office/drawing/2014/main" id="{27DCDE04-02C0-B124-8381-B406A14CCE0A}"/>
                    </a:ext>
                  </a:extLst>
                </p:cNvPr>
                <p:cNvSpPr txBox="1">
                  <a:spLocks/>
                </p:cNvSpPr>
                <p:nvPr/>
              </p:nvSpPr>
              <p:spPr>
                <a:xfrm>
                  <a:off x="2070266" y="2241362"/>
                  <a:ext cx="3803157" cy="396000"/>
                </a:xfrm>
                <a:prstGeom prst="roundRect">
                  <a:avLst>
                    <a:gd name="adj" fmla="val 9499"/>
                  </a:avLst>
                </a:prstGeom>
                <a:solidFill>
                  <a:schemeClr val="tx2"/>
                </a:solidFill>
                <a:ln w="9525" cap="flat" cmpd="sng" algn="ctr">
                  <a:solidFill>
                    <a:schemeClr val="bg2"/>
                  </a:solidFill>
                  <a:prstDash val="solid"/>
                  <a:round/>
                  <a:headEnd type="none" w="med" len="med"/>
                  <a:tailEnd type="none" w="med" len="med"/>
                </a:ln>
              </p:spPr>
              <p:txBody>
                <a:bodyPr wrap="square" lIns="108000" tIns="108000" rIns="108000" bIns="108000" rtlCol="0" anchor="ctr">
                  <a:noAutofit/>
                </a:bodyPr>
                <a:lstStyle/>
                <a:p>
                  <a:pPr algn="ctr">
                    <a:spcBef>
                      <a:spcPts val="600"/>
                    </a:spcBef>
                  </a:pPr>
                  <a:r>
                    <a:rPr lang="fr-FR" sz="1050">
                      <a:solidFill>
                        <a:schemeClr val="bg2"/>
                      </a:solidFill>
                    </a:rPr>
                    <a:t>Energie</a:t>
                  </a:r>
                </a:p>
              </p:txBody>
            </p:sp>
            <p:sp>
              <p:nvSpPr>
                <p:cNvPr id="130" name="TextBox 17">
                  <a:extLst>
                    <a:ext uri="{FF2B5EF4-FFF2-40B4-BE49-F238E27FC236}">
                      <a16:creationId xmlns:a16="http://schemas.microsoft.com/office/drawing/2014/main" id="{D9449B49-7C7E-9A20-BC78-D46075C12D32}"/>
                    </a:ext>
                  </a:extLst>
                </p:cNvPr>
                <p:cNvSpPr txBox="1">
                  <a:spLocks/>
                </p:cNvSpPr>
                <p:nvPr/>
              </p:nvSpPr>
              <p:spPr>
                <a:xfrm>
                  <a:off x="6569765" y="2241362"/>
                  <a:ext cx="3803157" cy="396000"/>
                </a:xfrm>
                <a:prstGeom prst="roundRect">
                  <a:avLst>
                    <a:gd name="adj" fmla="val 9499"/>
                  </a:avLst>
                </a:prstGeom>
                <a:solidFill>
                  <a:schemeClr val="tx2"/>
                </a:solidFill>
                <a:ln w="9525" cap="flat" cmpd="sng" algn="ctr">
                  <a:solidFill>
                    <a:schemeClr val="bg2"/>
                  </a:solidFill>
                  <a:prstDash val="solid"/>
                  <a:round/>
                  <a:headEnd type="none" w="med" len="med"/>
                  <a:tailEnd type="none" w="med" len="med"/>
                </a:ln>
              </p:spPr>
              <p:txBody>
                <a:bodyPr wrap="square" lIns="108000" tIns="108000" rIns="108000" bIns="108000" rtlCol="0" anchor="ctr">
                  <a:noAutofit/>
                </a:bodyPr>
                <a:lstStyle/>
                <a:p>
                  <a:pPr algn="ctr">
                    <a:spcBef>
                      <a:spcPts val="600"/>
                    </a:spcBef>
                  </a:pPr>
                  <a:r>
                    <a:rPr lang="fr-FR" sz="1050">
                      <a:solidFill>
                        <a:schemeClr val="bg2"/>
                      </a:solidFill>
                    </a:rPr>
                    <a:t>Eau potable et eaux résiduaires</a:t>
                  </a:r>
                </a:p>
              </p:txBody>
            </p:sp>
            <p:sp>
              <p:nvSpPr>
                <p:cNvPr id="128" name="TextBox 17">
                  <a:extLst>
                    <a:ext uri="{FF2B5EF4-FFF2-40B4-BE49-F238E27FC236}">
                      <a16:creationId xmlns:a16="http://schemas.microsoft.com/office/drawing/2014/main" id="{51AA9ED6-7692-9CEC-1C29-1B707233E153}"/>
                    </a:ext>
                  </a:extLst>
                </p:cNvPr>
                <p:cNvSpPr txBox="1">
                  <a:spLocks/>
                </p:cNvSpPr>
                <p:nvPr/>
              </p:nvSpPr>
              <p:spPr>
                <a:xfrm>
                  <a:off x="2070265" y="3368988"/>
                  <a:ext cx="3803157" cy="396000"/>
                </a:xfrm>
                <a:prstGeom prst="roundRect">
                  <a:avLst>
                    <a:gd name="adj" fmla="val 9499"/>
                  </a:avLst>
                </a:prstGeom>
                <a:solidFill>
                  <a:schemeClr val="tx2"/>
                </a:solidFill>
                <a:ln w="9525" cap="flat" cmpd="sng" algn="ctr">
                  <a:solidFill>
                    <a:schemeClr val="bg2"/>
                  </a:solidFill>
                  <a:prstDash val="solid"/>
                  <a:round/>
                  <a:headEnd type="none" w="med" len="med"/>
                  <a:tailEnd type="none" w="med" len="med"/>
                </a:ln>
              </p:spPr>
              <p:txBody>
                <a:bodyPr wrap="square" lIns="108000" tIns="108000" rIns="108000" bIns="108000" rtlCol="0" anchor="ctr">
                  <a:noAutofit/>
                </a:bodyPr>
                <a:lstStyle/>
                <a:p>
                  <a:pPr algn="ctr">
                    <a:spcBef>
                      <a:spcPts val="600"/>
                    </a:spcBef>
                  </a:pPr>
                  <a:r>
                    <a:rPr lang="fr-FR" sz="1050">
                      <a:solidFill>
                        <a:schemeClr val="bg2"/>
                      </a:solidFill>
                    </a:rPr>
                    <a:t>Secteur bancaire</a:t>
                  </a:r>
                </a:p>
              </p:txBody>
            </p:sp>
            <p:sp>
              <p:nvSpPr>
                <p:cNvPr id="126" name="TextBox 17">
                  <a:extLst>
                    <a:ext uri="{FF2B5EF4-FFF2-40B4-BE49-F238E27FC236}">
                      <a16:creationId xmlns:a16="http://schemas.microsoft.com/office/drawing/2014/main" id="{B8BC40CB-8775-17B5-656C-8D0EC748050A}"/>
                    </a:ext>
                  </a:extLst>
                </p:cNvPr>
                <p:cNvSpPr txBox="1">
                  <a:spLocks/>
                </p:cNvSpPr>
                <p:nvPr/>
              </p:nvSpPr>
              <p:spPr>
                <a:xfrm>
                  <a:off x="6569765" y="3371937"/>
                  <a:ext cx="3803157" cy="396000"/>
                </a:xfrm>
                <a:prstGeom prst="roundRect">
                  <a:avLst>
                    <a:gd name="adj" fmla="val 9499"/>
                  </a:avLst>
                </a:prstGeom>
                <a:solidFill>
                  <a:schemeClr val="tx2"/>
                </a:solidFill>
                <a:ln w="9525" cap="flat" cmpd="sng" algn="ctr">
                  <a:solidFill>
                    <a:schemeClr val="bg2"/>
                  </a:solidFill>
                  <a:prstDash val="solid"/>
                  <a:round/>
                  <a:headEnd type="none" w="med" len="med"/>
                  <a:tailEnd type="none" w="med" len="med"/>
                </a:ln>
              </p:spPr>
              <p:txBody>
                <a:bodyPr wrap="square" lIns="108000" tIns="108000" rIns="108000" bIns="108000" rtlCol="0" anchor="ctr">
                  <a:noAutofit/>
                </a:bodyPr>
                <a:lstStyle/>
                <a:p>
                  <a:pPr algn="ctr">
                    <a:spcBef>
                      <a:spcPts val="600"/>
                    </a:spcBef>
                  </a:pPr>
                  <a:r>
                    <a:rPr lang="fr-FR" sz="1050">
                      <a:solidFill>
                        <a:schemeClr val="bg2"/>
                      </a:solidFill>
                    </a:rPr>
                    <a:t>Administration publique</a:t>
                  </a:r>
                </a:p>
              </p:txBody>
            </p:sp>
            <p:sp>
              <p:nvSpPr>
                <p:cNvPr id="124" name="TextBox 17">
                  <a:extLst>
                    <a:ext uri="{FF2B5EF4-FFF2-40B4-BE49-F238E27FC236}">
                      <a16:creationId xmlns:a16="http://schemas.microsoft.com/office/drawing/2014/main" id="{B6EFC75F-D4A3-3B79-EFA0-5BA21FD92F3A}"/>
                    </a:ext>
                  </a:extLst>
                </p:cNvPr>
                <p:cNvSpPr txBox="1">
                  <a:spLocks/>
                </p:cNvSpPr>
                <p:nvPr/>
              </p:nvSpPr>
              <p:spPr>
                <a:xfrm>
                  <a:off x="6569764" y="2803700"/>
                  <a:ext cx="3803157" cy="396000"/>
                </a:xfrm>
                <a:prstGeom prst="roundRect">
                  <a:avLst>
                    <a:gd name="adj" fmla="val 9499"/>
                  </a:avLst>
                </a:prstGeom>
                <a:solidFill>
                  <a:schemeClr val="tx2"/>
                </a:solidFill>
                <a:ln w="9525" cap="flat" cmpd="sng" algn="ctr">
                  <a:solidFill>
                    <a:schemeClr val="bg2"/>
                  </a:solidFill>
                  <a:prstDash val="solid"/>
                  <a:round/>
                  <a:headEnd type="none" w="med" len="med"/>
                  <a:tailEnd type="none" w="med" len="med"/>
                </a:ln>
              </p:spPr>
              <p:txBody>
                <a:bodyPr wrap="square" lIns="108000" tIns="108000" rIns="108000" bIns="108000" rtlCol="0" anchor="ctr">
                  <a:noAutofit/>
                </a:bodyPr>
                <a:lstStyle/>
                <a:p>
                  <a:pPr algn="ctr">
                    <a:spcBef>
                      <a:spcPts val="600"/>
                    </a:spcBef>
                  </a:pPr>
                  <a:r>
                    <a:rPr lang="fr-FR" sz="1050">
                      <a:solidFill>
                        <a:schemeClr val="bg2"/>
                      </a:solidFill>
                    </a:rPr>
                    <a:t>Infrastructures numériques</a:t>
                  </a:r>
                </a:p>
              </p:txBody>
            </p:sp>
            <p:sp>
              <p:nvSpPr>
                <p:cNvPr id="122" name="TextBox 17">
                  <a:extLst>
                    <a:ext uri="{FF2B5EF4-FFF2-40B4-BE49-F238E27FC236}">
                      <a16:creationId xmlns:a16="http://schemas.microsoft.com/office/drawing/2014/main" id="{39D5509A-28B5-321D-B4D4-7D942F51C6FF}"/>
                    </a:ext>
                  </a:extLst>
                </p:cNvPr>
                <p:cNvSpPr txBox="1">
                  <a:spLocks/>
                </p:cNvSpPr>
                <p:nvPr/>
              </p:nvSpPr>
              <p:spPr>
                <a:xfrm>
                  <a:off x="6569767" y="3934275"/>
                  <a:ext cx="3803157" cy="396000"/>
                </a:xfrm>
                <a:prstGeom prst="roundRect">
                  <a:avLst>
                    <a:gd name="adj" fmla="val 9499"/>
                  </a:avLst>
                </a:prstGeom>
                <a:solidFill>
                  <a:schemeClr val="tx2"/>
                </a:solidFill>
                <a:ln w="9525" cap="flat" cmpd="sng" algn="ctr">
                  <a:solidFill>
                    <a:schemeClr val="bg2"/>
                  </a:solidFill>
                  <a:prstDash val="solid"/>
                  <a:round/>
                  <a:headEnd type="none" w="med" len="med"/>
                  <a:tailEnd type="none" w="med" len="med"/>
                </a:ln>
              </p:spPr>
              <p:txBody>
                <a:bodyPr wrap="square" lIns="108000" tIns="108000" rIns="108000" bIns="108000" rtlCol="0" anchor="ctr">
                  <a:noAutofit/>
                </a:bodyPr>
                <a:lstStyle/>
                <a:p>
                  <a:pPr algn="ctr">
                    <a:spcBef>
                      <a:spcPts val="600"/>
                    </a:spcBef>
                  </a:pPr>
                  <a:r>
                    <a:rPr lang="fr-FR" sz="1050">
                      <a:solidFill>
                        <a:schemeClr val="bg2"/>
                      </a:solidFill>
                    </a:rPr>
                    <a:t>Spatial</a:t>
                  </a:r>
                </a:p>
              </p:txBody>
            </p:sp>
            <p:sp>
              <p:nvSpPr>
                <p:cNvPr id="120" name="TextBox 17">
                  <a:extLst>
                    <a:ext uri="{FF2B5EF4-FFF2-40B4-BE49-F238E27FC236}">
                      <a16:creationId xmlns:a16="http://schemas.microsoft.com/office/drawing/2014/main" id="{96331873-A766-FF09-4075-2BF51627F974}"/>
                    </a:ext>
                  </a:extLst>
                </p:cNvPr>
                <p:cNvSpPr txBox="1">
                  <a:spLocks/>
                </p:cNvSpPr>
                <p:nvPr/>
              </p:nvSpPr>
              <p:spPr>
                <a:xfrm>
                  <a:off x="2070265" y="3932800"/>
                  <a:ext cx="3803157" cy="396000"/>
                </a:xfrm>
                <a:prstGeom prst="roundRect">
                  <a:avLst>
                    <a:gd name="adj" fmla="val 9499"/>
                  </a:avLst>
                </a:prstGeom>
                <a:solidFill>
                  <a:schemeClr val="tx2"/>
                </a:solidFill>
                <a:ln w="9525" cap="flat" cmpd="sng" algn="ctr">
                  <a:solidFill>
                    <a:schemeClr val="bg2"/>
                  </a:solidFill>
                  <a:prstDash val="solid"/>
                  <a:round/>
                  <a:headEnd type="none" w="med" len="med"/>
                  <a:tailEnd type="none" w="med" len="med"/>
                </a:ln>
              </p:spPr>
              <p:txBody>
                <a:bodyPr wrap="square" lIns="108000" tIns="108000" rIns="108000" bIns="108000" rtlCol="0" anchor="ctr">
                  <a:noAutofit/>
                </a:bodyPr>
                <a:lstStyle/>
                <a:p>
                  <a:pPr algn="ctr">
                    <a:spcBef>
                      <a:spcPts val="600"/>
                    </a:spcBef>
                  </a:pPr>
                  <a:r>
                    <a:rPr lang="fr-FR" sz="1000">
                      <a:solidFill>
                        <a:schemeClr val="bg2"/>
                      </a:solidFill>
                    </a:rPr>
                    <a:t>       Infrastructures des marchés financiers</a:t>
                  </a:r>
                </a:p>
              </p:txBody>
            </p:sp>
            <p:sp>
              <p:nvSpPr>
                <p:cNvPr id="118" name="TextBox 17">
                  <a:extLst>
                    <a:ext uri="{FF2B5EF4-FFF2-40B4-BE49-F238E27FC236}">
                      <a16:creationId xmlns:a16="http://schemas.microsoft.com/office/drawing/2014/main" id="{DCCE837A-4C98-E323-C916-C15559293279}"/>
                    </a:ext>
                  </a:extLst>
                </p:cNvPr>
                <p:cNvSpPr txBox="1">
                  <a:spLocks/>
                </p:cNvSpPr>
                <p:nvPr/>
              </p:nvSpPr>
              <p:spPr>
                <a:xfrm>
                  <a:off x="6569767" y="4496614"/>
                  <a:ext cx="3803157" cy="396000"/>
                </a:xfrm>
                <a:prstGeom prst="roundRect">
                  <a:avLst>
                    <a:gd name="adj" fmla="val 9499"/>
                  </a:avLst>
                </a:prstGeom>
                <a:solidFill>
                  <a:schemeClr val="tx2"/>
                </a:solidFill>
                <a:ln w="9525" cap="flat" cmpd="sng" algn="ctr">
                  <a:solidFill>
                    <a:schemeClr val="bg2"/>
                  </a:solidFill>
                  <a:prstDash val="solid"/>
                  <a:round/>
                  <a:headEnd type="none" w="med" len="med"/>
                  <a:tailEnd type="none" w="med" len="med"/>
                </a:ln>
              </p:spPr>
              <p:txBody>
                <a:bodyPr wrap="square" lIns="108000" tIns="108000" rIns="108000" bIns="108000" rtlCol="0" anchor="ctr">
                  <a:noAutofit/>
                </a:bodyPr>
                <a:lstStyle/>
                <a:p>
                  <a:pPr algn="ctr">
                    <a:spcBef>
                      <a:spcPts val="600"/>
                    </a:spcBef>
                  </a:pPr>
                  <a:r>
                    <a:rPr lang="fr-FR" sz="1050">
                      <a:solidFill>
                        <a:schemeClr val="bg2"/>
                      </a:solidFill>
                    </a:rPr>
                    <a:t>Secteur de l’alimentation</a:t>
                  </a:r>
                </a:p>
              </p:txBody>
            </p:sp>
            <p:sp>
              <p:nvSpPr>
                <p:cNvPr id="116" name="TextBox 17">
                  <a:extLst>
                    <a:ext uri="{FF2B5EF4-FFF2-40B4-BE49-F238E27FC236}">
                      <a16:creationId xmlns:a16="http://schemas.microsoft.com/office/drawing/2014/main" id="{78A3AC3C-3D0A-0C4F-9315-EFF248D3411E}"/>
                    </a:ext>
                  </a:extLst>
                </p:cNvPr>
                <p:cNvSpPr txBox="1">
                  <a:spLocks/>
                </p:cNvSpPr>
                <p:nvPr/>
              </p:nvSpPr>
              <p:spPr>
                <a:xfrm>
                  <a:off x="2070265" y="4496614"/>
                  <a:ext cx="3803157" cy="396000"/>
                </a:xfrm>
                <a:prstGeom prst="roundRect">
                  <a:avLst>
                    <a:gd name="adj" fmla="val 9499"/>
                  </a:avLst>
                </a:prstGeom>
                <a:solidFill>
                  <a:schemeClr val="tx2"/>
                </a:solidFill>
                <a:ln w="9525" cap="flat" cmpd="sng" algn="ctr">
                  <a:solidFill>
                    <a:schemeClr val="bg2"/>
                  </a:solidFill>
                  <a:prstDash val="solid"/>
                  <a:round/>
                  <a:headEnd type="none" w="med" len="med"/>
                  <a:tailEnd type="none" w="med" len="med"/>
                </a:ln>
              </p:spPr>
              <p:txBody>
                <a:bodyPr wrap="square" lIns="108000" tIns="108000" rIns="108000" bIns="108000" rtlCol="0" anchor="ctr">
                  <a:noAutofit/>
                </a:bodyPr>
                <a:lstStyle/>
                <a:p>
                  <a:pPr algn="ctr">
                    <a:spcBef>
                      <a:spcPts val="600"/>
                    </a:spcBef>
                  </a:pPr>
                  <a:r>
                    <a:rPr lang="fr-FR" sz="1050">
                      <a:solidFill>
                        <a:schemeClr val="bg2"/>
                      </a:solidFill>
                    </a:rPr>
                    <a:t>Santé</a:t>
                  </a:r>
                </a:p>
              </p:txBody>
            </p:sp>
            <p:sp>
              <p:nvSpPr>
                <p:cNvPr id="114" name="TextBox 17">
                  <a:extLst>
                    <a:ext uri="{FF2B5EF4-FFF2-40B4-BE49-F238E27FC236}">
                      <a16:creationId xmlns:a16="http://schemas.microsoft.com/office/drawing/2014/main" id="{E66DA1EC-9B25-9B92-0D48-46A2AA37098F}"/>
                    </a:ext>
                  </a:extLst>
                </p:cNvPr>
                <p:cNvSpPr txBox="1">
                  <a:spLocks/>
                </p:cNvSpPr>
                <p:nvPr/>
              </p:nvSpPr>
              <p:spPr>
                <a:xfrm>
                  <a:off x="2070265" y="2805174"/>
                  <a:ext cx="3803157" cy="396000"/>
                </a:xfrm>
                <a:prstGeom prst="roundRect">
                  <a:avLst>
                    <a:gd name="adj" fmla="val 9499"/>
                  </a:avLst>
                </a:prstGeom>
                <a:solidFill>
                  <a:schemeClr val="tx2"/>
                </a:solidFill>
                <a:ln w="9525" cap="flat" cmpd="sng" algn="ctr">
                  <a:solidFill>
                    <a:schemeClr val="bg2"/>
                  </a:solidFill>
                  <a:prstDash val="solid"/>
                  <a:round/>
                  <a:headEnd type="none" w="med" len="med"/>
                  <a:tailEnd type="none" w="med" len="med"/>
                </a:ln>
              </p:spPr>
              <p:txBody>
                <a:bodyPr wrap="square" lIns="108000" tIns="108000" rIns="108000" bIns="108000" rtlCol="0" anchor="ctr">
                  <a:noAutofit/>
                </a:bodyPr>
                <a:lstStyle/>
                <a:p>
                  <a:pPr algn="ctr">
                    <a:spcBef>
                      <a:spcPts val="600"/>
                    </a:spcBef>
                  </a:pPr>
                  <a:r>
                    <a:rPr lang="fr-FR" sz="1050">
                      <a:solidFill>
                        <a:schemeClr val="bg2"/>
                      </a:solidFill>
                    </a:rPr>
                    <a:t>Transports</a:t>
                  </a:r>
                </a:p>
              </p:txBody>
            </p:sp>
          </p:grpSp>
          <p:sp>
            <p:nvSpPr>
              <p:cNvPr id="134" name="Rectangle 133">
                <a:extLst>
                  <a:ext uri="{FF2B5EF4-FFF2-40B4-BE49-F238E27FC236}">
                    <a16:creationId xmlns:a16="http://schemas.microsoft.com/office/drawing/2014/main" id="{2DFA6AF3-BAA7-A46D-F4AE-FE80B79D9ECE}"/>
                  </a:ext>
                </a:extLst>
              </p:cNvPr>
              <p:cNvSpPr>
                <a:spLocks/>
              </p:cNvSpPr>
              <p:nvPr/>
            </p:nvSpPr>
            <p:spPr>
              <a:xfrm>
                <a:off x="6050782" y="4207370"/>
                <a:ext cx="5894089" cy="2309616"/>
              </a:xfrm>
              <a:prstGeom prst="rect">
                <a:avLst/>
              </a:prstGeom>
              <a:noFill/>
              <a:ln w="38100" cap="flat" cmpd="sng" algn="ctr">
                <a:solidFill>
                  <a:schemeClr val="accent1">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spcBef>
                    <a:spcPts val="600"/>
                  </a:spcBef>
                </a:pPr>
                <a:endParaRPr lang="fr-FR" sz="1400" b="1">
                  <a:solidFill>
                    <a:schemeClr val="accent1"/>
                  </a:solidFill>
                  <a:latin typeface="Aptos" panose="020B0004020202020204" pitchFamily="34" charset="0"/>
                </a:endParaRPr>
              </a:p>
            </p:txBody>
          </p:sp>
          <p:sp>
            <p:nvSpPr>
              <p:cNvPr id="135" name="Parallélogramme 134">
                <a:extLst>
                  <a:ext uri="{FF2B5EF4-FFF2-40B4-BE49-F238E27FC236}">
                    <a16:creationId xmlns:a16="http://schemas.microsoft.com/office/drawing/2014/main" id="{F1952668-8E52-D77F-9202-D43BA0754554}"/>
                  </a:ext>
                </a:extLst>
              </p:cNvPr>
              <p:cNvSpPr>
                <a:spLocks/>
              </p:cNvSpPr>
              <p:nvPr/>
            </p:nvSpPr>
            <p:spPr>
              <a:xfrm>
                <a:off x="7320576" y="4027486"/>
                <a:ext cx="3364653" cy="326523"/>
              </a:xfrm>
              <a:prstGeom prst="parallelogram">
                <a:avLst/>
              </a:prstGeom>
              <a:solidFill>
                <a:schemeClr val="bg2">
                  <a:lumMod val="100000"/>
                </a:schemeClr>
              </a:solidFill>
              <a:ln>
                <a:noFill/>
              </a:ln>
            </p:spPr>
            <p:style>
              <a:lnRef idx="0">
                <a:scrgbClr r="0" g="0" b="0"/>
              </a:lnRef>
              <a:fillRef idx="0">
                <a:scrgbClr r="0" g="0" b="0"/>
              </a:fillRef>
              <a:effectRef idx="0">
                <a:scrgbClr r="0" g="0" b="0"/>
              </a:effectRef>
              <a:fontRef idx="minor">
                <a:schemeClr val="lt1"/>
              </a:fontRef>
            </p:style>
            <p:txBody>
              <a:bodyPr rot="0" spcFirstLastPara="0" vert="horz" wrap="square" lIns="108000" tIns="108000" rIns="108000" bIns="10800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0"/>
                  </a:spcAft>
                  <a:buClrTx/>
                  <a:buSzTx/>
                  <a:buFontTx/>
                  <a:buNone/>
                  <a:tabLst/>
                  <a:defRPr/>
                </a:pPr>
                <a:r>
                  <a:rPr kumimoji="0" lang="fr-FR" sz="1050" b="1" i="0" u="none" strike="noStrike" kern="1200" cap="none" spc="0" normalizeH="0" baseline="0" noProof="0">
                    <a:ln>
                      <a:noFill/>
                    </a:ln>
                    <a:solidFill>
                      <a:srgbClr val="FFFFFF"/>
                    </a:solidFill>
                    <a:effectLst/>
                    <a:uLnTx/>
                    <a:uFillTx/>
                    <a:latin typeface="Tahoma (en-tête)"/>
                    <a:ea typeface="+mn-ea"/>
                    <a:cs typeface="+mn-cs"/>
                  </a:rPr>
                  <a:t>La REC s’applique aux secteurs essentiels suivants :</a:t>
                </a:r>
                <a:endParaRPr kumimoji="0" lang="fr-FR" sz="1050" b="0" i="0" u="none" strike="noStrike" kern="1200" cap="none" spc="0" normalizeH="0" baseline="0" noProof="0">
                  <a:ln>
                    <a:noFill/>
                  </a:ln>
                  <a:solidFill>
                    <a:srgbClr val="FFFFFF"/>
                  </a:solidFill>
                  <a:effectLst/>
                  <a:uLnTx/>
                  <a:uFillTx/>
                  <a:latin typeface="Tahoma"/>
                  <a:ea typeface="+mn-ea"/>
                  <a:cs typeface="+mn-cs"/>
                </a:endParaRPr>
              </a:p>
            </p:txBody>
          </p:sp>
          <p:cxnSp>
            <p:nvCxnSpPr>
              <p:cNvPr id="136" name="Connecteur droit 135">
                <a:extLst>
                  <a:ext uri="{FF2B5EF4-FFF2-40B4-BE49-F238E27FC236}">
                    <a16:creationId xmlns:a16="http://schemas.microsoft.com/office/drawing/2014/main" id="{4BD4A8A8-9458-A4F4-F6CC-A6A5B8E31137}"/>
                  </a:ext>
                </a:extLst>
              </p:cNvPr>
              <p:cNvCxnSpPr>
                <a:cxnSpLocks/>
              </p:cNvCxnSpPr>
              <p:nvPr/>
            </p:nvCxnSpPr>
            <p:spPr>
              <a:xfrm flipV="1">
                <a:off x="9012918" y="4490199"/>
                <a:ext cx="0" cy="1800000"/>
              </a:xfrm>
              <a:prstGeom prst="line">
                <a:avLst/>
              </a:prstGeom>
              <a:ln w="12700" cap="flat" cmpd="sng" algn="ctr">
                <a:solidFill>
                  <a:srgbClr val="677677"/>
                </a:solidFill>
                <a:prstDash val="sysDot"/>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5" name="Groupe 54">
              <a:extLst>
                <a:ext uri="{FF2B5EF4-FFF2-40B4-BE49-F238E27FC236}">
                  <a16:creationId xmlns:a16="http://schemas.microsoft.com/office/drawing/2014/main" id="{09330A62-813A-3EBA-4FBE-1A44B6A1F190}"/>
                </a:ext>
              </a:extLst>
            </p:cNvPr>
            <p:cNvGrpSpPr/>
            <p:nvPr/>
          </p:nvGrpSpPr>
          <p:grpSpPr>
            <a:xfrm>
              <a:off x="6065873" y="4412940"/>
              <a:ext cx="3328938" cy="1726903"/>
              <a:chOff x="6065873" y="4412940"/>
              <a:chExt cx="3328938" cy="1726903"/>
            </a:xfrm>
          </p:grpSpPr>
          <p:grpSp>
            <p:nvGrpSpPr>
              <p:cNvPr id="9" name="Groupe 8">
                <a:extLst>
                  <a:ext uri="{FF2B5EF4-FFF2-40B4-BE49-F238E27FC236}">
                    <a16:creationId xmlns:a16="http://schemas.microsoft.com/office/drawing/2014/main" id="{3C0DC795-B460-1DDF-8B9F-CFE06DFD1931}"/>
                  </a:ext>
                  <a:ext uri="{C183D7F6-B498-43B3-948B-1728B52AA6E4}">
                    <adec:decorative xmlns:adec="http://schemas.microsoft.com/office/drawing/2017/decorative" val="1"/>
                  </a:ext>
                </a:extLst>
              </p:cNvPr>
              <p:cNvGrpSpPr>
                <a:grpSpLocks noChangeAspect="1"/>
              </p:cNvGrpSpPr>
              <p:nvPr>
                <p:custDataLst>
                  <p:tags r:id="rId1"/>
                </p:custDataLst>
              </p:nvPr>
            </p:nvGrpSpPr>
            <p:grpSpPr>
              <a:xfrm>
                <a:off x="6075744" y="4412940"/>
                <a:ext cx="180000" cy="180000"/>
                <a:chOff x="722313" y="722313"/>
                <a:chExt cx="715962" cy="715962"/>
              </a:xfrm>
            </p:grpSpPr>
            <p:pic>
              <p:nvPicPr>
                <p:cNvPr id="10" name="Play [0]">
                  <a:extLst>
                    <a:ext uri="{FF2B5EF4-FFF2-40B4-BE49-F238E27FC236}">
                      <a16:creationId xmlns:a16="http://schemas.microsoft.com/office/drawing/2014/main" id="{A369CFA9-C181-72AF-20EF-F96CF10AE5C5}"/>
                    </a:ext>
                  </a:extLst>
                </p:cNvPr>
                <p:cNvPicPr>
                  <a:picLocks noChangeAspect="1"/>
                </p:cNvPicPr>
                <p:nvPr>
                  <p:custDataLst>
                    <p:tags r:id="rId29"/>
                  </p:custDataLst>
                </p:nvPr>
              </p:nvPicPr>
              <p:blipFill>
                <a:blip r:embed="rId84">
                  <a:extLst>
                    <a:ext uri="{96DAC541-7B7A-43D3-8B79-37D633B846F1}">
                      <asvg:svgBlip xmlns:asvg="http://schemas.microsoft.com/office/drawing/2016/SVG/main" r:embed="rId85"/>
                    </a:ext>
                  </a:extLst>
                </a:blip>
                <a:srcRect/>
                <a:stretch/>
              </p:blipFill>
              <p:spPr>
                <a:xfrm>
                  <a:off x="722313" y="722313"/>
                  <a:ext cx="715962" cy="715962"/>
                </a:xfrm>
                <a:prstGeom prst="rect">
                  <a:avLst/>
                </a:prstGeom>
              </p:spPr>
            </p:pic>
            <p:pic>
              <p:nvPicPr>
                <p:cNvPr id="11" name="Play [1]" hidden="1">
                  <a:extLst>
                    <a:ext uri="{FF2B5EF4-FFF2-40B4-BE49-F238E27FC236}">
                      <a16:creationId xmlns:a16="http://schemas.microsoft.com/office/drawing/2014/main" id="{147937BD-9A05-A715-C316-B934F0255C35}"/>
                    </a:ext>
                  </a:extLst>
                </p:cNvPr>
                <p:cNvPicPr>
                  <a:picLocks noChangeAspect="1"/>
                </p:cNvPicPr>
                <p:nvPr>
                  <p:custDataLst>
                    <p:tags r:id="rId30"/>
                  </p:custDataLst>
                </p:nvPr>
              </p:nvPicPr>
              <p:blipFill>
                <a:blip r:embed="rId86">
                  <a:extLst>
                    <a:ext uri="{96DAC541-7B7A-43D3-8B79-37D633B846F1}">
                      <asvg:svgBlip xmlns:asvg="http://schemas.microsoft.com/office/drawing/2016/SVG/main" r:embed="rId87"/>
                    </a:ext>
                  </a:extLst>
                </a:blip>
                <a:srcRect/>
                <a:stretch/>
              </p:blipFill>
              <p:spPr>
                <a:xfrm>
                  <a:off x="722313" y="722313"/>
                  <a:ext cx="715962" cy="715962"/>
                </a:xfrm>
                <a:prstGeom prst="rect">
                  <a:avLst/>
                </a:prstGeom>
              </p:spPr>
            </p:pic>
          </p:grpSp>
          <p:grpSp>
            <p:nvGrpSpPr>
              <p:cNvPr id="16" name="Groupe 15">
                <a:extLst>
                  <a:ext uri="{FF2B5EF4-FFF2-40B4-BE49-F238E27FC236}">
                    <a16:creationId xmlns:a16="http://schemas.microsoft.com/office/drawing/2014/main" id="{6690A0F8-3E46-4607-EAB4-7E812F48DA0B}"/>
                  </a:ext>
                  <a:ext uri="{C183D7F6-B498-43B3-948B-1728B52AA6E4}">
                    <adec:decorative xmlns:adec="http://schemas.microsoft.com/office/drawing/2017/decorative" val="1"/>
                  </a:ext>
                </a:extLst>
              </p:cNvPr>
              <p:cNvGrpSpPr>
                <a:grpSpLocks noChangeAspect="1"/>
              </p:cNvGrpSpPr>
              <p:nvPr>
                <p:custDataLst>
                  <p:tags r:id="rId2"/>
                </p:custDataLst>
              </p:nvPr>
            </p:nvGrpSpPr>
            <p:grpSpPr>
              <a:xfrm>
                <a:off x="6065873" y="4776911"/>
                <a:ext cx="180000" cy="180000"/>
                <a:chOff x="722312" y="738222"/>
                <a:chExt cx="715964" cy="684144"/>
              </a:xfrm>
            </p:grpSpPr>
            <p:pic>
              <p:nvPicPr>
                <p:cNvPr id="18" name="Graphic 13 [0]">
                  <a:extLst>
                    <a:ext uri="{FF2B5EF4-FFF2-40B4-BE49-F238E27FC236}">
                      <a16:creationId xmlns:a16="http://schemas.microsoft.com/office/drawing/2014/main" id="{7D786281-2E7A-CAF7-7AD9-F680BB890CD7}"/>
                    </a:ext>
                  </a:extLst>
                </p:cNvPr>
                <p:cNvPicPr>
                  <a:picLocks noChangeAspect="1"/>
                </p:cNvPicPr>
                <p:nvPr>
                  <p:custDataLst>
                    <p:tags r:id="rId27"/>
                  </p:custDataLst>
                </p:nvPr>
              </p:nvPicPr>
              <p:blipFill>
                <a:blip r:embed="rId88">
                  <a:extLst>
                    <a:ext uri="{96DAC541-7B7A-43D3-8B79-37D633B846F1}">
                      <asvg:svgBlip xmlns:asvg="http://schemas.microsoft.com/office/drawing/2016/SVG/main" r:embed="rId89"/>
                    </a:ext>
                  </a:extLst>
                </a:blip>
                <a:stretch>
                  <a:fillRect/>
                </a:stretch>
              </p:blipFill>
              <p:spPr>
                <a:xfrm>
                  <a:off x="722312" y="738222"/>
                  <a:ext cx="715964" cy="684144"/>
                </a:xfrm>
                <a:prstGeom prst="rect">
                  <a:avLst/>
                </a:prstGeom>
              </p:spPr>
            </p:pic>
            <p:pic>
              <p:nvPicPr>
                <p:cNvPr id="19" name="Graphic 13 [1]" hidden="1">
                  <a:extLst>
                    <a:ext uri="{FF2B5EF4-FFF2-40B4-BE49-F238E27FC236}">
                      <a16:creationId xmlns:a16="http://schemas.microsoft.com/office/drawing/2014/main" id="{51F1DE0A-96D1-97E2-200F-F2B0E8CF219F}"/>
                    </a:ext>
                  </a:extLst>
                </p:cNvPr>
                <p:cNvPicPr>
                  <a:picLocks noChangeAspect="1"/>
                </p:cNvPicPr>
                <p:nvPr>
                  <p:custDataLst>
                    <p:tags r:id="rId28"/>
                  </p:custDataLst>
                </p:nvPr>
              </p:nvPicPr>
              <p:blipFill>
                <a:blip r:embed="rId88">
                  <a:lum bright="100000"/>
                  <a:extLst>
                    <a:ext uri="{96DAC541-7B7A-43D3-8B79-37D633B846F1}">
                      <asvg:svgBlip xmlns:asvg="http://schemas.microsoft.com/office/drawing/2016/SVG/main" r:embed="rId89"/>
                    </a:ext>
                  </a:extLst>
                </a:blip>
                <a:stretch>
                  <a:fillRect/>
                </a:stretch>
              </p:blipFill>
              <p:spPr>
                <a:xfrm>
                  <a:off x="722312" y="738222"/>
                  <a:ext cx="715964" cy="684144"/>
                </a:xfrm>
                <a:prstGeom prst="rect">
                  <a:avLst/>
                </a:prstGeom>
              </p:spPr>
            </p:pic>
          </p:grpSp>
          <p:grpSp>
            <p:nvGrpSpPr>
              <p:cNvPr id="28" name="Groupe 27">
                <a:extLst>
                  <a:ext uri="{FF2B5EF4-FFF2-40B4-BE49-F238E27FC236}">
                    <a16:creationId xmlns:a16="http://schemas.microsoft.com/office/drawing/2014/main" id="{B7AF0F89-E905-C1A1-B541-F3FE11CDE6FC}"/>
                  </a:ext>
                  <a:ext uri="{C183D7F6-B498-43B3-948B-1728B52AA6E4}">
                    <adec:decorative xmlns:adec="http://schemas.microsoft.com/office/drawing/2017/decorative" val="1"/>
                  </a:ext>
                </a:extLst>
              </p:cNvPr>
              <p:cNvGrpSpPr>
                <a:grpSpLocks noChangeAspect="1"/>
              </p:cNvGrpSpPr>
              <p:nvPr>
                <p:custDataLst>
                  <p:tags r:id="rId3"/>
                </p:custDataLst>
              </p:nvPr>
            </p:nvGrpSpPr>
            <p:grpSpPr>
              <a:xfrm>
                <a:off x="6072019" y="5176270"/>
                <a:ext cx="180000" cy="180000"/>
                <a:chOff x="719932" y="719932"/>
                <a:chExt cx="720724" cy="720724"/>
              </a:xfrm>
            </p:grpSpPr>
            <p:pic>
              <p:nvPicPr>
                <p:cNvPr id="29" name="Graphic - Money - currency [0]">
                  <a:extLst>
                    <a:ext uri="{FF2B5EF4-FFF2-40B4-BE49-F238E27FC236}">
                      <a16:creationId xmlns:a16="http://schemas.microsoft.com/office/drawing/2014/main" id="{20B6ECF7-76F7-5DEA-BDEA-3A964D3121B7}"/>
                    </a:ext>
                  </a:extLst>
                </p:cNvPr>
                <p:cNvPicPr>
                  <a:picLocks noChangeAspect="1"/>
                </p:cNvPicPr>
                <p:nvPr>
                  <p:custDataLst>
                    <p:tags r:id="rId25"/>
                  </p:custDataLst>
                </p:nvPr>
              </p:nvPicPr>
              <p:blipFill>
                <a:blip r:embed="rId90">
                  <a:extLst>
                    <a:ext uri="{96DAC541-7B7A-43D3-8B79-37D633B846F1}">
                      <asvg:svgBlip xmlns:asvg="http://schemas.microsoft.com/office/drawing/2016/SVG/main" r:embed="rId91"/>
                    </a:ext>
                  </a:extLst>
                </a:blip>
                <a:srcRect/>
                <a:stretch/>
              </p:blipFill>
              <p:spPr>
                <a:xfrm>
                  <a:off x="719932" y="719932"/>
                  <a:ext cx="720724" cy="720724"/>
                </a:xfrm>
                <a:prstGeom prst="rect">
                  <a:avLst/>
                </a:prstGeom>
              </p:spPr>
            </p:pic>
            <p:pic>
              <p:nvPicPr>
                <p:cNvPr id="39" name="Graphic - Money - currency [1]" hidden="1">
                  <a:extLst>
                    <a:ext uri="{FF2B5EF4-FFF2-40B4-BE49-F238E27FC236}">
                      <a16:creationId xmlns:a16="http://schemas.microsoft.com/office/drawing/2014/main" id="{C9ED0311-359E-3A20-4153-8071A2BC5D57}"/>
                    </a:ext>
                  </a:extLst>
                </p:cNvPr>
                <p:cNvPicPr>
                  <a:picLocks noChangeAspect="1"/>
                </p:cNvPicPr>
                <p:nvPr>
                  <p:custDataLst>
                    <p:tags r:id="rId26"/>
                  </p:custDataLst>
                </p:nvPr>
              </p:nvPicPr>
              <p:blipFill>
                <a:blip r:embed="rId92">
                  <a:extLst>
                    <a:ext uri="{96DAC541-7B7A-43D3-8B79-37D633B846F1}">
                      <asvg:svgBlip xmlns:asvg="http://schemas.microsoft.com/office/drawing/2016/SVG/main" r:embed="rId93"/>
                    </a:ext>
                  </a:extLst>
                </a:blip>
                <a:srcRect/>
                <a:stretch/>
              </p:blipFill>
              <p:spPr>
                <a:xfrm>
                  <a:off x="719932" y="719932"/>
                  <a:ext cx="720724" cy="720724"/>
                </a:xfrm>
                <a:prstGeom prst="rect">
                  <a:avLst/>
                </a:prstGeom>
              </p:spPr>
            </p:pic>
          </p:grpSp>
          <p:grpSp>
            <p:nvGrpSpPr>
              <p:cNvPr id="40" name="Groupe 39">
                <a:extLst>
                  <a:ext uri="{FF2B5EF4-FFF2-40B4-BE49-F238E27FC236}">
                    <a16:creationId xmlns:a16="http://schemas.microsoft.com/office/drawing/2014/main" id="{127DC74B-6AB3-C9FF-A70E-48365F7248EC}"/>
                  </a:ext>
                  <a:ext uri="{C183D7F6-B498-43B3-948B-1728B52AA6E4}">
                    <adec:decorative xmlns:adec="http://schemas.microsoft.com/office/drawing/2017/decorative" val="1"/>
                  </a:ext>
                </a:extLst>
              </p:cNvPr>
              <p:cNvGrpSpPr>
                <a:grpSpLocks noChangeAspect="1"/>
              </p:cNvGrpSpPr>
              <p:nvPr>
                <p:custDataLst>
                  <p:tags r:id="rId4"/>
                </p:custDataLst>
              </p:nvPr>
            </p:nvGrpSpPr>
            <p:grpSpPr>
              <a:xfrm>
                <a:off x="6075561" y="5559056"/>
                <a:ext cx="180183" cy="180000"/>
                <a:chOff x="719932" y="719932"/>
                <a:chExt cx="720724" cy="720724"/>
              </a:xfrm>
            </p:grpSpPr>
            <p:pic>
              <p:nvPicPr>
                <p:cNvPr id="41" name="Graphic - Growth graphic [0]">
                  <a:extLst>
                    <a:ext uri="{FF2B5EF4-FFF2-40B4-BE49-F238E27FC236}">
                      <a16:creationId xmlns:a16="http://schemas.microsoft.com/office/drawing/2014/main" id="{4AA156D6-0AC0-BBE3-B757-3EAE9C41A981}"/>
                    </a:ext>
                  </a:extLst>
                </p:cNvPr>
                <p:cNvPicPr>
                  <a:picLocks noChangeAspect="1"/>
                </p:cNvPicPr>
                <p:nvPr>
                  <p:custDataLst>
                    <p:tags r:id="rId23"/>
                  </p:custDataLst>
                </p:nvPr>
              </p:nvPicPr>
              <p:blipFill>
                <a:blip r:embed="rId94">
                  <a:extLst>
                    <a:ext uri="{96DAC541-7B7A-43D3-8B79-37D633B846F1}">
                      <asvg:svgBlip xmlns:asvg="http://schemas.microsoft.com/office/drawing/2016/SVG/main" r:embed="rId95"/>
                    </a:ext>
                  </a:extLst>
                </a:blip>
                <a:srcRect/>
                <a:stretch/>
              </p:blipFill>
              <p:spPr>
                <a:xfrm>
                  <a:off x="719932" y="719932"/>
                  <a:ext cx="720724" cy="720724"/>
                </a:xfrm>
                <a:prstGeom prst="rect">
                  <a:avLst/>
                </a:prstGeom>
              </p:spPr>
            </p:pic>
            <p:pic>
              <p:nvPicPr>
                <p:cNvPr id="42" name="Graphic - Growth graphic [1]" hidden="1">
                  <a:extLst>
                    <a:ext uri="{FF2B5EF4-FFF2-40B4-BE49-F238E27FC236}">
                      <a16:creationId xmlns:a16="http://schemas.microsoft.com/office/drawing/2014/main" id="{BD6E4845-5DED-4479-2AA6-FB64BEF05B04}"/>
                    </a:ext>
                  </a:extLst>
                </p:cNvPr>
                <p:cNvPicPr>
                  <a:picLocks noChangeAspect="1"/>
                </p:cNvPicPr>
                <p:nvPr>
                  <p:custDataLst>
                    <p:tags r:id="rId24"/>
                  </p:custDataLst>
                </p:nvPr>
              </p:nvPicPr>
              <p:blipFill>
                <a:blip r:embed="rId96">
                  <a:extLst>
                    <a:ext uri="{96DAC541-7B7A-43D3-8B79-37D633B846F1}">
                      <asvg:svgBlip xmlns:asvg="http://schemas.microsoft.com/office/drawing/2016/SVG/main" r:embed="rId97"/>
                    </a:ext>
                  </a:extLst>
                </a:blip>
                <a:srcRect/>
                <a:stretch/>
              </p:blipFill>
              <p:spPr>
                <a:xfrm>
                  <a:off x="719932" y="719932"/>
                  <a:ext cx="720724" cy="720724"/>
                </a:xfrm>
                <a:prstGeom prst="rect">
                  <a:avLst/>
                </a:prstGeom>
              </p:spPr>
            </p:pic>
          </p:grpSp>
          <p:grpSp>
            <p:nvGrpSpPr>
              <p:cNvPr id="43" name="Groupe 42">
                <a:extLst>
                  <a:ext uri="{FF2B5EF4-FFF2-40B4-BE49-F238E27FC236}">
                    <a16:creationId xmlns:a16="http://schemas.microsoft.com/office/drawing/2014/main" id="{EA405D5A-112C-2082-CCCB-560E7F9ABB49}"/>
                  </a:ext>
                  <a:ext uri="{C183D7F6-B498-43B3-948B-1728B52AA6E4}">
                    <adec:decorative xmlns:adec="http://schemas.microsoft.com/office/drawing/2017/decorative" val="1"/>
                  </a:ext>
                </a:extLst>
              </p:cNvPr>
              <p:cNvGrpSpPr>
                <a:grpSpLocks noChangeAspect="1"/>
              </p:cNvGrpSpPr>
              <p:nvPr>
                <p:custDataLst>
                  <p:tags r:id="rId5"/>
                </p:custDataLst>
              </p:nvPr>
            </p:nvGrpSpPr>
            <p:grpSpPr>
              <a:xfrm>
                <a:off x="6065873" y="5935907"/>
                <a:ext cx="180183" cy="180000"/>
                <a:chOff x="719932" y="719932"/>
                <a:chExt cx="720724" cy="720724"/>
              </a:xfrm>
            </p:grpSpPr>
            <p:pic>
              <p:nvPicPr>
                <p:cNvPr id="44" name="Graphic - Fractured heart [0]" descr="Fractured heart">
                  <a:extLst>
                    <a:ext uri="{FF2B5EF4-FFF2-40B4-BE49-F238E27FC236}">
                      <a16:creationId xmlns:a16="http://schemas.microsoft.com/office/drawing/2014/main" id="{89EFA461-AE66-4407-98DF-2F23691000B4}"/>
                    </a:ext>
                  </a:extLst>
                </p:cNvPr>
                <p:cNvPicPr>
                  <a:picLocks noChangeAspect="1"/>
                </p:cNvPicPr>
                <p:nvPr>
                  <p:custDataLst>
                    <p:tags r:id="rId21"/>
                  </p:custDataLst>
                </p:nvPr>
              </p:nvPicPr>
              <p:blipFill>
                <a:blip r:embed="rId98">
                  <a:extLst>
                    <a:ext uri="{96DAC541-7B7A-43D3-8B79-37D633B846F1}">
                      <asvg:svgBlip xmlns:asvg="http://schemas.microsoft.com/office/drawing/2016/SVG/main" r:embed="rId99"/>
                    </a:ext>
                  </a:extLst>
                </a:blip>
                <a:srcRect/>
                <a:stretch/>
              </p:blipFill>
              <p:spPr>
                <a:xfrm>
                  <a:off x="719932" y="719932"/>
                  <a:ext cx="720724" cy="720724"/>
                </a:xfrm>
                <a:prstGeom prst="rect">
                  <a:avLst/>
                </a:prstGeom>
              </p:spPr>
            </p:pic>
            <p:pic>
              <p:nvPicPr>
                <p:cNvPr id="45" name="Graphic - Fractured heart [1]" descr="Fractured heart " hidden="1">
                  <a:extLst>
                    <a:ext uri="{FF2B5EF4-FFF2-40B4-BE49-F238E27FC236}">
                      <a16:creationId xmlns:a16="http://schemas.microsoft.com/office/drawing/2014/main" id="{F01FDD25-75FA-3A3F-7D0F-764FF8D41BBE}"/>
                    </a:ext>
                  </a:extLst>
                </p:cNvPr>
                <p:cNvPicPr>
                  <a:picLocks noChangeAspect="1"/>
                </p:cNvPicPr>
                <p:nvPr>
                  <p:custDataLst>
                    <p:tags r:id="rId22"/>
                  </p:custDataLst>
                </p:nvPr>
              </p:nvPicPr>
              <p:blipFill>
                <a:blip r:embed="rId100">
                  <a:extLst>
                    <a:ext uri="{96DAC541-7B7A-43D3-8B79-37D633B846F1}">
                      <asvg:svgBlip xmlns:asvg="http://schemas.microsoft.com/office/drawing/2016/SVG/main" r:embed="rId101"/>
                    </a:ext>
                  </a:extLst>
                </a:blip>
                <a:srcRect/>
                <a:stretch/>
              </p:blipFill>
              <p:spPr>
                <a:xfrm>
                  <a:off x="719932" y="719932"/>
                  <a:ext cx="720724" cy="720724"/>
                </a:xfrm>
                <a:prstGeom prst="rect">
                  <a:avLst/>
                </a:prstGeom>
              </p:spPr>
            </p:pic>
          </p:grpSp>
          <p:grpSp>
            <p:nvGrpSpPr>
              <p:cNvPr id="46" name="Groupe 45">
                <a:extLst>
                  <a:ext uri="{FF2B5EF4-FFF2-40B4-BE49-F238E27FC236}">
                    <a16:creationId xmlns:a16="http://schemas.microsoft.com/office/drawing/2014/main" id="{C2C5617D-0CB3-513E-B96E-C17C34066012}"/>
                  </a:ext>
                  <a:ext uri="{C183D7F6-B498-43B3-948B-1728B52AA6E4}">
                    <adec:decorative xmlns:adec="http://schemas.microsoft.com/office/drawing/2017/decorative" val="1"/>
                  </a:ext>
                </a:extLst>
              </p:cNvPr>
              <p:cNvGrpSpPr>
                <a:grpSpLocks noChangeAspect="1"/>
              </p:cNvGrpSpPr>
              <p:nvPr>
                <p:custDataLst>
                  <p:tags r:id="rId6"/>
                </p:custDataLst>
              </p:nvPr>
            </p:nvGrpSpPr>
            <p:grpSpPr>
              <a:xfrm>
                <a:off x="9156371" y="4424915"/>
                <a:ext cx="180000" cy="180183"/>
                <a:chOff x="719932" y="719932"/>
                <a:chExt cx="720724" cy="720724"/>
              </a:xfrm>
            </p:grpSpPr>
            <p:pic>
              <p:nvPicPr>
                <p:cNvPr id="47" name="Graphic 4 - Waves [0]" descr="Waves">
                  <a:extLst>
                    <a:ext uri="{FF2B5EF4-FFF2-40B4-BE49-F238E27FC236}">
                      <a16:creationId xmlns:a16="http://schemas.microsoft.com/office/drawing/2014/main" id="{619975F9-F7FB-B6CB-7FA2-16BD89104AAC}"/>
                    </a:ext>
                  </a:extLst>
                </p:cNvPr>
                <p:cNvPicPr>
                  <a:picLocks noChangeAspect="1"/>
                </p:cNvPicPr>
                <p:nvPr>
                  <p:custDataLst>
                    <p:tags r:id="rId19"/>
                  </p:custDataLst>
                </p:nvPr>
              </p:nvPicPr>
              <p:blipFill>
                <a:blip r:embed="rId102">
                  <a:extLst>
                    <a:ext uri="{96DAC541-7B7A-43D3-8B79-37D633B846F1}">
                      <asvg:svgBlip xmlns:asvg="http://schemas.microsoft.com/office/drawing/2016/SVG/main" r:embed="rId103"/>
                    </a:ext>
                  </a:extLst>
                </a:blip>
                <a:stretch>
                  <a:fillRect/>
                </a:stretch>
              </p:blipFill>
              <p:spPr>
                <a:xfrm>
                  <a:off x="719932" y="719932"/>
                  <a:ext cx="720724" cy="720724"/>
                </a:xfrm>
                <a:prstGeom prst="rect">
                  <a:avLst/>
                </a:prstGeom>
              </p:spPr>
            </p:pic>
            <p:pic>
              <p:nvPicPr>
                <p:cNvPr id="48" name="Graphic - Waves [1]" descr="Waves" hidden="1">
                  <a:extLst>
                    <a:ext uri="{FF2B5EF4-FFF2-40B4-BE49-F238E27FC236}">
                      <a16:creationId xmlns:a16="http://schemas.microsoft.com/office/drawing/2014/main" id="{D7E18BDE-45FA-8C87-27A7-1D0553C0A7E4}"/>
                    </a:ext>
                  </a:extLst>
                </p:cNvPr>
                <p:cNvPicPr>
                  <a:picLocks noChangeAspect="1"/>
                </p:cNvPicPr>
                <p:nvPr>
                  <p:custDataLst>
                    <p:tags r:id="rId20"/>
                  </p:custDataLst>
                </p:nvPr>
              </p:nvPicPr>
              <p:blipFill>
                <a:blip r:embed="rId104">
                  <a:extLst>
                    <a:ext uri="{96DAC541-7B7A-43D3-8B79-37D633B846F1}">
                      <asvg:svgBlip xmlns:asvg="http://schemas.microsoft.com/office/drawing/2016/SVG/main" r:embed="rId105"/>
                    </a:ext>
                  </a:extLst>
                </a:blip>
                <a:stretch>
                  <a:fillRect/>
                </a:stretch>
              </p:blipFill>
              <p:spPr>
                <a:xfrm>
                  <a:off x="719932" y="719932"/>
                  <a:ext cx="720724" cy="720724"/>
                </a:xfrm>
                <a:prstGeom prst="rect">
                  <a:avLst/>
                </a:prstGeom>
              </p:spPr>
            </p:pic>
          </p:grpSp>
          <p:grpSp>
            <p:nvGrpSpPr>
              <p:cNvPr id="49" name="Groupe 48">
                <a:extLst>
                  <a:ext uri="{FF2B5EF4-FFF2-40B4-BE49-F238E27FC236}">
                    <a16:creationId xmlns:a16="http://schemas.microsoft.com/office/drawing/2014/main" id="{3093D581-FBC7-217C-76BA-55022737B95C}"/>
                  </a:ext>
                  <a:ext uri="{C183D7F6-B498-43B3-948B-1728B52AA6E4}">
                    <adec:decorative xmlns:adec="http://schemas.microsoft.com/office/drawing/2017/decorative" val="1"/>
                  </a:ext>
                </a:extLst>
              </p:cNvPr>
              <p:cNvGrpSpPr>
                <a:grpSpLocks noChangeAspect="1"/>
              </p:cNvGrpSpPr>
              <p:nvPr>
                <p:custDataLst>
                  <p:tags r:id="rId7"/>
                </p:custDataLst>
              </p:nvPr>
            </p:nvGrpSpPr>
            <p:grpSpPr>
              <a:xfrm>
                <a:off x="9156371" y="4815008"/>
                <a:ext cx="180183" cy="180000"/>
                <a:chOff x="719932" y="719932"/>
                <a:chExt cx="720724" cy="720724"/>
              </a:xfrm>
            </p:grpSpPr>
            <p:pic>
              <p:nvPicPr>
                <p:cNvPr id="50" name="Graphic 4 [0]">
                  <a:extLst>
                    <a:ext uri="{FF2B5EF4-FFF2-40B4-BE49-F238E27FC236}">
                      <a16:creationId xmlns:a16="http://schemas.microsoft.com/office/drawing/2014/main" id="{EB0E4F62-5DD3-6AD0-A2A3-F24B1A057951}"/>
                    </a:ext>
                  </a:extLst>
                </p:cNvPr>
                <p:cNvPicPr>
                  <a:picLocks noChangeAspect="1"/>
                </p:cNvPicPr>
                <p:nvPr>
                  <p:custDataLst>
                    <p:tags r:id="rId17"/>
                  </p:custDataLst>
                </p:nvPr>
              </p:nvPicPr>
              <p:blipFill>
                <a:blip r:embed="rId106">
                  <a:extLst>
                    <a:ext uri="{96DAC541-7B7A-43D3-8B79-37D633B846F1}">
                      <asvg:svgBlip xmlns:asvg="http://schemas.microsoft.com/office/drawing/2016/SVG/main" r:embed="rId107"/>
                    </a:ext>
                  </a:extLst>
                </a:blip>
                <a:stretch>
                  <a:fillRect/>
                </a:stretch>
              </p:blipFill>
              <p:spPr>
                <a:xfrm>
                  <a:off x="719932" y="719932"/>
                  <a:ext cx="720724" cy="720724"/>
                </a:xfrm>
                <a:prstGeom prst="rect">
                  <a:avLst/>
                </a:prstGeom>
              </p:spPr>
            </p:pic>
            <p:pic>
              <p:nvPicPr>
                <p:cNvPr id="51" name="Graphic 4 [1]" hidden="1">
                  <a:extLst>
                    <a:ext uri="{FF2B5EF4-FFF2-40B4-BE49-F238E27FC236}">
                      <a16:creationId xmlns:a16="http://schemas.microsoft.com/office/drawing/2014/main" id="{B37F8CFB-4A5D-D3B0-AA01-C85A1758E8F5}"/>
                    </a:ext>
                  </a:extLst>
                </p:cNvPr>
                <p:cNvPicPr>
                  <a:picLocks noChangeAspect="1"/>
                </p:cNvPicPr>
                <p:nvPr>
                  <p:custDataLst>
                    <p:tags r:id="rId18"/>
                  </p:custDataLst>
                </p:nvPr>
              </p:nvPicPr>
              <p:blipFill>
                <a:blip r:embed="rId108">
                  <a:extLst>
                    <a:ext uri="{96DAC541-7B7A-43D3-8B79-37D633B846F1}">
                      <asvg:svgBlip xmlns:asvg="http://schemas.microsoft.com/office/drawing/2016/SVG/main" r:embed="rId109"/>
                    </a:ext>
                  </a:extLst>
                </a:blip>
                <a:stretch>
                  <a:fillRect/>
                </a:stretch>
              </p:blipFill>
              <p:spPr>
                <a:xfrm>
                  <a:off x="719932" y="719932"/>
                  <a:ext cx="720724" cy="720724"/>
                </a:xfrm>
                <a:prstGeom prst="rect">
                  <a:avLst/>
                </a:prstGeom>
              </p:spPr>
            </p:pic>
          </p:grpSp>
          <p:grpSp>
            <p:nvGrpSpPr>
              <p:cNvPr id="52" name="Groupe 51">
                <a:extLst>
                  <a:ext uri="{FF2B5EF4-FFF2-40B4-BE49-F238E27FC236}">
                    <a16:creationId xmlns:a16="http://schemas.microsoft.com/office/drawing/2014/main" id="{DA7E4202-2D5C-AC34-4EFA-39384383B021}"/>
                  </a:ext>
                  <a:ext uri="{C183D7F6-B498-43B3-948B-1728B52AA6E4}">
                    <adec:decorative xmlns:adec="http://schemas.microsoft.com/office/drawing/2017/decorative" val="1"/>
                  </a:ext>
                </a:extLst>
              </p:cNvPr>
              <p:cNvGrpSpPr>
                <a:grpSpLocks noChangeAspect="1"/>
              </p:cNvGrpSpPr>
              <p:nvPr>
                <p:custDataLst>
                  <p:tags r:id="rId8"/>
                </p:custDataLst>
              </p:nvPr>
            </p:nvGrpSpPr>
            <p:grpSpPr>
              <a:xfrm>
                <a:off x="9156371" y="5923843"/>
                <a:ext cx="216000" cy="216000"/>
                <a:chOff x="719932" y="719932"/>
                <a:chExt cx="720724" cy="720724"/>
              </a:xfrm>
            </p:grpSpPr>
            <p:pic>
              <p:nvPicPr>
                <p:cNvPr id="53" name="Balance [0]">
                  <a:extLst>
                    <a:ext uri="{FF2B5EF4-FFF2-40B4-BE49-F238E27FC236}">
                      <a16:creationId xmlns:a16="http://schemas.microsoft.com/office/drawing/2014/main" id="{E710ED7B-8357-26F4-ED95-99B85F273895}"/>
                    </a:ext>
                  </a:extLst>
                </p:cNvPr>
                <p:cNvPicPr>
                  <a:picLocks noChangeAspect="1"/>
                </p:cNvPicPr>
                <p:nvPr>
                  <p:custDataLst>
                    <p:tags r:id="rId15"/>
                  </p:custDataLst>
                </p:nvPr>
              </p:nvPicPr>
              <p:blipFill>
                <a:blip r:embed="rId110">
                  <a:extLst>
                    <a:ext uri="{96DAC541-7B7A-43D3-8B79-37D633B846F1}">
                      <asvg:svgBlip xmlns:asvg="http://schemas.microsoft.com/office/drawing/2016/SVG/main" r:embed="rId111"/>
                    </a:ext>
                  </a:extLst>
                </a:blip>
                <a:srcRect/>
                <a:stretch/>
              </p:blipFill>
              <p:spPr>
                <a:xfrm>
                  <a:off x="719932" y="719932"/>
                  <a:ext cx="720724" cy="720724"/>
                </a:xfrm>
                <a:prstGeom prst="rect">
                  <a:avLst/>
                </a:prstGeom>
              </p:spPr>
            </p:pic>
            <p:pic>
              <p:nvPicPr>
                <p:cNvPr id="54" name="Balance [1]" hidden="1">
                  <a:extLst>
                    <a:ext uri="{FF2B5EF4-FFF2-40B4-BE49-F238E27FC236}">
                      <a16:creationId xmlns:a16="http://schemas.microsoft.com/office/drawing/2014/main" id="{77186D47-E406-BFC1-1AE7-FDA1F9BFE92D}"/>
                    </a:ext>
                  </a:extLst>
                </p:cNvPr>
                <p:cNvPicPr>
                  <a:picLocks noChangeAspect="1"/>
                </p:cNvPicPr>
                <p:nvPr>
                  <p:custDataLst>
                    <p:tags r:id="rId16"/>
                  </p:custDataLst>
                </p:nvPr>
              </p:nvPicPr>
              <p:blipFill>
                <a:blip r:embed="rId112">
                  <a:extLst>
                    <a:ext uri="{96DAC541-7B7A-43D3-8B79-37D633B846F1}">
                      <asvg:svgBlip xmlns:asvg="http://schemas.microsoft.com/office/drawing/2016/SVG/main" r:embed="rId113"/>
                    </a:ext>
                  </a:extLst>
                </a:blip>
                <a:srcRect/>
                <a:stretch/>
              </p:blipFill>
              <p:spPr>
                <a:xfrm>
                  <a:off x="719932" y="719932"/>
                  <a:ext cx="720724" cy="720724"/>
                </a:xfrm>
                <a:prstGeom prst="rect">
                  <a:avLst/>
                </a:prstGeom>
              </p:spPr>
            </p:pic>
          </p:grpSp>
          <p:grpSp>
            <p:nvGrpSpPr>
              <p:cNvPr id="58" name="Groupe 57">
                <a:extLst>
                  <a:ext uri="{FF2B5EF4-FFF2-40B4-BE49-F238E27FC236}">
                    <a16:creationId xmlns:a16="http://schemas.microsoft.com/office/drawing/2014/main" id="{B188FF9D-F632-B9B6-82A5-61E6AB2BF019}"/>
                  </a:ext>
                  <a:ext uri="{C183D7F6-B498-43B3-948B-1728B52AA6E4}">
                    <adec:decorative xmlns:adec="http://schemas.microsoft.com/office/drawing/2017/decorative" val="1"/>
                  </a:ext>
                </a:extLst>
              </p:cNvPr>
              <p:cNvGrpSpPr>
                <a:grpSpLocks noChangeAspect="1"/>
              </p:cNvGrpSpPr>
              <p:nvPr>
                <p:custDataLst>
                  <p:tags r:id="rId9"/>
                </p:custDataLst>
              </p:nvPr>
            </p:nvGrpSpPr>
            <p:grpSpPr>
              <a:xfrm>
                <a:off x="9214811" y="5559056"/>
                <a:ext cx="180000" cy="180000"/>
                <a:chOff x="722313" y="722313"/>
                <a:chExt cx="715962" cy="715962"/>
              </a:xfrm>
            </p:grpSpPr>
            <p:pic>
              <p:nvPicPr>
                <p:cNvPr id="59" name="Idea [0]">
                  <a:extLst>
                    <a:ext uri="{FF2B5EF4-FFF2-40B4-BE49-F238E27FC236}">
                      <a16:creationId xmlns:a16="http://schemas.microsoft.com/office/drawing/2014/main" id="{5C6C592C-6211-4BB2-6351-408A5BBA0C17}"/>
                    </a:ext>
                  </a:extLst>
                </p:cNvPr>
                <p:cNvPicPr>
                  <a:picLocks noChangeAspect="1"/>
                </p:cNvPicPr>
                <p:nvPr>
                  <p:custDataLst>
                    <p:tags r:id="rId13"/>
                  </p:custDataLst>
                </p:nvPr>
              </p:nvPicPr>
              <p:blipFill>
                <a:blip r:embed="rId114">
                  <a:extLst>
                    <a:ext uri="{96DAC541-7B7A-43D3-8B79-37D633B846F1}">
                      <asvg:svgBlip xmlns:asvg="http://schemas.microsoft.com/office/drawing/2016/SVG/main" r:embed="rId115"/>
                    </a:ext>
                  </a:extLst>
                </a:blip>
                <a:srcRect/>
                <a:stretch/>
              </p:blipFill>
              <p:spPr>
                <a:xfrm>
                  <a:off x="722313" y="722313"/>
                  <a:ext cx="715962" cy="715962"/>
                </a:xfrm>
                <a:prstGeom prst="rect">
                  <a:avLst/>
                </a:prstGeom>
              </p:spPr>
            </p:pic>
            <p:pic>
              <p:nvPicPr>
                <p:cNvPr id="60" name="Idea [1]" hidden="1">
                  <a:extLst>
                    <a:ext uri="{FF2B5EF4-FFF2-40B4-BE49-F238E27FC236}">
                      <a16:creationId xmlns:a16="http://schemas.microsoft.com/office/drawing/2014/main" id="{4C75A6E7-7FEF-19E7-788D-F3E3428DF675}"/>
                    </a:ext>
                  </a:extLst>
                </p:cNvPr>
                <p:cNvPicPr>
                  <a:picLocks noChangeAspect="1"/>
                </p:cNvPicPr>
                <p:nvPr>
                  <p:custDataLst>
                    <p:tags r:id="rId14"/>
                  </p:custDataLst>
                </p:nvPr>
              </p:nvPicPr>
              <p:blipFill>
                <a:blip r:embed="rId116">
                  <a:extLst>
                    <a:ext uri="{96DAC541-7B7A-43D3-8B79-37D633B846F1}">
                      <asvg:svgBlip xmlns:asvg="http://schemas.microsoft.com/office/drawing/2016/SVG/main" r:embed="rId117"/>
                    </a:ext>
                  </a:extLst>
                </a:blip>
                <a:srcRect/>
                <a:stretch/>
              </p:blipFill>
              <p:spPr>
                <a:xfrm>
                  <a:off x="722313" y="722313"/>
                  <a:ext cx="715962" cy="715962"/>
                </a:xfrm>
                <a:prstGeom prst="rect">
                  <a:avLst/>
                </a:prstGeom>
              </p:spPr>
            </p:pic>
          </p:grpSp>
          <p:grpSp>
            <p:nvGrpSpPr>
              <p:cNvPr id="87" name="Groupe 86">
                <a:extLst>
                  <a:ext uri="{FF2B5EF4-FFF2-40B4-BE49-F238E27FC236}">
                    <a16:creationId xmlns:a16="http://schemas.microsoft.com/office/drawing/2014/main" id="{5C72AF96-AC37-7C8E-254C-958322C743DA}"/>
                  </a:ext>
                  <a:ext uri="{C183D7F6-B498-43B3-948B-1728B52AA6E4}">
                    <adec:decorative xmlns:adec="http://schemas.microsoft.com/office/drawing/2017/decorative" val="1"/>
                  </a:ext>
                </a:extLst>
              </p:cNvPr>
              <p:cNvGrpSpPr>
                <a:grpSpLocks noChangeAspect="1"/>
              </p:cNvGrpSpPr>
              <p:nvPr>
                <p:custDataLst>
                  <p:tags r:id="rId10"/>
                </p:custDataLst>
              </p:nvPr>
            </p:nvGrpSpPr>
            <p:grpSpPr>
              <a:xfrm>
                <a:off x="9182370" y="5176270"/>
                <a:ext cx="180000" cy="180000"/>
                <a:chOff x="722313" y="722313"/>
                <a:chExt cx="715962" cy="715962"/>
              </a:xfrm>
            </p:grpSpPr>
            <p:pic>
              <p:nvPicPr>
                <p:cNvPr id="91" name="Idea [0]">
                  <a:extLst>
                    <a:ext uri="{FF2B5EF4-FFF2-40B4-BE49-F238E27FC236}">
                      <a16:creationId xmlns:a16="http://schemas.microsoft.com/office/drawing/2014/main" id="{D92E6198-A067-6731-5D76-1CD3CE16605D}"/>
                    </a:ext>
                  </a:extLst>
                </p:cNvPr>
                <p:cNvPicPr>
                  <a:picLocks noChangeAspect="1"/>
                </p:cNvPicPr>
                <p:nvPr>
                  <p:custDataLst>
                    <p:tags r:id="rId11"/>
                  </p:custDataLst>
                </p:nvPr>
              </p:nvPicPr>
              <p:blipFill>
                <a:blip r:embed="rId118">
                  <a:extLst>
                    <a:ext uri="{96DAC541-7B7A-43D3-8B79-37D633B846F1}">
                      <asvg:svgBlip xmlns:asvg="http://schemas.microsoft.com/office/drawing/2016/SVG/main" r:embed="rId119"/>
                    </a:ext>
                  </a:extLst>
                </a:blip>
                <a:srcRect/>
                <a:stretch/>
              </p:blipFill>
              <p:spPr>
                <a:xfrm>
                  <a:off x="722313" y="722313"/>
                  <a:ext cx="715962" cy="715962"/>
                </a:xfrm>
                <a:prstGeom prst="rect">
                  <a:avLst/>
                </a:prstGeom>
              </p:spPr>
            </p:pic>
            <p:pic>
              <p:nvPicPr>
                <p:cNvPr id="92" name="Idea [1]" hidden="1">
                  <a:extLst>
                    <a:ext uri="{FF2B5EF4-FFF2-40B4-BE49-F238E27FC236}">
                      <a16:creationId xmlns:a16="http://schemas.microsoft.com/office/drawing/2014/main" id="{8E0597FB-BA48-A26D-3C13-88B3F3FD3EA4}"/>
                    </a:ext>
                  </a:extLst>
                </p:cNvPr>
                <p:cNvPicPr>
                  <a:picLocks noChangeAspect="1"/>
                </p:cNvPicPr>
                <p:nvPr>
                  <p:custDataLst>
                    <p:tags r:id="rId12"/>
                  </p:custDataLst>
                </p:nvPr>
              </p:nvPicPr>
              <p:blipFill>
                <a:blip r:embed="rId120">
                  <a:extLst>
                    <a:ext uri="{96DAC541-7B7A-43D3-8B79-37D633B846F1}">
                      <asvg:svgBlip xmlns:asvg="http://schemas.microsoft.com/office/drawing/2016/SVG/main" r:embed="rId121"/>
                    </a:ext>
                  </a:extLst>
                </a:blip>
                <a:srcRect/>
                <a:stretch/>
              </p:blipFill>
              <p:spPr>
                <a:xfrm>
                  <a:off x="722313" y="722313"/>
                  <a:ext cx="715962" cy="715962"/>
                </a:xfrm>
                <a:prstGeom prst="rect">
                  <a:avLst/>
                </a:prstGeom>
              </p:spPr>
            </p:pic>
          </p:grpSp>
        </p:grpSp>
      </p:grpSp>
      <p:grpSp>
        <p:nvGrpSpPr>
          <p:cNvPr id="168" name="Groupe 167">
            <a:extLst>
              <a:ext uri="{FF2B5EF4-FFF2-40B4-BE49-F238E27FC236}">
                <a16:creationId xmlns:a16="http://schemas.microsoft.com/office/drawing/2014/main" id="{E55C156A-BD0C-B500-206D-ECAB2B11F350}"/>
              </a:ext>
            </a:extLst>
          </p:cNvPr>
          <p:cNvGrpSpPr/>
          <p:nvPr/>
        </p:nvGrpSpPr>
        <p:grpSpPr>
          <a:xfrm>
            <a:off x="167491" y="843639"/>
            <a:ext cx="11404054" cy="1493097"/>
            <a:chOff x="167491" y="843639"/>
            <a:chExt cx="11404054" cy="1493097"/>
          </a:xfrm>
        </p:grpSpPr>
        <p:grpSp>
          <p:nvGrpSpPr>
            <p:cNvPr id="165" name="Groupe 164">
              <a:extLst>
                <a:ext uri="{FF2B5EF4-FFF2-40B4-BE49-F238E27FC236}">
                  <a16:creationId xmlns:a16="http://schemas.microsoft.com/office/drawing/2014/main" id="{AD69AA0F-51F8-2D2C-9F60-D5B8C8A35E42}"/>
                </a:ext>
              </a:extLst>
            </p:cNvPr>
            <p:cNvGrpSpPr/>
            <p:nvPr/>
          </p:nvGrpSpPr>
          <p:grpSpPr>
            <a:xfrm>
              <a:off x="167491" y="843639"/>
              <a:ext cx="11397673" cy="1493097"/>
              <a:chOff x="167491" y="843639"/>
              <a:chExt cx="11397673" cy="1493097"/>
            </a:xfrm>
          </p:grpSpPr>
          <p:grpSp>
            <p:nvGrpSpPr>
              <p:cNvPr id="149" name="Groupe 148">
                <a:extLst>
                  <a:ext uri="{FF2B5EF4-FFF2-40B4-BE49-F238E27FC236}">
                    <a16:creationId xmlns:a16="http://schemas.microsoft.com/office/drawing/2014/main" id="{4DE70292-604D-D66E-1770-F943796629B9}"/>
                  </a:ext>
                </a:extLst>
              </p:cNvPr>
              <p:cNvGrpSpPr/>
              <p:nvPr/>
            </p:nvGrpSpPr>
            <p:grpSpPr>
              <a:xfrm>
                <a:off x="167491" y="843639"/>
                <a:ext cx="11397673" cy="1493097"/>
                <a:chOff x="167491" y="843639"/>
                <a:chExt cx="11397673" cy="1493097"/>
              </a:xfrm>
            </p:grpSpPr>
            <p:sp>
              <p:nvSpPr>
                <p:cNvPr id="21" name="Bouée 6">
                  <a:extLst>
                    <a:ext uri="{FF2B5EF4-FFF2-40B4-BE49-F238E27FC236}">
                      <a16:creationId xmlns:a16="http://schemas.microsoft.com/office/drawing/2014/main" id="{CF75D019-E370-5BB9-DC30-30864F97DF73}"/>
                    </a:ext>
                  </a:extLst>
                </p:cNvPr>
                <p:cNvSpPr>
                  <a:spLocks noChangeAspect="1"/>
                </p:cNvSpPr>
                <p:nvPr/>
              </p:nvSpPr>
              <p:spPr>
                <a:xfrm>
                  <a:off x="8210012" y="1191523"/>
                  <a:ext cx="227426" cy="360000"/>
                </a:xfrm>
                <a:custGeom>
                  <a:avLst/>
                  <a:gdLst>
                    <a:gd name="connsiteX0" fmla="*/ 0 w 340583"/>
                    <a:gd name="connsiteY0" fmla="*/ 170292 h 340583"/>
                    <a:gd name="connsiteX1" fmla="*/ 170292 w 340583"/>
                    <a:gd name="connsiteY1" fmla="*/ 0 h 340583"/>
                    <a:gd name="connsiteX2" fmla="*/ 340584 w 340583"/>
                    <a:gd name="connsiteY2" fmla="*/ 170292 h 340583"/>
                    <a:gd name="connsiteX3" fmla="*/ 170292 w 340583"/>
                    <a:gd name="connsiteY3" fmla="*/ 340584 h 340583"/>
                    <a:gd name="connsiteX4" fmla="*/ 0 w 340583"/>
                    <a:gd name="connsiteY4" fmla="*/ 170292 h 340583"/>
                    <a:gd name="connsiteX5" fmla="*/ 85146 w 340583"/>
                    <a:gd name="connsiteY5" fmla="*/ 170292 h 340583"/>
                    <a:gd name="connsiteX6" fmla="*/ 170292 w 340583"/>
                    <a:gd name="connsiteY6" fmla="*/ 255438 h 340583"/>
                    <a:gd name="connsiteX7" fmla="*/ 255438 w 340583"/>
                    <a:gd name="connsiteY7" fmla="*/ 170292 h 340583"/>
                    <a:gd name="connsiteX8" fmla="*/ 170292 w 340583"/>
                    <a:gd name="connsiteY8" fmla="*/ 85146 h 340583"/>
                    <a:gd name="connsiteX9" fmla="*/ 85146 w 340583"/>
                    <a:gd name="connsiteY9" fmla="*/ 170292 h 340583"/>
                    <a:gd name="connsiteX0" fmla="*/ 0 w 340584"/>
                    <a:gd name="connsiteY0" fmla="*/ 170292 h 535847"/>
                    <a:gd name="connsiteX1" fmla="*/ 170292 w 340584"/>
                    <a:gd name="connsiteY1" fmla="*/ 0 h 535847"/>
                    <a:gd name="connsiteX2" fmla="*/ 340584 w 340584"/>
                    <a:gd name="connsiteY2" fmla="*/ 170292 h 535847"/>
                    <a:gd name="connsiteX3" fmla="*/ 170292 w 340584"/>
                    <a:gd name="connsiteY3" fmla="*/ 535847 h 535847"/>
                    <a:gd name="connsiteX4" fmla="*/ 0 w 340584"/>
                    <a:gd name="connsiteY4" fmla="*/ 170292 h 535847"/>
                    <a:gd name="connsiteX5" fmla="*/ 85146 w 340584"/>
                    <a:gd name="connsiteY5" fmla="*/ 170292 h 535847"/>
                    <a:gd name="connsiteX6" fmla="*/ 170292 w 340584"/>
                    <a:gd name="connsiteY6" fmla="*/ 255438 h 535847"/>
                    <a:gd name="connsiteX7" fmla="*/ 255438 w 340584"/>
                    <a:gd name="connsiteY7" fmla="*/ 170292 h 535847"/>
                    <a:gd name="connsiteX8" fmla="*/ 170292 w 340584"/>
                    <a:gd name="connsiteY8" fmla="*/ 85146 h 535847"/>
                    <a:gd name="connsiteX9" fmla="*/ 85146 w 340584"/>
                    <a:gd name="connsiteY9" fmla="*/ 170292 h 535847"/>
                    <a:gd name="connsiteX0" fmla="*/ 0 w 340584"/>
                    <a:gd name="connsiteY0" fmla="*/ 170292 h 535906"/>
                    <a:gd name="connsiteX1" fmla="*/ 170292 w 340584"/>
                    <a:gd name="connsiteY1" fmla="*/ 0 h 535906"/>
                    <a:gd name="connsiteX2" fmla="*/ 340584 w 340584"/>
                    <a:gd name="connsiteY2" fmla="*/ 170292 h 535906"/>
                    <a:gd name="connsiteX3" fmla="*/ 170292 w 340584"/>
                    <a:gd name="connsiteY3" fmla="*/ 535847 h 535906"/>
                    <a:gd name="connsiteX4" fmla="*/ 0 w 340584"/>
                    <a:gd name="connsiteY4" fmla="*/ 170292 h 535906"/>
                    <a:gd name="connsiteX5" fmla="*/ 85146 w 340584"/>
                    <a:gd name="connsiteY5" fmla="*/ 170292 h 535906"/>
                    <a:gd name="connsiteX6" fmla="*/ 170292 w 340584"/>
                    <a:gd name="connsiteY6" fmla="*/ 255438 h 535906"/>
                    <a:gd name="connsiteX7" fmla="*/ 255438 w 340584"/>
                    <a:gd name="connsiteY7" fmla="*/ 170292 h 535906"/>
                    <a:gd name="connsiteX8" fmla="*/ 170292 w 340584"/>
                    <a:gd name="connsiteY8" fmla="*/ 85146 h 535906"/>
                    <a:gd name="connsiteX9" fmla="*/ 85146 w 340584"/>
                    <a:gd name="connsiteY9" fmla="*/ 170292 h 535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584" h="535906">
                      <a:moveTo>
                        <a:pt x="0" y="170292"/>
                      </a:moveTo>
                      <a:cubicBezTo>
                        <a:pt x="0" y="80984"/>
                        <a:pt x="76242" y="0"/>
                        <a:pt x="170292" y="0"/>
                      </a:cubicBezTo>
                      <a:cubicBezTo>
                        <a:pt x="264342" y="0"/>
                        <a:pt x="340584" y="80984"/>
                        <a:pt x="340584" y="170292"/>
                      </a:cubicBezTo>
                      <a:cubicBezTo>
                        <a:pt x="340584" y="259600"/>
                        <a:pt x="169092" y="540610"/>
                        <a:pt x="170292" y="535847"/>
                      </a:cubicBezTo>
                      <a:cubicBezTo>
                        <a:pt x="171492" y="531084"/>
                        <a:pt x="0" y="259600"/>
                        <a:pt x="0" y="170292"/>
                      </a:cubicBezTo>
                      <a:close/>
                      <a:moveTo>
                        <a:pt x="85146" y="170292"/>
                      </a:moveTo>
                      <a:cubicBezTo>
                        <a:pt x="85146" y="217317"/>
                        <a:pt x="123267" y="255438"/>
                        <a:pt x="170292" y="255438"/>
                      </a:cubicBezTo>
                      <a:cubicBezTo>
                        <a:pt x="217317" y="255438"/>
                        <a:pt x="255438" y="217317"/>
                        <a:pt x="255438" y="170292"/>
                      </a:cubicBezTo>
                      <a:cubicBezTo>
                        <a:pt x="255438" y="123267"/>
                        <a:pt x="217317" y="85146"/>
                        <a:pt x="170292" y="85146"/>
                      </a:cubicBezTo>
                      <a:cubicBezTo>
                        <a:pt x="123267" y="85146"/>
                        <a:pt x="85146" y="123267"/>
                        <a:pt x="85146" y="170292"/>
                      </a:cubicBezTo>
                      <a:close/>
                    </a:path>
                  </a:pathLst>
                </a:cu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31" tIns="54866" rIns="109731" bIns="54866"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95"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048B9A"/>
                    </a:solidFill>
                    <a:effectLst/>
                    <a:uLnTx/>
                    <a:uFillTx/>
                    <a:latin typeface="Tahoma"/>
                    <a:ea typeface="+mn-ea"/>
                    <a:cs typeface="+mn-cs"/>
                  </a:endParaRPr>
                </a:p>
              </p:txBody>
            </p:sp>
            <p:grpSp>
              <p:nvGrpSpPr>
                <p:cNvPr id="148" name="Groupe 147">
                  <a:extLst>
                    <a:ext uri="{FF2B5EF4-FFF2-40B4-BE49-F238E27FC236}">
                      <a16:creationId xmlns:a16="http://schemas.microsoft.com/office/drawing/2014/main" id="{0914C679-8DBD-4996-AC59-F88B0E1314BC}"/>
                    </a:ext>
                  </a:extLst>
                </p:cNvPr>
                <p:cNvGrpSpPr/>
                <p:nvPr/>
              </p:nvGrpSpPr>
              <p:grpSpPr>
                <a:xfrm>
                  <a:off x="167491" y="843639"/>
                  <a:ext cx="11397673" cy="1493097"/>
                  <a:chOff x="166910" y="994518"/>
                  <a:chExt cx="11397673" cy="1493097"/>
                </a:xfrm>
              </p:grpSpPr>
              <p:cxnSp>
                <p:nvCxnSpPr>
                  <p:cNvPr id="7" name="Connecteur droit 6">
                    <a:extLst>
                      <a:ext uri="{FF2B5EF4-FFF2-40B4-BE49-F238E27FC236}">
                        <a16:creationId xmlns:a16="http://schemas.microsoft.com/office/drawing/2014/main" id="{B302E4F7-8E5C-8CC6-B10C-A079E073BEFC}"/>
                      </a:ext>
                    </a:extLst>
                  </p:cNvPr>
                  <p:cNvCxnSpPr>
                    <a:cxnSpLocks/>
                  </p:cNvCxnSpPr>
                  <p:nvPr/>
                </p:nvCxnSpPr>
                <p:spPr>
                  <a:xfrm flipV="1">
                    <a:off x="8323663" y="1736630"/>
                    <a:ext cx="0" cy="470796"/>
                  </a:xfrm>
                  <a:prstGeom prst="line">
                    <a:avLst/>
                  </a:prstGeom>
                  <a:solidFill>
                    <a:schemeClr val="tx2"/>
                  </a:solidFill>
                  <a:ln w="57150" cap="flat" cmpd="sng" algn="ctr">
                    <a:solidFill>
                      <a:schemeClr val="bg2">
                        <a:lumMod val="100000"/>
                      </a:schemeClr>
                    </a:solidFill>
                    <a:prstDash val="solid"/>
                    <a:miter lim="800000"/>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147" name="Groupe 146">
                    <a:extLst>
                      <a:ext uri="{FF2B5EF4-FFF2-40B4-BE49-F238E27FC236}">
                        <a16:creationId xmlns:a16="http://schemas.microsoft.com/office/drawing/2014/main" id="{86D91560-4F4C-54A1-A7C1-9037A69E75DE}"/>
                      </a:ext>
                    </a:extLst>
                  </p:cNvPr>
                  <p:cNvGrpSpPr/>
                  <p:nvPr/>
                </p:nvGrpSpPr>
                <p:grpSpPr>
                  <a:xfrm>
                    <a:off x="166910" y="994518"/>
                    <a:ext cx="11397673" cy="1493097"/>
                    <a:chOff x="166910" y="994518"/>
                    <a:chExt cx="11397673" cy="1493097"/>
                  </a:xfrm>
                </p:grpSpPr>
                <p:grpSp>
                  <p:nvGrpSpPr>
                    <p:cNvPr id="140" name="Groupe 139">
                      <a:extLst>
                        <a:ext uri="{FF2B5EF4-FFF2-40B4-BE49-F238E27FC236}">
                          <a16:creationId xmlns:a16="http://schemas.microsoft.com/office/drawing/2014/main" id="{CB39F661-030C-029A-2E09-558AFAEA4285}"/>
                        </a:ext>
                      </a:extLst>
                    </p:cNvPr>
                    <p:cNvGrpSpPr/>
                    <p:nvPr/>
                  </p:nvGrpSpPr>
                  <p:grpSpPr>
                    <a:xfrm>
                      <a:off x="166910" y="994518"/>
                      <a:ext cx="11397673" cy="1477046"/>
                      <a:chOff x="0" y="1249444"/>
                      <a:chExt cx="11397673" cy="1477046"/>
                    </a:xfrm>
                  </p:grpSpPr>
                  <p:cxnSp>
                    <p:nvCxnSpPr>
                      <p:cNvPr id="5" name="Connecteur droit 4">
                        <a:extLst>
                          <a:ext uri="{FF2B5EF4-FFF2-40B4-BE49-F238E27FC236}">
                            <a16:creationId xmlns:a16="http://schemas.microsoft.com/office/drawing/2014/main" id="{E2B1D29F-A981-ACDB-45DE-8DAAFC2600E1}"/>
                          </a:ext>
                        </a:extLst>
                      </p:cNvPr>
                      <p:cNvCxnSpPr>
                        <a:cxnSpLocks/>
                      </p:cNvCxnSpPr>
                      <p:nvPr/>
                    </p:nvCxnSpPr>
                    <p:spPr>
                      <a:xfrm>
                        <a:off x="0" y="2595663"/>
                        <a:ext cx="11397673" cy="23487"/>
                      </a:xfrm>
                      <a:prstGeom prst="line">
                        <a:avLst/>
                      </a:prstGeom>
                      <a:ln w="57150" cap="flat" cmpd="sng" algn="ctr">
                        <a:solidFill>
                          <a:schemeClr val="accent4">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39" name="Groupe 138">
                        <a:extLst>
                          <a:ext uri="{FF2B5EF4-FFF2-40B4-BE49-F238E27FC236}">
                            <a16:creationId xmlns:a16="http://schemas.microsoft.com/office/drawing/2014/main" id="{C8C68CF4-254F-5B72-70F8-A99DD064C9E7}"/>
                          </a:ext>
                        </a:extLst>
                      </p:cNvPr>
                      <p:cNvGrpSpPr/>
                      <p:nvPr/>
                    </p:nvGrpSpPr>
                    <p:grpSpPr>
                      <a:xfrm>
                        <a:off x="260003" y="1249444"/>
                        <a:ext cx="9960251" cy="1477046"/>
                        <a:chOff x="260003" y="1249444"/>
                        <a:chExt cx="9960251" cy="1477046"/>
                      </a:xfrm>
                    </p:grpSpPr>
                    <p:sp>
                      <p:nvSpPr>
                        <p:cNvPr id="13" name="ZoneTexte 9">
                          <a:extLst>
                            <a:ext uri="{FF2B5EF4-FFF2-40B4-BE49-F238E27FC236}">
                              <a16:creationId xmlns:a16="http://schemas.microsoft.com/office/drawing/2014/main" id="{B4B16D6A-B943-EDBC-76BD-7FB1205E7588}"/>
                            </a:ext>
                          </a:extLst>
                        </p:cNvPr>
                        <p:cNvSpPr txBox="1">
                          <a:spLocks/>
                        </p:cNvSpPr>
                        <p:nvPr/>
                      </p:nvSpPr>
                      <p:spPr>
                        <a:xfrm>
                          <a:off x="6479634" y="1266591"/>
                          <a:ext cx="1386669" cy="969496"/>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defTabSz="914395">
                            <a:defRPr/>
                          </a:pPr>
                          <a:r>
                            <a:rPr kumimoji="0" lang="fr-FR" sz="1050" b="1" i="0" u="none" strike="noStrike" kern="1200" cap="none" spc="0" normalizeH="0" baseline="0" noProof="0">
                              <a:ln>
                                <a:noFill/>
                              </a:ln>
                              <a:solidFill>
                                <a:schemeClr val="accent4">
                                  <a:lumMod val="100000"/>
                                </a:schemeClr>
                              </a:solidFill>
                              <a:effectLst/>
                              <a:uLnTx/>
                              <a:uFillTx/>
                            </a:rPr>
                            <a:t>Octobre 2024
</a:t>
                          </a:r>
                          <a:r>
                            <a:rPr kumimoji="0" lang="fr-FR" sz="1050" i="0" u="none" strike="noStrike" kern="1200" cap="none" spc="0" normalizeH="0" baseline="0" noProof="0">
                              <a:ln>
                                <a:noFill/>
                              </a:ln>
                              <a:solidFill>
                                <a:schemeClr val="accent6">
                                  <a:lumMod val="50000"/>
                                </a:schemeClr>
                              </a:solidFill>
                              <a:effectLst/>
                              <a:uLnTx/>
                              <a:uFillTx/>
                            </a:rPr>
                            <a:t>Date limite de la transposition de</a:t>
                          </a:r>
                          <a:r>
                            <a:rPr lang="fr-FR" sz="1050">
                              <a:solidFill>
                                <a:schemeClr val="accent6">
                                  <a:lumMod val="50000"/>
                                </a:schemeClr>
                              </a:solidFill>
                            </a:rPr>
                            <a:t> la loi relative à la Résilience des activités d’importance vitale</a:t>
                          </a:r>
                        </a:p>
                      </p:txBody>
                    </p:sp>
                    <p:sp>
                      <p:nvSpPr>
                        <p:cNvPr id="6" name="ZoneTexte 2">
                          <a:extLst>
                            <a:ext uri="{FF2B5EF4-FFF2-40B4-BE49-F238E27FC236}">
                              <a16:creationId xmlns:a16="http://schemas.microsoft.com/office/drawing/2014/main" id="{20B498A1-5AA0-0728-6427-4C5AAEC3A7C9}"/>
                            </a:ext>
                          </a:extLst>
                        </p:cNvPr>
                        <p:cNvSpPr txBox="1">
                          <a:spLocks/>
                        </p:cNvSpPr>
                        <p:nvPr/>
                      </p:nvSpPr>
                      <p:spPr>
                        <a:xfrm>
                          <a:off x="4543690" y="1275367"/>
                          <a:ext cx="1175867" cy="1131079"/>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95">
                            <a:defRPr/>
                          </a:pPr>
                          <a:r>
                            <a:rPr lang="fr-FR" sz="1050" b="1">
                              <a:solidFill>
                                <a:schemeClr val="bg2"/>
                              </a:solidFill>
                            </a:rPr>
                            <a:t>2022</a:t>
                          </a:r>
                          <a:r>
                            <a:rPr kumimoji="0" lang="fr-FR" sz="1050" b="1" i="0" u="none" strike="noStrike" kern="1200" cap="none" spc="0" normalizeH="0" baseline="0" noProof="0">
                              <a:ln>
                                <a:noFill/>
                              </a:ln>
                              <a:solidFill>
                                <a:schemeClr val="bg2">
                                  <a:lumMod val="100000"/>
                                </a:schemeClr>
                              </a:solidFill>
                              <a:effectLst/>
                              <a:uLnTx/>
                              <a:uFillTx/>
                            </a:rPr>
                            <a:t>
</a:t>
                          </a:r>
                          <a:r>
                            <a:rPr lang="fr-FR" sz="1050">
                              <a:solidFill>
                                <a:schemeClr val="accent6">
                                  <a:lumMod val="50000"/>
                                </a:schemeClr>
                              </a:solidFill>
                            </a:rPr>
                            <a:t>Adoption de la directive 2022/2557 (REC). Les Etats membres ont 3 ans pour la transposer en droit national</a:t>
                          </a:r>
                          <a:endParaRPr kumimoji="0" lang="fr-FR" sz="1100" b="0" i="0" u="none" strike="noStrike" kern="1200" cap="none" spc="0" normalizeH="0" baseline="0" noProof="0">
                            <a:ln>
                              <a:noFill/>
                            </a:ln>
                            <a:solidFill>
                              <a:schemeClr val="bg2">
                                <a:lumMod val="100000"/>
                              </a:schemeClr>
                            </a:solidFill>
                            <a:effectLst/>
                            <a:uLnTx/>
                            <a:uFillTx/>
                            <a:ea typeface="+mn-ea"/>
                            <a:cs typeface="+mn-cs"/>
                          </a:endParaRPr>
                        </a:p>
                      </p:txBody>
                    </p:sp>
                    <p:cxnSp>
                      <p:nvCxnSpPr>
                        <p:cNvPr id="8" name="Connecteur droit 7">
                          <a:extLst>
                            <a:ext uri="{FF2B5EF4-FFF2-40B4-BE49-F238E27FC236}">
                              <a16:creationId xmlns:a16="http://schemas.microsoft.com/office/drawing/2014/main" id="{DB028B28-417C-B996-3AB1-2A1D747A9550}"/>
                            </a:ext>
                          </a:extLst>
                        </p:cNvPr>
                        <p:cNvCxnSpPr>
                          <a:cxnSpLocks/>
                        </p:cNvCxnSpPr>
                        <p:nvPr/>
                      </p:nvCxnSpPr>
                      <p:spPr>
                        <a:xfrm flipH="1" flipV="1">
                          <a:off x="4267920" y="2014798"/>
                          <a:ext cx="1" cy="470797"/>
                        </a:xfrm>
                        <a:prstGeom prst="line">
                          <a:avLst/>
                        </a:prstGeom>
                        <a:solidFill>
                          <a:schemeClr val="tx2"/>
                        </a:solidFill>
                        <a:ln w="57150" cap="flat" cmpd="sng" algn="ctr">
                          <a:solidFill>
                            <a:schemeClr val="bg2">
                              <a:lumMod val="100000"/>
                            </a:schemeClr>
                          </a:solidFill>
                          <a:prstDash val="solid"/>
                          <a:miter lim="800000"/>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28AD5EC8-3D78-C566-DBEF-FE8156A692F1}"/>
                            </a:ext>
                          </a:extLst>
                        </p:cNvPr>
                        <p:cNvCxnSpPr>
                          <a:cxnSpLocks/>
                        </p:cNvCxnSpPr>
                        <p:nvPr/>
                      </p:nvCxnSpPr>
                      <p:spPr>
                        <a:xfrm flipV="1">
                          <a:off x="10101170" y="1983543"/>
                          <a:ext cx="0" cy="470796"/>
                        </a:xfrm>
                        <a:prstGeom prst="line">
                          <a:avLst/>
                        </a:prstGeom>
                        <a:solidFill>
                          <a:schemeClr val="tx2"/>
                        </a:solidFill>
                        <a:ln w="57150" cap="flat" cmpd="sng" algn="ctr">
                          <a:solidFill>
                            <a:schemeClr val="bg2">
                              <a:lumMod val="100000"/>
                            </a:schemeClr>
                          </a:solidFill>
                          <a:prstDash val="solid"/>
                          <a:miter lim="800000"/>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5" name="Bouée 6">
                          <a:extLst>
                            <a:ext uri="{FF2B5EF4-FFF2-40B4-BE49-F238E27FC236}">
                              <a16:creationId xmlns:a16="http://schemas.microsoft.com/office/drawing/2014/main" id="{0FB6AE79-D75E-D34D-7615-180F5732D145}"/>
                            </a:ext>
                          </a:extLst>
                        </p:cNvPr>
                        <p:cNvSpPr>
                          <a:spLocks noChangeAspect="1"/>
                        </p:cNvSpPr>
                        <p:nvPr/>
                      </p:nvSpPr>
                      <p:spPr>
                        <a:xfrm>
                          <a:off x="4158794" y="1612575"/>
                          <a:ext cx="227426" cy="360000"/>
                        </a:xfrm>
                        <a:custGeom>
                          <a:avLst/>
                          <a:gdLst>
                            <a:gd name="connsiteX0" fmla="*/ 0 w 340583"/>
                            <a:gd name="connsiteY0" fmla="*/ 170292 h 340583"/>
                            <a:gd name="connsiteX1" fmla="*/ 170292 w 340583"/>
                            <a:gd name="connsiteY1" fmla="*/ 0 h 340583"/>
                            <a:gd name="connsiteX2" fmla="*/ 340584 w 340583"/>
                            <a:gd name="connsiteY2" fmla="*/ 170292 h 340583"/>
                            <a:gd name="connsiteX3" fmla="*/ 170292 w 340583"/>
                            <a:gd name="connsiteY3" fmla="*/ 340584 h 340583"/>
                            <a:gd name="connsiteX4" fmla="*/ 0 w 340583"/>
                            <a:gd name="connsiteY4" fmla="*/ 170292 h 340583"/>
                            <a:gd name="connsiteX5" fmla="*/ 85146 w 340583"/>
                            <a:gd name="connsiteY5" fmla="*/ 170292 h 340583"/>
                            <a:gd name="connsiteX6" fmla="*/ 170292 w 340583"/>
                            <a:gd name="connsiteY6" fmla="*/ 255438 h 340583"/>
                            <a:gd name="connsiteX7" fmla="*/ 255438 w 340583"/>
                            <a:gd name="connsiteY7" fmla="*/ 170292 h 340583"/>
                            <a:gd name="connsiteX8" fmla="*/ 170292 w 340583"/>
                            <a:gd name="connsiteY8" fmla="*/ 85146 h 340583"/>
                            <a:gd name="connsiteX9" fmla="*/ 85146 w 340583"/>
                            <a:gd name="connsiteY9" fmla="*/ 170292 h 340583"/>
                            <a:gd name="connsiteX0" fmla="*/ 0 w 340584"/>
                            <a:gd name="connsiteY0" fmla="*/ 170292 h 535847"/>
                            <a:gd name="connsiteX1" fmla="*/ 170292 w 340584"/>
                            <a:gd name="connsiteY1" fmla="*/ 0 h 535847"/>
                            <a:gd name="connsiteX2" fmla="*/ 340584 w 340584"/>
                            <a:gd name="connsiteY2" fmla="*/ 170292 h 535847"/>
                            <a:gd name="connsiteX3" fmla="*/ 170292 w 340584"/>
                            <a:gd name="connsiteY3" fmla="*/ 535847 h 535847"/>
                            <a:gd name="connsiteX4" fmla="*/ 0 w 340584"/>
                            <a:gd name="connsiteY4" fmla="*/ 170292 h 535847"/>
                            <a:gd name="connsiteX5" fmla="*/ 85146 w 340584"/>
                            <a:gd name="connsiteY5" fmla="*/ 170292 h 535847"/>
                            <a:gd name="connsiteX6" fmla="*/ 170292 w 340584"/>
                            <a:gd name="connsiteY6" fmla="*/ 255438 h 535847"/>
                            <a:gd name="connsiteX7" fmla="*/ 255438 w 340584"/>
                            <a:gd name="connsiteY7" fmla="*/ 170292 h 535847"/>
                            <a:gd name="connsiteX8" fmla="*/ 170292 w 340584"/>
                            <a:gd name="connsiteY8" fmla="*/ 85146 h 535847"/>
                            <a:gd name="connsiteX9" fmla="*/ 85146 w 340584"/>
                            <a:gd name="connsiteY9" fmla="*/ 170292 h 535847"/>
                            <a:gd name="connsiteX0" fmla="*/ 0 w 340584"/>
                            <a:gd name="connsiteY0" fmla="*/ 170292 h 535906"/>
                            <a:gd name="connsiteX1" fmla="*/ 170292 w 340584"/>
                            <a:gd name="connsiteY1" fmla="*/ 0 h 535906"/>
                            <a:gd name="connsiteX2" fmla="*/ 340584 w 340584"/>
                            <a:gd name="connsiteY2" fmla="*/ 170292 h 535906"/>
                            <a:gd name="connsiteX3" fmla="*/ 170292 w 340584"/>
                            <a:gd name="connsiteY3" fmla="*/ 535847 h 535906"/>
                            <a:gd name="connsiteX4" fmla="*/ 0 w 340584"/>
                            <a:gd name="connsiteY4" fmla="*/ 170292 h 535906"/>
                            <a:gd name="connsiteX5" fmla="*/ 85146 w 340584"/>
                            <a:gd name="connsiteY5" fmla="*/ 170292 h 535906"/>
                            <a:gd name="connsiteX6" fmla="*/ 170292 w 340584"/>
                            <a:gd name="connsiteY6" fmla="*/ 255438 h 535906"/>
                            <a:gd name="connsiteX7" fmla="*/ 255438 w 340584"/>
                            <a:gd name="connsiteY7" fmla="*/ 170292 h 535906"/>
                            <a:gd name="connsiteX8" fmla="*/ 170292 w 340584"/>
                            <a:gd name="connsiteY8" fmla="*/ 85146 h 535906"/>
                            <a:gd name="connsiteX9" fmla="*/ 85146 w 340584"/>
                            <a:gd name="connsiteY9" fmla="*/ 170292 h 535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584" h="535906">
                              <a:moveTo>
                                <a:pt x="0" y="170292"/>
                              </a:moveTo>
                              <a:cubicBezTo>
                                <a:pt x="0" y="80984"/>
                                <a:pt x="76242" y="0"/>
                                <a:pt x="170292" y="0"/>
                              </a:cubicBezTo>
                              <a:cubicBezTo>
                                <a:pt x="264342" y="0"/>
                                <a:pt x="340584" y="80984"/>
                                <a:pt x="340584" y="170292"/>
                              </a:cubicBezTo>
                              <a:cubicBezTo>
                                <a:pt x="340584" y="259600"/>
                                <a:pt x="169092" y="540610"/>
                                <a:pt x="170292" y="535847"/>
                              </a:cubicBezTo>
                              <a:cubicBezTo>
                                <a:pt x="171492" y="531084"/>
                                <a:pt x="0" y="259600"/>
                                <a:pt x="0" y="170292"/>
                              </a:cubicBezTo>
                              <a:close/>
                              <a:moveTo>
                                <a:pt x="85146" y="170292"/>
                              </a:moveTo>
                              <a:cubicBezTo>
                                <a:pt x="85146" y="217317"/>
                                <a:pt x="123267" y="255438"/>
                                <a:pt x="170292" y="255438"/>
                              </a:cubicBezTo>
                              <a:cubicBezTo>
                                <a:pt x="217317" y="255438"/>
                                <a:pt x="255438" y="217317"/>
                                <a:pt x="255438" y="170292"/>
                              </a:cubicBezTo>
                              <a:cubicBezTo>
                                <a:pt x="255438" y="123267"/>
                                <a:pt x="217317" y="85146"/>
                                <a:pt x="170292" y="85146"/>
                              </a:cubicBezTo>
                              <a:cubicBezTo>
                                <a:pt x="123267" y="85146"/>
                                <a:pt x="85146" y="123267"/>
                                <a:pt x="85146" y="170292"/>
                              </a:cubicBezTo>
                              <a:close/>
                            </a:path>
                          </a:pathLst>
                        </a:cu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31" tIns="54866" rIns="109731" bIns="54866"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95"/>
                          <a:endParaRPr lang="fr-FR" sz="1400">
                            <a:solidFill>
                              <a:srgbClr val="048B9A"/>
                            </a:solidFill>
                            <a:latin typeface="Tahoma"/>
                          </a:endParaRPr>
                        </a:p>
                      </p:txBody>
                    </p:sp>
                    <p:sp>
                      <p:nvSpPr>
                        <p:cNvPr id="17" name="Bouée 6">
                          <a:extLst>
                            <a:ext uri="{FF2B5EF4-FFF2-40B4-BE49-F238E27FC236}">
                              <a16:creationId xmlns:a16="http://schemas.microsoft.com/office/drawing/2014/main" id="{566B7ECD-23AD-4862-5E31-5D75D985145D}"/>
                            </a:ext>
                          </a:extLst>
                        </p:cNvPr>
                        <p:cNvSpPr>
                          <a:spLocks noChangeAspect="1"/>
                        </p:cNvSpPr>
                        <p:nvPr/>
                      </p:nvSpPr>
                      <p:spPr>
                        <a:xfrm>
                          <a:off x="9986419" y="1597328"/>
                          <a:ext cx="227426" cy="360000"/>
                        </a:xfrm>
                        <a:custGeom>
                          <a:avLst/>
                          <a:gdLst>
                            <a:gd name="connsiteX0" fmla="*/ 0 w 340583"/>
                            <a:gd name="connsiteY0" fmla="*/ 170292 h 340583"/>
                            <a:gd name="connsiteX1" fmla="*/ 170292 w 340583"/>
                            <a:gd name="connsiteY1" fmla="*/ 0 h 340583"/>
                            <a:gd name="connsiteX2" fmla="*/ 340584 w 340583"/>
                            <a:gd name="connsiteY2" fmla="*/ 170292 h 340583"/>
                            <a:gd name="connsiteX3" fmla="*/ 170292 w 340583"/>
                            <a:gd name="connsiteY3" fmla="*/ 340584 h 340583"/>
                            <a:gd name="connsiteX4" fmla="*/ 0 w 340583"/>
                            <a:gd name="connsiteY4" fmla="*/ 170292 h 340583"/>
                            <a:gd name="connsiteX5" fmla="*/ 85146 w 340583"/>
                            <a:gd name="connsiteY5" fmla="*/ 170292 h 340583"/>
                            <a:gd name="connsiteX6" fmla="*/ 170292 w 340583"/>
                            <a:gd name="connsiteY6" fmla="*/ 255438 h 340583"/>
                            <a:gd name="connsiteX7" fmla="*/ 255438 w 340583"/>
                            <a:gd name="connsiteY7" fmla="*/ 170292 h 340583"/>
                            <a:gd name="connsiteX8" fmla="*/ 170292 w 340583"/>
                            <a:gd name="connsiteY8" fmla="*/ 85146 h 340583"/>
                            <a:gd name="connsiteX9" fmla="*/ 85146 w 340583"/>
                            <a:gd name="connsiteY9" fmla="*/ 170292 h 340583"/>
                            <a:gd name="connsiteX0" fmla="*/ 0 w 340584"/>
                            <a:gd name="connsiteY0" fmla="*/ 170292 h 535847"/>
                            <a:gd name="connsiteX1" fmla="*/ 170292 w 340584"/>
                            <a:gd name="connsiteY1" fmla="*/ 0 h 535847"/>
                            <a:gd name="connsiteX2" fmla="*/ 340584 w 340584"/>
                            <a:gd name="connsiteY2" fmla="*/ 170292 h 535847"/>
                            <a:gd name="connsiteX3" fmla="*/ 170292 w 340584"/>
                            <a:gd name="connsiteY3" fmla="*/ 535847 h 535847"/>
                            <a:gd name="connsiteX4" fmla="*/ 0 w 340584"/>
                            <a:gd name="connsiteY4" fmla="*/ 170292 h 535847"/>
                            <a:gd name="connsiteX5" fmla="*/ 85146 w 340584"/>
                            <a:gd name="connsiteY5" fmla="*/ 170292 h 535847"/>
                            <a:gd name="connsiteX6" fmla="*/ 170292 w 340584"/>
                            <a:gd name="connsiteY6" fmla="*/ 255438 h 535847"/>
                            <a:gd name="connsiteX7" fmla="*/ 255438 w 340584"/>
                            <a:gd name="connsiteY7" fmla="*/ 170292 h 535847"/>
                            <a:gd name="connsiteX8" fmla="*/ 170292 w 340584"/>
                            <a:gd name="connsiteY8" fmla="*/ 85146 h 535847"/>
                            <a:gd name="connsiteX9" fmla="*/ 85146 w 340584"/>
                            <a:gd name="connsiteY9" fmla="*/ 170292 h 535847"/>
                            <a:gd name="connsiteX0" fmla="*/ 0 w 340584"/>
                            <a:gd name="connsiteY0" fmla="*/ 170292 h 535906"/>
                            <a:gd name="connsiteX1" fmla="*/ 170292 w 340584"/>
                            <a:gd name="connsiteY1" fmla="*/ 0 h 535906"/>
                            <a:gd name="connsiteX2" fmla="*/ 340584 w 340584"/>
                            <a:gd name="connsiteY2" fmla="*/ 170292 h 535906"/>
                            <a:gd name="connsiteX3" fmla="*/ 170292 w 340584"/>
                            <a:gd name="connsiteY3" fmla="*/ 535847 h 535906"/>
                            <a:gd name="connsiteX4" fmla="*/ 0 w 340584"/>
                            <a:gd name="connsiteY4" fmla="*/ 170292 h 535906"/>
                            <a:gd name="connsiteX5" fmla="*/ 85146 w 340584"/>
                            <a:gd name="connsiteY5" fmla="*/ 170292 h 535906"/>
                            <a:gd name="connsiteX6" fmla="*/ 170292 w 340584"/>
                            <a:gd name="connsiteY6" fmla="*/ 255438 h 535906"/>
                            <a:gd name="connsiteX7" fmla="*/ 255438 w 340584"/>
                            <a:gd name="connsiteY7" fmla="*/ 170292 h 535906"/>
                            <a:gd name="connsiteX8" fmla="*/ 170292 w 340584"/>
                            <a:gd name="connsiteY8" fmla="*/ 85146 h 535906"/>
                            <a:gd name="connsiteX9" fmla="*/ 85146 w 340584"/>
                            <a:gd name="connsiteY9" fmla="*/ 170292 h 535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584" h="535906">
                              <a:moveTo>
                                <a:pt x="0" y="170292"/>
                              </a:moveTo>
                              <a:cubicBezTo>
                                <a:pt x="0" y="80984"/>
                                <a:pt x="76242" y="0"/>
                                <a:pt x="170292" y="0"/>
                              </a:cubicBezTo>
                              <a:cubicBezTo>
                                <a:pt x="264342" y="0"/>
                                <a:pt x="340584" y="80984"/>
                                <a:pt x="340584" y="170292"/>
                              </a:cubicBezTo>
                              <a:cubicBezTo>
                                <a:pt x="340584" y="259600"/>
                                <a:pt x="169092" y="540610"/>
                                <a:pt x="170292" y="535847"/>
                              </a:cubicBezTo>
                              <a:cubicBezTo>
                                <a:pt x="171492" y="531084"/>
                                <a:pt x="0" y="259600"/>
                                <a:pt x="0" y="170292"/>
                              </a:cubicBezTo>
                              <a:close/>
                              <a:moveTo>
                                <a:pt x="85146" y="170292"/>
                              </a:moveTo>
                              <a:cubicBezTo>
                                <a:pt x="85146" y="217317"/>
                                <a:pt x="123267" y="255438"/>
                                <a:pt x="170292" y="255438"/>
                              </a:cubicBezTo>
                              <a:cubicBezTo>
                                <a:pt x="217317" y="255438"/>
                                <a:pt x="255438" y="217317"/>
                                <a:pt x="255438" y="170292"/>
                              </a:cubicBezTo>
                              <a:cubicBezTo>
                                <a:pt x="255438" y="123267"/>
                                <a:pt x="217317" y="85146"/>
                                <a:pt x="170292" y="85146"/>
                              </a:cubicBezTo>
                              <a:cubicBezTo>
                                <a:pt x="123267" y="85146"/>
                                <a:pt x="85146" y="123267"/>
                                <a:pt x="85146" y="170292"/>
                              </a:cubicBezTo>
                              <a:close/>
                            </a:path>
                          </a:pathLst>
                        </a:cu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31" tIns="54866" rIns="109731" bIns="54866"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95"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048B9A"/>
                            </a:solidFill>
                            <a:effectLst/>
                            <a:uLnTx/>
                            <a:uFillTx/>
                            <a:latin typeface="Tahoma"/>
                            <a:ea typeface="+mn-ea"/>
                            <a:cs typeface="+mn-cs"/>
                          </a:endParaRPr>
                        </a:p>
                      </p:txBody>
                    </p:sp>
                    <p:sp>
                      <p:nvSpPr>
                        <p:cNvPr id="20" name="ZoneTexte 16">
                          <a:extLst>
                            <a:ext uri="{FF2B5EF4-FFF2-40B4-BE49-F238E27FC236}">
                              <a16:creationId xmlns:a16="http://schemas.microsoft.com/office/drawing/2014/main" id="{744ECCA5-8C78-295D-C6D5-F3EC72210FA3}"/>
                            </a:ext>
                          </a:extLst>
                        </p:cNvPr>
                        <p:cNvSpPr txBox="1">
                          <a:spLocks/>
                        </p:cNvSpPr>
                        <p:nvPr/>
                      </p:nvSpPr>
                      <p:spPr>
                        <a:xfrm>
                          <a:off x="2597529" y="1256857"/>
                          <a:ext cx="1186338" cy="1469633"/>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95">
                            <a:defRPr/>
                          </a:pPr>
                          <a:r>
                            <a:rPr kumimoji="0" lang="fr-FR" sz="1050" b="1" i="0" u="none" strike="noStrike" kern="1200" cap="none" spc="0" normalizeH="0" baseline="0" noProof="0">
                              <a:ln>
                                <a:noFill/>
                              </a:ln>
                              <a:solidFill>
                                <a:schemeClr val="bg2"/>
                              </a:solidFill>
                              <a:effectLst/>
                              <a:uLnTx/>
                              <a:uFillTx/>
                            </a:rPr>
                            <a:t>2019</a:t>
                          </a:r>
                          <a:r>
                            <a:rPr kumimoji="0" lang="fr-FR" sz="1050" b="1" i="0" u="none" strike="noStrike" kern="1200" cap="none" spc="0" normalizeH="0" baseline="0" noProof="0">
                              <a:ln>
                                <a:noFill/>
                              </a:ln>
                              <a:solidFill>
                                <a:schemeClr val="accent6">
                                  <a:lumMod val="50000"/>
                                </a:schemeClr>
                              </a:solidFill>
                              <a:effectLst/>
                              <a:uLnTx/>
                              <a:uFillTx/>
                            </a:rPr>
                            <a:t>
</a:t>
                          </a:r>
                          <a:r>
                            <a:rPr lang="fr-FR" sz="1050">
                              <a:solidFill>
                                <a:schemeClr val="accent6">
                                  <a:lumMod val="50000"/>
                                </a:schemeClr>
                              </a:solidFill>
                              <a:ea typeface="+mj-ea"/>
                              <a:cs typeface="+mj-cs"/>
                            </a:rPr>
                            <a:t>Évaluation de la directive de 2008, soulignant la nécessité de renforcer les règles existantes</a:t>
                          </a:r>
                        </a:p>
                        <a:p>
                          <a:pPr marL="0" marR="0" lvl="0" indent="0" algn="l" defTabSz="914395"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chemeClr val="accent3">
                                  <a:lumMod val="100000"/>
                                </a:schemeClr>
                              </a:solidFill>
                              <a:effectLst/>
                              <a:uLnTx/>
                              <a:uFillTx/>
                            </a:rPr>
                            <a:t>
</a:t>
                          </a:r>
                          <a:endParaRPr kumimoji="0" lang="fr-FR" sz="1100" b="0" i="0" u="none" strike="noStrike" kern="1200" cap="none" spc="0" normalizeH="0" baseline="0" noProof="0">
                            <a:ln>
                              <a:noFill/>
                            </a:ln>
                            <a:solidFill>
                              <a:schemeClr val="accent3">
                                <a:lumMod val="100000"/>
                              </a:schemeClr>
                            </a:solidFill>
                            <a:effectLst/>
                            <a:uLnTx/>
                            <a:uFillTx/>
                            <a:ea typeface="Tahoma"/>
                            <a:cs typeface="Tahoma"/>
                          </a:endParaRPr>
                        </a:p>
                      </p:txBody>
                    </p:sp>
                    <p:cxnSp>
                      <p:nvCxnSpPr>
                        <p:cNvPr id="22" name="Connecteur droit 21">
                          <a:extLst>
                            <a:ext uri="{FF2B5EF4-FFF2-40B4-BE49-F238E27FC236}">
                              <a16:creationId xmlns:a16="http://schemas.microsoft.com/office/drawing/2014/main" id="{A726BF93-4482-85BA-17CE-5E16AF33B556}"/>
                            </a:ext>
                          </a:extLst>
                        </p:cNvPr>
                        <p:cNvCxnSpPr>
                          <a:cxnSpLocks/>
                        </p:cNvCxnSpPr>
                        <p:nvPr/>
                      </p:nvCxnSpPr>
                      <p:spPr>
                        <a:xfrm flipH="1" flipV="1">
                          <a:off x="2323503" y="1983542"/>
                          <a:ext cx="1" cy="470797"/>
                        </a:xfrm>
                        <a:prstGeom prst="line">
                          <a:avLst/>
                        </a:prstGeom>
                        <a:solidFill>
                          <a:schemeClr val="bg2"/>
                        </a:solidFill>
                        <a:ln w="57150" cap="flat" cmpd="sng" algn="ctr">
                          <a:solidFill>
                            <a:schemeClr val="bg2"/>
                          </a:solidFill>
                          <a:prstDash val="solid"/>
                          <a:miter lim="800000"/>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3" name="Bouée 6">
                          <a:extLst>
                            <a:ext uri="{FF2B5EF4-FFF2-40B4-BE49-F238E27FC236}">
                              <a16:creationId xmlns:a16="http://schemas.microsoft.com/office/drawing/2014/main" id="{D03763D2-2480-A4B0-0546-6BC058A4399B}"/>
                            </a:ext>
                          </a:extLst>
                        </p:cNvPr>
                        <p:cNvSpPr>
                          <a:spLocks noChangeAspect="1"/>
                        </p:cNvSpPr>
                        <p:nvPr/>
                      </p:nvSpPr>
                      <p:spPr>
                        <a:xfrm>
                          <a:off x="2210830" y="1597328"/>
                          <a:ext cx="227426" cy="360000"/>
                        </a:xfrm>
                        <a:custGeom>
                          <a:avLst/>
                          <a:gdLst>
                            <a:gd name="connsiteX0" fmla="*/ 0 w 340583"/>
                            <a:gd name="connsiteY0" fmla="*/ 170292 h 340583"/>
                            <a:gd name="connsiteX1" fmla="*/ 170292 w 340583"/>
                            <a:gd name="connsiteY1" fmla="*/ 0 h 340583"/>
                            <a:gd name="connsiteX2" fmla="*/ 340584 w 340583"/>
                            <a:gd name="connsiteY2" fmla="*/ 170292 h 340583"/>
                            <a:gd name="connsiteX3" fmla="*/ 170292 w 340583"/>
                            <a:gd name="connsiteY3" fmla="*/ 340584 h 340583"/>
                            <a:gd name="connsiteX4" fmla="*/ 0 w 340583"/>
                            <a:gd name="connsiteY4" fmla="*/ 170292 h 340583"/>
                            <a:gd name="connsiteX5" fmla="*/ 85146 w 340583"/>
                            <a:gd name="connsiteY5" fmla="*/ 170292 h 340583"/>
                            <a:gd name="connsiteX6" fmla="*/ 170292 w 340583"/>
                            <a:gd name="connsiteY6" fmla="*/ 255438 h 340583"/>
                            <a:gd name="connsiteX7" fmla="*/ 255438 w 340583"/>
                            <a:gd name="connsiteY7" fmla="*/ 170292 h 340583"/>
                            <a:gd name="connsiteX8" fmla="*/ 170292 w 340583"/>
                            <a:gd name="connsiteY8" fmla="*/ 85146 h 340583"/>
                            <a:gd name="connsiteX9" fmla="*/ 85146 w 340583"/>
                            <a:gd name="connsiteY9" fmla="*/ 170292 h 340583"/>
                            <a:gd name="connsiteX0" fmla="*/ 0 w 340584"/>
                            <a:gd name="connsiteY0" fmla="*/ 170292 h 535847"/>
                            <a:gd name="connsiteX1" fmla="*/ 170292 w 340584"/>
                            <a:gd name="connsiteY1" fmla="*/ 0 h 535847"/>
                            <a:gd name="connsiteX2" fmla="*/ 340584 w 340584"/>
                            <a:gd name="connsiteY2" fmla="*/ 170292 h 535847"/>
                            <a:gd name="connsiteX3" fmla="*/ 170292 w 340584"/>
                            <a:gd name="connsiteY3" fmla="*/ 535847 h 535847"/>
                            <a:gd name="connsiteX4" fmla="*/ 0 w 340584"/>
                            <a:gd name="connsiteY4" fmla="*/ 170292 h 535847"/>
                            <a:gd name="connsiteX5" fmla="*/ 85146 w 340584"/>
                            <a:gd name="connsiteY5" fmla="*/ 170292 h 535847"/>
                            <a:gd name="connsiteX6" fmla="*/ 170292 w 340584"/>
                            <a:gd name="connsiteY6" fmla="*/ 255438 h 535847"/>
                            <a:gd name="connsiteX7" fmla="*/ 255438 w 340584"/>
                            <a:gd name="connsiteY7" fmla="*/ 170292 h 535847"/>
                            <a:gd name="connsiteX8" fmla="*/ 170292 w 340584"/>
                            <a:gd name="connsiteY8" fmla="*/ 85146 h 535847"/>
                            <a:gd name="connsiteX9" fmla="*/ 85146 w 340584"/>
                            <a:gd name="connsiteY9" fmla="*/ 170292 h 535847"/>
                            <a:gd name="connsiteX0" fmla="*/ 0 w 340584"/>
                            <a:gd name="connsiteY0" fmla="*/ 170292 h 535906"/>
                            <a:gd name="connsiteX1" fmla="*/ 170292 w 340584"/>
                            <a:gd name="connsiteY1" fmla="*/ 0 h 535906"/>
                            <a:gd name="connsiteX2" fmla="*/ 340584 w 340584"/>
                            <a:gd name="connsiteY2" fmla="*/ 170292 h 535906"/>
                            <a:gd name="connsiteX3" fmla="*/ 170292 w 340584"/>
                            <a:gd name="connsiteY3" fmla="*/ 535847 h 535906"/>
                            <a:gd name="connsiteX4" fmla="*/ 0 w 340584"/>
                            <a:gd name="connsiteY4" fmla="*/ 170292 h 535906"/>
                            <a:gd name="connsiteX5" fmla="*/ 85146 w 340584"/>
                            <a:gd name="connsiteY5" fmla="*/ 170292 h 535906"/>
                            <a:gd name="connsiteX6" fmla="*/ 170292 w 340584"/>
                            <a:gd name="connsiteY6" fmla="*/ 255438 h 535906"/>
                            <a:gd name="connsiteX7" fmla="*/ 255438 w 340584"/>
                            <a:gd name="connsiteY7" fmla="*/ 170292 h 535906"/>
                            <a:gd name="connsiteX8" fmla="*/ 170292 w 340584"/>
                            <a:gd name="connsiteY8" fmla="*/ 85146 h 535906"/>
                            <a:gd name="connsiteX9" fmla="*/ 85146 w 340584"/>
                            <a:gd name="connsiteY9" fmla="*/ 170292 h 535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584" h="535906">
                              <a:moveTo>
                                <a:pt x="0" y="170292"/>
                              </a:moveTo>
                              <a:cubicBezTo>
                                <a:pt x="0" y="80984"/>
                                <a:pt x="76242" y="0"/>
                                <a:pt x="170292" y="0"/>
                              </a:cubicBezTo>
                              <a:cubicBezTo>
                                <a:pt x="264342" y="0"/>
                                <a:pt x="340584" y="80984"/>
                                <a:pt x="340584" y="170292"/>
                              </a:cubicBezTo>
                              <a:cubicBezTo>
                                <a:pt x="340584" y="259600"/>
                                <a:pt x="169092" y="540610"/>
                                <a:pt x="170292" y="535847"/>
                              </a:cubicBezTo>
                              <a:cubicBezTo>
                                <a:pt x="171492" y="531084"/>
                                <a:pt x="0" y="259600"/>
                                <a:pt x="0" y="170292"/>
                              </a:cubicBezTo>
                              <a:close/>
                              <a:moveTo>
                                <a:pt x="85146" y="170292"/>
                              </a:moveTo>
                              <a:cubicBezTo>
                                <a:pt x="85146" y="217317"/>
                                <a:pt x="123267" y="255438"/>
                                <a:pt x="170292" y="255438"/>
                              </a:cubicBezTo>
                              <a:cubicBezTo>
                                <a:pt x="217317" y="255438"/>
                                <a:pt x="255438" y="217317"/>
                                <a:pt x="255438" y="170292"/>
                              </a:cubicBezTo>
                              <a:cubicBezTo>
                                <a:pt x="255438" y="123267"/>
                                <a:pt x="217317" y="85146"/>
                                <a:pt x="170292" y="85146"/>
                              </a:cubicBezTo>
                              <a:cubicBezTo>
                                <a:pt x="123267" y="85146"/>
                                <a:pt x="85146" y="123267"/>
                                <a:pt x="85146" y="170292"/>
                              </a:cubicBezTo>
                              <a:close/>
                            </a:path>
                          </a:pathLst>
                        </a:cu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31" tIns="54866" rIns="109731" bIns="54866"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95"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7C5340"/>
                            </a:solidFill>
                            <a:effectLst/>
                            <a:uLnTx/>
                            <a:uFillTx/>
                            <a:latin typeface="Tahoma"/>
                            <a:ea typeface="Tahoma"/>
                            <a:cs typeface="Tahoma"/>
                          </a:endParaRPr>
                        </a:p>
                      </p:txBody>
                    </p:sp>
                    <p:sp>
                      <p:nvSpPr>
                        <p:cNvPr id="24" name="ZoneTexte 20">
                          <a:extLst>
                            <a:ext uri="{FF2B5EF4-FFF2-40B4-BE49-F238E27FC236}">
                              <a16:creationId xmlns:a16="http://schemas.microsoft.com/office/drawing/2014/main" id="{F21E4D49-ED5C-735C-30BD-EEDF642D6A36}"/>
                            </a:ext>
                          </a:extLst>
                        </p:cNvPr>
                        <p:cNvSpPr txBox="1">
                          <a:spLocks/>
                        </p:cNvSpPr>
                        <p:nvPr/>
                      </p:nvSpPr>
                      <p:spPr>
                        <a:xfrm>
                          <a:off x="655797" y="1254004"/>
                          <a:ext cx="1254435" cy="1308050"/>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050" b="1">
                              <a:solidFill>
                                <a:schemeClr val="bg2"/>
                              </a:solidFill>
                              <a:ea typeface="+mj-ea"/>
                              <a:cs typeface="+mj-cs"/>
                            </a:rPr>
                            <a:t>2008</a:t>
                          </a:r>
                        </a:p>
                        <a:p>
                          <a:r>
                            <a:rPr lang="fr-FR" sz="1050">
                              <a:solidFill>
                                <a:schemeClr val="accent6">
                                  <a:lumMod val="50000"/>
                                </a:schemeClr>
                              </a:solidFill>
                              <a:ea typeface="+mj-ea"/>
                              <a:cs typeface="+mj-cs"/>
                            </a:rPr>
                            <a:t>Directive sur le recensement des infrastructures critiques européennes </a:t>
                          </a:r>
                        </a:p>
                        <a:p>
                          <a:pPr marL="0" marR="0" lvl="0" indent="0" algn="l" defTabSz="914395"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chemeClr val="accent3">
                                  <a:lumMod val="100000"/>
                                </a:schemeClr>
                              </a:solidFill>
                              <a:effectLst/>
                              <a:uLnTx/>
                              <a:uFillTx/>
                            </a:rPr>
                            <a:t>
</a:t>
                          </a:r>
                          <a:endParaRPr kumimoji="0" lang="fr-FR" sz="1100" b="0" i="0" u="none" strike="noStrike" kern="1200" cap="none" spc="0" normalizeH="0" baseline="0" noProof="0">
                            <a:ln>
                              <a:noFill/>
                            </a:ln>
                            <a:solidFill>
                              <a:schemeClr val="accent3">
                                <a:lumMod val="100000"/>
                              </a:schemeClr>
                            </a:solidFill>
                            <a:effectLst/>
                            <a:uLnTx/>
                            <a:uFillTx/>
                            <a:ea typeface="Tahoma"/>
                            <a:cs typeface="Tahoma"/>
                          </a:endParaRPr>
                        </a:p>
                      </p:txBody>
                    </p:sp>
                    <p:cxnSp>
                      <p:nvCxnSpPr>
                        <p:cNvPr id="26" name="Connecteur droit 25">
                          <a:extLst>
                            <a:ext uri="{FF2B5EF4-FFF2-40B4-BE49-F238E27FC236}">
                              <a16:creationId xmlns:a16="http://schemas.microsoft.com/office/drawing/2014/main" id="{7DCF0B5B-C9B0-C939-585F-137B1B463D3E}"/>
                            </a:ext>
                          </a:extLst>
                        </p:cNvPr>
                        <p:cNvCxnSpPr>
                          <a:cxnSpLocks/>
                        </p:cNvCxnSpPr>
                        <p:nvPr/>
                      </p:nvCxnSpPr>
                      <p:spPr>
                        <a:xfrm flipH="1" flipV="1">
                          <a:off x="379086" y="1983542"/>
                          <a:ext cx="1" cy="470797"/>
                        </a:xfrm>
                        <a:prstGeom prst="line">
                          <a:avLst/>
                        </a:prstGeom>
                        <a:solidFill>
                          <a:schemeClr val="bg2"/>
                        </a:solidFill>
                        <a:ln w="57150" cap="flat" cmpd="sng" algn="ctr">
                          <a:solidFill>
                            <a:schemeClr val="bg2"/>
                          </a:solidFill>
                          <a:prstDash val="solid"/>
                          <a:miter lim="800000"/>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27" name="Bouée 6">
                          <a:extLst>
                            <a:ext uri="{FF2B5EF4-FFF2-40B4-BE49-F238E27FC236}">
                              <a16:creationId xmlns:a16="http://schemas.microsoft.com/office/drawing/2014/main" id="{DDC39CB2-AC1A-AD50-4DBF-AA1E81841201}"/>
                            </a:ext>
                          </a:extLst>
                        </p:cNvPr>
                        <p:cNvSpPr>
                          <a:spLocks noChangeAspect="1"/>
                        </p:cNvSpPr>
                        <p:nvPr/>
                      </p:nvSpPr>
                      <p:spPr>
                        <a:xfrm>
                          <a:off x="266933" y="1597328"/>
                          <a:ext cx="227426" cy="360000"/>
                        </a:xfrm>
                        <a:custGeom>
                          <a:avLst/>
                          <a:gdLst>
                            <a:gd name="connsiteX0" fmla="*/ 0 w 340583"/>
                            <a:gd name="connsiteY0" fmla="*/ 170292 h 340583"/>
                            <a:gd name="connsiteX1" fmla="*/ 170292 w 340583"/>
                            <a:gd name="connsiteY1" fmla="*/ 0 h 340583"/>
                            <a:gd name="connsiteX2" fmla="*/ 340584 w 340583"/>
                            <a:gd name="connsiteY2" fmla="*/ 170292 h 340583"/>
                            <a:gd name="connsiteX3" fmla="*/ 170292 w 340583"/>
                            <a:gd name="connsiteY3" fmla="*/ 340584 h 340583"/>
                            <a:gd name="connsiteX4" fmla="*/ 0 w 340583"/>
                            <a:gd name="connsiteY4" fmla="*/ 170292 h 340583"/>
                            <a:gd name="connsiteX5" fmla="*/ 85146 w 340583"/>
                            <a:gd name="connsiteY5" fmla="*/ 170292 h 340583"/>
                            <a:gd name="connsiteX6" fmla="*/ 170292 w 340583"/>
                            <a:gd name="connsiteY6" fmla="*/ 255438 h 340583"/>
                            <a:gd name="connsiteX7" fmla="*/ 255438 w 340583"/>
                            <a:gd name="connsiteY7" fmla="*/ 170292 h 340583"/>
                            <a:gd name="connsiteX8" fmla="*/ 170292 w 340583"/>
                            <a:gd name="connsiteY8" fmla="*/ 85146 h 340583"/>
                            <a:gd name="connsiteX9" fmla="*/ 85146 w 340583"/>
                            <a:gd name="connsiteY9" fmla="*/ 170292 h 340583"/>
                            <a:gd name="connsiteX0" fmla="*/ 0 w 340584"/>
                            <a:gd name="connsiteY0" fmla="*/ 170292 h 535847"/>
                            <a:gd name="connsiteX1" fmla="*/ 170292 w 340584"/>
                            <a:gd name="connsiteY1" fmla="*/ 0 h 535847"/>
                            <a:gd name="connsiteX2" fmla="*/ 340584 w 340584"/>
                            <a:gd name="connsiteY2" fmla="*/ 170292 h 535847"/>
                            <a:gd name="connsiteX3" fmla="*/ 170292 w 340584"/>
                            <a:gd name="connsiteY3" fmla="*/ 535847 h 535847"/>
                            <a:gd name="connsiteX4" fmla="*/ 0 w 340584"/>
                            <a:gd name="connsiteY4" fmla="*/ 170292 h 535847"/>
                            <a:gd name="connsiteX5" fmla="*/ 85146 w 340584"/>
                            <a:gd name="connsiteY5" fmla="*/ 170292 h 535847"/>
                            <a:gd name="connsiteX6" fmla="*/ 170292 w 340584"/>
                            <a:gd name="connsiteY6" fmla="*/ 255438 h 535847"/>
                            <a:gd name="connsiteX7" fmla="*/ 255438 w 340584"/>
                            <a:gd name="connsiteY7" fmla="*/ 170292 h 535847"/>
                            <a:gd name="connsiteX8" fmla="*/ 170292 w 340584"/>
                            <a:gd name="connsiteY8" fmla="*/ 85146 h 535847"/>
                            <a:gd name="connsiteX9" fmla="*/ 85146 w 340584"/>
                            <a:gd name="connsiteY9" fmla="*/ 170292 h 535847"/>
                            <a:gd name="connsiteX0" fmla="*/ 0 w 340584"/>
                            <a:gd name="connsiteY0" fmla="*/ 170292 h 535906"/>
                            <a:gd name="connsiteX1" fmla="*/ 170292 w 340584"/>
                            <a:gd name="connsiteY1" fmla="*/ 0 h 535906"/>
                            <a:gd name="connsiteX2" fmla="*/ 340584 w 340584"/>
                            <a:gd name="connsiteY2" fmla="*/ 170292 h 535906"/>
                            <a:gd name="connsiteX3" fmla="*/ 170292 w 340584"/>
                            <a:gd name="connsiteY3" fmla="*/ 535847 h 535906"/>
                            <a:gd name="connsiteX4" fmla="*/ 0 w 340584"/>
                            <a:gd name="connsiteY4" fmla="*/ 170292 h 535906"/>
                            <a:gd name="connsiteX5" fmla="*/ 85146 w 340584"/>
                            <a:gd name="connsiteY5" fmla="*/ 170292 h 535906"/>
                            <a:gd name="connsiteX6" fmla="*/ 170292 w 340584"/>
                            <a:gd name="connsiteY6" fmla="*/ 255438 h 535906"/>
                            <a:gd name="connsiteX7" fmla="*/ 255438 w 340584"/>
                            <a:gd name="connsiteY7" fmla="*/ 170292 h 535906"/>
                            <a:gd name="connsiteX8" fmla="*/ 170292 w 340584"/>
                            <a:gd name="connsiteY8" fmla="*/ 85146 h 535906"/>
                            <a:gd name="connsiteX9" fmla="*/ 85146 w 340584"/>
                            <a:gd name="connsiteY9" fmla="*/ 170292 h 535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584" h="535906">
                              <a:moveTo>
                                <a:pt x="0" y="170292"/>
                              </a:moveTo>
                              <a:cubicBezTo>
                                <a:pt x="0" y="80984"/>
                                <a:pt x="76242" y="0"/>
                                <a:pt x="170292" y="0"/>
                              </a:cubicBezTo>
                              <a:cubicBezTo>
                                <a:pt x="264342" y="0"/>
                                <a:pt x="340584" y="80984"/>
                                <a:pt x="340584" y="170292"/>
                              </a:cubicBezTo>
                              <a:cubicBezTo>
                                <a:pt x="340584" y="259600"/>
                                <a:pt x="169092" y="540610"/>
                                <a:pt x="170292" y="535847"/>
                              </a:cubicBezTo>
                              <a:cubicBezTo>
                                <a:pt x="171492" y="531084"/>
                                <a:pt x="0" y="259600"/>
                                <a:pt x="0" y="170292"/>
                              </a:cubicBezTo>
                              <a:close/>
                              <a:moveTo>
                                <a:pt x="85146" y="170292"/>
                              </a:moveTo>
                              <a:cubicBezTo>
                                <a:pt x="85146" y="217317"/>
                                <a:pt x="123267" y="255438"/>
                                <a:pt x="170292" y="255438"/>
                              </a:cubicBezTo>
                              <a:cubicBezTo>
                                <a:pt x="217317" y="255438"/>
                                <a:pt x="255438" y="217317"/>
                                <a:pt x="255438" y="170292"/>
                              </a:cubicBezTo>
                              <a:cubicBezTo>
                                <a:pt x="255438" y="123267"/>
                                <a:pt x="217317" y="85146"/>
                                <a:pt x="170292" y="85146"/>
                              </a:cubicBezTo>
                              <a:cubicBezTo>
                                <a:pt x="123267" y="85146"/>
                                <a:pt x="85146" y="123267"/>
                                <a:pt x="85146" y="170292"/>
                              </a:cubicBezTo>
                              <a:close/>
                            </a:path>
                          </a:pathLst>
                        </a:cu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31" tIns="54866" rIns="109731" bIns="54866"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95"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7C5340"/>
                            </a:solidFill>
                            <a:effectLst/>
                            <a:uLnTx/>
                            <a:uFillTx/>
                            <a:latin typeface="Tahoma"/>
                            <a:ea typeface="Tahoma"/>
                            <a:cs typeface="Tahoma"/>
                          </a:endParaRPr>
                        </a:p>
                      </p:txBody>
                    </p:sp>
                    <p:pic>
                      <p:nvPicPr>
                        <p:cNvPr id="38" name="Image 37" descr="Une image contenant fleur, tournesol, plante&#10;&#10;Description générée automatiquement">
                          <a:extLst>
                            <a:ext uri="{FF2B5EF4-FFF2-40B4-BE49-F238E27FC236}">
                              <a16:creationId xmlns:a16="http://schemas.microsoft.com/office/drawing/2014/main" id="{C9EE33A1-B9C2-7D21-9F76-03291DBB1EE8}"/>
                            </a:ext>
                          </a:extLst>
                        </p:cNvPr>
                        <p:cNvPicPr>
                          <a:picLocks noChangeAspect="1"/>
                        </p:cNvPicPr>
                        <p:nvPr/>
                      </p:nvPicPr>
                      <p:blipFill>
                        <a:blip r:embed="rId122" cstate="print">
                          <a:extLst>
                            <a:ext uri="{28A0092B-C50C-407E-A947-70E740481C1C}">
                              <a14:useLocalDpi xmlns:a14="http://schemas.microsoft.com/office/drawing/2010/main" val="0"/>
                            </a:ext>
                          </a:extLst>
                        </a:blip>
                        <a:stretch>
                          <a:fillRect/>
                        </a:stretch>
                      </p:blipFill>
                      <p:spPr>
                        <a:xfrm>
                          <a:off x="270627" y="1266591"/>
                          <a:ext cx="269999" cy="180000"/>
                        </a:xfrm>
                        <a:prstGeom prst="rect">
                          <a:avLst/>
                        </a:prstGeom>
                      </p:spPr>
                    </p:pic>
                    <p:pic>
                      <p:nvPicPr>
                        <p:cNvPr id="93" name="Image 92" descr="Une image contenant fleur, tournesol, plante&#10;&#10;Description générée automatiquement">
                          <a:extLst>
                            <a:ext uri="{FF2B5EF4-FFF2-40B4-BE49-F238E27FC236}">
                              <a16:creationId xmlns:a16="http://schemas.microsoft.com/office/drawing/2014/main" id="{C97E7550-B437-0814-B5AC-16193C575835}"/>
                            </a:ext>
                          </a:extLst>
                        </p:cNvPr>
                        <p:cNvPicPr>
                          <a:picLocks noChangeAspect="1"/>
                        </p:cNvPicPr>
                        <p:nvPr/>
                      </p:nvPicPr>
                      <p:blipFill>
                        <a:blip r:embed="rId122" cstate="print">
                          <a:extLst>
                            <a:ext uri="{28A0092B-C50C-407E-A947-70E740481C1C}">
                              <a14:useLocalDpi xmlns:a14="http://schemas.microsoft.com/office/drawing/2010/main" val="0"/>
                            </a:ext>
                          </a:extLst>
                        </a:blip>
                        <a:stretch>
                          <a:fillRect/>
                        </a:stretch>
                      </p:blipFill>
                      <p:spPr>
                        <a:xfrm>
                          <a:off x="4128483" y="1266591"/>
                          <a:ext cx="269999" cy="180000"/>
                        </a:xfrm>
                        <a:prstGeom prst="rect">
                          <a:avLst/>
                        </a:prstGeom>
                      </p:spPr>
                    </p:pic>
                    <p:cxnSp>
                      <p:nvCxnSpPr>
                        <p:cNvPr id="99" name="Connecteur droit 98">
                          <a:extLst>
                            <a:ext uri="{FF2B5EF4-FFF2-40B4-BE49-F238E27FC236}">
                              <a16:creationId xmlns:a16="http://schemas.microsoft.com/office/drawing/2014/main" id="{B0793DA3-0F54-2C89-522B-E18850663B3F}"/>
                            </a:ext>
                          </a:extLst>
                        </p:cNvPr>
                        <p:cNvCxnSpPr>
                          <a:cxnSpLocks/>
                        </p:cNvCxnSpPr>
                        <p:nvPr/>
                      </p:nvCxnSpPr>
                      <p:spPr>
                        <a:xfrm flipV="1">
                          <a:off x="6212337" y="1983542"/>
                          <a:ext cx="0" cy="470796"/>
                        </a:xfrm>
                        <a:prstGeom prst="line">
                          <a:avLst/>
                        </a:prstGeom>
                        <a:solidFill>
                          <a:schemeClr val="tx2"/>
                        </a:solidFill>
                        <a:ln w="57150" cap="flat" cmpd="sng" algn="ctr">
                          <a:solidFill>
                            <a:schemeClr val="bg2">
                              <a:lumMod val="100000"/>
                            </a:schemeClr>
                          </a:solidFill>
                          <a:prstDash val="solid"/>
                          <a:miter lim="800000"/>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100" name="Bouée 6">
                          <a:extLst>
                            <a:ext uri="{FF2B5EF4-FFF2-40B4-BE49-F238E27FC236}">
                              <a16:creationId xmlns:a16="http://schemas.microsoft.com/office/drawing/2014/main" id="{7AFC8613-7126-EA55-EDD4-A275204810FD}"/>
                            </a:ext>
                          </a:extLst>
                        </p:cNvPr>
                        <p:cNvSpPr>
                          <a:spLocks noChangeAspect="1"/>
                        </p:cNvSpPr>
                        <p:nvPr/>
                      </p:nvSpPr>
                      <p:spPr>
                        <a:xfrm>
                          <a:off x="6098624" y="1597328"/>
                          <a:ext cx="227426" cy="360000"/>
                        </a:xfrm>
                        <a:custGeom>
                          <a:avLst/>
                          <a:gdLst>
                            <a:gd name="connsiteX0" fmla="*/ 0 w 340583"/>
                            <a:gd name="connsiteY0" fmla="*/ 170292 h 340583"/>
                            <a:gd name="connsiteX1" fmla="*/ 170292 w 340583"/>
                            <a:gd name="connsiteY1" fmla="*/ 0 h 340583"/>
                            <a:gd name="connsiteX2" fmla="*/ 340584 w 340583"/>
                            <a:gd name="connsiteY2" fmla="*/ 170292 h 340583"/>
                            <a:gd name="connsiteX3" fmla="*/ 170292 w 340583"/>
                            <a:gd name="connsiteY3" fmla="*/ 340584 h 340583"/>
                            <a:gd name="connsiteX4" fmla="*/ 0 w 340583"/>
                            <a:gd name="connsiteY4" fmla="*/ 170292 h 340583"/>
                            <a:gd name="connsiteX5" fmla="*/ 85146 w 340583"/>
                            <a:gd name="connsiteY5" fmla="*/ 170292 h 340583"/>
                            <a:gd name="connsiteX6" fmla="*/ 170292 w 340583"/>
                            <a:gd name="connsiteY6" fmla="*/ 255438 h 340583"/>
                            <a:gd name="connsiteX7" fmla="*/ 255438 w 340583"/>
                            <a:gd name="connsiteY7" fmla="*/ 170292 h 340583"/>
                            <a:gd name="connsiteX8" fmla="*/ 170292 w 340583"/>
                            <a:gd name="connsiteY8" fmla="*/ 85146 h 340583"/>
                            <a:gd name="connsiteX9" fmla="*/ 85146 w 340583"/>
                            <a:gd name="connsiteY9" fmla="*/ 170292 h 340583"/>
                            <a:gd name="connsiteX0" fmla="*/ 0 w 340584"/>
                            <a:gd name="connsiteY0" fmla="*/ 170292 h 535847"/>
                            <a:gd name="connsiteX1" fmla="*/ 170292 w 340584"/>
                            <a:gd name="connsiteY1" fmla="*/ 0 h 535847"/>
                            <a:gd name="connsiteX2" fmla="*/ 340584 w 340584"/>
                            <a:gd name="connsiteY2" fmla="*/ 170292 h 535847"/>
                            <a:gd name="connsiteX3" fmla="*/ 170292 w 340584"/>
                            <a:gd name="connsiteY3" fmla="*/ 535847 h 535847"/>
                            <a:gd name="connsiteX4" fmla="*/ 0 w 340584"/>
                            <a:gd name="connsiteY4" fmla="*/ 170292 h 535847"/>
                            <a:gd name="connsiteX5" fmla="*/ 85146 w 340584"/>
                            <a:gd name="connsiteY5" fmla="*/ 170292 h 535847"/>
                            <a:gd name="connsiteX6" fmla="*/ 170292 w 340584"/>
                            <a:gd name="connsiteY6" fmla="*/ 255438 h 535847"/>
                            <a:gd name="connsiteX7" fmla="*/ 255438 w 340584"/>
                            <a:gd name="connsiteY7" fmla="*/ 170292 h 535847"/>
                            <a:gd name="connsiteX8" fmla="*/ 170292 w 340584"/>
                            <a:gd name="connsiteY8" fmla="*/ 85146 h 535847"/>
                            <a:gd name="connsiteX9" fmla="*/ 85146 w 340584"/>
                            <a:gd name="connsiteY9" fmla="*/ 170292 h 535847"/>
                            <a:gd name="connsiteX0" fmla="*/ 0 w 340584"/>
                            <a:gd name="connsiteY0" fmla="*/ 170292 h 535906"/>
                            <a:gd name="connsiteX1" fmla="*/ 170292 w 340584"/>
                            <a:gd name="connsiteY1" fmla="*/ 0 h 535906"/>
                            <a:gd name="connsiteX2" fmla="*/ 340584 w 340584"/>
                            <a:gd name="connsiteY2" fmla="*/ 170292 h 535906"/>
                            <a:gd name="connsiteX3" fmla="*/ 170292 w 340584"/>
                            <a:gd name="connsiteY3" fmla="*/ 535847 h 535906"/>
                            <a:gd name="connsiteX4" fmla="*/ 0 w 340584"/>
                            <a:gd name="connsiteY4" fmla="*/ 170292 h 535906"/>
                            <a:gd name="connsiteX5" fmla="*/ 85146 w 340584"/>
                            <a:gd name="connsiteY5" fmla="*/ 170292 h 535906"/>
                            <a:gd name="connsiteX6" fmla="*/ 170292 w 340584"/>
                            <a:gd name="connsiteY6" fmla="*/ 255438 h 535906"/>
                            <a:gd name="connsiteX7" fmla="*/ 255438 w 340584"/>
                            <a:gd name="connsiteY7" fmla="*/ 170292 h 535906"/>
                            <a:gd name="connsiteX8" fmla="*/ 170292 w 340584"/>
                            <a:gd name="connsiteY8" fmla="*/ 85146 h 535906"/>
                            <a:gd name="connsiteX9" fmla="*/ 85146 w 340584"/>
                            <a:gd name="connsiteY9" fmla="*/ 170292 h 535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584" h="535906">
                              <a:moveTo>
                                <a:pt x="0" y="170292"/>
                              </a:moveTo>
                              <a:cubicBezTo>
                                <a:pt x="0" y="80984"/>
                                <a:pt x="76242" y="0"/>
                                <a:pt x="170292" y="0"/>
                              </a:cubicBezTo>
                              <a:cubicBezTo>
                                <a:pt x="264342" y="0"/>
                                <a:pt x="340584" y="80984"/>
                                <a:pt x="340584" y="170292"/>
                              </a:cubicBezTo>
                              <a:cubicBezTo>
                                <a:pt x="340584" y="259600"/>
                                <a:pt x="169092" y="540610"/>
                                <a:pt x="170292" y="535847"/>
                              </a:cubicBezTo>
                              <a:cubicBezTo>
                                <a:pt x="171492" y="531084"/>
                                <a:pt x="0" y="259600"/>
                                <a:pt x="0" y="170292"/>
                              </a:cubicBezTo>
                              <a:close/>
                              <a:moveTo>
                                <a:pt x="85146" y="170292"/>
                              </a:moveTo>
                              <a:cubicBezTo>
                                <a:pt x="85146" y="217317"/>
                                <a:pt x="123267" y="255438"/>
                                <a:pt x="170292" y="255438"/>
                              </a:cubicBezTo>
                              <a:cubicBezTo>
                                <a:pt x="217317" y="255438"/>
                                <a:pt x="255438" y="217317"/>
                                <a:pt x="255438" y="170292"/>
                              </a:cubicBezTo>
                              <a:cubicBezTo>
                                <a:pt x="255438" y="123267"/>
                                <a:pt x="217317" y="85146"/>
                                <a:pt x="170292" y="85146"/>
                              </a:cubicBezTo>
                              <a:cubicBezTo>
                                <a:pt x="123267" y="85146"/>
                                <a:pt x="85146" y="123267"/>
                                <a:pt x="85146" y="170292"/>
                              </a:cubicBezTo>
                              <a:close/>
                            </a:path>
                          </a:pathLst>
                        </a:cu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31" tIns="54866" rIns="109731" bIns="54866"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95"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048B9A"/>
                            </a:solidFill>
                            <a:effectLst/>
                            <a:uLnTx/>
                            <a:uFillTx/>
                            <a:latin typeface="Tahoma"/>
                            <a:ea typeface="+mn-ea"/>
                            <a:cs typeface="+mn-cs"/>
                          </a:endParaRPr>
                        </a:p>
                      </p:txBody>
                    </p:sp>
                    <p:pic>
                      <p:nvPicPr>
                        <p:cNvPr id="101" name="Graphique 100">
                          <a:extLst>
                            <a:ext uri="{FF2B5EF4-FFF2-40B4-BE49-F238E27FC236}">
                              <a16:creationId xmlns:a16="http://schemas.microsoft.com/office/drawing/2014/main" id="{DF739A9D-51FC-2341-2168-7E540FAEADD0}"/>
                            </a:ext>
                          </a:extLst>
                        </p:cNvPr>
                        <p:cNvPicPr>
                          <a:picLocks noChangeAspect="1"/>
                        </p:cNvPicPr>
                        <p:nvPr/>
                      </p:nvPicPr>
                      <p:blipFill>
                        <a:blip r:embed="rId123" cstate="print">
                          <a:extLst>
                            <a:ext uri="{28A0092B-C50C-407E-A947-70E740481C1C}">
                              <a14:useLocalDpi xmlns:a14="http://schemas.microsoft.com/office/drawing/2010/main" val="0"/>
                            </a:ext>
                            <a:ext uri="{96DAC541-7B7A-43D3-8B79-37D633B846F1}">
                              <asvg:svgBlip xmlns:asvg="http://schemas.microsoft.com/office/drawing/2016/SVG/main" r:embed="rId124"/>
                            </a:ext>
                          </a:extLst>
                        </a:blip>
                        <a:stretch>
                          <a:fillRect/>
                        </a:stretch>
                      </p:blipFill>
                      <p:spPr>
                        <a:xfrm>
                          <a:off x="6057411" y="1266591"/>
                          <a:ext cx="269999" cy="180000"/>
                        </a:xfrm>
                        <a:prstGeom prst="rect">
                          <a:avLst/>
                        </a:prstGeom>
                      </p:spPr>
                    </p:pic>
                    <p:sp>
                      <p:nvSpPr>
                        <p:cNvPr id="102" name="ZoneTexte 9">
                          <a:extLst>
                            <a:ext uri="{FF2B5EF4-FFF2-40B4-BE49-F238E27FC236}">
                              <a16:creationId xmlns:a16="http://schemas.microsoft.com/office/drawing/2014/main" id="{20E7C3F2-C5CC-A8EA-FB07-BE2598090417}"/>
                            </a:ext>
                          </a:extLst>
                        </p:cNvPr>
                        <p:cNvSpPr txBox="1">
                          <a:spLocks/>
                        </p:cNvSpPr>
                        <p:nvPr/>
                      </p:nvSpPr>
                      <p:spPr>
                        <a:xfrm>
                          <a:off x="8405738" y="1249444"/>
                          <a:ext cx="1131951" cy="969496"/>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95">
                            <a:defRPr/>
                          </a:pPr>
                          <a:r>
                            <a:rPr lang="fr-FR" sz="1050" b="1">
                              <a:solidFill>
                                <a:schemeClr val="bg2"/>
                              </a:solidFill>
                            </a:rPr>
                            <a:t>Janvier 2027</a:t>
                          </a:r>
                        </a:p>
                        <a:p>
                          <a:pPr defTabSz="914395">
                            <a:defRPr/>
                          </a:pPr>
                          <a:r>
                            <a:rPr lang="fr-FR" sz="1050">
                              <a:solidFill>
                                <a:schemeClr val="accent6">
                                  <a:lumMod val="50000"/>
                                </a:schemeClr>
                              </a:solidFill>
                            </a:rPr>
                            <a:t>Les Etats doivent publier la liste de leurs secteurs critiques</a:t>
                          </a:r>
                        </a:p>
                        <a:p>
                          <a:pPr lvl="0" defTabSz="914395">
                            <a:defRPr/>
                          </a:pPr>
                          <a:endParaRPr lang="fr-FR" sz="1050">
                            <a:solidFill>
                              <a:schemeClr val="accent4">
                                <a:lumMod val="100000"/>
                              </a:schemeClr>
                            </a:solidFill>
                          </a:endParaRPr>
                        </a:p>
                      </p:txBody>
                    </p:sp>
                    <p:pic>
                      <p:nvPicPr>
                        <p:cNvPr id="137" name="Image 136" descr="Une image contenant fleur, tournesol, plante&#10;&#10;Description générée automatiquement">
                          <a:extLst>
                            <a:ext uri="{FF2B5EF4-FFF2-40B4-BE49-F238E27FC236}">
                              <a16:creationId xmlns:a16="http://schemas.microsoft.com/office/drawing/2014/main" id="{232DAE04-7B23-F6FF-B626-FE0D45785898}"/>
                            </a:ext>
                          </a:extLst>
                        </p:cNvPr>
                        <p:cNvPicPr>
                          <a:picLocks noChangeAspect="1"/>
                        </p:cNvPicPr>
                        <p:nvPr/>
                      </p:nvPicPr>
                      <p:blipFill>
                        <a:blip r:embed="rId122" cstate="print">
                          <a:extLst>
                            <a:ext uri="{28A0092B-C50C-407E-A947-70E740481C1C}">
                              <a14:useLocalDpi xmlns:a14="http://schemas.microsoft.com/office/drawing/2010/main" val="0"/>
                            </a:ext>
                          </a:extLst>
                        </a:blip>
                        <a:stretch>
                          <a:fillRect/>
                        </a:stretch>
                      </p:blipFill>
                      <p:spPr>
                        <a:xfrm>
                          <a:off x="2199555" y="1266591"/>
                          <a:ext cx="269999" cy="180000"/>
                        </a:xfrm>
                        <a:prstGeom prst="rect">
                          <a:avLst/>
                        </a:prstGeom>
                      </p:spPr>
                    </p:pic>
                    <p:sp>
                      <p:nvSpPr>
                        <p:cNvPr id="25" name="Ellipse 24">
                          <a:extLst>
                            <a:ext uri="{FF2B5EF4-FFF2-40B4-BE49-F238E27FC236}">
                              <a16:creationId xmlns:a16="http://schemas.microsoft.com/office/drawing/2014/main" id="{B2A82A7C-0CD9-BD5A-B0C9-C1DBEC5E44FE}"/>
                            </a:ext>
                          </a:extLst>
                        </p:cNvPr>
                        <p:cNvSpPr>
                          <a:spLocks/>
                        </p:cNvSpPr>
                        <p:nvPr/>
                      </p:nvSpPr>
                      <p:spPr>
                        <a:xfrm>
                          <a:off x="260003" y="2488322"/>
                          <a:ext cx="238168" cy="238168"/>
                        </a:xfrm>
                        <a:prstGeom prst="ellipse">
                          <a:avLst/>
                        </a:prstGeom>
                        <a:solidFill>
                          <a:schemeClr val="bg1"/>
                        </a:solidFill>
                        <a:ln w="76200" cap="flat" cmpd="sng" algn="ctr">
                          <a:solidFill>
                            <a:schemeClr val="bg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31" tIns="54866" rIns="109731" bIns="54866"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95"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8C9B9C">
                                <a:lumMod val="75000"/>
                              </a:srgbClr>
                            </a:solidFill>
                            <a:effectLst/>
                            <a:uLnTx/>
                            <a:uFillTx/>
                            <a:latin typeface="Tahoma"/>
                            <a:ea typeface="+mn-ea"/>
                            <a:cs typeface="+mn-cs"/>
                          </a:endParaRPr>
                        </a:p>
                      </p:txBody>
                    </p:sp>
                    <p:sp>
                      <p:nvSpPr>
                        <p:cNvPr id="98" name="Ellipse 97">
                          <a:extLst>
                            <a:ext uri="{FF2B5EF4-FFF2-40B4-BE49-F238E27FC236}">
                              <a16:creationId xmlns:a16="http://schemas.microsoft.com/office/drawing/2014/main" id="{6069549E-FE36-245F-F6F1-C1C5EE3E2436}"/>
                            </a:ext>
                          </a:extLst>
                        </p:cNvPr>
                        <p:cNvSpPr>
                          <a:spLocks/>
                        </p:cNvSpPr>
                        <p:nvPr/>
                      </p:nvSpPr>
                      <p:spPr>
                        <a:xfrm>
                          <a:off x="2204420" y="2455775"/>
                          <a:ext cx="238168" cy="238168"/>
                        </a:xfrm>
                        <a:prstGeom prst="ellipse">
                          <a:avLst/>
                        </a:prstGeom>
                        <a:solidFill>
                          <a:schemeClr val="bg1"/>
                        </a:solidFill>
                        <a:ln w="76200" cap="flat" cmpd="sng" algn="ctr">
                          <a:solidFill>
                            <a:schemeClr val="bg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31" tIns="54866" rIns="109731" bIns="54866"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95"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8C9B9C">
                                <a:lumMod val="75000"/>
                              </a:srgbClr>
                            </a:solidFill>
                            <a:effectLst/>
                            <a:uLnTx/>
                            <a:uFillTx/>
                            <a:latin typeface="Tahoma"/>
                            <a:ea typeface="+mn-ea"/>
                            <a:cs typeface="+mn-cs"/>
                          </a:endParaRPr>
                        </a:p>
                      </p:txBody>
                    </p:sp>
                    <p:sp>
                      <p:nvSpPr>
                        <p:cNvPr id="97" name="Ellipse 96">
                          <a:extLst>
                            <a:ext uri="{FF2B5EF4-FFF2-40B4-BE49-F238E27FC236}">
                              <a16:creationId xmlns:a16="http://schemas.microsoft.com/office/drawing/2014/main" id="{6F9FE66B-1A5F-0AC4-FBD2-42373E66ED96}"/>
                            </a:ext>
                          </a:extLst>
                        </p:cNvPr>
                        <p:cNvSpPr>
                          <a:spLocks/>
                        </p:cNvSpPr>
                        <p:nvPr/>
                      </p:nvSpPr>
                      <p:spPr>
                        <a:xfrm>
                          <a:off x="4148837" y="2455775"/>
                          <a:ext cx="238168" cy="238168"/>
                        </a:xfrm>
                        <a:prstGeom prst="ellipse">
                          <a:avLst/>
                        </a:prstGeom>
                        <a:solidFill>
                          <a:schemeClr val="bg1"/>
                        </a:solidFill>
                        <a:ln w="7620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31" tIns="54866" rIns="109731" bIns="54866"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95"/>
                          <a:endParaRPr lang="fr-FR" sz="1400">
                            <a:solidFill>
                              <a:srgbClr val="8C9B9C">
                                <a:lumMod val="75000"/>
                              </a:srgbClr>
                            </a:solidFill>
                            <a:latin typeface="Tahoma"/>
                          </a:endParaRPr>
                        </a:p>
                      </p:txBody>
                    </p:sp>
                    <p:sp>
                      <p:nvSpPr>
                        <p:cNvPr id="142" name="Ellipse 141">
                          <a:extLst>
                            <a:ext uri="{FF2B5EF4-FFF2-40B4-BE49-F238E27FC236}">
                              <a16:creationId xmlns:a16="http://schemas.microsoft.com/office/drawing/2014/main" id="{A94845E7-C6DD-7FE5-F56C-4D551FCA84EA}"/>
                            </a:ext>
                          </a:extLst>
                        </p:cNvPr>
                        <p:cNvSpPr>
                          <a:spLocks/>
                        </p:cNvSpPr>
                        <p:nvPr/>
                      </p:nvSpPr>
                      <p:spPr>
                        <a:xfrm>
                          <a:off x="6093254" y="2444032"/>
                          <a:ext cx="238168" cy="238168"/>
                        </a:xfrm>
                        <a:prstGeom prst="ellipse">
                          <a:avLst/>
                        </a:prstGeom>
                        <a:solidFill>
                          <a:schemeClr val="bg1"/>
                        </a:solidFill>
                        <a:ln w="7620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31" tIns="54866" rIns="109731" bIns="54866"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95"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8C9B9C">
                                <a:lumMod val="75000"/>
                              </a:srgbClr>
                            </a:solidFill>
                            <a:effectLst/>
                            <a:uLnTx/>
                            <a:uFillTx/>
                            <a:latin typeface="Tahoma"/>
                            <a:ea typeface="+mn-ea"/>
                            <a:cs typeface="+mn-cs"/>
                          </a:endParaRPr>
                        </a:p>
                      </p:txBody>
                    </p:sp>
                    <p:sp>
                      <p:nvSpPr>
                        <p:cNvPr id="14" name="Ellipse 13">
                          <a:extLst>
                            <a:ext uri="{FF2B5EF4-FFF2-40B4-BE49-F238E27FC236}">
                              <a16:creationId xmlns:a16="http://schemas.microsoft.com/office/drawing/2014/main" id="{A514AF55-D4ED-53B9-2B5E-2D54C0E5795A}"/>
                            </a:ext>
                          </a:extLst>
                        </p:cNvPr>
                        <p:cNvSpPr>
                          <a:spLocks/>
                        </p:cNvSpPr>
                        <p:nvPr/>
                      </p:nvSpPr>
                      <p:spPr>
                        <a:xfrm>
                          <a:off x="9982086" y="2488322"/>
                          <a:ext cx="238168" cy="238168"/>
                        </a:xfrm>
                        <a:prstGeom prst="ellipse">
                          <a:avLst/>
                        </a:prstGeom>
                        <a:solidFill>
                          <a:schemeClr val="bg1"/>
                        </a:solidFill>
                        <a:ln w="7620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31" tIns="54866" rIns="109731" bIns="54866"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95"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8C9B9C">
                                <a:lumMod val="75000"/>
                              </a:srgbClr>
                            </a:solidFill>
                            <a:effectLst/>
                            <a:uLnTx/>
                            <a:uFillTx/>
                            <a:latin typeface="Tahoma"/>
                            <a:ea typeface="+mn-ea"/>
                            <a:cs typeface="+mn-cs"/>
                          </a:endParaRPr>
                        </a:p>
                      </p:txBody>
                    </p:sp>
                  </p:grpSp>
                </p:grpSp>
                <p:sp>
                  <p:nvSpPr>
                    <p:cNvPr id="4" name="Ellipse 3">
                      <a:extLst>
                        <a:ext uri="{FF2B5EF4-FFF2-40B4-BE49-F238E27FC236}">
                          <a16:creationId xmlns:a16="http://schemas.microsoft.com/office/drawing/2014/main" id="{126F9CA4-A1DC-9DB4-EEA7-B0D6B617AF96}"/>
                        </a:ext>
                      </a:extLst>
                    </p:cNvPr>
                    <p:cNvSpPr>
                      <a:spLocks/>
                    </p:cNvSpPr>
                    <p:nvPr/>
                  </p:nvSpPr>
                  <p:spPr>
                    <a:xfrm>
                      <a:off x="8204581" y="2249447"/>
                      <a:ext cx="238168" cy="238168"/>
                    </a:xfrm>
                    <a:prstGeom prst="ellipse">
                      <a:avLst/>
                    </a:prstGeom>
                    <a:solidFill>
                      <a:schemeClr val="bg1"/>
                    </a:solidFill>
                    <a:ln w="76200" cap="flat" cmpd="sng" algn="ctr">
                      <a:solidFill>
                        <a:schemeClr val="bg2">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9731" tIns="54866" rIns="109731" bIns="54866"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395"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8C9B9C">
                            <a:lumMod val="75000"/>
                          </a:srgbClr>
                        </a:solidFill>
                        <a:effectLst/>
                        <a:uLnTx/>
                        <a:uFillTx/>
                        <a:latin typeface="Tahoma"/>
                        <a:ea typeface="+mn-ea"/>
                        <a:cs typeface="+mn-cs"/>
                      </a:endParaRPr>
                    </a:p>
                  </p:txBody>
                </p:sp>
              </p:grpSp>
            </p:grpSp>
          </p:grpSp>
          <p:pic>
            <p:nvPicPr>
              <p:cNvPr id="163" name="Image 162" descr="Une image contenant fleur, tournesol, plante&#10;&#10;Description générée automatiquement">
                <a:extLst>
                  <a:ext uri="{FF2B5EF4-FFF2-40B4-BE49-F238E27FC236}">
                    <a16:creationId xmlns:a16="http://schemas.microsoft.com/office/drawing/2014/main" id="{0BF4BB7C-D5E5-1FC6-FA34-1077A3417264}"/>
                  </a:ext>
                </a:extLst>
              </p:cNvPr>
              <p:cNvPicPr>
                <a:picLocks noChangeAspect="1"/>
              </p:cNvPicPr>
              <p:nvPr/>
            </p:nvPicPr>
            <p:blipFill>
              <a:blip r:embed="rId122" cstate="print">
                <a:extLst>
                  <a:ext uri="{28A0092B-C50C-407E-A947-70E740481C1C}">
                    <a14:useLocalDpi xmlns:a14="http://schemas.microsoft.com/office/drawing/2010/main" val="0"/>
                  </a:ext>
                </a:extLst>
              </a:blip>
              <a:stretch>
                <a:fillRect/>
              </a:stretch>
            </p:blipFill>
            <p:spPr>
              <a:xfrm>
                <a:off x="8153830" y="860786"/>
                <a:ext cx="269999" cy="180000"/>
              </a:xfrm>
              <a:prstGeom prst="rect">
                <a:avLst/>
              </a:prstGeom>
            </p:spPr>
          </p:pic>
        </p:grpSp>
        <p:sp>
          <p:nvSpPr>
            <p:cNvPr id="166" name="ZoneTexte 9">
              <a:extLst>
                <a:ext uri="{FF2B5EF4-FFF2-40B4-BE49-F238E27FC236}">
                  <a16:creationId xmlns:a16="http://schemas.microsoft.com/office/drawing/2014/main" id="{B47B5275-D6B0-7BB5-2075-B53857089992}"/>
                </a:ext>
              </a:extLst>
            </p:cNvPr>
            <p:cNvSpPr txBox="1">
              <a:spLocks/>
            </p:cNvSpPr>
            <p:nvPr/>
          </p:nvSpPr>
          <p:spPr>
            <a:xfrm>
              <a:off x="10439594" y="846562"/>
              <a:ext cx="1131951" cy="969496"/>
            </a:xfrm>
            <a:prstGeom prst="rect">
              <a:avLst/>
            </a:prstGeom>
            <a:noFill/>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95">
                <a:defRPr/>
              </a:pPr>
              <a:r>
                <a:rPr lang="fr-FR" sz="1050" b="1">
                  <a:solidFill>
                    <a:schemeClr val="accent4">
                      <a:lumMod val="100000"/>
                    </a:schemeClr>
                  </a:solidFill>
                </a:rPr>
                <a:t>Juillet 2027</a:t>
              </a:r>
              <a:r>
                <a:rPr lang="fr-FR" sz="1050" b="1">
                  <a:solidFill>
                    <a:schemeClr val="accent6">
                      <a:lumMod val="50000"/>
                    </a:schemeClr>
                  </a:solidFill>
                </a:rPr>
                <a:t> </a:t>
              </a:r>
            </a:p>
            <a:p>
              <a:pPr defTabSz="914395">
                <a:defRPr/>
              </a:pPr>
              <a:r>
                <a:rPr lang="fr-FR" sz="1050">
                  <a:solidFill>
                    <a:schemeClr val="accent6">
                      <a:lumMod val="50000"/>
                    </a:schemeClr>
                  </a:solidFill>
                </a:rPr>
                <a:t>Les OIV doivent se mettre en conformité avant juillet 2027</a:t>
              </a:r>
            </a:p>
            <a:p>
              <a:pPr lvl="0" defTabSz="914395">
                <a:defRPr/>
              </a:pPr>
              <a:endParaRPr lang="fr-FR" sz="1050">
                <a:solidFill>
                  <a:schemeClr val="accent4">
                    <a:lumMod val="100000"/>
                  </a:schemeClr>
                </a:solidFill>
              </a:endParaRPr>
            </a:p>
          </p:txBody>
        </p:sp>
      </p:grpSp>
      <p:pic>
        <p:nvPicPr>
          <p:cNvPr id="169" name="Graphique 168">
            <a:extLst>
              <a:ext uri="{FF2B5EF4-FFF2-40B4-BE49-F238E27FC236}">
                <a16:creationId xmlns:a16="http://schemas.microsoft.com/office/drawing/2014/main" id="{949C7306-AED3-E264-9FC1-090BCC9C29F9}"/>
              </a:ext>
            </a:extLst>
          </p:cNvPr>
          <p:cNvPicPr>
            <a:picLocks noChangeAspect="1"/>
          </p:cNvPicPr>
          <p:nvPr/>
        </p:nvPicPr>
        <p:blipFill>
          <a:blip r:embed="rId123" cstate="print">
            <a:extLst>
              <a:ext uri="{28A0092B-C50C-407E-A947-70E740481C1C}">
                <a14:useLocalDpi xmlns:a14="http://schemas.microsoft.com/office/drawing/2010/main" val="0"/>
              </a:ext>
              <a:ext uri="{96DAC541-7B7A-43D3-8B79-37D633B846F1}">
                <asvg:svgBlip xmlns:asvg="http://schemas.microsoft.com/office/drawing/2016/SVG/main" r:embed="rId124"/>
              </a:ext>
            </a:extLst>
          </a:blip>
          <a:stretch>
            <a:fillRect/>
          </a:stretch>
        </p:blipFill>
        <p:spPr>
          <a:xfrm>
            <a:off x="10084129" y="860786"/>
            <a:ext cx="269999" cy="180000"/>
          </a:xfrm>
          <a:prstGeom prst="rect">
            <a:avLst/>
          </a:prstGeom>
        </p:spPr>
      </p:pic>
    </p:spTree>
    <p:extLst>
      <p:ext uri="{BB962C8B-B14F-4D97-AF65-F5344CB8AC3E}">
        <p14:creationId xmlns:p14="http://schemas.microsoft.com/office/powerpoint/2010/main" val="1485310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1F2E582-419B-B6B0-87BB-B8BE4AC5EB99}"/>
              </a:ext>
            </a:extLst>
          </p:cNvPr>
          <p:cNvSpPr>
            <a:spLocks noGrp="1"/>
          </p:cNvSpPr>
          <p:nvPr>
            <p:ph type="body" sz="quarter" idx="13"/>
          </p:nvPr>
        </p:nvSpPr>
        <p:spPr/>
        <p:txBody>
          <a:bodyPr/>
          <a:lstStyle/>
          <a:p>
            <a:r>
              <a:rPr lang="fr-FR">
                <a:latin typeface="+mn-lt"/>
              </a:rPr>
              <a:t>INTRODUCTION A LA REC</a:t>
            </a:r>
          </a:p>
        </p:txBody>
      </p:sp>
      <p:sp>
        <p:nvSpPr>
          <p:cNvPr id="3" name="Espace réservé du texte 2">
            <a:extLst>
              <a:ext uri="{FF2B5EF4-FFF2-40B4-BE49-F238E27FC236}">
                <a16:creationId xmlns:a16="http://schemas.microsoft.com/office/drawing/2014/main" id="{964A5743-FEAB-6B63-5A6D-DD6204B2252C}"/>
              </a:ext>
            </a:extLst>
          </p:cNvPr>
          <p:cNvSpPr>
            <a:spLocks noGrp="1"/>
          </p:cNvSpPr>
          <p:nvPr>
            <p:ph type="body" sz="quarter" idx="15"/>
          </p:nvPr>
        </p:nvSpPr>
        <p:spPr/>
        <p:txBody>
          <a:bodyPr/>
          <a:lstStyle/>
          <a:p>
            <a:endParaRPr lang="fr-FR"/>
          </a:p>
        </p:txBody>
      </p:sp>
      <p:sp>
        <p:nvSpPr>
          <p:cNvPr id="4" name="Titre 3">
            <a:extLst>
              <a:ext uri="{FF2B5EF4-FFF2-40B4-BE49-F238E27FC236}">
                <a16:creationId xmlns:a16="http://schemas.microsoft.com/office/drawing/2014/main" id="{CECF9A48-C732-9B07-099A-D9290342B288}"/>
              </a:ext>
            </a:extLst>
          </p:cNvPr>
          <p:cNvSpPr>
            <a:spLocks noGrp="1"/>
          </p:cNvSpPr>
          <p:nvPr>
            <p:ph type="title"/>
          </p:nvPr>
        </p:nvSpPr>
        <p:spPr/>
        <p:txBody>
          <a:bodyPr/>
          <a:lstStyle/>
          <a:p>
            <a:r>
              <a:rPr lang="fr-FR"/>
              <a:t>Les notions clefs de la Directive Européenne REC</a:t>
            </a:r>
          </a:p>
        </p:txBody>
      </p:sp>
      <p:grpSp>
        <p:nvGrpSpPr>
          <p:cNvPr id="168" name="Group 40">
            <a:extLst>
              <a:ext uri="{FF2B5EF4-FFF2-40B4-BE49-F238E27FC236}">
                <a16:creationId xmlns:a16="http://schemas.microsoft.com/office/drawing/2014/main" id="{CAB5A7FA-A8A8-B461-4604-0A36038A6124}"/>
              </a:ext>
            </a:extLst>
          </p:cNvPr>
          <p:cNvGrpSpPr/>
          <p:nvPr/>
        </p:nvGrpSpPr>
        <p:grpSpPr>
          <a:xfrm>
            <a:off x="4788967" y="2248884"/>
            <a:ext cx="2647197" cy="2736000"/>
            <a:chOff x="3032585" y="1444163"/>
            <a:chExt cx="3841002" cy="3969859"/>
          </a:xfrm>
        </p:grpSpPr>
        <p:sp>
          <p:nvSpPr>
            <p:cNvPr id="189" name="Free-form: Shape 7">
              <a:extLst>
                <a:ext uri="{FF2B5EF4-FFF2-40B4-BE49-F238E27FC236}">
                  <a16:creationId xmlns:a16="http://schemas.microsoft.com/office/drawing/2014/main" id="{35EC4EDE-98AC-48B5-21A7-D75CBEC89559}"/>
                </a:ext>
              </a:extLst>
            </p:cNvPr>
            <p:cNvSpPr/>
            <p:nvPr/>
          </p:nvSpPr>
          <p:spPr>
            <a:xfrm>
              <a:off x="3494231" y="1444163"/>
              <a:ext cx="1458855" cy="1625546"/>
            </a:xfrm>
            <a:custGeom>
              <a:avLst/>
              <a:gdLst>
                <a:gd name="connsiteX0" fmla="*/ 1458856 w 1458855"/>
                <a:gd name="connsiteY0" fmla="*/ 0 h 1625546"/>
                <a:gd name="connsiteX1" fmla="*/ 1458856 w 1458855"/>
                <a:gd name="connsiteY1" fmla="*/ 1266133 h 1625546"/>
                <a:gd name="connsiteX2" fmla="*/ 836358 w 1458855"/>
                <a:gd name="connsiteY2" fmla="*/ 1625547 h 1625546"/>
                <a:gd name="connsiteX3" fmla="*/ 576024 w 1458855"/>
                <a:gd name="connsiteY3" fmla="*/ 1475247 h 1625546"/>
                <a:gd name="connsiteX4" fmla="*/ 418389 w 1458855"/>
                <a:gd name="connsiteY4" fmla="*/ 1384244 h 1625546"/>
                <a:gd name="connsiteX5" fmla="*/ 418389 w 1458855"/>
                <a:gd name="connsiteY5" fmla="*/ 1384244 h 1625546"/>
                <a:gd name="connsiteX6" fmla="*/ 0 w 1458855"/>
                <a:gd name="connsiteY6" fmla="*/ 1142681 h 1625546"/>
                <a:gd name="connsiteX7" fmla="*/ 0 w 1458855"/>
                <a:gd name="connsiteY7" fmla="*/ 1142681 h 1625546"/>
                <a:gd name="connsiteX8" fmla="*/ 0 w 1458855"/>
                <a:gd name="connsiteY8" fmla="*/ 1142657 h 1625546"/>
                <a:gd name="connsiteX9" fmla="*/ 33911 w 1458855"/>
                <a:gd name="connsiteY9" fmla="*/ 1025524 h 1625546"/>
                <a:gd name="connsiteX10" fmla="*/ 508463 w 1458855"/>
                <a:gd name="connsiteY10" fmla="*/ 338847 h 1625546"/>
                <a:gd name="connsiteX11" fmla="*/ 1458856 w 1458855"/>
                <a:gd name="connsiteY11" fmla="*/ 0 h 1625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8855" h="1625546">
                  <a:moveTo>
                    <a:pt x="1458856" y="0"/>
                  </a:moveTo>
                  <a:lnTo>
                    <a:pt x="1458856" y="1266133"/>
                  </a:lnTo>
                  <a:lnTo>
                    <a:pt x="836358" y="1625547"/>
                  </a:lnTo>
                  <a:lnTo>
                    <a:pt x="576024" y="1475247"/>
                  </a:lnTo>
                  <a:lnTo>
                    <a:pt x="418389" y="1384244"/>
                  </a:lnTo>
                  <a:lnTo>
                    <a:pt x="418389" y="1384244"/>
                  </a:lnTo>
                  <a:cubicBezTo>
                    <a:pt x="418389" y="1384244"/>
                    <a:pt x="0" y="1142681"/>
                    <a:pt x="0" y="1142681"/>
                  </a:cubicBezTo>
                  <a:lnTo>
                    <a:pt x="0" y="1142681"/>
                  </a:lnTo>
                  <a:lnTo>
                    <a:pt x="0" y="1142657"/>
                  </a:lnTo>
                  <a:cubicBezTo>
                    <a:pt x="9751" y="1102972"/>
                    <a:pt x="21075" y="1063907"/>
                    <a:pt x="33911" y="1025524"/>
                  </a:cubicBezTo>
                  <a:cubicBezTo>
                    <a:pt x="124802" y="753668"/>
                    <a:pt x="291308" y="516454"/>
                    <a:pt x="508463" y="338847"/>
                  </a:cubicBezTo>
                  <a:cubicBezTo>
                    <a:pt x="767359" y="127044"/>
                    <a:pt x="1098265" y="0"/>
                    <a:pt x="1458856" y="0"/>
                  </a:cubicBezTo>
                  <a:close/>
                </a:path>
              </a:pathLst>
            </a:custGeom>
            <a:solidFill>
              <a:schemeClr val="accent6"/>
            </a:solidFill>
            <a:ln w="0" cap="flat">
              <a:noFill/>
              <a:prstDash val="solid"/>
              <a:miter/>
            </a:ln>
          </p:spPr>
          <p:txBody>
            <a:bodyPr rtlCol="0" anchor="ctr"/>
            <a:lstStyle/>
            <a:p>
              <a:endParaRPr lang="fr-FR"/>
            </a:p>
          </p:txBody>
        </p:sp>
        <p:sp>
          <p:nvSpPr>
            <p:cNvPr id="190" name="Free-form: Shape 8">
              <a:extLst>
                <a:ext uri="{FF2B5EF4-FFF2-40B4-BE49-F238E27FC236}">
                  <a16:creationId xmlns:a16="http://schemas.microsoft.com/office/drawing/2014/main" id="{19283AA4-D384-F88B-63E2-C830AFF34B02}"/>
                </a:ext>
              </a:extLst>
            </p:cNvPr>
            <p:cNvSpPr/>
            <p:nvPr/>
          </p:nvSpPr>
          <p:spPr>
            <a:xfrm>
              <a:off x="4953099" y="1685290"/>
              <a:ext cx="1718990" cy="1384406"/>
            </a:xfrm>
            <a:custGeom>
              <a:avLst/>
              <a:gdLst>
                <a:gd name="connsiteX0" fmla="*/ 1718991 w 1718990"/>
                <a:gd name="connsiteY0" fmla="*/ 751340 h 1384406"/>
                <a:gd name="connsiteX1" fmla="*/ 1458856 w 1718990"/>
                <a:gd name="connsiteY1" fmla="*/ 901529 h 1384406"/>
                <a:gd name="connsiteX2" fmla="*/ 1458856 w 1718990"/>
                <a:gd name="connsiteY2" fmla="*/ 901529 h 1384406"/>
                <a:gd name="connsiteX3" fmla="*/ 1377641 w 1718990"/>
                <a:gd name="connsiteY3" fmla="*/ 948424 h 1384406"/>
                <a:gd name="connsiteX4" fmla="*/ 1040467 w 1718990"/>
                <a:gd name="connsiteY4" fmla="*/ 1143092 h 1384406"/>
                <a:gd name="connsiteX5" fmla="*/ 1040467 w 1718990"/>
                <a:gd name="connsiteY5" fmla="*/ 1143092 h 1384406"/>
                <a:gd name="connsiteX6" fmla="*/ 882831 w 1718990"/>
                <a:gd name="connsiteY6" fmla="*/ 1234107 h 1384406"/>
                <a:gd name="connsiteX7" fmla="*/ 622498 w 1718990"/>
                <a:gd name="connsiteY7" fmla="*/ 1384407 h 1384406"/>
                <a:gd name="connsiteX8" fmla="*/ 0 w 1718990"/>
                <a:gd name="connsiteY8" fmla="*/ 1024993 h 1384406"/>
                <a:gd name="connsiteX9" fmla="*/ 0 w 1718990"/>
                <a:gd name="connsiteY9" fmla="*/ 59249 h 1384406"/>
                <a:gd name="connsiteX10" fmla="*/ 118397 w 1718990"/>
                <a:gd name="connsiteY10" fmla="*/ 30047 h 1384406"/>
                <a:gd name="connsiteX11" fmla="*/ 950405 w 1718990"/>
                <a:gd name="connsiteY11" fmla="*/ 97707 h 1384406"/>
                <a:gd name="connsiteX12" fmla="*/ 1718991 w 1718990"/>
                <a:gd name="connsiteY12" fmla="*/ 751340 h 138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8990" h="1384406">
                  <a:moveTo>
                    <a:pt x="1718991" y="751340"/>
                  </a:moveTo>
                  <a:lnTo>
                    <a:pt x="1458856" y="901529"/>
                  </a:lnTo>
                  <a:lnTo>
                    <a:pt x="1458856" y="901529"/>
                  </a:lnTo>
                  <a:cubicBezTo>
                    <a:pt x="1458856" y="901529"/>
                    <a:pt x="1377641" y="948424"/>
                    <a:pt x="1377641" y="948424"/>
                  </a:cubicBezTo>
                  <a:lnTo>
                    <a:pt x="1040467" y="1143092"/>
                  </a:lnTo>
                  <a:lnTo>
                    <a:pt x="1040467" y="1143092"/>
                  </a:lnTo>
                  <a:cubicBezTo>
                    <a:pt x="1040467" y="1143092"/>
                    <a:pt x="882831" y="1234107"/>
                    <a:pt x="882831" y="1234107"/>
                  </a:cubicBezTo>
                  <a:lnTo>
                    <a:pt x="622498" y="1384407"/>
                  </a:lnTo>
                  <a:lnTo>
                    <a:pt x="0" y="1024993"/>
                  </a:lnTo>
                  <a:lnTo>
                    <a:pt x="0" y="59249"/>
                  </a:lnTo>
                  <a:cubicBezTo>
                    <a:pt x="39238" y="47851"/>
                    <a:pt x="78749" y="38112"/>
                    <a:pt x="118397" y="30047"/>
                  </a:cubicBezTo>
                  <a:cubicBezTo>
                    <a:pt x="399284" y="-27194"/>
                    <a:pt x="687991" y="-1572"/>
                    <a:pt x="950405" y="97707"/>
                  </a:cubicBezTo>
                  <a:cubicBezTo>
                    <a:pt x="1263246" y="216029"/>
                    <a:pt x="1538708" y="439094"/>
                    <a:pt x="1718991" y="751340"/>
                  </a:cubicBezTo>
                  <a:close/>
                </a:path>
              </a:pathLst>
            </a:custGeom>
            <a:solidFill>
              <a:schemeClr val="bg2">
                <a:lumMod val="60000"/>
                <a:lumOff val="40000"/>
              </a:schemeClr>
            </a:solidFill>
            <a:ln w="0" cap="flat">
              <a:noFill/>
              <a:prstDash val="solid"/>
              <a:miter/>
            </a:ln>
          </p:spPr>
          <p:txBody>
            <a:bodyPr rtlCol="0" anchor="ctr"/>
            <a:lstStyle/>
            <a:p>
              <a:endParaRPr lang="fr-FR"/>
            </a:p>
          </p:txBody>
        </p:sp>
        <p:sp>
          <p:nvSpPr>
            <p:cNvPr id="191" name="Free-form: Shape 9">
              <a:extLst>
                <a:ext uri="{FF2B5EF4-FFF2-40B4-BE49-F238E27FC236}">
                  <a16:creationId xmlns:a16="http://schemas.microsoft.com/office/drawing/2014/main" id="{EF792A5C-BB8F-B831-1CA4-BA4EAA4FC9EB}"/>
                </a:ext>
              </a:extLst>
            </p:cNvPr>
            <p:cNvSpPr/>
            <p:nvPr/>
          </p:nvSpPr>
          <p:spPr>
            <a:xfrm>
              <a:off x="5575597" y="2586831"/>
              <a:ext cx="1297990" cy="1834722"/>
            </a:xfrm>
            <a:custGeom>
              <a:avLst/>
              <a:gdLst>
                <a:gd name="connsiteX0" fmla="*/ 1096493 w 1297990"/>
                <a:gd name="connsiteY0" fmla="*/ 1834723 h 1834722"/>
                <a:gd name="connsiteX1" fmla="*/ 836358 w 1297990"/>
                <a:gd name="connsiteY1" fmla="*/ 1684534 h 1834722"/>
                <a:gd name="connsiteX2" fmla="*/ 836358 w 1297990"/>
                <a:gd name="connsiteY2" fmla="*/ 1684510 h 1834722"/>
                <a:gd name="connsiteX3" fmla="*/ 836358 w 1297990"/>
                <a:gd name="connsiteY3" fmla="*/ 1684510 h 1834722"/>
                <a:gd name="connsiteX4" fmla="*/ 755143 w 1297990"/>
                <a:gd name="connsiteY4" fmla="*/ 1637639 h 1834722"/>
                <a:gd name="connsiteX5" fmla="*/ 417968 w 1297990"/>
                <a:gd name="connsiteY5" fmla="*/ 1442971 h 1834722"/>
                <a:gd name="connsiteX6" fmla="*/ 417968 w 1297990"/>
                <a:gd name="connsiteY6" fmla="*/ 1442971 h 1834722"/>
                <a:gd name="connsiteX7" fmla="*/ 260333 w 1297990"/>
                <a:gd name="connsiteY7" fmla="*/ 1351956 h 1834722"/>
                <a:gd name="connsiteX8" fmla="*/ 0 w 1297990"/>
                <a:gd name="connsiteY8" fmla="*/ 1201657 h 1834722"/>
                <a:gd name="connsiteX9" fmla="*/ 0 w 1297990"/>
                <a:gd name="connsiteY9" fmla="*/ 482865 h 1834722"/>
                <a:gd name="connsiteX10" fmla="*/ 260333 w 1297990"/>
                <a:gd name="connsiteY10" fmla="*/ 332565 h 1834722"/>
                <a:gd name="connsiteX11" fmla="*/ 417968 w 1297990"/>
                <a:gd name="connsiteY11" fmla="*/ 241563 h 1834722"/>
                <a:gd name="connsiteX12" fmla="*/ 417968 w 1297990"/>
                <a:gd name="connsiteY12" fmla="*/ 241563 h 1834722"/>
                <a:gd name="connsiteX13" fmla="*/ 755143 w 1297990"/>
                <a:gd name="connsiteY13" fmla="*/ 46883 h 1834722"/>
                <a:gd name="connsiteX14" fmla="*/ 836358 w 1297990"/>
                <a:gd name="connsiteY14" fmla="*/ 0 h 1834722"/>
                <a:gd name="connsiteX15" fmla="*/ 836358 w 1297990"/>
                <a:gd name="connsiteY15" fmla="*/ 0 h 1834722"/>
                <a:gd name="connsiteX16" fmla="*/ 920831 w 1297990"/>
                <a:gd name="connsiteY16" fmla="*/ 87918 h 1834722"/>
                <a:gd name="connsiteX17" fmla="*/ 1278263 w 1297990"/>
                <a:gd name="connsiteY17" fmla="*/ 842267 h 1834722"/>
                <a:gd name="connsiteX18" fmla="*/ 1096493 w 1297990"/>
                <a:gd name="connsiteY18" fmla="*/ 1834723 h 1834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97990" h="1834722">
                  <a:moveTo>
                    <a:pt x="1096493" y="1834723"/>
                  </a:moveTo>
                  <a:lnTo>
                    <a:pt x="836358" y="1684534"/>
                  </a:lnTo>
                  <a:cubicBezTo>
                    <a:pt x="836358" y="1684534"/>
                    <a:pt x="836358" y="1684534"/>
                    <a:pt x="836358" y="1684510"/>
                  </a:cubicBezTo>
                  <a:lnTo>
                    <a:pt x="836358" y="1684510"/>
                  </a:lnTo>
                  <a:cubicBezTo>
                    <a:pt x="836358" y="1684510"/>
                    <a:pt x="755143" y="1637639"/>
                    <a:pt x="755143" y="1637639"/>
                  </a:cubicBezTo>
                  <a:lnTo>
                    <a:pt x="417968" y="1442971"/>
                  </a:lnTo>
                  <a:lnTo>
                    <a:pt x="417968" y="1442971"/>
                  </a:lnTo>
                  <a:cubicBezTo>
                    <a:pt x="417968" y="1442971"/>
                    <a:pt x="260333" y="1351956"/>
                    <a:pt x="260333" y="1351956"/>
                  </a:cubicBezTo>
                  <a:lnTo>
                    <a:pt x="0" y="1201657"/>
                  </a:lnTo>
                  <a:lnTo>
                    <a:pt x="0" y="482865"/>
                  </a:lnTo>
                  <a:lnTo>
                    <a:pt x="260333" y="332565"/>
                  </a:lnTo>
                  <a:lnTo>
                    <a:pt x="417968" y="241563"/>
                  </a:lnTo>
                  <a:lnTo>
                    <a:pt x="417968" y="241563"/>
                  </a:lnTo>
                  <a:cubicBezTo>
                    <a:pt x="417968" y="241563"/>
                    <a:pt x="755143" y="46883"/>
                    <a:pt x="755143" y="46883"/>
                  </a:cubicBezTo>
                  <a:lnTo>
                    <a:pt x="836358" y="0"/>
                  </a:lnTo>
                  <a:lnTo>
                    <a:pt x="836358" y="0"/>
                  </a:lnTo>
                  <a:cubicBezTo>
                    <a:pt x="865845" y="28298"/>
                    <a:pt x="894020" y="57625"/>
                    <a:pt x="920831" y="87918"/>
                  </a:cubicBezTo>
                  <a:cubicBezTo>
                    <a:pt x="1110828" y="302545"/>
                    <a:pt x="1233028" y="565369"/>
                    <a:pt x="1278263" y="842267"/>
                  </a:cubicBezTo>
                  <a:cubicBezTo>
                    <a:pt x="1332208" y="1172367"/>
                    <a:pt x="1276776" y="1522464"/>
                    <a:pt x="1096493" y="1834723"/>
                  </a:cubicBezTo>
                  <a:close/>
                </a:path>
              </a:pathLst>
            </a:custGeom>
            <a:solidFill>
              <a:schemeClr val="accent5"/>
            </a:solidFill>
            <a:ln w="0" cap="flat">
              <a:noFill/>
              <a:prstDash val="solid"/>
              <a:miter/>
            </a:ln>
          </p:spPr>
          <p:txBody>
            <a:bodyPr rtlCol="0" anchor="ctr"/>
            <a:lstStyle/>
            <a:p>
              <a:endParaRPr lang="fr-FR"/>
            </a:p>
          </p:txBody>
        </p:sp>
        <p:sp>
          <p:nvSpPr>
            <p:cNvPr id="192" name="Free-form: Shape 10">
              <a:extLst>
                <a:ext uri="{FF2B5EF4-FFF2-40B4-BE49-F238E27FC236}">
                  <a16:creationId xmlns:a16="http://schemas.microsoft.com/office/drawing/2014/main" id="{99D6547C-290B-9B57-5A95-1DE27DBDD6D9}"/>
                </a:ext>
              </a:extLst>
            </p:cNvPr>
            <p:cNvSpPr/>
            <p:nvPr/>
          </p:nvSpPr>
          <p:spPr>
            <a:xfrm>
              <a:off x="4953099" y="3788488"/>
              <a:ext cx="1458855" cy="1625534"/>
            </a:xfrm>
            <a:custGeom>
              <a:avLst/>
              <a:gdLst>
                <a:gd name="connsiteX0" fmla="*/ 1458856 w 1458855"/>
                <a:gd name="connsiteY0" fmla="*/ 482890 h 1625534"/>
                <a:gd name="connsiteX1" fmla="*/ 1424945 w 1458855"/>
                <a:gd name="connsiteY1" fmla="*/ 600023 h 1625534"/>
                <a:gd name="connsiteX2" fmla="*/ 950393 w 1458855"/>
                <a:gd name="connsiteY2" fmla="*/ 1286712 h 1625534"/>
                <a:gd name="connsiteX3" fmla="*/ 0 w 1458855"/>
                <a:gd name="connsiteY3" fmla="*/ 1625534 h 1625534"/>
                <a:gd name="connsiteX4" fmla="*/ 0 w 1458855"/>
                <a:gd name="connsiteY4" fmla="*/ 359402 h 1625534"/>
                <a:gd name="connsiteX5" fmla="*/ 622498 w 1458855"/>
                <a:gd name="connsiteY5" fmla="*/ 0 h 1625534"/>
                <a:gd name="connsiteX6" fmla="*/ 882831 w 1458855"/>
                <a:gd name="connsiteY6" fmla="*/ 150300 h 1625534"/>
                <a:gd name="connsiteX7" fmla="*/ 1040467 w 1458855"/>
                <a:gd name="connsiteY7" fmla="*/ 241303 h 1625534"/>
                <a:gd name="connsiteX8" fmla="*/ 1040467 w 1458855"/>
                <a:gd name="connsiteY8" fmla="*/ 241303 h 1625534"/>
                <a:gd name="connsiteX9" fmla="*/ 1377641 w 1458855"/>
                <a:gd name="connsiteY9" fmla="*/ 435983 h 1625534"/>
                <a:gd name="connsiteX10" fmla="*/ 1458856 w 1458855"/>
                <a:gd name="connsiteY10" fmla="*/ 482865 h 1625534"/>
                <a:gd name="connsiteX11" fmla="*/ 1458856 w 1458855"/>
                <a:gd name="connsiteY11" fmla="*/ 482865 h 162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8855" h="1625534">
                  <a:moveTo>
                    <a:pt x="1458856" y="482890"/>
                  </a:moveTo>
                  <a:cubicBezTo>
                    <a:pt x="1449105" y="522575"/>
                    <a:pt x="1437781" y="561639"/>
                    <a:pt x="1424945" y="600023"/>
                  </a:cubicBezTo>
                  <a:cubicBezTo>
                    <a:pt x="1334054" y="871879"/>
                    <a:pt x="1167548" y="1109105"/>
                    <a:pt x="950393" y="1286712"/>
                  </a:cubicBezTo>
                  <a:cubicBezTo>
                    <a:pt x="691484" y="1498490"/>
                    <a:pt x="360579" y="1625534"/>
                    <a:pt x="0" y="1625534"/>
                  </a:cubicBezTo>
                  <a:lnTo>
                    <a:pt x="0" y="359402"/>
                  </a:lnTo>
                  <a:lnTo>
                    <a:pt x="622498" y="0"/>
                  </a:lnTo>
                  <a:lnTo>
                    <a:pt x="882831" y="150300"/>
                  </a:lnTo>
                  <a:lnTo>
                    <a:pt x="1040467" y="241303"/>
                  </a:lnTo>
                  <a:lnTo>
                    <a:pt x="1040467" y="241303"/>
                  </a:lnTo>
                  <a:cubicBezTo>
                    <a:pt x="1040467" y="241303"/>
                    <a:pt x="1377641" y="435983"/>
                    <a:pt x="1377641" y="435983"/>
                  </a:cubicBezTo>
                  <a:lnTo>
                    <a:pt x="1458856" y="482865"/>
                  </a:lnTo>
                  <a:lnTo>
                    <a:pt x="1458856" y="482865"/>
                  </a:lnTo>
                  <a:close/>
                </a:path>
              </a:pathLst>
            </a:custGeom>
            <a:solidFill>
              <a:schemeClr val="accent4">
                <a:lumMod val="50000"/>
              </a:schemeClr>
            </a:solidFill>
            <a:ln w="0" cap="flat">
              <a:noFill/>
              <a:prstDash val="solid"/>
              <a:miter/>
            </a:ln>
          </p:spPr>
          <p:txBody>
            <a:bodyPr rtlCol="0" anchor="ctr"/>
            <a:lstStyle/>
            <a:p>
              <a:endParaRPr lang="fr-FR"/>
            </a:p>
          </p:txBody>
        </p:sp>
        <p:sp>
          <p:nvSpPr>
            <p:cNvPr id="193" name="Free-form: Shape 11">
              <a:extLst>
                <a:ext uri="{FF2B5EF4-FFF2-40B4-BE49-F238E27FC236}">
                  <a16:creationId xmlns:a16="http://schemas.microsoft.com/office/drawing/2014/main" id="{4BEB8838-985C-E189-4964-9EDC83AEEB2D}"/>
                </a:ext>
              </a:extLst>
            </p:cNvPr>
            <p:cNvSpPr/>
            <p:nvPr/>
          </p:nvSpPr>
          <p:spPr>
            <a:xfrm>
              <a:off x="3234095" y="3788488"/>
              <a:ext cx="1718990" cy="1384398"/>
            </a:xfrm>
            <a:custGeom>
              <a:avLst/>
              <a:gdLst>
                <a:gd name="connsiteX0" fmla="*/ 1718991 w 1718990"/>
                <a:gd name="connsiteY0" fmla="*/ 359402 h 1384398"/>
                <a:gd name="connsiteX1" fmla="*/ 1718991 w 1718990"/>
                <a:gd name="connsiteY1" fmla="*/ 1325157 h 1384398"/>
                <a:gd name="connsiteX2" fmla="*/ 1718991 w 1718990"/>
                <a:gd name="connsiteY2" fmla="*/ 1325157 h 1384398"/>
                <a:gd name="connsiteX3" fmla="*/ 1600595 w 1718990"/>
                <a:gd name="connsiteY3" fmla="*/ 1354360 h 1384398"/>
                <a:gd name="connsiteX4" fmla="*/ 768598 w 1718990"/>
                <a:gd name="connsiteY4" fmla="*/ 1286700 h 1384398"/>
                <a:gd name="connsiteX5" fmla="*/ 0 w 1718990"/>
                <a:gd name="connsiteY5" fmla="*/ 633066 h 1384398"/>
                <a:gd name="connsiteX6" fmla="*/ 260135 w 1718990"/>
                <a:gd name="connsiteY6" fmla="*/ 482878 h 1384398"/>
                <a:gd name="connsiteX7" fmla="*/ 260135 w 1718990"/>
                <a:gd name="connsiteY7" fmla="*/ 482878 h 1384398"/>
                <a:gd name="connsiteX8" fmla="*/ 341350 w 1718990"/>
                <a:gd name="connsiteY8" fmla="*/ 435970 h 1384398"/>
                <a:gd name="connsiteX9" fmla="*/ 678525 w 1718990"/>
                <a:gd name="connsiteY9" fmla="*/ 241315 h 1384398"/>
                <a:gd name="connsiteX10" fmla="*/ 678525 w 1718990"/>
                <a:gd name="connsiteY10" fmla="*/ 241315 h 1384398"/>
                <a:gd name="connsiteX11" fmla="*/ 836159 w 1718990"/>
                <a:gd name="connsiteY11" fmla="*/ 150300 h 1384398"/>
                <a:gd name="connsiteX12" fmla="*/ 1096493 w 1718990"/>
                <a:gd name="connsiteY12" fmla="*/ 0 h 1384398"/>
                <a:gd name="connsiteX13" fmla="*/ 1718991 w 1718990"/>
                <a:gd name="connsiteY13" fmla="*/ 359402 h 1384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8990" h="1384398">
                  <a:moveTo>
                    <a:pt x="1718991" y="359402"/>
                  </a:moveTo>
                  <a:lnTo>
                    <a:pt x="1718991" y="1325157"/>
                  </a:lnTo>
                  <a:lnTo>
                    <a:pt x="1718991" y="1325157"/>
                  </a:lnTo>
                  <a:cubicBezTo>
                    <a:pt x="1679753" y="1336568"/>
                    <a:pt x="1640242" y="1346294"/>
                    <a:pt x="1600595" y="1354360"/>
                  </a:cubicBezTo>
                  <a:cubicBezTo>
                    <a:pt x="1319707" y="1411588"/>
                    <a:pt x="1031001" y="1385966"/>
                    <a:pt x="768598" y="1286700"/>
                  </a:cubicBezTo>
                  <a:cubicBezTo>
                    <a:pt x="455744" y="1168365"/>
                    <a:pt x="180283" y="945313"/>
                    <a:pt x="0" y="633066"/>
                  </a:cubicBezTo>
                  <a:lnTo>
                    <a:pt x="260135" y="482878"/>
                  </a:lnTo>
                  <a:lnTo>
                    <a:pt x="260135" y="482878"/>
                  </a:lnTo>
                  <a:cubicBezTo>
                    <a:pt x="260135" y="482878"/>
                    <a:pt x="341350" y="435970"/>
                    <a:pt x="341350" y="435970"/>
                  </a:cubicBezTo>
                  <a:lnTo>
                    <a:pt x="678525" y="241315"/>
                  </a:lnTo>
                  <a:lnTo>
                    <a:pt x="678525" y="241315"/>
                  </a:lnTo>
                  <a:cubicBezTo>
                    <a:pt x="678525" y="241315"/>
                    <a:pt x="836159" y="150300"/>
                    <a:pt x="836159" y="150300"/>
                  </a:cubicBezTo>
                  <a:lnTo>
                    <a:pt x="1096493" y="0"/>
                  </a:lnTo>
                  <a:lnTo>
                    <a:pt x="1718991" y="359402"/>
                  </a:lnTo>
                  <a:close/>
                </a:path>
              </a:pathLst>
            </a:custGeom>
            <a:solidFill>
              <a:schemeClr val="accent3"/>
            </a:solidFill>
            <a:ln w="0" cap="flat">
              <a:noFill/>
              <a:prstDash val="solid"/>
              <a:miter/>
            </a:ln>
          </p:spPr>
          <p:txBody>
            <a:bodyPr rtlCol="0" anchor="ctr"/>
            <a:lstStyle/>
            <a:p>
              <a:endParaRPr lang="fr-FR"/>
            </a:p>
          </p:txBody>
        </p:sp>
        <p:sp>
          <p:nvSpPr>
            <p:cNvPr id="194" name="Free-form: Shape 12">
              <a:extLst>
                <a:ext uri="{FF2B5EF4-FFF2-40B4-BE49-F238E27FC236}">
                  <a16:creationId xmlns:a16="http://schemas.microsoft.com/office/drawing/2014/main" id="{4381D69C-D189-A667-45F3-A7999B494300}"/>
                </a:ext>
              </a:extLst>
            </p:cNvPr>
            <p:cNvSpPr/>
            <p:nvPr/>
          </p:nvSpPr>
          <p:spPr>
            <a:xfrm>
              <a:off x="3032585" y="2436643"/>
              <a:ext cx="1298003" cy="1834710"/>
            </a:xfrm>
            <a:custGeom>
              <a:avLst/>
              <a:gdLst>
                <a:gd name="connsiteX0" fmla="*/ 1298003 w 1298003"/>
                <a:gd name="connsiteY0" fmla="*/ 633054 h 1834710"/>
                <a:gd name="connsiteX1" fmla="*/ 1298003 w 1298003"/>
                <a:gd name="connsiteY1" fmla="*/ 1351845 h 1834710"/>
                <a:gd name="connsiteX2" fmla="*/ 1037670 w 1298003"/>
                <a:gd name="connsiteY2" fmla="*/ 1502145 h 1834710"/>
                <a:gd name="connsiteX3" fmla="*/ 880035 w 1298003"/>
                <a:gd name="connsiteY3" fmla="*/ 1593148 h 1834710"/>
                <a:gd name="connsiteX4" fmla="*/ 880035 w 1298003"/>
                <a:gd name="connsiteY4" fmla="*/ 1593148 h 1834710"/>
                <a:gd name="connsiteX5" fmla="*/ 542861 w 1298003"/>
                <a:gd name="connsiteY5" fmla="*/ 1787815 h 1834710"/>
                <a:gd name="connsiteX6" fmla="*/ 461646 w 1298003"/>
                <a:gd name="connsiteY6" fmla="*/ 1834710 h 1834710"/>
                <a:gd name="connsiteX7" fmla="*/ 461646 w 1298003"/>
                <a:gd name="connsiteY7" fmla="*/ 1834710 h 1834710"/>
                <a:gd name="connsiteX8" fmla="*/ 377160 w 1298003"/>
                <a:gd name="connsiteY8" fmla="*/ 1746780 h 1834710"/>
                <a:gd name="connsiteX9" fmla="*/ 19728 w 1298003"/>
                <a:gd name="connsiteY9" fmla="*/ 992456 h 1834710"/>
                <a:gd name="connsiteX10" fmla="*/ 201498 w 1298003"/>
                <a:gd name="connsiteY10" fmla="*/ 0 h 1834710"/>
                <a:gd name="connsiteX11" fmla="*/ 461633 w 1298003"/>
                <a:gd name="connsiteY11" fmla="*/ 150189 h 1834710"/>
                <a:gd name="connsiteX12" fmla="*/ 461633 w 1298003"/>
                <a:gd name="connsiteY12" fmla="*/ 150213 h 1834710"/>
                <a:gd name="connsiteX13" fmla="*/ 461633 w 1298003"/>
                <a:gd name="connsiteY13" fmla="*/ 150213 h 1834710"/>
                <a:gd name="connsiteX14" fmla="*/ 880023 w 1298003"/>
                <a:gd name="connsiteY14" fmla="*/ 391751 h 1834710"/>
                <a:gd name="connsiteX15" fmla="*/ 880023 w 1298003"/>
                <a:gd name="connsiteY15" fmla="*/ 391751 h 1834710"/>
                <a:gd name="connsiteX16" fmla="*/ 1037658 w 1298003"/>
                <a:gd name="connsiteY16" fmla="*/ 482766 h 1834710"/>
                <a:gd name="connsiteX17" fmla="*/ 1297991 w 1298003"/>
                <a:gd name="connsiteY17" fmla="*/ 633066 h 1834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98003" h="1834710">
                  <a:moveTo>
                    <a:pt x="1298003" y="633054"/>
                  </a:moveTo>
                  <a:lnTo>
                    <a:pt x="1298003" y="1351845"/>
                  </a:lnTo>
                  <a:lnTo>
                    <a:pt x="1037670" y="1502145"/>
                  </a:lnTo>
                  <a:lnTo>
                    <a:pt x="880035" y="1593148"/>
                  </a:lnTo>
                  <a:lnTo>
                    <a:pt x="880035" y="1593148"/>
                  </a:lnTo>
                  <a:cubicBezTo>
                    <a:pt x="880035" y="1593148"/>
                    <a:pt x="542861" y="1787815"/>
                    <a:pt x="542861" y="1787815"/>
                  </a:cubicBezTo>
                  <a:lnTo>
                    <a:pt x="461646" y="1834710"/>
                  </a:lnTo>
                  <a:lnTo>
                    <a:pt x="461646" y="1834710"/>
                  </a:lnTo>
                  <a:cubicBezTo>
                    <a:pt x="432146" y="1806412"/>
                    <a:pt x="403971" y="1777074"/>
                    <a:pt x="377160" y="1746780"/>
                  </a:cubicBezTo>
                  <a:cubicBezTo>
                    <a:pt x="187151" y="1532153"/>
                    <a:pt x="64963" y="1269317"/>
                    <a:pt x="19728" y="992456"/>
                  </a:cubicBezTo>
                  <a:cubicBezTo>
                    <a:pt x="-34217" y="662343"/>
                    <a:pt x="21215" y="312259"/>
                    <a:pt x="201498" y="0"/>
                  </a:cubicBezTo>
                  <a:lnTo>
                    <a:pt x="461633" y="150189"/>
                  </a:lnTo>
                  <a:cubicBezTo>
                    <a:pt x="461633" y="150189"/>
                    <a:pt x="461633" y="150189"/>
                    <a:pt x="461633" y="150213"/>
                  </a:cubicBezTo>
                  <a:lnTo>
                    <a:pt x="461633" y="150213"/>
                  </a:lnTo>
                  <a:cubicBezTo>
                    <a:pt x="461633" y="150213"/>
                    <a:pt x="880023" y="391751"/>
                    <a:pt x="880023" y="391751"/>
                  </a:cubicBezTo>
                  <a:lnTo>
                    <a:pt x="880023" y="391751"/>
                  </a:lnTo>
                  <a:cubicBezTo>
                    <a:pt x="880023" y="391751"/>
                    <a:pt x="1037658" y="482766"/>
                    <a:pt x="1037658" y="482766"/>
                  </a:cubicBezTo>
                  <a:lnTo>
                    <a:pt x="1297991" y="633066"/>
                  </a:lnTo>
                  <a:close/>
                </a:path>
              </a:pathLst>
            </a:custGeom>
            <a:solidFill>
              <a:schemeClr val="accent4"/>
            </a:solidFill>
            <a:ln w="0" cap="flat">
              <a:noFill/>
              <a:prstDash val="solid"/>
              <a:miter/>
            </a:ln>
          </p:spPr>
          <p:txBody>
            <a:bodyPr rtlCol="0" anchor="ctr"/>
            <a:lstStyle/>
            <a:p>
              <a:endParaRPr lang="fr-FR"/>
            </a:p>
          </p:txBody>
        </p:sp>
        <p:sp>
          <p:nvSpPr>
            <p:cNvPr id="195" name="Free-form: Shape 13">
              <a:extLst>
                <a:ext uri="{FF2B5EF4-FFF2-40B4-BE49-F238E27FC236}">
                  <a16:creationId xmlns:a16="http://schemas.microsoft.com/office/drawing/2014/main" id="{12C52345-1DD1-A356-82DE-F672F235A0F5}"/>
                </a:ext>
              </a:extLst>
            </p:cNvPr>
            <p:cNvSpPr/>
            <p:nvPr/>
          </p:nvSpPr>
          <p:spPr>
            <a:xfrm>
              <a:off x="4953086" y="1444163"/>
              <a:ext cx="118396" cy="300389"/>
            </a:xfrm>
            <a:custGeom>
              <a:avLst/>
              <a:gdLst>
                <a:gd name="connsiteX0" fmla="*/ 118397 w 118396"/>
                <a:gd name="connsiteY0" fmla="*/ 271187 h 300389"/>
                <a:gd name="connsiteX1" fmla="*/ 0 w 118396"/>
                <a:gd name="connsiteY1" fmla="*/ 300389 h 300389"/>
                <a:gd name="connsiteX2" fmla="*/ 0 w 118396"/>
                <a:gd name="connsiteY2" fmla="*/ 0 h 300389"/>
                <a:gd name="connsiteX3" fmla="*/ 118397 w 118396"/>
                <a:gd name="connsiteY3" fmla="*/ 271187 h 300389"/>
              </a:gdLst>
              <a:ahLst/>
              <a:cxnLst>
                <a:cxn ang="0">
                  <a:pos x="connsiteX0" y="connsiteY0"/>
                </a:cxn>
                <a:cxn ang="0">
                  <a:pos x="connsiteX1" y="connsiteY1"/>
                </a:cxn>
                <a:cxn ang="0">
                  <a:pos x="connsiteX2" y="connsiteY2"/>
                </a:cxn>
                <a:cxn ang="0">
                  <a:pos x="connsiteX3" y="connsiteY3"/>
                </a:cxn>
              </a:cxnLst>
              <a:rect l="l" t="t" r="r" b="b"/>
              <a:pathLst>
                <a:path w="118396" h="300389">
                  <a:moveTo>
                    <a:pt x="118397" y="271187"/>
                  </a:moveTo>
                  <a:cubicBezTo>
                    <a:pt x="78749" y="279252"/>
                    <a:pt x="39238" y="288978"/>
                    <a:pt x="0" y="300389"/>
                  </a:cubicBezTo>
                  <a:lnTo>
                    <a:pt x="0" y="0"/>
                  </a:lnTo>
                  <a:lnTo>
                    <a:pt x="118397" y="271187"/>
                  </a:lnTo>
                  <a:close/>
                </a:path>
              </a:pathLst>
            </a:custGeom>
            <a:solidFill>
              <a:schemeClr val="tx1">
                <a:lumMod val="50000"/>
                <a:lumOff val="50000"/>
              </a:schemeClr>
            </a:solidFill>
            <a:ln w="0" cap="flat">
              <a:noFill/>
              <a:prstDash val="solid"/>
              <a:miter/>
            </a:ln>
          </p:spPr>
          <p:txBody>
            <a:bodyPr rtlCol="0" anchor="ctr"/>
            <a:lstStyle/>
            <a:p>
              <a:endParaRPr lang="fr-FR"/>
            </a:p>
          </p:txBody>
        </p:sp>
        <p:sp>
          <p:nvSpPr>
            <p:cNvPr id="196" name="Free-form: Shape 14">
              <a:extLst>
                <a:ext uri="{FF2B5EF4-FFF2-40B4-BE49-F238E27FC236}">
                  <a16:creationId xmlns:a16="http://schemas.microsoft.com/office/drawing/2014/main" id="{7E8D1476-3D2F-E992-A7B3-758A10FE2C5F}"/>
                </a:ext>
              </a:extLst>
            </p:cNvPr>
            <p:cNvSpPr/>
            <p:nvPr/>
          </p:nvSpPr>
          <p:spPr>
            <a:xfrm>
              <a:off x="3234083" y="2436618"/>
              <a:ext cx="294045" cy="150188"/>
            </a:xfrm>
            <a:custGeom>
              <a:avLst/>
              <a:gdLst>
                <a:gd name="connsiteX0" fmla="*/ 294046 w 294045"/>
                <a:gd name="connsiteY0" fmla="*/ 33056 h 150188"/>
                <a:gd name="connsiteX1" fmla="*/ 260135 w 294045"/>
                <a:gd name="connsiteY1" fmla="*/ 150188 h 150188"/>
                <a:gd name="connsiteX2" fmla="*/ 0 w 294045"/>
                <a:gd name="connsiteY2" fmla="*/ 0 h 150188"/>
                <a:gd name="connsiteX3" fmla="*/ 294034 w 294045"/>
                <a:gd name="connsiteY3" fmla="*/ 33056 h 150188"/>
              </a:gdLst>
              <a:ahLst/>
              <a:cxnLst>
                <a:cxn ang="0">
                  <a:pos x="connsiteX0" y="connsiteY0"/>
                </a:cxn>
                <a:cxn ang="0">
                  <a:pos x="connsiteX1" y="connsiteY1"/>
                </a:cxn>
                <a:cxn ang="0">
                  <a:pos x="connsiteX2" y="connsiteY2"/>
                </a:cxn>
                <a:cxn ang="0">
                  <a:pos x="connsiteX3" y="connsiteY3"/>
                </a:cxn>
              </a:cxnLst>
              <a:rect l="l" t="t" r="r" b="b"/>
              <a:pathLst>
                <a:path w="294045" h="150188">
                  <a:moveTo>
                    <a:pt x="294046" y="33056"/>
                  </a:moveTo>
                  <a:cubicBezTo>
                    <a:pt x="281210" y="71427"/>
                    <a:pt x="269886" y="110504"/>
                    <a:pt x="260135" y="150188"/>
                  </a:cubicBezTo>
                  <a:lnTo>
                    <a:pt x="0" y="0"/>
                  </a:lnTo>
                  <a:lnTo>
                    <a:pt x="294034" y="33056"/>
                  </a:lnTo>
                  <a:close/>
                </a:path>
              </a:pathLst>
            </a:custGeom>
            <a:solidFill>
              <a:schemeClr val="accent2">
                <a:lumMod val="10000"/>
              </a:schemeClr>
            </a:solidFill>
            <a:ln w="0" cap="flat">
              <a:noFill/>
              <a:prstDash val="solid"/>
              <a:miter/>
            </a:ln>
          </p:spPr>
          <p:txBody>
            <a:bodyPr rtlCol="0" anchor="ctr"/>
            <a:lstStyle/>
            <a:p>
              <a:endParaRPr lang="fr-FR"/>
            </a:p>
          </p:txBody>
        </p:sp>
        <p:sp>
          <p:nvSpPr>
            <p:cNvPr id="197" name="Free-form: Shape 15">
              <a:extLst>
                <a:ext uri="{FF2B5EF4-FFF2-40B4-BE49-F238E27FC236}">
                  <a16:creationId xmlns:a16="http://schemas.microsoft.com/office/drawing/2014/main" id="{B9EB7EDA-3250-3A47-3EE3-C9151BD21E45}"/>
                </a:ext>
              </a:extLst>
            </p:cNvPr>
            <p:cNvSpPr/>
            <p:nvPr/>
          </p:nvSpPr>
          <p:spPr>
            <a:xfrm>
              <a:off x="3234083" y="4183436"/>
              <a:ext cx="260147" cy="238131"/>
            </a:xfrm>
            <a:custGeom>
              <a:avLst/>
              <a:gdLst>
                <a:gd name="connsiteX0" fmla="*/ 260148 w 260147"/>
                <a:gd name="connsiteY0" fmla="*/ 87930 h 238131"/>
                <a:gd name="connsiteX1" fmla="*/ 260123 w 260147"/>
                <a:gd name="connsiteY1" fmla="*/ 87930 h 238131"/>
                <a:gd name="connsiteX2" fmla="*/ 0 w 260147"/>
                <a:gd name="connsiteY2" fmla="*/ 238131 h 238131"/>
                <a:gd name="connsiteX3" fmla="*/ 0 w 260147"/>
                <a:gd name="connsiteY3" fmla="*/ 238131 h 238131"/>
                <a:gd name="connsiteX4" fmla="*/ 175649 w 260147"/>
                <a:gd name="connsiteY4" fmla="*/ 0 h 238131"/>
                <a:gd name="connsiteX5" fmla="*/ 260135 w 260147"/>
                <a:gd name="connsiteY5" fmla="*/ 87918 h 238131"/>
                <a:gd name="connsiteX6" fmla="*/ 260135 w 260147"/>
                <a:gd name="connsiteY6" fmla="*/ 87918 h 23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0147" h="238131">
                  <a:moveTo>
                    <a:pt x="260148" y="87930"/>
                  </a:moveTo>
                  <a:lnTo>
                    <a:pt x="260123" y="87930"/>
                  </a:lnTo>
                  <a:lnTo>
                    <a:pt x="0" y="238131"/>
                  </a:lnTo>
                  <a:lnTo>
                    <a:pt x="0" y="238131"/>
                  </a:lnTo>
                  <a:lnTo>
                    <a:pt x="175649" y="0"/>
                  </a:lnTo>
                  <a:cubicBezTo>
                    <a:pt x="202473" y="30305"/>
                    <a:pt x="230635" y="59632"/>
                    <a:pt x="260135" y="87918"/>
                  </a:cubicBezTo>
                  <a:lnTo>
                    <a:pt x="260135" y="87918"/>
                  </a:lnTo>
                  <a:close/>
                </a:path>
              </a:pathLst>
            </a:custGeom>
            <a:solidFill>
              <a:schemeClr val="accent3">
                <a:lumMod val="75000"/>
              </a:schemeClr>
            </a:solidFill>
            <a:ln w="0" cap="flat">
              <a:noFill/>
              <a:prstDash val="solid"/>
              <a:miter/>
            </a:ln>
          </p:spPr>
          <p:txBody>
            <a:bodyPr rtlCol="0" anchor="ctr"/>
            <a:lstStyle/>
            <a:p>
              <a:endParaRPr lang="fr-FR"/>
            </a:p>
          </p:txBody>
        </p:sp>
        <p:sp>
          <p:nvSpPr>
            <p:cNvPr id="198" name="Free-form: Shape 16">
              <a:extLst>
                <a:ext uri="{FF2B5EF4-FFF2-40B4-BE49-F238E27FC236}">
                  <a16:creationId xmlns:a16="http://schemas.microsoft.com/office/drawing/2014/main" id="{C4BE9E57-7BA0-6A12-ECDE-A3C68D6220FA}"/>
                </a:ext>
              </a:extLst>
            </p:cNvPr>
            <p:cNvSpPr/>
            <p:nvPr/>
          </p:nvSpPr>
          <p:spPr>
            <a:xfrm>
              <a:off x="4834690" y="5113645"/>
              <a:ext cx="118396" cy="300376"/>
            </a:xfrm>
            <a:custGeom>
              <a:avLst/>
              <a:gdLst>
                <a:gd name="connsiteX0" fmla="*/ 118396 w 118396"/>
                <a:gd name="connsiteY0" fmla="*/ 12 h 300376"/>
                <a:gd name="connsiteX1" fmla="*/ 118396 w 118396"/>
                <a:gd name="connsiteY1" fmla="*/ 300377 h 300376"/>
                <a:gd name="connsiteX2" fmla="*/ 0 w 118396"/>
                <a:gd name="connsiteY2" fmla="*/ 29203 h 300376"/>
                <a:gd name="connsiteX3" fmla="*/ 118396 w 118396"/>
                <a:gd name="connsiteY3" fmla="*/ 0 h 300376"/>
              </a:gdLst>
              <a:ahLst/>
              <a:cxnLst>
                <a:cxn ang="0">
                  <a:pos x="connsiteX0" y="connsiteY0"/>
                </a:cxn>
                <a:cxn ang="0">
                  <a:pos x="connsiteX1" y="connsiteY1"/>
                </a:cxn>
                <a:cxn ang="0">
                  <a:pos x="connsiteX2" y="connsiteY2"/>
                </a:cxn>
                <a:cxn ang="0">
                  <a:pos x="connsiteX3" y="connsiteY3"/>
                </a:cxn>
              </a:cxnLst>
              <a:rect l="l" t="t" r="r" b="b"/>
              <a:pathLst>
                <a:path w="118396" h="300376">
                  <a:moveTo>
                    <a:pt x="118396" y="12"/>
                  </a:moveTo>
                  <a:lnTo>
                    <a:pt x="118396" y="300377"/>
                  </a:lnTo>
                  <a:lnTo>
                    <a:pt x="0" y="29203"/>
                  </a:lnTo>
                  <a:cubicBezTo>
                    <a:pt x="39647" y="21137"/>
                    <a:pt x="79158" y="11411"/>
                    <a:pt x="118396" y="0"/>
                  </a:cubicBezTo>
                  <a:close/>
                </a:path>
              </a:pathLst>
            </a:custGeom>
            <a:solidFill>
              <a:schemeClr val="tx1"/>
            </a:solidFill>
            <a:ln w="0" cap="flat">
              <a:noFill/>
              <a:prstDash val="solid"/>
              <a:miter/>
            </a:ln>
          </p:spPr>
          <p:txBody>
            <a:bodyPr rtlCol="0" anchor="ctr"/>
            <a:lstStyle/>
            <a:p>
              <a:endParaRPr lang="fr-FR"/>
            </a:p>
          </p:txBody>
        </p:sp>
        <p:sp>
          <p:nvSpPr>
            <p:cNvPr id="199" name="Free-form: Shape 17">
              <a:extLst>
                <a:ext uri="{FF2B5EF4-FFF2-40B4-BE49-F238E27FC236}">
                  <a16:creationId xmlns:a16="http://schemas.microsoft.com/office/drawing/2014/main" id="{A600C499-2169-DA2A-E81D-BEEC99E312C3}"/>
                </a:ext>
              </a:extLst>
            </p:cNvPr>
            <p:cNvSpPr/>
            <p:nvPr/>
          </p:nvSpPr>
          <p:spPr>
            <a:xfrm>
              <a:off x="6378043" y="4271366"/>
              <a:ext cx="294045" cy="150201"/>
            </a:xfrm>
            <a:custGeom>
              <a:avLst/>
              <a:gdLst>
                <a:gd name="connsiteX0" fmla="*/ 294046 w 294045"/>
                <a:gd name="connsiteY0" fmla="*/ 150201 h 150201"/>
                <a:gd name="connsiteX1" fmla="*/ 0 w 294045"/>
                <a:gd name="connsiteY1" fmla="*/ 117133 h 150201"/>
                <a:gd name="connsiteX2" fmla="*/ 33911 w 294045"/>
                <a:gd name="connsiteY2" fmla="*/ 0 h 150201"/>
                <a:gd name="connsiteX3" fmla="*/ 294046 w 294045"/>
                <a:gd name="connsiteY3" fmla="*/ 150201 h 150201"/>
              </a:gdLst>
              <a:ahLst/>
              <a:cxnLst>
                <a:cxn ang="0">
                  <a:pos x="connsiteX0" y="connsiteY0"/>
                </a:cxn>
                <a:cxn ang="0">
                  <a:pos x="connsiteX1" y="connsiteY1"/>
                </a:cxn>
                <a:cxn ang="0">
                  <a:pos x="connsiteX2" y="connsiteY2"/>
                </a:cxn>
                <a:cxn ang="0">
                  <a:pos x="connsiteX3" y="connsiteY3"/>
                </a:cxn>
              </a:cxnLst>
              <a:rect l="l" t="t" r="r" b="b"/>
              <a:pathLst>
                <a:path w="294045" h="150201">
                  <a:moveTo>
                    <a:pt x="294046" y="150201"/>
                  </a:moveTo>
                  <a:lnTo>
                    <a:pt x="0" y="117133"/>
                  </a:lnTo>
                  <a:cubicBezTo>
                    <a:pt x="12836" y="78762"/>
                    <a:pt x="24160" y="39684"/>
                    <a:pt x="33911" y="0"/>
                  </a:cubicBezTo>
                  <a:lnTo>
                    <a:pt x="294046" y="150201"/>
                  </a:lnTo>
                  <a:close/>
                </a:path>
              </a:pathLst>
            </a:custGeom>
            <a:solidFill>
              <a:schemeClr val="accent5">
                <a:lumMod val="75000"/>
              </a:schemeClr>
            </a:solidFill>
            <a:ln w="0" cap="flat">
              <a:noFill/>
              <a:prstDash val="solid"/>
              <a:miter/>
            </a:ln>
          </p:spPr>
          <p:txBody>
            <a:bodyPr rtlCol="0" anchor="ctr"/>
            <a:lstStyle/>
            <a:p>
              <a:endParaRPr lang="fr-FR"/>
            </a:p>
          </p:txBody>
        </p:sp>
        <p:sp>
          <p:nvSpPr>
            <p:cNvPr id="200" name="Free-form: Shape 18">
              <a:extLst>
                <a:ext uri="{FF2B5EF4-FFF2-40B4-BE49-F238E27FC236}">
                  <a16:creationId xmlns:a16="http://schemas.microsoft.com/office/drawing/2014/main" id="{110C470F-B390-CE66-9097-BF8F928C5A22}"/>
                </a:ext>
              </a:extLst>
            </p:cNvPr>
            <p:cNvSpPr/>
            <p:nvPr/>
          </p:nvSpPr>
          <p:spPr>
            <a:xfrm>
              <a:off x="6411967" y="2436631"/>
              <a:ext cx="260135" cy="238118"/>
            </a:xfrm>
            <a:custGeom>
              <a:avLst/>
              <a:gdLst>
                <a:gd name="connsiteX0" fmla="*/ 260135 w 260135"/>
                <a:gd name="connsiteY0" fmla="*/ 0 h 238118"/>
                <a:gd name="connsiteX1" fmla="*/ 84473 w 260135"/>
                <a:gd name="connsiteY1" fmla="*/ 238119 h 238118"/>
                <a:gd name="connsiteX2" fmla="*/ 0 w 260135"/>
                <a:gd name="connsiteY2" fmla="*/ 150213 h 238118"/>
                <a:gd name="connsiteX3" fmla="*/ 0 w 260135"/>
                <a:gd name="connsiteY3" fmla="*/ 150213 h 238118"/>
                <a:gd name="connsiteX4" fmla="*/ 0 w 260135"/>
                <a:gd name="connsiteY4" fmla="*/ 150189 h 238118"/>
                <a:gd name="connsiteX5" fmla="*/ 260135 w 260135"/>
                <a:gd name="connsiteY5" fmla="*/ 0 h 238118"/>
                <a:gd name="connsiteX6" fmla="*/ 260135 w 260135"/>
                <a:gd name="connsiteY6" fmla="*/ 0 h 2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0135" h="238118">
                  <a:moveTo>
                    <a:pt x="260135" y="0"/>
                  </a:moveTo>
                  <a:lnTo>
                    <a:pt x="84473" y="238119"/>
                  </a:lnTo>
                  <a:cubicBezTo>
                    <a:pt x="57650" y="207813"/>
                    <a:pt x="29488" y="178487"/>
                    <a:pt x="0" y="150213"/>
                  </a:cubicBezTo>
                  <a:lnTo>
                    <a:pt x="0" y="150213"/>
                  </a:lnTo>
                  <a:cubicBezTo>
                    <a:pt x="0" y="150213"/>
                    <a:pt x="0" y="150189"/>
                    <a:pt x="0" y="150189"/>
                  </a:cubicBezTo>
                  <a:lnTo>
                    <a:pt x="260135" y="0"/>
                  </a:lnTo>
                  <a:lnTo>
                    <a:pt x="260135" y="0"/>
                  </a:lnTo>
                  <a:close/>
                </a:path>
              </a:pathLst>
            </a:custGeom>
            <a:solidFill>
              <a:schemeClr val="accent4"/>
            </a:solidFill>
            <a:ln w="0" cap="flat">
              <a:noFill/>
              <a:prstDash val="solid"/>
              <a:miter/>
            </a:ln>
          </p:spPr>
          <p:txBody>
            <a:bodyPr rtlCol="0" anchor="ctr"/>
            <a:lstStyle/>
            <a:p>
              <a:endParaRPr lang="fr-FR"/>
            </a:p>
          </p:txBody>
        </p:sp>
      </p:grpSp>
      <p:sp>
        <p:nvSpPr>
          <p:cNvPr id="169" name="Oval 5">
            <a:extLst>
              <a:ext uri="{FF2B5EF4-FFF2-40B4-BE49-F238E27FC236}">
                <a16:creationId xmlns:a16="http://schemas.microsoft.com/office/drawing/2014/main" id="{A279F09E-3155-6B79-AFC8-EF969CD05DAD}"/>
              </a:ext>
            </a:extLst>
          </p:cNvPr>
          <p:cNvSpPr/>
          <p:nvPr/>
        </p:nvSpPr>
        <p:spPr>
          <a:xfrm>
            <a:off x="5448589" y="2952908"/>
            <a:ext cx="1327953" cy="13279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fr-FR" sz="2000">
              <a:solidFill>
                <a:schemeClr val="bg2"/>
              </a:solidFill>
              <a:ea typeface="+mj-ea"/>
              <a:cs typeface="+mj-cs"/>
            </a:endParaRPr>
          </a:p>
        </p:txBody>
      </p:sp>
      <p:sp>
        <p:nvSpPr>
          <p:cNvPr id="170" name="TextBox 25">
            <a:extLst>
              <a:ext uri="{FF2B5EF4-FFF2-40B4-BE49-F238E27FC236}">
                <a16:creationId xmlns:a16="http://schemas.microsoft.com/office/drawing/2014/main" id="{4596B826-A583-7F7B-FACB-9339B9A5A644}"/>
              </a:ext>
            </a:extLst>
          </p:cNvPr>
          <p:cNvSpPr txBox="1">
            <a:spLocks/>
          </p:cNvSpPr>
          <p:nvPr/>
        </p:nvSpPr>
        <p:spPr>
          <a:xfrm>
            <a:off x="5478182" y="2673659"/>
            <a:ext cx="302710" cy="161583"/>
          </a:xfrm>
          <a:prstGeom prst="rect">
            <a:avLst/>
          </a:prstGeom>
          <a:noFill/>
        </p:spPr>
        <p:txBody>
          <a:bodyPr wrap="square" lIns="0" tIns="0" rIns="0" bIns="0" rtlCol="0">
            <a:spAutoFit/>
          </a:bodyPr>
          <a:lstStyle/>
          <a:p>
            <a:pPr algn="ctr">
              <a:spcAft>
                <a:spcPts val="600"/>
              </a:spcAft>
            </a:pPr>
            <a:r>
              <a:rPr lang="fr-FR" sz="1050" b="1">
                <a:solidFill>
                  <a:schemeClr val="bg2"/>
                </a:solidFill>
              </a:rPr>
              <a:t>Ec</a:t>
            </a:r>
          </a:p>
        </p:txBody>
      </p:sp>
      <p:sp>
        <p:nvSpPr>
          <p:cNvPr id="171" name="TextBox 25">
            <a:extLst>
              <a:ext uri="{FF2B5EF4-FFF2-40B4-BE49-F238E27FC236}">
                <a16:creationId xmlns:a16="http://schemas.microsoft.com/office/drawing/2014/main" id="{0716B069-78D9-EA17-8043-52F32BC833F8}"/>
              </a:ext>
            </a:extLst>
          </p:cNvPr>
          <p:cNvSpPr txBox="1">
            <a:spLocks/>
          </p:cNvSpPr>
          <p:nvPr/>
        </p:nvSpPr>
        <p:spPr>
          <a:xfrm>
            <a:off x="6329430" y="2649170"/>
            <a:ext cx="672334" cy="323165"/>
          </a:xfrm>
          <a:prstGeom prst="rect">
            <a:avLst/>
          </a:prstGeom>
          <a:noFill/>
        </p:spPr>
        <p:txBody>
          <a:bodyPr wrap="square" lIns="0" tIns="0" rIns="0" bIns="0" rtlCol="0">
            <a:spAutoFit/>
          </a:bodyPr>
          <a:lstStyle/>
          <a:p>
            <a:pPr algn="ctr">
              <a:spcAft>
                <a:spcPts val="600"/>
              </a:spcAft>
            </a:pPr>
            <a:r>
              <a:rPr lang="fr-FR" sz="1050" b="1">
                <a:solidFill>
                  <a:schemeClr val="bg1"/>
                </a:solidFill>
              </a:rPr>
              <a:t>Service essentiel</a:t>
            </a:r>
          </a:p>
        </p:txBody>
      </p:sp>
      <p:sp>
        <p:nvSpPr>
          <p:cNvPr id="172" name="TextBox 25">
            <a:extLst>
              <a:ext uri="{FF2B5EF4-FFF2-40B4-BE49-F238E27FC236}">
                <a16:creationId xmlns:a16="http://schemas.microsoft.com/office/drawing/2014/main" id="{7D6E7574-3D5A-A1CE-6427-5550946E2C70}"/>
              </a:ext>
            </a:extLst>
          </p:cNvPr>
          <p:cNvSpPr txBox="1">
            <a:spLocks/>
          </p:cNvSpPr>
          <p:nvPr/>
        </p:nvSpPr>
        <p:spPr>
          <a:xfrm>
            <a:off x="6951462" y="3518460"/>
            <a:ext cx="302710" cy="161583"/>
          </a:xfrm>
          <a:prstGeom prst="rect">
            <a:avLst/>
          </a:prstGeom>
          <a:noFill/>
        </p:spPr>
        <p:txBody>
          <a:bodyPr wrap="square" lIns="0" tIns="0" rIns="0" bIns="0" rtlCol="0">
            <a:spAutoFit/>
          </a:bodyPr>
          <a:lstStyle/>
          <a:p>
            <a:pPr algn="ctr">
              <a:spcAft>
                <a:spcPts val="600"/>
              </a:spcAft>
            </a:pPr>
            <a:r>
              <a:rPr lang="fr-FR" sz="1050" b="1">
                <a:solidFill>
                  <a:schemeClr val="bg1"/>
                </a:solidFill>
              </a:rPr>
              <a:t>IC</a:t>
            </a:r>
          </a:p>
        </p:txBody>
      </p:sp>
      <p:sp>
        <p:nvSpPr>
          <p:cNvPr id="173" name="TextBox 25">
            <a:extLst>
              <a:ext uri="{FF2B5EF4-FFF2-40B4-BE49-F238E27FC236}">
                <a16:creationId xmlns:a16="http://schemas.microsoft.com/office/drawing/2014/main" id="{8AE15982-BCB8-2107-B180-2FE635BAE170}"/>
              </a:ext>
            </a:extLst>
          </p:cNvPr>
          <p:cNvSpPr txBox="1">
            <a:spLocks/>
          </p:cNvSpPr>
          <p:nvPr/>
        </p:nvSpPr>
        <p:spPr>
          <a:xfrm>
            <a:off x="6094314" y="4361617"/>
            <a:ext cx="894566" cy="323165"/>
          </a:xfrm>
          <a:prstGeom prst="rect">
            <a:avLst/>
          </a:prstGeom>
          <a:noFill/>
        </p:spPr>
        <p:txBody>
          <a:bodyPr wrap="square" lIns="0" tIns="0" rIns="0" bIns="0" rtlCol="0">
            <a:spAutoFit/>
          </a:bodyPr>
          <a:lstStyle/>
          <a:p>
            <a:pPr algn="ctr">
              <a:spcAft>
                <a:spcPts val="600"/>
              </a:spcAft>
            </a:pPr>
            <a:r>
              <a:rPr lang="fr-FR" sz="1050" b="1">
                <a:solidFill>
                  <a:schemeClr val="bg1"/>
                </a:solidFill>
              </a:rPr>
              <a:t>Evaluation des risques</a:t>
            </a:r>
          </a:p>
        </p:txBody>
      </p:sp>
      <p:sp>
        <p:nvSpPr>
          <p:cNvPr id="174" name="TextBox 25">
            <a:extLst>
              <a:ext uri="{FF2B5EF4-FFF2-40B4-BE49-F238E27FC236}">
                <a16:creationId xmlns:a16="http://schemas.microsoft.com/office/drawing/2014/main" id="{0D080D68-1142-3E34-87FD-40800340908E}"/>
              </a:ext>
            </a:extLst>
          </p:cNvPr>
          <p:cNvSpPr txBox="1">
            <a:spLocks/>
          </p:cNvSpPr>
          <p:nvPr/>
        </p:nvSpPr>
        <p:spPr>
          <a:xfrm>
            <a:off x="5166892" y="4350474"/>
            <a:ext cx="894576" cy="161583"/>
          </a:xfrm>
          <a:prstGeom prst="rect">
            <a:avLst/>
          </a:prstGeom>
          <a:noFill/>
        </p:spPr>
        <p:txBody>
          <a:bodyPr wrap="square" lIns="0" tIns="0" rIns="0" bIns="0" rtlCol="0">
            <a:spAutoFit/>
          </a:bodyPr>
          <a:lstStyle/>
          <a:p>
            <a:pPr algn="ctr">
              <a:spcAft>
                <a:spcPts val="600"/>
              </a:spcAft>
            </a:pPr>
            <a:r>
              <a:rPr lang="fr-FR" sz="1050" b="1">
                <a:solidFill>
                  <a:schemeClr val="bg1"/>
                </a:solidFill>
              </a:rPr>
              <a:t>Résilience</a:t>
            </a:r>
          </a:p>
        </p:txBody>
      </p:sp>
      <p:sp>
        <p:nvSpPr>
          <p:cNvPr id="175" name="TextBox 25">
            <a:extLst>
              <a:ext uri="{FF2B5EF4-FFF2-40B4-BE49-F238E27FC236}">
                <a16:creationId xmlns:a16="http://schemas.microsoft.com/office/drawing/2014/main" id="{AB5A0661-5778-373F-E0AE-C076C29923EE}"/>
              </a:ext>
            </a:extLst>
          </p:cNvPr>
          <p:cNvSpPr txBox="1">
            <a:spLocks/>
          </p:cNvSpPr>
          <p:nvPr/>
        </p:nvSpPr>
        <p:spPr>
          <a:xfrm>
            <a:off x="4834834" y="3522308"/>
            <a:ext cx="564147" cy="153888"/>
          </a:xfrm>
          <a:prstGeom prst="rect">
            <a:avLst/>
          </a:prstGeom>
          <a:noFill/>
        </p:spPr>
        <p:txBody>
          <a:bodyPr wrap="square" lIns="0" tIns="0" rIns="0" bIns="0" rtlCol="0">
            <a:spAutoFit/>
          </a:bodyPr>
          <a:lstStyle/>
          <a:p>
            <a:pPr algn="ctr">
              <a:spcAft>
                <a:spcPts val="600"/>
              </a:spcAft>
            </a:pPr>
            <a:r>
              <a:rPr lang="fr-FR" sz="1000" b="1">
                <a:solidFill>
                  <a:schemeClr val="bg1"/>
                </a:solidFill>
              </a:rPr>
              <a:t>Incidents</a:t>
            </a:r>
          </a:p>
        </p:txBody>
      </p:sp>
      <p:sp>
        <p:nvSpPr>
          <p:cNvPr id="176" name="TextBox 62">
            <a:extLst>
              <a:ext uri="{FF2B5EF4-FFF2-40B4-BE49-F238E27FC236}">
                <a16:creationId xmlns:a16="http://schemas.microsoft.com/office/drawing/2014/main" id="{42F1921D-9864-2A05-025C-0D10E6F2E3F8}"/>
              </a:ext>
            </a:extLst>
          </p:cNvPr>
          <p:cNvSpPr txBox="1"/>
          <p:nvPr/>
        </p:nvSpPr>
        <p:spPr bwMode="gray">
          <a:xfrm>
            <a:off x="5703285" y="3444458"/>
            <a:ext cx="811677" cy="323165"/>
          </a:xfrm>
          <a:prstGeom prst="rect">
            <a:avLst/>
          </a:prstGeom>
          <a:noFill/>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050" kern="0">
                <a:latin typeface="+mj-lt"/>
              </a:rPr>
              <a:t>Terminologie</a:t>
            </a:r>
            <a:r>
              <a:rPr kumimoji="0" lang="fr-FR" sz="1050" i="0" u="none" strike="noStrike" kern="0" cap="none" spc="0" normalizeH="0" baseline="0" noProof="0">
                <a:ln>
                  <a:noFill/>
                </a:ln>
                <a:effectLst/>
                <a:uLnTx/>
                <a:uFillTx/>
                <a:latin typeface="+mj-lt"/>
              </a:rPr>
              <a:t> de la REC</a:t>
            </a:r>
          </a:p>
        </p:txBody>
      </p:sp>
      <p:grpSp>
        <p:nvGrpSpPr>
          <p:cNvPr id="13" name="Groupe 12">
            <a:extLst>
              <a:ext uri="{FF2B5EF4-FFF2-40B4-BE49-F238E27FC236}">
                <a16:creationId xmlns:a16="http://schemas.microsoft.com/office/drawing/2014/main" id="{F997A4F3-9CBA-5F23-3C81-4D586BE4D427}"/>
              </a:ext>
            </a:extLst>
          </p:cNvPr>
          <p:cNvGrpSpPr/>
          <p:nvPr/>
        </p:nvGrpSpPr>
        <p:grpSpPr>
          <a:xfrm>
            <a:off x="7131132" y="1045552"/>
            <a:ext cx="3119929" cy="1199030"/>
            <a:chOff x="8220058" y="946824"/>
            <a:chExt cx="2700000" cy="1199030"/>
          </a:xfrm>
        </p:grpSpPr>
        <p:sp>
          <p:nvSpPr>
            <p:cNvPr id="183" name="TextBox 62">
              <a:extLst>
                <a:ext uri="{FF2B5EF4-FFF2-40B4-BE49-F238E27FC236}">
                  <a16:creationId xmlns:a16="http://schemas.microsoft.com/office/drawing/2014/main" id="{BA2E3E55-1525-3683-6909-2FBF9993D3F1}"/>
                </a:ext>
              </a:extLst>
            </p:cNvPr>
            <p:cNvSpPr txBox="1"/>
            <p:nvPr/>
          </p:nvSpPr>
          <p:spPr bwMode="gray">
            <a:xfrm>
              <a:off x="8220058" y="1064239"/>
              <a:ext cx="2700000" cy="215444"/>
            </a:xfrm>
            <a:prstGeom prst="rect">
              <a:avLst/>
            </a:prstGeom>
            <a:noFill/>
          </p:spPr>
          <p:txBody>
            <a:bodyPr wrap="square" lIns="0" tIns="0" rIns="0" bIns="0" rtlCol="0">
              <a:spAutoFit/>
            </a:bodyPr>
            <a:lstStyle/>
            <a:p>
              <a:pPr marL="0" marR="0" lvl="0" indent="0" defTabSz="914400" eaLnBrk="1" fontAlgn="auto" latinLnBrk="0" hangingPunct="1">
                <a:spcBef>
                  <a:spcPts val="0"/>
                </a:spcBef>
                <a:spcAft>
                  <a:spcPts val="0"/>
                </a:spcAft>
                <a:buClrTx/>
                <a:buSzTx/>
                <a:buFontTx/>
                <a:buNone/>
                <a:tabLst/>
                <a:defRPr/>
              </a:pPr>
              <a:r>
                <a:rPr lang="fr-FR" sz="1400" kern="0"/>
                <a:t>2. </a:t>
              </a:r>
              <a:r>
                <a:rPr kumimoji="0" lang="fr-FR" sz="1400" i="0" u="none" strike="noStrike" kern="0" cap="none" spc="0" normalizeH="0" baseline="0" noProof="0">
                  <a:ln>
                    <a:noFill/>
                  </a:ln>
                  <a:effectLst/>
                  <a:uLnTx/>
                  <a:uFillTx/>
                </a:rPr>
                <a:t>…. </a:t>
              </a:r>
              <a:r>
                <a:rPr kumimoji="0" lang="fr-FR" sz="1400" b="1" i="0" u="none" strike="noStrike" kern="0" cap="none" spc="0" normalizeH="0" baseline="0" noProof="0">
                  <a:ln>
                    <a:noFill/>
                  </a:ln>
                  <a:solidFill>
                    <a:schemeClr val="bg2"/>
                  </a:solidFill>
                  <a:effectLst/>
                  <a:uLnTx/>
                  <a:uFillTx/>
                </a:rPr>
                <a:t>Services essentiels </a:t>
              </a:r>
              <a:r>
                <a:rPr lang="fr-FR" sz="1400" kern="0"/>
                <a:t>à l’aide …</a:t>
              </a:r>
              <a:endParaRPr kumimoji="0" lang="fr-FR" sz="1400" i="0" u="none" strike="noStrike" kern="0" cap="none" spc="0" normalizeH="0" baseline="0" noProof="0">
                <a:ln>
                  <a:noFill/>
                </a:ln>
                <a:effectLst/>
                <a:uLnTx/>
                <a:uFillTx/>
              </a:endParaRPr>
            </a:p>
          </p:txBody>
        </p:sp>
        <p:cxnSp>
          <p:nvCxnSpPr>
            <p:cNvPr id="184" name="Straight Connector 54">
              <a:extLst>
                <a:ext uri="{FF2B5EF4-FFF2-40B4-BE49-F238E27FC236}">
                  <a16:creationId xmlns:a16="http://schemas.microsoft.com/office/drawing/2014/main" id="{7CF8FAEB-0265-8122-347B-4DAEC6DFE21A}"/>
                </a:ext>
              </a:extLst>
            </p:cNvPr>
            <p:cNvCxnSpPr>
              <a:cxnSpLocks/>
            </p:cNvCxnSpPr>
            <p:nvPr/>
          </p:nvCxnSpPr>
          <p:spPr>
            <a:xfrm flipH="1">
              <a:off x="8220058" y="946824"/>
              <a:ext cx="2700000" cy="0"/>
            </a:xfrm>
            <a:prstGeom prst="line">
              <a:avLst/>
            </a:prstGeom>
            <a:ln w="28575" cap="rnd" cmpd="sng" algn="ctr">
              <a:solidFill>
                <a:schemeClr val="accent1">
                  <a:lumMod val="100000"/>
                </a:schemeClr>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2" name="ZoneTexte 201">
              <a:extLst>
                <a:ext uri="{FF2B5EF4-FFF2-40B4-BE49-F238E27FC236}">
                  <a16:creationId xmlns:a16="http://schemas.microsoft.com/office/drawing/2014/main" id="{52AB74FC-E563-9CB2-BE6B-459885385BE1}"/>
                </a:ext>
              </a:extLst>
            </p:cNvPr>
            <p:cNvSpPr txBox="1"/>
            <p:nvPr/>
          </p:nvSpPr>
          <p:spPr>
            <a:xfrm>
              <a:off x="8220058" y="1426820"/>
              <a:ext cx="2700000" cy="719034"/>
            </a:xfrm>
            <a:prstGeom prst="rect">
              <a:avLst/>
            </a:prstGeom>
            <a:noFill/>
          </p:spPr>
          <p:txBody>
            <a:bodyPr wrap="square" lIns="0" tIns="36000" rIns="0" bIns="36000" rtlCol="0">
              <a:spAutoFit/>
            </a:bodyPr>
            <a:lstStyle/>
            <a:p>
              <a:pPr algn="l">
                <a:spcBef>
                  <a:spcPts val="600"/>
                </a:spcBef>
              </a:pPr>
              <a:r>
                <a:rPr lang="fr-FR" sz="1050" i="1"/>
                <a:t>« Un service qui est crucial pour le maintien de fonctions sociétales ou d’activités économiques vitales, de la santé publique et de la sûreté publique, ou de l’environnement ». (Art. 2)</a:t>
              </a:r>
            </a:p>
          </p:txBody>
        </p:sp>
      </p:grpSp>
      <p:grpSp>
        <p:nvGrpSpPr>
          <p:cNvPr id="17" name="Groupe 16">
            <a:extLst>
              <a:ext uri="{FF2B5EF4-FFF2-40B4-BE49-F238E27FC236}">
                <a16:creationId xmlns:a16="http://schemas.microsoft.com/office/drawing/2014/main" id="{8EF7E468-7C54-CE68-B70A-4CA084EDF10E}"/>
              </a:ext>
            </a:extLst>
          </p:cNvPr>
          <p:cNvGrpSpPr/>
          <p:nvPr/>
        </p:nvGrpSpPr>
        <p:grpSpPr>
          <a:xfrm>
            <a:off x="2698981" y="5215330"/>
            <a:ext cx="2984562" cy="1129665"/>
            <a:chOff x="2427030" y="4984883"/>
            <a:chExt cx="2700000" cy="1129665"/>
          </a:xfrm>
        </p:grpSpPr>
        <p:sp>
          <p:nvSpPr>
            <p:cNvPr id="181" name="TextBox 62">
              <a:extLst>
                <a:ext uri="{FF2B5EF4-FFF2-40B4-BE49-F238E27FC236}">
                  <a16:creationId xmlns:a16="http://schemas.microsoft.com/office/drawing/2014/main" id="{180492C6-F121-2FB5-531C-EB27CE23DFBB}"/>
                </a:ext>
              </a:extLst>
            </p:cNvPr>
            <p:cNvSpPr txBox="1"/>
            <p:nvPr/>
          </p:nvSpPr>
          <p:spPr bwMode="gray">
            <a:xfrm>
              <a:off x="2427030" y="5094924"/>
              <a:ext cx="2700000" cy="430887"/>
            </a:xfrm>
            <a:prstGeom prst="rect">
              <a:avLst/>
            </a:prstGeom>
            <a:noFill/>
          </p:spPr>
          <p:txBody>
            <a:bodyPr wrap="square" lIns="0" tIns="0" rIns="0" bIns="0" rtlCol="0">
              <a:spAutoFit/>
            </a:bodyPr>
            <a:lstStyle/>
            <a:p>
              <a:pPr marL="0" marR="0" lvl="0" indent="0" defTabSz="914400" eaLnBrk="1" fontAlgn="auto" latinLnBrk="0" hangingPunct="1">
                <a:spcBef>
                  <a:spcPts val="0"/>
                </a:spcBef>
                <a:spcAft>
                  <a:spcPts val="0"/>
                </a:spcAft>
                <a:buClrTx/>
                <a:buSzTx/>
                <a:buFontTx/>
                <a:buNone/>
                <a:tabLst/>
                <a:defRPr/>
              </a:pPr>
              <a:r>
                <a:rPr kumimoji="0" lang="fr-FR" sz="1400" i="0" u="none" strike="noStrike" kern="0" cap="none" spc="0" normalizeH="0" baseline="0" noProof="0">
                  <a:ln>
                    <a:noFill/>
                  </a:ln>
                  <a:effectLst/>
                  <a:uLnTx/>
                  <a:uFillTx/>
                </a:rPr>
                <a:t>5. … </a:t>
              </a:r>
              <a:r>
                <a:rPr lang="fr-FR" sz="1400" kern="0"/>
                <a:t>la </a:t>
              </a:r>
              <a:r>
                <a:rPr kumimoji="0" lang="fr-FR" sz="1400" b="1" i="0" u="none" strike="noStrike" kern="0" cap="none" spc="0" normalizeH="0" baseline="0">
                  <a:ln>
                    <a:noFill/>
                  </a:ln>
                  <a:solidFill>
                    <a:schemeClr val="bg2"/>
                  </a:solidFill>
                  <a:effectLst/>
                  <a:uLnTx/>
                  <a:uFillTx/>
                </a:rPr>
                <a:t>«résilience » </a:t>
              </a:r>
              <a:r>
                <a:rPr kumimoji="0" lang="fr-FR" sz="1400" i="0" u="none" strike="noStrike" kern="0" cap="none" spc="0" normalizeH="0" baseline="0">
                  <a:ln>
                    <a:noFill/>
                  </a:ln>
                  <a:effectLst/>
                  <a:uLnTx/>
                  <a:uFillTx/>
                </a:rPr>
                <a:t>de leurs services</a:t>
              </a:r>
              <a:r>
                <a:rPr kumimoji="0" lang="fr-FR" sz="1400" b="1" i="0" u="none" strike="noStrike" kern="0" cap="none" spc="0" normalizeH="0" baseline="0">
                  <a:ln>
                    <a:noFill/>
                  </a:ln>
                  <a:solidFill>
                    <a:schemeClr val="bg2"/>
                  </a:solidFill>
                  <a:effectLst/>
                  <a:uLnTx/>
                  <a:uFillTx/>
                </a:rPr>
                <a:t> </a:t>
              </a:r>
              <a:r>
                <a:rPr kumimoji="0" lang="fr-FR" sz="1400" i="0" u="none" strike="noStrike" kern="0" cap="none" spc="0" normalizeH="0" baseline="0">
                  <a:ln>
                    <a:noFill/>
                  </a:ln>
                  <a:effectLst/>
                  <a:uLnTx/>
                  <a:uFillTx/>
                </a:rPr>
                <a:t>…</a:t>
              </a:r>
            </a:p>
          </p:txBody>
        </p:sp>
        <p:cxnSp>
          <p:nvCxnSpPr>
            <p:cNvPr id="182" name="Straight Connector 51">
              <a:extLst>
                <a:ext uri="{FF2B5EF4-FFF2-40B4-BE49-F238E27FC236}">
                  <a16:creationId xmlns:a16="http://schemas.microsoft.com/office/drawing/2014/main" id="{25BE3347-62BF-6183-3BA4-49C891301E03}"/>
                </a:ext>
              </a:extLst>
            </p:cNvPr>
            <p:cNvCxnSpPr>
              <a:cxnSpLocks/>
            </p:cNvCxnSpPr>
            <p:nvPr/>
          </p:nvCxnSpPr>
          <p:spPr>
            <a:xfrm flipH="1">
              <a:off x="2427030" y="4984883"/>
              <a:ext cx="2700000" cy="0"/>
            </a:xfrm>
            <a:prstGeom prst="line">
              <a:avLst/>
            </a:prstGeom>
            <a:ln w="28575" cap="rnd" cmpd="sng" algn="ctr">
              <a:solidFill>
                <a:schemeClr val="accent1">
                  <a:lumMod val="100000"/>
                </a:schemeClr>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2D94E335-4919-2047-949B-2123D8EB7BEF}"/>
                </a:ext>
              </a:extLst>
            </p:cNvPr>
            <p:cNvSpPr txBox="1"/>
            <p:nvPr/>
          </p:nvSpPr>
          <p:spPr>
            <a:xfrm>
              <a:off x="2427030" y="5395514"/>
              <a:ext cx="2700000" cy="719034"/>
            </a:xfrm>
            <a:prstGeom prst="rect">
              <a:avLst/>
            </a:prstGeom>
            <a:noFill/>
          </p:spPr>
          <p:txBody>
            <a:bodyPr wrap="square" lIns="0" tIns="36000" rIns="0" bIns="36000" rtlCol="0">
              <a:spAutoFit/>
            </a:bodyPr>
            <a:lstStyle/>
            <a:p>
              <a:pPr algn="l">
                <a:spcBef>
                  <a:spcPts val="600"/>
                </a:spcBef>
              </a:pPr>
              <a:r>
                <a:rPr lang="fr-FR" sz="1050" i="1"/>
                <a:t>« La capacité d’une entité critique à prévenir tout incident, à s’en protéger, à y réagir, à y résister, à l’atténuer, à  l’absorber, à s’y adapter et à s’en rétablir ». (Art. 2)</a:t>
              </a:r>
            </a:p>
          </p:txBody>
        </p:sp>
      </p:grpSp>
      <p:grpSp>
        <p:nvGrpSpPr>
          <p:cNvPr id="18" name="Groupe 17">
            <a:extLst>
              <a:ext uri="{FF2B5EF4-FFF2-40B4-BE49-F238E27FC236}">
                <a16:creationId xmlns:a16="http://schemas.microsoft.com/office/drawing/2014/main" id="{057771EE-8EEB-D98F-C831-78DE958B10C1}"/>
              </a:ext>
            </a:extLst>
          </p:cNvPr>
          <p:cNvGrpSpPr/>
          <p:nvPr/>
        </p:nvGrpSpPr>
        <p:grpSpPr>
          <a:xfrm>
            <a:off x="249939" y="2928757"/>
            <a:ext cx="2852438" cy="1272746"/>
            <a:chOff x="423877" y="3717284"/>
            <a:chExt cx="2719742" cy="1272746"/>
          </a:xfrm>
        </p:grpSpPr>
        <p:sp>
          <p:nvSpPr>
            <p:cNvPr id="179" name="TextBox 62">
              <a:extLst>
                <a:ext uri="{FF2B5EF4-FFF2-40B4-BE49-F238E27FC236}">
                  <a16:creationId xmlns:a16="http://schemas.microsoft.com/office/drawing/2014/main" id="{D396AD9F-3400-EFDC-4032-D1C9BD3FC952}"/>
                </a:ext>
              </a:extLst>
            </p:cNvPr>
            <p:cNvSpPr txBox="1"/>
            <p:nvPr/>
          </p:nvSpPr>
          <p:spPr bwMode="gray">
            <a:xfrm>
              <a:off x="443619" y="3759962"/>
              <a:ext cx="2700000" cy="215444"/>
            </a:xfrm>
            <a:prstGeom prst="rect">
              <a:avLst/>
            </a:prstGeom>
            <a:noFill/>
          </p:spPr>
          <p:txBody>
            <a:bodyPr wrap="square" lIns="0" tIns="0" rIns="0" bIns="0" rtlCol="0">
              <a:spAutoFit/>
            </a:bodyPr>
            <a:lstStyle/>
            <a:p>
              <a:pPr marL="0" marR="0" lvl="0" indent="0" defTabSz="914400" eaLnBrk="1" fontAlgn="auto" latinLnBrk="0" hangingPunct="1">
                <a:spcBef>
                  <a:spcPts val="0"/>
                </a:spcBef>
                <a:spcAft>
                  <a:spcPts val="0"/>
                </a:spcAft>
                <a:buClrTx/>
                <a:buSzTx/>
                <a:buFontTx/>
                <a:buNone/>
                <a:tabLst/>
                <a:defRPr/>
              </a:pPr>
              <a:r>
                <a:rPr kumimoji="0" lang="fr-FR" sz="1400" i="0" u="none" strike="noStrike" kern="0" cap="none" spc="0" normalizeH="0" baseline="0">
                  <a:ln>
                    <a:noFill/>
                  </a:ln>
                  <a:effectLst/>
                  <a:uLnTx/>
                  <a:uFillTx/>
                </a:rPr>
                <a:t>6. … en cas d’</a:t>
              </a:r>
              <a:r>
                <a:rPr kumimoji="0" lang="fr-FR" sz="1400" b="1" i="0" u="none" strike="noStrike" kern="0" cap="none" spc="0" normalizeH="0" baseline="0" noProof="0">
                  <a:ln>
                    <a:noFill/>
                  </a:ln>
                  <a:solidFill>
                    <a:schemeClr val="bg2"/>
                  </a:solidFill>
                  <a:effectLst/>
                  <a:uLnTx/>
                  <a:uFillTx/>
                </a:rPr>
                <a:t>Incident</a:t>
              </a:r>
              <a:r>
                <a:rPr kumimoji="0" lang="fr-FR" sz="1400" i="0" u="none" strike="noStrike" kern="0" cap="none" spc="0" normalizeH="0" baseline="0" noProof="0">
                  <a:ln>
                    <a:noFill/>
                  </a:ln>
                  <a:effectLst/>
                  <a:uLnTx/>
                  <a:uFillTx/>
                </a:rPr>
                <a:t>.</a:t>
              </a:r>
            </a:p>
          </p:txBody>
        </p:sp>
        <p:cxnSp>
          <p:nvCxnSpPr>
            <p:cNvPr id="180" name="Straight Connector 47">
              <a:extLst>
                <a:ext uri="{FF2B5EF4-FFF2-40B4-BE49-F238E27FC236}">
                  <a16:creationId xmlns:a16="http://schemas.microsoft.com/office/drawing/2014/main" id="{D1C30CB2-C7EE-9A6A-8E36-1A464CA3B346}"/>
                </a:ext>
              </a:extLst>
            </p:cNvPr>
            <p:cNvCxnSpPr>
              <a:cxnSpLocks/>
            </p:cNvCxnSpPr>
            <p:nvPr/>
          </p:nvCxnSpPr>
          <p:spPr>
            <a:xfrm flipH="1">
              <a:off x="423877" y="3717284"/>
              <a:ext cx="2700000" cy="0"/>
            </a:xfrm>
            <a:prstGeom prst="line">
              <a:avLst/>
            </a:prstGeom>
            <a:ln w="28575" cap="rnd" cmpd="sng" algn="ctr">
              <a:solidFill>
                <a:schemeClr val="accent1">
                  <a:lumMod val="100000"/>
                </a:schemeClr>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597F5705-A7FD-6385-6945-827D9125D48B}"/>
                </a:ext>
              </a:extLst>
            </p:cNvPr>
            <p:cNvSpPr txBox="1"/>
            <p:nvPr/>
          </p:nvSpPr>
          <p:spPr>
            <a:xfrm>
              <a:off x="443619" y="4109413"/>
              <a:ext cx="2700000" cy="880617"/>
            </a:xfrm>
            <a:prstGeom prst="rect">
              <a:avLst/>
            </a:prstGeom>
            <a:noFill/>
          </p:spPr>
          <p:txBody>
            <a:bodyPr wrap="square" lIns="0" tIns="36000" rIns="0" bIns="36000" rtlCol="0">
              <a:spAutoFit/>
            </a:bodyPr>
            <a:lstStyle/>
            <a:p>
              <a:pPr algn="l">
                <a:spcBef>
                  <a:spcPts val="600"/>
                </a:spcBef>
              </a:pPr>
              <a:r>
                <a:rPr lang="fr-FR" sz="1050" i="1"/>
                <a:t>« Un événement qui perturbe ou est susceptible de perturber de manière importante la fourniture d’un service essentiel, y compris lorsqu’il affecte les systèmes nationaux qui préservent l’état de droit ». (Art. 2)</a:t>
              </a:r>
            </a:p>
          </p:txBody>
        </p:sp>
      </p:grpSp>
      <p:grpSp>
        <p:nvGrpSpPr>
          <p:cNvPr id="14" name="Groupe 13">
            <a:extLst>
              <a:ext uri="{FF2B5EF4-FFF2-40B4-BE49-F238E27FC236}">
                <a16:creationId xmlns:a16="http://schemas.microsoft.com/office/drawing/2014/main" id="{8AC6ED4B-C8D3-7135-F41C-B98EA6073C43}"/>
              </a:ext>
            </a:extLst>
          </p:cNvPr>
          <p:cNvGrpSpPr/>
          <p:nvPr/>
        </p:nvGrpSpPr>
        <p:grpSpPr>
          <a:xfrm>
            <a:off x="8279356" y="2932877"/>
            <a:ext cx="2700000" cy="1286479"/>
            <a:chOff x="8220058" y="2877933"/>
            <a:chExt cx="2700000" cy="1286479"/>
          </a:xfrm>
        </p:grpSpPr>
        <p:sp>
          <p:nvSpPr>
            <p:cNvPr id="185" name="TextBox 62">
              <a:extLst>
                <a:ext uri="{FF2B5EF4-FFF2-40B4-BE49-F238E27FC236}">
                  <a16:creationId xmlns:a16="http://schemas.microsoft.com/office/drawing/2014/main" id="{F3C4097C-154F-98CE-21C5-66C27627083B}"/>
                </a:ext>
              </a:extLst>
            </p:cNvPr>
            <p:cNvSpPr txBox="1"/>
            <p:nvPr/>
          </p:nvSpPr>
          <p:spPr bwMode="gray">
            <a:xfrm>
              <a:off x="8220058" y="2930863"/>
              <a:ext cx="2700000" cy="430887"/>
            </a:xfrm>
            <a:prstGeom prst="rect">
              <a:avLst/>
            </a:prstGeom>
            <a:noFill/>
          </p:spPr>
          <p:txBody>
            <a:bodyPr wrap="square" lIns="0" tIns="0" rIns="0" bIns="0" rtlCol="0">
              <a:spAutoFit/>
            </a:bodyPr>
            <a:lstStyle/>
            <a:p>
              <a:pPr marL="0" marR="0" lvl="0" indent="0" defTabSz="914400" eaLnBrk="1" fontAlgn="auto" latinLnBrk="0" hangingPunct="1">
                <a:spcBef>
                  <a:spcPts val="0"/>
                </a:spcBef>
                <a:spcAft>
                  <a:spcPts val="0"/>
                </a:spcAft>
                <a:buClrTx/>
                <a:buSzTx/>
                <a:buFontTx/>
                <a:buNone/>
                <a:tabLst/>
                <a:defRPr/>
              </a:pPr>
              <a:r>
                <a:rPr kumimoji="0" lang="fr-FR" sz="1400" i="0" u="none" strike="noStrike" kern="0" cap="none" spc="0" normalizeH="0" baseline="0" noProof="0">
                  <a:ln>
                    <a:noFill/>
                  </a:ln>
                  <a:effectLst/>
                  <a:uLnTx/>
                  <a:uFillTx/>
                </a:rPr>
                <a:t>3. … </a:t>
              </a:r>
              <a:r>
                <a:rPr lang="fr-FR" sz="1400" kern="0"/>
                <a:t>d’</a:t>
              </a:r>
              <a:r>
                <a:rPr kumimoji="0" lang="fr-FR" sz="1400" b="1" i="0" u="none" strike="noStrike" kern="0" cap="none" spc="0" normalizeH="0" baseline="0" noProof="0">
                  <a:ln>
                    <a:noFill/>
                  </a:ln>
                  <a:solidFill>
                    <a:schemeClr val="bg2"/>
                  </a:solidFill>
                  <a:effectLst/>
                  <a:uLnTx/>
                  <a:uFillTx/>
                </a:rPr>
                <a:t>Infrastructures critiques (IC).</a:t>
              </a:r>
              <a:endParaRPr kumimoji="0" lang="fr-FR" sz="1400" i="0" u="none" strike="noStrike" kern="0" cap="none" spc="0" normalizeH="0" baseline="0" noProof="0">
                <a:ln>
                  <a:noFill/>
                </a:ln>
                <a:effectLst/>
                <a:uLnTx/>
                <a:uFillTx/>
              </a:endParaRPr>
            </a:p>
          </p:txBody>
        </p:sp>
        <p:sp>
          <p:nvSpPr>
            <p:cNvPr id="5" name="ZoneTexte 4">
              <a:extLst>
                <a:ext uri="{FF2B5EF4-FFF2-40B4-BE49-F238E27FC236}">
                  <a16:creationId xmlns:a16="http://schemas.microsoft.com/office/drawing/2014/main" id="{E2CC242B-DB51-F7AB-C01E-FF07B43B8F27}"/>
                </a:ext>
              </a:extLst>
            </p:cNvPr>
            <p:cNvSpPr txBox="1"/>
            <p:nvPr/>
          </p:nvSpPr>
          <p:spPr>
            <a:xfrm>
              <a:off x="8220058" y="3283795"/>
              <a:ext cx="2700000" cy="880617"/>
            </a:xfrm>
            <a:prstGeom prst="rect">
              <a:avLst/>
            </a:prstGeom>
            <a:noFill/>
          </p:spPr>
          <p:txBody>
            <a:bodyPr wrap="square" lIns="0" tIns="36000" rIns="0" bIns="36000" rtlCol="0">
              <a:spAutoFit/>
            </a:bodyPr>
            <a:lstStyle/>
            <a:p>
              <a:pPr algn="l">
                <a:spcBef>
                  <a:spcPts val="600"/>
                </a:spcBef>
              </a:pPr>
              <a:r>
                <a:rPr lang="fr-FR" sz="1050" i="1"/>
                <a:t>« Un bien, une installation, un équipement, un réseau ou un système, ou une partie d’un bien, une installation, d’un équipement, d’un réseau ou d’un système, qui est nécessaire à la fourniture d’un service essentiel ». (Art. 2)</a:t>
              </a:r>
            </a:p>
          </p:txBody>
        </p:sp>
        <p:cxnSp>
          <p:nvCxnSpPr>
            <p:cNvPr id="9" name="Straight Connector 54">
              <a:extLst>
                <a:ext uri="{FF2B5EF4-FFF2-40B4-BE49-F238E27FC236}">
                  <a16:creationId xmlns:a16="http://schemas.microsoft.com/office/drawing/2014/main" id="{77D9EC9E-F142-3594-391C-AC19E2F5AED7}"/>
                </a:ext>
              </a:extLst>
            </p:cNvPr>
            <p:cNvCxnSpPr>
              <a:cxnSpLocks/>
            </p:cNvCxnSpPr>
            <p:nvPr/>
          </p:nvCxnSpPr>
          <p:spPr>
            <a:xfrm flipH="1">
              <a:off x="8220058" y="2877933"/>
              <a:ext cx="2700000" cy="0"/>
            </a:xfrm>
            <a:prstGeom prst="line">
              <a:avLst/>
            </a:prstGeom>
            <a:ln w="28575" cap="rnd" cmpd="sng" algn="ctr">
              <a:solidFill>
                <a:schemeClr val="accent1">
                  <a:lumMod val="100000"/>
                </a:schemeClr>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5" name="Groupe 14">
            <a:extLst>
              <a:ext uri="{FF2B5EF4-FFF2-40B4-BE49-F238E27FC236}">
                <a16:creationId xmlns:a16="http://schemas.microsoft.com/office/drawing/2014/main" id="{3D348094-8DE0-A714-96CD-71448981880E}"/>
              </a:ext>
            </a:extLst>
          </p:cNvPr>
          <p:cNvGrpSpPr/>
          <p:nvPr/>
        </p:nvGrpSpPr>
        <p:grpSpPr>
          <a:xfrm>
            <a:off x="7131132" y="4684782"/>
            <a:ext cx="3533768" cy="1821798"/>
            <a:chOff x="8202990" y="4763916"/>
            <a:chExt cx="3058137" cy="1881017"/>
          </a:xfrm>
        </p:grpSpPr>
        <p:sp>
          <p:nvSpPr>
            <p:cNvPr id="187" name="TextBox 62">
              <a:extLst>
                <a:ext uri="{FF2B5EF4-FFF2-40B4-BE49-F238E27FC236}">
                  <a16:creationId xmlns:a16="http://schemas.microsoft.com/office/drawing/2014/main" id="{54CEC2B7-6183-7DEE-A4D8-099986F1E668}"/>
                </a:ext>
              </a:extLst>
            </p:cNvPr>
            <p:cNvSpPr txBox="1"/>
            <p:nvPr/>
          </p:nvSpPr>
          <p:spPr bwMode="gray">
            <a:xfrm>
              <a:off x="8220057" y="4864710"/>
              <a:ext cx="3041070" cy="444893"/>
            </a:xfrm>
            <a:prstGeom prst="rect">
              <a:avLst/>
            </a:prstGeom>
            <a:noFill/>
          </p:spPr>
          <p:txBody>
            <a:bodyPr wrap="square" lIns="0" tIns="0" rIns="0" bIns="0" rtlCol="0">
              <a:spAutoFit/>
            </a:bodyPr>
            <a:lstStyle/>
            <a:p>
              <a:pPr marL="0" marR="0" lvl="0" indent="0" defTabSz="914400" eaLnBrk="1" fontAlgn="auto" latinLnBrk="0" hangingPunct="1">
                <a:spcBef>
                  <a:spcPts val="0"/>
                </a:spcBef>
                <a:spcAft>
                  <a:spcPts val="0"/>
                </a:spcAft>
                <a:buClrTx/>
                <a:buSzTx/>
                <a:buFontTx/>
                <a:buNone/>
                <a:tabLst/>
                <a:defRPr/>
              </a:pPr>
              <a:r>
                <a:rPr lang="fr-FR" sz="1400" kern="0"/>
                <a:t>4. Les entités critiques procèdent à l’</a:t>
              </a:r>
              <a:r>
                <a:rPr kumimoji="0" lang="fr-FR" sz="1400" b="1" i="0" u="none" strike="noStrike" kern="0" cap="none" spc="0" normalizeH="0" baseline="0">
                  <a:ln>
                    <a:noFill/>
                  </a:ln>
                  <a:solidFill>
                    <a:schemeClr val="bg2"/>
                  </a:solidFill>
                  <a:effectLst/>
                  <a:uLnTx/>
                  <a:uFillTx/>
                </a:rPr>
                <a:t>«évaluation des risques»</a:t>
              </a:r>
              <a:r>
                <a:rPr kumimoji="0" lang="fr-FR" sz="1400" i="0" u="none" strike="noStrike" kern="0" cap="none" spc="0" normalizeH="0" baseline="0" noProof="0">
                  <a:ln>
                    <a:noFill/>
                  </a:ln>
                  <a:effectLst/>
                  <a:uLnTx/>
                  <a:uFillTx/>
                </a:rPr>
                <a:t> afin d’assurer….</a:t>
              </a:r>
            </a:p>
          </p:txBody>
        </p:sp>
        <p:sp>
          <p:nvSpPr>
            <p:cNvPr id="6" name="ZoneTexte 5">
              <a:extLst>
                <a:ext uri="{FF2B5EF4-FFF2-40B4-BE49-F238E27FC236}">
                  <a16:creationId xmlns:a16="http://schemas.microsoft.com/office/drawing/2014/main" id="{10E1B10E-BC8A-C2CD-219D-5C58AB8E2E8E}"/>
                </a:ext>
              </a:extLst>
            </p:cNvPr>
            <p:cNvSpPr txBox="1"/>
            <p:nvPr/>
          </p:nvSpPr>
          <p:spPr>
            <a:xfrm>
              <a:off x="8202990" y="5402021"/>
              <a:ext cx="3041069" cy="1242912"/>
            </a:xfrm>
            <a:prstGeom prst="rect">
              <a:avLst/>
            </a:prstGeom>
            <a:noFill/>
          </p:spPr>
          <p:txBody>
            <a:bodyPr wrap="square" lIns="0" tIns="36000" rIns="0" bIns="36000" rtlCol="0">
              <a:spAutoFit/>
            </a:bodyPr>
            <a:lstStyle/>
            <a:p>
              <a:pPr algn="l">
                <a:spcBef>
                  <a:spcPts val="600"/>
                </a:spcBef>
              </a:pPr>
              <a:r>
                <a:rPr lang="fr-FR" sz="1050" i="1"/>
                <a:t>« L’ensemble du processus permettant de déterminer la nature et l’étendue d’un risque en déterminant et en analysant les menaces, les vulnérabilités et les dangers potentiels pertinents qui pourraient conduire à un incident et en évaluant la perte ou la perturbation potentielle de la fourniture d’un service essentiel causée par cet incident ». (Art.2)</a:t>
              </a:r>
            </a:p>
          </p:txBody>
        </p:sp>
        <p:cxnSp>
          <p:nvCxnSpPr>
            <p:cNvPr id="10" name="Straight Connector 54">
              <a:extLst>
                <a:ext uri="{FF2B5EF4-FFF2-40B4-BE49-F238E27FC236}">
                  <a16:creationId xmlns:a16="http://schemas.microsoft.com/office/drawing/2014/main" id="{5D366112-22FB-CED8-A6E8-614A2849986E}"/>
                </a:ext>
              </a:extLst>
            </p:cNvPr>
            <p:cNvCxnSpPr>
              <a:cxnSpLocks/>
            </p:cNvCxnSpPr>
            <p:nvPr/>
          </p:nvCxnSpPr>
          <p:spPr>
            <a:xfrm flipH="1">
              <a:off x="8220058" y="4763916"/>
              <a:ext cx="2700000" cy="0"/>
            </a:xfrm>
            <a:prstGeom prst="line">
              <a:avLst/>
            </a:prstGeom>
            <a:ln w="28575" cap="rnd" cmpd="sng" algn="ctr">
              <a:solidFill>
                <a:schemeClr val="accent1">
                  <a:lumMod val="100000"/>
                </a:schemeClr>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Groupe 11">
            <a:extLst>
              <a:ext uri="{FF2B5EF4-FFF2-40B4-BE49-F238E27FC236}">
                <a16:creationId xmlns:a16="http://schemas.microsoft.com/office/drawing/2014/main" id="{B28386B3-43EB-29E8-C0DB-2A9E731DADF3}"/>
              </a:ext>
            </a:extLst>
          </p:cNvPr>
          <p:cNvGrpSpPr/>
          <p:nvPr/>
        </p:nvGrpSpPr>
        <p:grpSpPr>
          <a:xfrm>
            <a:off x="982604" y="1045552"/>
            <a:ext cx="4537602" cy="981870"/>
            <a:chOff x="1351803" y="946824"/>
            <a:chExt cx="3403201" cy="1083611"/>
          </a:xfrm>
        </p:grpSpPr>
        <p:sp>
          <p:nvSpPr>
            <p:cNvPr id="201" name="ZoneTexte 200">
              <a:extLst>
                <a:ext uri="{FF2B5EF4-FFF2-40B4-BE49-F238E27FC236}">
                  <a16:creationId xmlns:a16="http://schemas.microsoft.com/office/drawing/2014/main" id="{E7C96FF8-383C-4192-E58B-CF4BFAABB5CA}"/>
                </a:ext>
              </a:extLst>
            </p:cNvPr>
            <p:cNvSpPr txBox="1"/>
            <p:nvPr/>
          </p:nvSpPr>
          <p:spPr>
            <a:xfrm>
              <a:off x="1351803" y="1415221"/>
              <a:ext cx="3403201" cy="615214"/>
            </a:xfrm>
            <a:prstGeom prst="rect">
              <a:avLst/>
            </a:prstGeom>
            <a:noFill/>
          </p:spPr>
          <p:txBody>
            <a:bodyPr wrap="square" lIns="0" tIns="36000" rIns="0" bIns="36000" rtlCol="0">
              <a:spAutoFit/>
            </a:bodyPr>
            <a:lstStyle/>
            <a:p>
              <a:pPr algn="l">
                <a:spcBef>
                  <a:spcPts val="600"/>
                </a:spcBef>
              </a:pPr>
              <a:r>
                <a:rPr lang="fr-FR" sz="1050" i="1"/>
                <a:t>« Une entité publique ou privée qui a été désignée par un État membre conformément à l’article 6 comme appartenant à l’une des catégories qui figurent dans la troisième colonne du tableau de l’annexe ».  (Art. 2)</a:t>
              </a:r>
            </a:p>
          </p:txBody>
        </p:sp>
        <p:grpSp>
          <p:nvGrpSpPr>
            <p:cNvPr id="11" name="Groupe 10">
              <a:extLst>
                <a:ext uri="{FF2B5EF4-FFF2-40B4-BE49-F238E27FC236}">
                  <a16:creationId xmlns:a16="http://schemas.microsoft.com/office/drawing/2014/main" id="{E47A88C7-F30B-A263-1D6A-41D93CD4CB22}"/>
                </a:ext>
              </a:extLst>
            </p:cNvPr>
            <p:cNvGrpSpPr/>
            <p:nvPr/>
          </p:nvGrpSpPr>
          <p:grpSpPr>
            <a:xfrm>
              <a:off x="1351803" y="946824"/>
              <a:ext cx="2700000" cy="272430"/>
              <a:chOff x="1351803" y="946824"/>
              <a:chExt cx="2700000" cy="272430"/>
            </a:xfrm>
          </p:grpSpPr>
          <p:sp>
            <p:nvSpPr>
              <p:cNvPr id="177" name="TextBox 62">
                <a:extLst>
                  <a:ext uri="{FF2B5EF4-FFF2-40B4-BE49-F238E27FC236}">
                    <a16:creationId xmlns:a16="http://schemas.microsoft.com/office/drawing/2014/main" id="{BD3AE12F-4DC2-68B4-F8E3-B1564532B2A1}"/>
                  </a:ext>
                </a:extLst>
              </p:cNvPr>
              <p:cNvSpPr txBox="1"/>
              <p:nvPr/>
            </p:nvSpPr>
            <p:spPr bwMode="gray">
              <a:xfrm>
                <a:off x="1351803" y="981486"/>
                <a:ext cx="2700000" cy="237768"/>
              </a:xfrm>
              <a:prstGeom prst="rect">
                <a:avLst/>
              </a:prstGeom>
              <a:noFill/>
            </p:spPr>
            <p:txBody>
              <a:bodyPr wrap="square" lIns="0" tIns="0" rIns="0" bIns="0" rtlCol="0">
                <a:spAutoFit/>
              </a:bodyPr>
              <a:lstStyle/>
              <a:p>
                <a:pPr marL="0" marR="0" lvl="0" indent="0" defTabSz="914400" eaLnBrk="1" fontAlgn="auto" latinLnBrk="0" hangingPunct="1">
                  <a:spcBef>
                    <a:spcPts val="0"/>
                  </a:spcBef>
                  <a:spcAft>
                    <a:spcPts val="0"/>
                  </a:spcAft>
                  <a:buClrTx/>
                  <a:buSzTx/>
                  <a:buFontTx/>
                  <a:buNone/>
                  <a:tabLst/>
                  <a:defRPr/>
                </a:pPr>
                <a:r>
                  <a:rPr kumimoji="0" lang="fr-FR" sz="1400" i="0" u="none" strike="noStrike" kern="0" cap="none" spc="0" normalizeH="0" baseline="0" noProof="0">
                    <a:ln>
                      <a:noFill/>
                    </a:ln>
                    <a:effectLst/>
                    <a:uLnTx/>
                    <a:uFillTx/>
                  </a:rPr>
                  <a:t>1. Des </a:t>
                </a:r>
                <a:r>
                  <a:rPr kumimoji="0" lang="fr-FR" sz="1400" b="1" i="0" u="none" strike="noStrike" kern="0" cap="none" spc="0" normalizeH="0" baseline="0" noProof="0">
                    <a:ln>
                      <a:noFill/>
                    </a:ln>
                    <a:solidFill>
                      <a:schemeClr val="bg2"/>
                    </a:solidFill>
                    <a:effectLst/>
                    <a:uLnTx/>
                    <a:uFillTx/>
                  </a:rPr>
                  <a:t>entités critiques </a:t>
                </a:r>
                <a:r>
                  <a:rPr lang="fr-FR" sz="1400" kern="0"/>
                  <a:t>qui</a:t>
                </a:r>
                <a:r>
                  <a:rPr kumimoji="0" lang="fr-FR" sz="1400" b="1" i="0" u="none" strike="noStrike" kern="0" cap="none" spc="0" normalizeH="0" baseline="0" noProof="0">
                    <a:ln>
                      <a:noFill/>
                    </a:ln>
                    <a:solidFill>
                      <a:schemeClr val="bg2"/>
                    </a:solidFill>
                    <a:effectLst/>
                    <a:uLnTx/>
                    <a:uFillTx/>
                  </a:rPr>
                  <a:t> </a:t>
                </a:r>
                <a:r>
                  <a:rPr kumimoji="0" lang="fr-FR" sz="1400" i="0" u="none" strike="noStrike" kern="0" cap="none" spc="0" normalizeH="0" baseline="0" noProof="0">
                    <a:ln>
                      <a:noFill/>
                    </a:ln>
                    <a:effectLst/>
                    <a:uLnTx/>
                    <a:uFillTx/>
                  </a:rPr>
                  <a:t>réalisent des … </a:t>
                </a:r>
              </a:p>
            </p:txBody>
          </p:sp>
          <p:cxnSp>
            <p:nvCxnSpPr>
              <p:cNvPr id="178" name="Straight Connector 43">
                <a:extLst>
                  <a:ext uri="{FF2B5EF4-FFF2-40B4-BE49-F238E27FC236}">
                    <a16:creationId xmlns:a16="http://schemas.microsoft.com/office/drawing/2014/main" id="{708DD7D4-8544-67F8-EC25-9BC60731B125}"/>
                  </a:ext>
                </a:extLst>
              </p:cNvPr>
              <p:cNvCxnSpPr>
                <a:cxnSpLocks/>
              </p:cNvCxnSpPr>
              <p:nvPr/>
            </p:nvCxnSpPr>
            <p:spPr>
              <a:xfrm flipH="1">
                <a:off x="1351803" y="946824"/>
                <a:ext cx="2700000" cy="0"/>
              </a:xfrm>
              <a:prstGeom prst="line">
                <a:avLst/>
              </a:prstGeom>
              <a:ln w="28575" cap="rnd" cmpd="sng" algn="ctr">
                <a:solidFill>
                  <a:schemeClr val="accent1">
                    <a:lumMod val="100000"/>
                  </a:schemeClr>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812070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828D3BD5-08A2-1E84-7E75-A604F0C04316}"/>
              </a:ext>
            </a:extLst>
          </p:cNvPr>
          <p:cNvSpPr>
            <a:spLocks noGrp="1"/>
          </p:cNvSpPr>
          <p:nvPr>
            <p:ph type="body" sz="quarter" idx="13"/>
          </p:nvPr>
        </p:nvSpPr>
        <p:spPr/>
        <p:txBody>
          <a:bodyPr/>
          <a:lstStyle/>
          <a:p>
            <a:r>
              <a:rPr lang="fr-FR">
                <a:latin typeface="+mn-lt"/>
              </a:rPr>
              <a:t>INTRODUCTION A LA REC</a:t>
            </a:r>
          </a:p>
        </p:txBody>
      </p:sp>
      <p:sp>
        <p:nvSpPr>
          <p:cNvPr id="3" name="Espace réservé du texte 2">
            <a:extLst>
              <a:ext uri="{FF2B5EF4-FFF2-40B4-BE49-F238E27FC236}">
                <a16:creationId xmlns:a16="http://schemas.microsoft.com/office/drawing/2014/main" id="{E6CA34A0-F88E-2DC7-68F6-C48A987040FC}"/>
              </a:ext>
            </a:extLst>
          </p:cNvPr>
          <p:cNvSpPr>
            <a:spLocks noGrp="1"/>
          </p:cNvSpPr>
          <p:nvPr>
            <p:ph type="body" sz="quarter" idx="15"/>
          </p:nvPr>
        </p:nvSpPr>
        <p:spPr/>
        <p:txBody>
          <a:bodyPr/>
          <a:lstStyle/>
          <a:p>
            <a:endParaRPr lang="fr-FR"/>
          </a:p>
        </p:txBody>
      </p:sp>
      <p:sp>
        <p:nvSpPr>
          <p:cNvPr id="4" name="Titre 3">
            <a:extLst>
              <a:ext uri="{FF2B5EF4-FFF2-40B4-BE49-F238E27FC236}">
                <a16:creationId xmlns:a16="http://schemas.microsoft.com/office/drawing/2014/main" id="{4675B111-CEB2-76B3-FB83-68CE8A16C28D}"/>
              </a:ext>
            </a:extLst>
          </p:cNvPr>
          <p:cNvSpPr>
            <a:spLocks noGrp="1"/>
          </p:cNvSpPr>
          <p:nvPr>
            <p:ph type="title"/>
          </p:nvPr>
        </p:nvSpPr>
        <p:spPr>
          <a:xfrm>
            <a:off x="425354" y="404667"/>
            <a:ext cx="11342769" cy="442769"/>
          </a:xfrm>
        </p:spPr>
        <p:txBody>
          <a:bodyPr/>
          <a:lstStyle/>
          <a:p>
            <a:r>
              <a:rPr lang="fr-FR"/>
              <a:t>Les obligations de la REC pour les Etats membres</a:t>
            </a:r>
          </a:p>
        </p:txBody>
      </p:sp>
      <p:grpSp>
        <p:nvGrpSpPr>
          <p:cNvPr id="61" name="Groupe 60">
            <a:extLst>
              <a:ext uri="{FF2B5EF4-FFF2-40B4-BE49-F238E27FC236}">
                <a16:creationId xmlns:a16="http://schemas.microsoft.com/office/drawing/2014/main" id="{0D121240-64C8-3C89-8DDB-B9F8D2CB4217}"/>
              </a:ext>
            </a:extLst>
          </p:cNvPr>
          <p:cNvGrpSpPr/>
          <p:nvPr/>
        </p:nvGrpSpPr>
        <p:grpSpPr>
          <a:xfrm>
            <a:off x="1493520" y="1095829"/>
            <a:ext cx="9204959" cy="5249900"/>
            <a:chOff x="1930400" y="1154259"/>
            <a:chExt cx="9204959" cy="5249900"/>
          </a:xfrm>
        </p:grpSpPr>
        <p:sp>
          <p:nvSpPr>
            <p:cNvPr id="9" name="Rectangle 395">
              <a:extLst>
                <a:ext uri="{FF2B5EF4-FFF2-40B4-BE49-F238E27FC236}">
                  <a16:creationId xmlns:a16="http://schemas.microsoft.com/office/drawing/2014/main" id="{E8EF0946-9160-11F8-2C15-F08A7EE2CC05}"/>
                </a:ext>
              </a:extLst>
            </p:cNvPr>
            <p:cNvSpPr>
              <a:spLocks noChangeArrowheads="1"/>
            </p:cNvSpPr>
            <p:nvPr/>
          </p:nvSpPr>
          <p:spPr bwMode="gray">
            <a:xfrm>
              <a:off x="1930400" y="1154259"/>
              <a:ext cx="9204959" cy="437451"/>
            </a:xfrm>
            <a:prstGeom prst="round2SameRect">
              <a:avLst>
                <a:gd name="adj1" fmla="val 11000"/>
                <a:gd name="adj2" fmla="val 0"/>
              </a:avLst>
            </a:prstGeom>
            <a:solidFill>
              <a:schemeClr val="bg2"/>
            </a:solidFill>
            <a:ln w="9525">
              <a:noFill/>
              <a:miter lim="800000"/>
              <a:headEnd/>
              <a:tailEnd/>
            </a:ln>
            <a:effectLst/>
          </p:spPr>
          <p:txBody>
            <a:bodyPr lIns="0" tIns="0" rIns="0" bIns="0" anchor="ctr"/>
            <a:lstStyle>
              <a:lvl1pPr defTabSz="801688">
                <a:defRPr>
                  <a:solidFill>
                    <a:schemeClr val="tx1"/>
                  </a:solidFill>
                  <a:latin typeface="Arial" charset="0"/>
                  <a:cs typeface="Arial" charset="0"/>
                </a:defRPr>
              </a:lvl1pPr>
              <a:lvl2pPr marL="742950" indent="-285750" defTabSz="801688">
                <a:defRPr>
                  <a:solidFill>
                    <a:schemeClr val="tx1"/>
                  </a:solidFill>
                  <a:latin typeface="Arial" charset="0"/>
                  <a:cs typeface="Arial" charset="0"/>
                </a:defRPr>
              </a:lvl2pPr>
              <a:lvl3pPr marL="1143000" indent="-228600" defTabSz="801688">
                <a:defRPr>
                  <a:solidFill>
                    <a:schemeClr val="tx1"/>
                  </a:solidFill>
                  <a:latin typeface="Arial" charset="0"/>
                  <a:cs typeface="Arial" charset="0"/>
                </a:defRPr>
              </a:lvl3pPr>
              <a:lvl4pPr marL="1600200" indent="-228600" defTabSz="801688">
                <a:defRPr>
                  <a:solidFill>
                    <a:schemeClr val="tx1"/>
                  </a:solidFill>
                  <a:latin typeface="Arial" charset="0"/>
                  <a:cs typeface="Arial" charset="0"/>
                </a:defRPr>
              </a:lvl4pPr>
              <a:lvl5pPr marL="2057400" indent="-228600" defTabSz="801688">
                <a:defRPr>
                  <a:solidFill>
                    <a:schemeClr val="tx1"/>
                  </a:solidFill>
                  <a:latin typeface="Arial" charset="0"/>
                  <a:cs typeface="Arial" charset="0"/>
                </a:defRPr>
              </a:lvl5pPr>
              <a:lvl6pPr marL="2514600" indent="-228600" defTabSz="801688" fontAlgn="base">
                <a:spcBef>
                  <a:spcPct val="0"/>
                </a:spcBef>
                <a:spcAft>
                  <a:spcPct val="0"/>
                </a:spcAft>
                <a:defRPr>
                  <a:solidFill>
                    <a:schemeClr val="tx1"/>
                  </a:solidFill>
                  <a:latin typeface="Arial" charset="0"/>
                  <a:cs typeface="Arial" charset="0"/>
                </a:defRPr>
              </a:lvl6pPr>
              <a:lvl7pPr marL="2971800" indent="-228600" defTabSz="801688" fontAlgn="base">
                <a:spcBef>
                  <a:spcPct val="0"/>
                </a:spcBef>
                <a:spcAft>
                  <a:spcPct val="0"/>
                </a:spcAft>
                <a:defRPr>
                  <a:solidFill>
                    <a:schemeClr val="tx1"/>
                  </a:solidFill>
                  <a:latin typeface="Arial" charset="0"/>
                  <a:cs typeface="Arial" charset="0"/>
                </a:defRPr>
              </a:lvl7pPr>
              <a:lvl8pPr marL="3429000" indent="-228600" defTabSz="801688" fontAlgn="base">
                <a:spcBef>
                  <a:spcPct val="0"/>
                </a:spcBef>
                <a:spcAft>
                  <a:spcPct val="0"/>
                </a:spcAft>
                <a:defRPr>
                  <a:solidFill>
                    <a:schemeClr val="tx1"/>
                  </a:solidFill>
                  <a:latin typeface="Arial" charset="0"/>
                  <a:cs typeface="Arial" charset="0"/>
                </a:defRPr>
              </a:lvl8pPr>
              <a:lvl9pPr marL="3886200" indent="-228600" defTabSz="801688" fontAlgn="base">
                <a:spcBef>
                  <a:spcPct val="0"/>
                </a:spcBef>
                <a:spcAft>
                  <a:spcPct val="0"/>
                </a:spcAft>
                <a:defRPr>
                  <a:solidFill>
                    <a:schemeClr val="tx1"/>
                  </a:solidFill>
                  <a:latin typeface="Arial" charset="0"/>
                  <a:cs typeface="Arial" charset="0"/>
                </a:defRPr>
              </a:lvl9pPr>
            </a:lstStyle>
            <a:p>
              <a:pPr algn="ctr" eaLnBrk="0" hangingPunct="0"/>
              <a:r>
                <a:rPr lang="fr-FR" sz="1600" b="1" noProof="1">
                  <a:solidFill>
                    <a:schemeClr val="bg1"/>
                  </a:solidFill>
                  <a:latin typeface="+mn-lt"/>
                </a:rPr>
                <a:t>Exigences de la REC européenne pour les Etats membres et déclinaison dans la transposition française</a:t>
              </a:r>
            </a:p>
          </p:txBody>
        </p:sp>
        <p:sp>
          <p:nvSpPr>
            <p:cNvPr id="11" name="Text placeholder 1" descr="&#10;">
              <a:extLst>
                <a:ext uri="{FF2B5EF4-FFF2-40B4-BE49-F238E27FC236}">
                  <a16:creationId xmlns:a16="http://schemas.microsoft.com/office/drawing/2014/main" id="{FF2B5966-801F-234E-3292-56F099D801A8}"/>
                </a:ext>
              </a:extLst>
            </p:cNvPr>
            <p:cNvSpPr txBox="1">
              <a:spLocks/>
            </p:cNvSpPr>
            <p:nvPr/>
          </p:nvSpPr>
          <p:spPr>
            <a:xfrm>
              <a:off x="1930400" y="1681689"/>
              <a:ext cx="9204959" cy="4722470"/>
            </a:xfrm>
            <a:prstGeom prst="round2SameRect">
              <a:avLst>
                <a:gd name="adj1" fmla="val 0"/>
                <a:gd name="adj2" fmla="val 0"/>
              </a:avLst>
            </a:prstGeom>
            <a:solidFill>
              <a:schemeClr val="bg1"/>
            </a:solidFill>
            <a:ln w="9525" cap="flat" cmpd="sng" algn="ctr">
              <a:solidFill>
                <a:schemeClr val="bg1">
                  <a:lumMod val="95000"/>
                </a:schemeClr>
              </a:solidFill>
              <a:prstDash val="solid"/>
              <a:round/>
              <a:headEnd type="none" w="med" len="med"/>
              <a:tailEnd type="none" w="med" len="med"/>
            </a:ln>
          </p:spPr>
          <p:txBody>
            <a:bodyPr vert="horz" lIns="108000" tIns="108000" rIns="108000" bIns="108000" numCol="2" spcCol="180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a:solidFill>
                    <a:schemeClr val="tx1"/>
                  </a:solidFill>
                  <a:latin typeface="+mn-lt"/>
                  <a:ea typeface="+mn-ea"/>
                  <a:cs typeface="+mn-cs"/>
                </a:defRPr>
              </a:lvl9pPr>
            </a:lstStyle>
            <a:p>
              <a:pPr marL="540000" lvl="2" indent="0" algn="just">
                <a:buSzPct val="150000"/>
                <a:buNone/>
              </a:pPr>
              <a:endParaRPr lang="fr-FR" sz="1100"/>
            </a:p>
          </p:txBody>
        </p:sp>
        <p:sp>
          <p:nvSpPr>
            <p:cNvPr id="12" name="TextBox 396" descr="&#10;">
              <a:extLst>
                <a:ext uri="{FF2B5EF4-FFF2-40B4-BE49-F238E27FC236}">
                  <a16:creationId xmlns:a16="http://schemas.microsoft.com/office/drawing/2014/main" id="{0B771D22-2672-CD47-0565-C28C30D0CD12}"/>
                </a:ext>
              </a:extLst>
            </p:cNvPr>
            <p:cNvSpPr txBox="1">
              <a:spLocks/>
            </p:cNvSpPr>
            <p:nvPr/>
          </p:nvSpPr>
          <p:spPr>
            <a:xfrm>
              <a:off x="2424160" y="1681689"/>
              <a:ext cx="4064000" cy="868471"/>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92075" lvl="2" indent="0" algn="just">
                <a:buSzPct val="150000"/>
                <a:buNone/>
              </a:pPr>
              <a:r>
                <a:rPr lang="fr-FR" sz="1100"/>
                <a:t>Adoption d’une </a:t>
              </a:r>
              <a:r>
                <a:rPr lang="fr-FR" sz="1100" b="1"/>
                <a:t>stratégie de résilience des entités critiques</a:t>
              </a:r>
              <a:r>
                <a:rPr lang="fr-FR" sz="1100"/>
                <a:t>, avec des objectifs stratégiques et des mesures politiques</a:t>
              </a:r>
            </a:p>
            <a:p>
              <a:pPr marL="715963" lvl="3" indent="0" algn="just">
                <a:buSzPct val="150000"/>
                <a:buNone/>
              </a:pPr>
              <a:r>
                <a:rPr lang="fr-FR" sz="1100"/>
                <a:t>Mise en place des mécanismes de </a:t>
              </a:r>
              <a:r>
                <a:rPr lang="fr-FR" sz="1100" b="1"/>
                <a:t>gestion de crise à l’échelle nationale</a:t>
              </a:r>
              <a:endParaRPr lang="fr-FR" sz="1100"/>
            </a:p>
          </p:txBody>
        </p:sp>
        <p:sp>
          <p:nvSpPr>
            <p:cNvPr id="13" name="TextBox 396" descr="&#10;">
              <a:extLst>
                <a:ext uri="{FF2B5EF4-FFF2-40B4-BE49-F238E27FC236}">
                  <a16:creationId xmlns:a16="http://schemas.microsoft.com/office/drawing/2014/main" id="{E0E79B9E-07F9-70BB-70AD-849AF9063CFC}"/>
                </a:ext>
              </a:extLst>
            </p:cNvPr>
            <p:cNvSpPr txBox="1">
              <a:spLocks/>
            </p:cNvSpPr>
            <p:nvPr/>
          </p:nvSpPr>
          <p:spPr>
            <a:xfrm>
              <a:off x="2424160" y="2590800"/>
              <a:ext cx="4064000" cy="2162723"/>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92075" lvl="2" indent="0" algn="just">
                <a:buSzPct val="150000"/>
                <a:buNone/>
              </a:pPr>
              <a:r>
                <a:rPr lang="fr-FR" sz="1100"/>
                <a:t>Adoption de </a:t>
              </a:r>
              <a:r>
                <a:rPr lang="fr-FR" sz="1100" b="1"/>
                <a:t>mesures </a:t>
              </a:r>
              <a:r>
                <a:rPr lang="fr-FR" sz="1100"/>
                <a:t>pour garantir que les services essentiels soient fournis dans le marché intérieur ; ces mesures impliquent spécifiquement </a:t>
              </a:r>
              <a:r>
                <a:rPr lang="fr-FR" sz="1100" b="1"/>
                <a:t>le recensement </a:t>
              </a:r>
              <a:r>
                <a:rPr lang="fr-FR" sz="1100"/>
                <a:t>et </a:t>
              </a:r>
              <a:r>
                <a:rPr lang="fr-FR" sz="1100" b="1"/>
                <a:t>l’aide aux entités critiques</a:t>
              </a:r>
              <a:endParaRPr lang="fr-FR" sz="1100"/>
            </a:p>
            <a:p>
              <a:pPr marL="720000" marR="0" lvl="3" indent="-1587" algn="just" defTabSz="914400" rtl="0" eaLnBrk="1" fontAlgn="auto" latinLnBrk="0" hangingPunct="1">
                <a:lnSpc>
                  <a:spcPct val="100000"/>
                </a:lnSpc>
                <a:spcBef>
                  <a:spcPts val="50"/>
                </a:spcBef>
                <a:spcAft>
                  <a:spcPts val="0"/>
                </a:spcAft>
                <a:buClrTx/>
                <a:buSzPct val="150000"/>
                <a:buFontTx/>
                <a:buNone/>
                <a:tabLst/>
                <a:defRPr/>
              </a:pPr>
              <a:r>
                <a:rPr kumimoji="0" lang="fr-FR" sz="1100" b="0" i="0" u="none" strike="noStrike" kern="1200" cap="none" spc="0" normalizeH="0" baseline="0" noProof="0">
                  <a:ln>
                    <a:noFill/>
                  </a:ln>
                  <a:solidFill>
                    <a:srgbClr val="000000"/>
                  </a:solidFill>
                  <a:effectLst/>
                  <a:uLnTx/>
                  <a:uFillTx/>
                  <a:latin typeface="Aptos"/>
                  <a:ea typeface="+mn-ea"/>
                  <a:cs typeface="+mn-cs"/>
                </a:rPr>
                <a:t>Un décret en Conseil d’Etat précise les </a:t>
              </a:r>
              <a:r>
                <a:rPr kumimoji="0" lang="fr-FR" sz="1100" b="1" i="0" u="none" strike="noStrike" kern="1200" cap="none" spc="0" normalizeH="0" baseline="0" noProof="0">
                  <a:ln>
                    <a:noFill/>
                  </a:ln>
                  <a:solidFill>
                    <a:srgbClr val="000000"/>
                  </a:solidFill>
                  <a:effectLst/>
                  <a:uLnTx/>
                  <a:uFillTx/>
                  <a:latin typeface="Aptos"/>
                  <a:ea typeface="+mn-ea"/>
                  <a:cs typeface="+mn-cs"/>
                </a:rPr>
                <a:t>mesures de résilience pour chaque catégorie d’OIV</a:t>
              </a:r>
            </a:p>
            <a:p>
              <a:pPr marL="720000" marR="0" lvl="3" indent="-1587" algn="just" defTabSz="914400" rtl="0" eaLnBrk="1" fontAlgn="auto" latinLnBrk="0" hangingPunct="1">
                <a:lnSpc>
                  <a:spcPct val="100000"/>
                </a:lnSpc>
                <a:spcBef>
                  <a:spcPts val="50"/>
                </a:spcBef>
                <a:spcAft>
                  <a:spcPts val="0"/>
                </a:spcAft>
                <a:buClrTx/>
                <a:buSzPct val="150000"/>
                <a:buFontTx/>
                <a:buNone/>
                <a:tabLst/>
                <a:defRPr/>
              </a:pPr>
              <a:r>
                <a:rPr kumimoji="0" lang="fr-FR" sz="1100" b="0" i="0" u="none" strike="noStrike" kern="1200" cap="none" spc="0" normalizeH="0" baseline="0" noProof="0">
                  <a:ln>
                    <a:noFill/>
                  </a:ln>
                  <a:solidFill>
                    <a:srgbClr val="000000"/>
                  </a:solidFill>
                  <a:effectLst/>
                  <a:uLnTx/>
                  <a:uFillTx/>
                  <a:latin typeface="Aptos"/>
                  <a:ea typeface="+mn-ea"/>
                  <a:cs typeface="+mn-cs"/>
                </a:rPr>
                <a:t>Les autorités valident le Plan de résilience opérateur et le Plan particulier de résilience</a:t>
              </a:r>
            </a:p>
            <a:p>
              <a:pPr marL="720000" marR="0" lvl="3" indent="-1587" algn="just" defTabSz="914400" rtl="0" eaLnBrk="1" fontAlgn="auto" latinLnBrk="0" hangingPunct="1">
                <a:lnSpc>
                  <a:spcPct val="100000"/>
                </a:lnSpc>
                <a:spcBef>
                  <a:spcPts val="50"/>
                </a:spcBef>
                <a:spcAft>
                  <a:spcPts val="0"/>
                </a:spcAft>
                <a:buClrTx/>
                <a:buSzPct val="150000"/>
                <a:buFontTx/>
                <a:buNone/>
                <a:tabLst/>
                <a:defRPr/>
              </a:pPr>
              <a:r>
                <a:rPr kumimoji="0" lang="fr-FR" sz="1100" b="1" i="0" u="none" strike="noStrike" kern="1200" cap="none" spc="0" normalizeH="0" baseline="0" noProof="0">
                  <a:ln>
                    <a:noFill/>
                  </a:ln>
                  <a:solidFill>
                    <a:srgbClr val="000000"/>
                  </a:solidFill>
                  <a:effectLst/>
                  <a:uLnTx/>
                  <a:uFillTx/>
                  <a:latin typeface="Aptos"/>
                  <a:ea typeface="+mn-ea"/>
                  <a:cs typeface="+mn-cs"/>
                </a:rPr>
                <a:t>L’Etat peut imposer </a:t>
              </a:r>
              <a:r>
                <a:rPr kumimoji="0" lang="fr-FR" sz="1100" b="0" i="0" u="none" strike="noStrike" kern="1200" cap="none" spc="0" normalizeH="0" baseline="0" noProof="0">
                  <a:ln>
                    <a:noFill/>
                  </a:ln>
                  <a:solidFill>
                    <a:srgbClr val="000000"/>
                  </a:solidFill>
                  <a:effectLst/>
                  <a:uLnTx/>
                  <a:uFillTx/>
                  <a:latin typeface="Aptos"/>
                  <a:ea typeface="+mn-ea"/>
                  <a:cs typeface="+mn-cs"/>
                </a:rPr>
                <a:t>à un OIV de constituer </a:t>
              </a:r>
              <a:r>
                <a:rPr kumimoji="0" lang="fr-FR" sz="1100" b="1" i="0" u="none" strike="noStrike" kern="1200" cap="none" spc="0" normalizeH="0" baseline="0" noProof="0">
                  <a:ln>
                    <a:noFill/>
                  </a:ln>
                  <a:solidFill>
                    <a:srgbClr val="000000"/>
                  </a:solidFill>
                  <a:effectLst/>
                  <a:uLnTx/>
                  <a:uFillTx/>
                  <a:latin typeface="Aptos"/>
                  <a:ea typeface="+mn-ea"/>
                  <a:cs typeface="+mn-cs"/>
                </a:rPr>
                <a:t>un stock de matière</a:t>
              </a:r>
              <a:r>
                <a:rPr kumimoji="0" lang="fr-FR" sz="1100" b="0" i="0" u="none" strike="noStrike" kern="1200" cap="none" spc="0" normalizeH="0" baseline="0" noProof="0">
                  <a:ln>
                    <a:noFill/>
                  </a:ln>
                  <a:solidFill>
                    <a:srgbClr val="000000"/>
                  </a:solidFill>
                  <a:effectLst/>
                  <a:uLnTx/>
                  <a:uFillTx/>
                  <a:latin typeface="Aptos"/>
                  <a:ea typeface="+mn-ea"/>
                  <a:cs typeface="+mn-cs"/>
                </a:rPr>
                <a:t>, composant ou produit stratégique indispensable à la continuité de son activité</a:t>
              </a:r>
            </a:p>
            <a:p>
              <a:pPr marL="720000" marR="0" lvl="3" indent="-1587" algn="just" defTabSz="914400" rtl="0" eaLnBrk="1" fontAlgn="auto" latinLnBrk="0" hangingPunct="1">
                <a:lnSpc>
                  <a:spcPct val="100000"/>
                </a:lnSpc>
                <a:spcBef>
                  <a:spcPts val="50"/>
                </a:spcBef>
                <a:spcAft>
                  <a:spcPts val="0"/>
                </a:spcAft>
                <a:buClrTx/>
                <a:buSzPct val="150000"/>
                <a:buFontTx/>
                <a:buNone/>
                <a:tabLst/>
                <a:defRPr/>
              </a:pPr>
              <a:r>
                <a:rPr kumimoji="0" lang="fr-FR" sz="1100" b="0" i="0" u="none" strike="noStrike" kern="1200" cap="none" spc="0" normalizeH="0" baseline="0" noProof="0">
                  <a:ln>
                    <a:noFill/>
                  </a:ln>
                  <a:solidFill>
                    <a:srgbClr val="000000"/>
                  </a:solidFill>
                  <a:effectLst/>
                  <a:uLnTx/>
                  <a:uFillTx/>
                  <a:latin typeface="Aptos"/>
                  <a:ea typeface="+mn-ea"/>
                  <a:cs typeface="+mn-cs"/>
                </a:rPr>
                <a:t>Effectuer une </a:t>
              </a:r>
              <a:r>
                <a:rPr kumimoji="0" lang="fr-FR" sz="1100" b="1" i="0" u="none" strike="noStrike" kern="1200" cap="none" spc="0" normalizeH="0" baseline="0" noProof="0">
                  <a:ln>
                    <a:noFill/>
                  </a:ln>
                  <a:solidFill>
                    <a:srgbClr val="000000"/>
                  </a:solidFill>
                  <a:effectLst/>
                  <a:uLnTx/>
                  <a:uFillTx/>
                  <a:latin typeface="Aptos"/>
                  <a:ea typeface="+mn-ea"/>
                  <a:cs typeface="+mn-cs"/>
                </a:rPr>
                <a:t>évaluation des risques </a:t>
              </a:r>
              <a:r>
                <a:rPr kumimoji="0" lang="fr-FR" sz="1100" b="0" i="0" u="none" strike="noStrike" kern="1200" cap="none" spc="0" normalizeH="0" baseline="0" noProof="0">
                  <a:ln>
                    <a:noFill/>
                  </a:ln>
                  <a:solidFill>
                    <a:srgbClr val="000000"/>
                  </a:solidFill>
                  <a:effectLst/>
                  <a:uLnTx/>
                  <a:uFillTx/>
                  <a:latin typeface="Aptos"/>
                  <a:ea typeface="+mn-ea"/>
                  <a:cs typeface="+mn-cs"/>
                </a:rPr>
                <a:t>avant le 17 Janvier 2026, puis au moins tous les 4 ans.</a:t>
              </a:r>
            </a:p>
          </p:txBody>
        </p:sp>
        <p:sp>
          <p:nvSpPr>
            <p:cNvPr id="14" name="France">
              <a:extLst>
                <a:ext uri="{FF2B5EF4-FFF2-40B4-BE49-F238E27FC236}">
                  <a16:creationId xmlns:a16="http://schemas.microsoft.com/office/drawing/2014/main" id="{A18891C5-4A15-09DA-6B1B-F34ED9569365}"/>
                </a:ext>
              </a:extLst>
            </p:cNvPr>
            <p:cNvSpPr>
              <a:spLocks noChangeAspect="1"/>
            </p:cNvSpPr>
            <p:nvPr/>
          </p:nvSpPr>
          <p:spPr>
            <a:xfrm>
              <a:off x="2649571" y="3655395"/>
              <a:ext cx="252000" cy="252000"/>
            </a:xfrm>
            <a:prstGeom prst="ellipse">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16" name="European Union">
              <a:extLst>
                <a:ext uri="{FF2B5EF4-FFF2-40B4-BE49-F238E27FC236}">
                  <a16:creationId xmlns:a16="http://schemas.microsoft.com/office/drawing/2014/main" id="{EB829559-BD69-6340-4EAD-7D0CA66A3F11}"/>
                </a:ext>
              </a:extLst>
            </p:cNvPr>
            <p:cNvSpPr>
              <a:spLocks noChangeAspect="1"/>
            </p:cNvSpPr>
            <p:nvPr/>
          </p:nvSpPr>
          <p:spPr>
            <a:xfrm>
              <a:off x="2115280" y="1729411"/>
              <a:ext cx="252000" cy="252000"/>
            </a:xfrm>
            <a:prstGeom prst="ellipse">
              <a:avLst/>
            </a:prstGeom>
            <a:blipFill>
              <a:blip r:embed="rId3"/>
              <a:srcRect/>
              <a:stretch>
                <a:fillRect l="-30720" t="-3547" r="-30720" b="-354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17" name="European Union">
              <a:extLst>
                <a:ext uri="{FF2B5EF4-FFF2-40B4-BE49-F238E27FC236}">
                  <a16:creationId xmlns:a16="http://schemas.microsoft.com/office/drawing/2014/main" id="{1206158B-50D2-7839-C73E-1B4E6C9C385F}"/>
                </a:ext>
              </a:extLst>
            </p:cNvPr>
            <p:cNvSpPr>
              <a:spLocks noChangeAspect="1"/>
            </p:cNvSpPr>
            <p:nvPr/>
          </p:nvSpPr>
          <p:spPr>
            <a:xfrm>
              <a:off x="2115280" y="2763965"/>
              <a:ext cx="252000" cy="252000"/>
            </a:xfrm>
            <a:prstGeom prst="ellipse">
              <a:avLst/>
            </a:prstGeom>
            <a:blipFill>
              <a:blip r:embed="rId3"/>
              <a:srcRect/>
              <a:stretch>
                <a:fillRect l="-30720" t="-3547" r="-30720" b="-354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22" name="TextBox 396" descr="&#10;">
              <a:extLst>
                <a:ext uri="{FF2B5EF4-FFF2-40B4-BE49-F238E27FC236}">
                  <a16:creationId xmlns:a16="http://schemas.microsoft.com/office/drawing/2014/main" id="{122B4330-67AE-D2C0-7C5B-3FF1CB4F9C08}"/>
                </a:ext>
              </a:extLst>
            </p:cNvPr>
            <p:cNvSpPr txBox="1">
              <a:spLocks/>
            </p:cNvSpPr>
            <p:nvPr/>
          </p:nvSpPr>
          <p:spPr>
            <a:xfrm>
              <a:off x="2424160" y="4817758"/>
              <a:ext cx="4064000" cy="868471"/>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92075" lvl="2" indent="0" algn="just">
                <a:buSzPct val="150000"/>
                <a:buNone/>
              </a:pPr>
              <a:r>
                <a:rPr lang="fr-FR" sz="1100"/>
                <a:t>Désignation par les Etats membres d’</a:t>
              </a:r>
              <a:r>
                <a:rPr lang="fr-FR" sz="1100" b="1"/>
                <a:t>autorités compétentes </a:t>
              </a:r>
              <a:r>
                <a:rPr lang="fr-FR" sz="1100"/>
                <a:t>: en France, l’</a:t>
              </a:r>
              <a:r>
                <a:rPr lang="fr-FR" sz="1100" b="1"/>
                <a:t>ANSSI</a:t>
              </a:r>
              <a:r>
                <a:rPr lang="fr-FR" sz="1100"/>
                <a:t> est désignée compétente</a:t>
              </a:r>
            </a:p>
          </p:txBody>
        </p:sp>
        <p:sp>
          <p:nvSpPr>
            <p:cNvPr id="31" name="European Union">
              <a:extLst>
                <a:ext uri="{FF2B5EF4-FFF2-40B4-BE49-F238E27FC236}">
                  <a16:creationId xmlns:a16="http://schemas.microsoft.com/office/drawing/2014/main" id="{CA721ADB-955E-3079-153A-DFB3A2208500}"/>
                </a:ext>
              </a:extLst>
            </p:cNvPr>
            <p:cNvSpPr>
              <a:spLocks noChangeAspect="1"/>
            </p:cNvSpPr>
            <p:nvPr/>
          </p:nvSpPr>
          <p:spPr>
            <a:xfrm>
              <a:off x="2172160" y="4833342"/>
              <a:ext cx="252000" cy="252000"/>
            </a:xfrm>
            <a:prstGeom prst="ellipse">
              <a:avLst/>
            </a:prstGeom>
            <a:blipFill>
              <a:blip r:embed="rId3"/>
              <a:srcRect/>
              <a:stretch>
                <a:fillRect l="-30720" t="-3547" r="-30720" b="-354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40" name="TextBox 396" descr="&#10;">
              <a:extLst>
                <a:ext uri="{FF2B5EF4-FFF2-40B4-BE49-F238E27FC236}">
                  <a16:creationId xmlns:a16="http://schemas.microsoft.com/office/drawing/2014/main" id="{8FB33004-98EF-0874-F2FD-7D8BD52C10A0}"/>
                </a:ext>
              </a:extLst>
            </p:cNvPr>
            <p:cNvSpPr txBox="1">
              <a:spLocks/>
            </p:cNvSpPr>
            <p:nvPr/>
          </p:nvSpPr>
          <p:spPr>
            <a:xfrm>
              <a:off x="2424160" y="5460006"/>
              <a:ext cx="4064000" cy="591362"/>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92075" lvl="2" indent="0" algn="just">
                <a:buSzPct val="150000"/>
                <a:buNone/>
              </a:pPr>
              <a:r>
                <a:rPr lang="fr-FR" sz="1100"/>
                <a:t>Alignement sur les entités critiques et coopération accrue entre la Commission européenne et les autorités des Etats membres de l’UE</a:t>
              </a:r>
            </a:p>
          </p:txBody>
        </p:sp>
        <p:sp>
          <p:nvSpPr>
            <p:cNvPr id="41" name="European Union">
              <a:extLst>
                <a:ext uri="{FF2B5EF4-FFF2-40B4-BE49-F238E27FC236}">
                  <a16:creationId xmlns:a16="http://schemas.microsoft.com/office/drawing/2014/main" id="{2C14D5D5-ADA5-5E9E-B178-7E1646D47D74}"/>
                </a:ext>
              </a:extLst>
            </p:cNvPr>
            <p:cNvSpPr>
              <a:spLocks noChangeAspect="1"/>
            </p:cNvSpPr>
            <p:nvPr/>
          </p:nvSpPr>
          <p:spPr>
            <a:xfrm>
              <a:off x="2172160" y="5569479"/>
              <a:ext cx="252000" cy="252000"/>
            </a:xfrm>
            <a:prstGeom prst="ellipse">
              <a:avLst/>
            </a:prstGeom>
            <a:blipFill>
              <a:blip r:embed="rId3"/>
              <a:srcRect/>
              <a:stretch>
                <a:fillRect l="-30720" t="-3547" r="-30720" b="-354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42" name="France">
              <a:extLst>
                <a:ext uri="{FF2B5EF4-FFF2-40B4-BE49-F238E27FC236}">
                  <a16:creationId xmlns:a16="http://schemas.microsoft.com/office/drawing/2014/main" id="{1D30727F-7B5D-7270-C6A6-83D59953033B}"/>
                </a:ext>
              </a:extLst>
            </p:cNvPr>
            <p:cNvSpPr>
              <a:spLocks noChangeAspect="1"/>
            </p:cNvSpPr>
            <p:nvPr/>
          </p:nvSpPr>
          <p:spPr>
            <a:xfrm>
              <a:off x="2215960" y="4959342"/>
              <a:ext cx="252000" cy="252000"/>
            </a:xfrm>
            <a:prstGeom prst="ellipse">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43" name="France">
              <a:extLst>
                <a:ext uri="{FF2B5EF4-FFF2-40B4-BE49-F238E27FC236}">
                  <a16:creationId xmlns:a16="http://schemas.microsoft.com/office/drawing/2014/main" id="{BC2A1180-253A-3C05-CAC7-6701D0B760A0}"/>
                </a:ext>
              </a:extLst>
            </p:cNvPr>
            <p:cNvSpPr>
              <a:spLocks noChangeAspect="1"/>
            </p:cNvSpPr>
            <p:nvPr/>
          </p:nvSpPr>
          <p:spPr>
            <a:xfrm>
              <a:off x="2215960" y="5703399"/>
              <a:ext cx="252000" cy="252000"/>
            </a:xfrm>
            <a:prstGeom prst="ellipse">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44" name="TextBox 396" descr="&#10;">
              <a:extLst>
                <a:ext uri="{FF2B5EF4-FFF2-40B4-BE49-F238E27FC236}">
                  <a16:creationId xmlns:a16="http://schemas.microsoft.com/office/drawing/2014/main" id="{19EF4A6A-128D-8B73-FFD4-130E2E5BAB30}"/>
                </a:ext>
              </a:extLst>
            </p:cNvPr>
            <p:cNvSpPr txBox="1">
              <a:spLocks/>
            </p:cNvSpPr>
            <p:nvPr/>
          </p:nvSpPr>
          <p:spPr>
            <a:xfrm>
              <a:off x="6898641" y="1681689"/>
              <a:ext cx="4064000" cy="476721"/>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271713" lvl="1" indent="-1587" algn="just">
                <a:buSzPct val="150000"/>
                <a:buNone/>
              </a:pPr>
              <a:r>
                <a:rPr lang="fr-FR" sz="1100" b="1"/>
                <a:t>Contrôle</a:t>
              </a:r>
              <a:r>
                <a:rPr lang="fr-FR" sz="1100"/>
                <a:t> que les entités critiques procèdent à leur évaluation des risques</a:t>
              </a:r>
            </a:p>
          </p:txBody>
        </p:sp>
        <p:sp>
          <p:nvSpPr>
            <p:cNvPr id="5" name="TextBox 396" descr="&#10;">
              <a:extLst>
                <a:ext uri="{FF2B5EF4-FFF2-40B4-BE49-F238E27FC236}">
                  <a16:creationId xmlns:a16="http://schemas.microsoft.com/office/drawing/2014/main" id="{E4BA34AE-4E79-9DA3-3F8C-2F5983F9D32C}"/>
                </a:ext>
              </a:extLst>
            </p:cNvPr>
            <p:cNvSpPr txBox="1">
              <a:spLocks/>
            </p:cNvSpPr>
            <p:nvPr/>
          </p:nvSpPr>
          <p:spPr>
            <a:xfrm>
              <a:off x="6898641" y="2190753"/>
              <a:ext cx="4064000" cy="649886"/>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271713" lvl="1" indent="0" algn="just">
                <a:buSzPct val="150000"/>
                <a:buNone/>
              </a:pPr>
              <a:r>
                <a:rPr lang="fr-FR" sz="1100" b="1"/>
                <a:t>Précise les conditions </a:t>
              </a:r>
              <a:r>
                <a:rPr lang="fr-FR" sz="1100"/>
                <a:t>dans lesquelles une entité critique peut demander des </a:t>
              </a:r>
              <a:r>
                <a:rPr lang="fr-FR" sz="1100" b="1"/>
                <a:t>vérifications</a:t>
              </a:r>
              <a:r>
                <a:rPr lang="fr-FR" sz="1100"/>
                <a:t> sur les </a:t>
              </a:r>
              <a:r>
                <a:rPr lang="fr-FR" sz="1100" b="1"/>
                <a:t>antécédents des personnes</a:t>
              </a:r>
            </a:p>
          </p:txBody>
        </p:sp>
        <p:sp>
          <p:nvSpPr>
            <p:cNvPr id="6" name="TextBox 396" descr="&#10;">
              <a:extLst>
                <a:ext uri="{FF2B5EF4-FFF2-40B4-BE49-F238E27FC236}">
                  <a16:creationId xmlns:a16="http://schemas.microsoft.com/office/drawing/2014/main" id="{55F205B7-F86B-FA33-20D8-367896D579FB}"/>
                </a:ext>
              </a:extLst>
            </p:cNvPr>
            <p:cNvSpPr txBox="1">
              <a:spLocks/>
            </p:cNvSpPr>
            <p:nvPr/>
          </p:nvSpPr>
          <p:spPr>
            <a:xfrm>
              <a:off x="6898641" y="2776745"/>
              <a:ext cx="4064000" cy="379882"/>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720000" lvl="3" indent="0" algn="just">
                <a:buSzPct val="150000"/>
                <a:buNone/>
              </a:pPr>
              <a:r>
                <a:rPr lang="fr-FR" sz="1100"/>
                <a:t>Donne son avis conforme pour l’occupation de fonctions ou l’accès à un PIV ou à un SIIV</a:t>
              </a:r>
            </a:p>
          </p:txBody>
        </p:sp>
        <p:sp>
          <p:nvSpPr>
            <p:cNvPr id="10" name="TextBox 396" descr="&#10;">
              <a:extLst>
                <a:ext uri="{FF2B5EF4-FFF2-40B4-BE49-F238E27FC236}">
                  <a16:creationId xmlns:a16="http://schemas.microsoft.com/office/drawing/2014/main" id="{D5519DE9-0AD7-54B6-D64F-C8436BC2C160}"/>
                </a:ext>
              </a:extLst>
            </p:cNvPr>
            <p:cNvSpPr txBox="1">
              <a:spLocks/>
            </p:cNvSpPr>
            <p:nvPr/>
          </p:nvSpPr>
          <p:spPr>
            <a:xfrm>
              <a:off x="7217063" y="3302880"/>
              <a:ext cx="3787217" cy="724315"/>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250" lvl="1" indent="0" algn="just">
                <a:buSzPct val="150000"/>
                <a:buNone/>
              </a:pPr>
              <a:r>
                <a:rPr lang="fr-FR" sz="1100"/>
                <a:t>Les Etats membres s’assurent que les entités critiques font </a:t>
              </a:r>
              <a:r>
                <a:rPr lang="fr-FR" sz="1100" b="1"/>
                <a:t>remonter les incidents </a:t>
              </a:r>
              <a:r>
                <a:rPr lang="fr-FR" sz="1100"/>
                <a:t>; en France, l’autorité compétente (ANSSI) réagit aux notifications d’incident remontées par les OIV</a:t>
              </a:r>
            </a:p>
          </p:txBody>
        </p:sp>
        <p:sp>
          <p:nvSpPr>
            <p:cNvPr id="15" name="TextBox 396" descr="&#10;">
              <a:extLst>
                <a:ext uri="{FF2B5EF4-FFF2-40B4-BE49-F238E27FC236}">
                  <a16:creationId xmlns:a16="http://schemas.microsoft.com/office/drawing/2014/main" id="{A3482E35-D6F5-56BE-F3AB-8F8CF7A97ABE}"/>
                </a:ext>
              </a:extLst>
            </p:cNvPr>
            <p:cNvSpPr txBox="1">
              <a:spLocks/>
            </p:cNvSpPr>
            <p:nvPr/>
          </p:nvSpPr>
          <p:spPr>
            <a:xfrm>
              <a:off x="7217063" y="4181646"/>
              <a:ext cx="3787217" cy="419115"/>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250" algn="just">
                <a:buSzPct val="150000"/>
              </a:pPr>
              <a:r>
                <a:rPr lang="fr-FR" sz="1100"/>
                <a:t>La </a:t>
              </a:r>
              <a:r>
                <a:rPr lang="fr-FR" sz="1100" b="1"/>
                <a:t>Commission européenne notifie un OIV </a:t>
              </a:r>
              <a:r>
                <a:rPr lang="fr-FR" sz="1100"/>
                <a:t>s’il est considéré comme </a:t>
              </a:r>
              <a:r>
                <a:rPr lang="fr-FR" sz="1100" b="1"/>
                <a:t>ECIEP</a:t>
              </a:r>
            </a:p>
          </p:txBody>
        </p:sp>
        <p:sp>
          <p:nvSpPr>
            <p:cNvPr id="19" name="TextBox 396" descr="&#10;">
              <a:extLst>
                <a:ext uri="{FF2B5EF4-FFF2-40B4-BE49-F238E27FC236}">
                  <a16:creationId xmlns:a16="http://schemas.microsoft.com/office/drawing/2014/main" id="{77C5C516-BE71-196A-B60C-9BB538D0EFEA}"/>
                </a:ext>
              </a:extLst>
            </p:cNvPr>
            <p:cNvSpPr txBox="1">
              <a:spLocks/>
            </p:cNvSpPr>
            <p:nvPr/>
          </p:nvSpPr>
          <p:spPr>
            <a:xfrm>
              <a:off x="6940280" y="4569331"/>
              <a:ext cx="4064000" cy="649886"/>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720000" lvl="3" indent="0" algn="just">
                <a:buSzPct val="150000"/>
                <a:buNone/>
              </a:pPr>
              <a:r>
                <a:rPr lang="fr-FR" sz="1100"/>
                <a:t>La France informe l’OIV de la décision de la Commission européenne s’il est considéré comme ECIEP et, la cas échéant, l’informe de ses obligations</a:t>
              </a:r>
            </a:p>
          </p:txBody>
        </p:sp>
        <p:sp>
          <p:nvSpPr>
            <p:cNvPr id="20" name="TextBox 396" descr="&#10;">
              <a:extLst>
                <a:ext uri="{FF2B5EF4-FFF2-40B4-BE49-F238E27FC236}">
                  <a16:creationId xmlns:a16="http://schemas.microsoft.com/office/drawing/2014/main" id="{CDA10D4A-BF44-2ED2-AE5A-56F91945FE40}"/>
                </a:ext>
              </a:extLst>
            </p:cNvPr>
            <p:cNvSpPr txBox="1">
              <a:spLocks/>
            </p:cNvSpPr>
            <p:nvPr/>
          </p:nvSpPr>
          <p:spPr>
            <a:xfrm>
              <a:off x="7217062" y="5293959"/>
              <a:ext cx="3787217" cy="419115"/>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250" algn="just">
                <a:buSzPct val="150000"/>
              </a:pPr>
              <a:r>
                <a:rPr lang="fr-FR" sz="1100"/>
                <a:t>Les Etats membres déterminent les </a:t>
              </a:r>
              <a:r>
                <a:rPr lang="fr-FR" sz="1100" b="1"/>
                <a:t>sanctions</a:t>
              </a:r>
              <a:r>
                <a:rPr lang="fr-FR" sz="1100"/>
                <a:t> applicables aux violations des dispositions nationales</a:t>
              </a:r>
            </a:p>
          </p:txBody>
        </p:sp>
        <p:sp>
          <p:nvSpPr>
            <p:cNvPr id="21" name="TextBox 396" descr="&#10;">
              <a:extLst>
                <a:ext uri="{FF2B5EF4-FFF2-40B4-BE49-F238E27FC236}">
                  <a16:creationId xmlns:a16="http://schemas.microsoft.com/office/drawing/2014/main" id="{60939C5C-6605-9616-B5D4-CDAD51D740A3}"/>
                </a:ext>
              </a:extLst>
            </p:cNvPr>
            <p:cNvSpPr txBox="1">
              <a:spLocks/>
            </p:cNvSpPr>
            <p:nvPr/>
          </p:nvSpPr>
          <p:spPr>
            <a:xfrm>
              <a:off x="6898641" y="5721647"/>
              <a:ext cx="4064000" cy="457420"/>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720000" lvl="3" indent="0" algn="just">
                <a:buSzPct val="150000"/>
                <a:buNone/>
              </a:pPr>
              <a:r>
                <a:rPr lang="fr-FR" sz="1100"/>
                <a:t>Amende de 10M€ ou 2% du CA à l’OIV et 150 000€ aux dirigeants d’OIV manquant à leurs obligations.</a:t>
              </a:r>
            </a:p>
          </p:txBody>
        </p:sp>
        <p:sp>
          <p:nvSpPr>
            <p:cNvPr id="23" name="European Union">
              <a:extLst>
                <a:ext uri="{FF2B5EF4-FFF2-40B4-BE49-F238E27FC236}">
                  <a16:creationId xmlns:a16="http://schemas.microsoft.com/office/drawing/2014/main" id="{93CBA249-450C-6D9F-FF4D-F9B6C2F58823}"/>
                </a:ext>
              </a:extLst>
            </p:cNvPr>
            <p:cNvSpPr>
              <a:spLocks noChangeAspect="1"/>
            </p:cNvSpPr>
            <p:nvPr/>
          </p:nvSpPr>
          <p:spPr>
            <a:xfrm>
              <a:off x="6772641" y="1717238"/>
              <a:ext cx="252000" cy="252000"/>
            </a:xfrm>
            <a:prstGeom prst="ellipse">
              <a:avLst/>
            </a:prstGeom>
            <a:blipFill>
              <a:blip r:embed="rId3"/>
              <a:srcRect/>
              <a:stretch>
                <a:fillRect l="-30720" t="-3547" r="-30720" b="-354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24" name="European Union">
              <a:extLst>
                <a:ext uri="{FF2B5EF4-FFF2-40B4-BE49-F238E27FC236}">
                  <a16:creationId xmlns:a16="http://schemas.microsoft.com/office/drawing/2014/main" id="{FA98DB10-A2E2-1BBE-8ABA-3A8E2795682F}"/>
                </a:ext>
              </a:extLst>
            </p:cNvPr>
            <p:cNvSpPr>
              <a:spLocks noChangeAspect="1"/>
            </p:cNvSpPr>
            <p:nvPr/>
          </p:nvSpPr>
          <p:spPr>
            <a:xfrm>
              <a:off x="6767561" y="2392335"/>
              <a:ext cx="252000" cy="252000"/>
            </a:xfrm>
            <a:prstGeom prst="ellipse">
              <a:avLst/>
            </a:prstGeom>
            <a:blipFill>
              <a:blip r:embed="rId3"/>
              <a:srcRect/>
              <a:stretch>
                <a:fillRect l="-30720" t="-3547" r="-30720" b="-354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25" name="European Union">
              <a:extLst>
                <a:ext uri="{FF2B5EF4-FFF2-40B4-BE49-F238E27FC236}">
                  <a16:creationId xmlns:a16="http://schemas.microsoft.com/office/drawing/2014/main" id="{275D569B-CE06-C157-59CA-5E64237F6E93}"/>
                </a:ext>
              </a:extLst>
            </p:cNvPr>
            <p:cNvSpPr>
              <a:spLocks noChangeAspect="1"/>
            </p:cNvSpPr>
            <p:nvPr/>
          </p:nvSpPr>
          <p:spPr>
            <a:xfrm>
              <a:off x="6767561" y="3455329"/>
              <a:ext cx="252000" cy="252000"/>
            </a:xfrm>
            <a:prstGeom prst="ellipse">
              <a:avLst/>
            </a:prstGeom>
            <a:blipFill>
              <a:blip r:embed="rId3"/>
              <a:srcRect/>
              <a:stretch>
                <a:fillRect l="-30720" t="-3547" r="-30720" b="-354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26" name="European Union">
              <a:extLst>
                <a:ext uri="{FF2B5EF4-FFF2-40B4-BE49-F238E27FC236}">
                  <a16:creationId xmlns:a16="http://schemas.microsoft.com/office/drawing/2014/main" id="{5E8A9A42-B254-6CA9-91AF-D0EEB08BABF1}"/>
                </a:ext>
              </a:extLst>
            </p:cNvPr>
            <p:cNvSpPr>
              <a:spLocks noChangeAspect="1"/>
            </p:cNvSpPr>
            <p:nvPr/>
          </p:nvSpPr>
          <p:spPr>
            <a:xfrm>
              <a:off x="6772641" y="4248158"/>
              <a:ext cx="252000" cy="252000"/>
            </a:xfrm>
            <a:prstGeom prst="ellipse">
              <a:avLst/>
            </a:prstGeom>
            <a:blipFill>
              <a:blip r:embed="rId3"/>
              <a:srcRect/>
              <a:stretch>
                <a:fillRect l="-30720" t="-3547" r="-30720" b="-354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27" name="European Union">
              <a:extLst>
                <a:ext uri="{FF2B5EF4-FFF2-40B4-BE49-F238E27FC236}">
                  <a16:creationId xmlns:a16="http://schemas.microsoft.com/office/drawing/2014/main" id="{54C46FE2-59F3-6FF1-9D82-499604B11F40}"/>
                </a:ext>
              </a:extLst>
            </p:cNvPr>
            <p:cNvSpPr>
              <a:spLocks noChangeAspect="1"/>
            </p:cNvSpPr>
            <p:nvPr/>
          </p:nvSpPr>
          <p:spPr>
            <a:xfrm>
              <a:off x="6772641" y="5412556"/>
              <a:ext cx="252000" cy="252000"/>
            </a:xfrm>
            <a:prstGeom prst="ellipse">
              <a:avLst/>
            </a:prstGeom>
            <a:blipFill>
              <a:blip r:embed="rId3"/>
              <a:srcRect/>
              <a:stretch>
                <a:fillRect l="-30720" t="-3547" r="-30720" b="-354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28" name="France">
              <a:extLst>
                <a:ext uri="{FF2B5EF4-FFF2-40B4-BE49-F238E27FC236}">
                  <a16:creationId xmlns:a16="http://schemas.microsoft.com/office/drawing/2014/main" id="{4DCA2B3C-6041-FFAA-38CF-F5E501529CF5}"/>
                </a:ext>
              </a:extLst>
            </p:cNvPr>
            <p:cNvSpPr>
              <a:spLocks noChangeAspect="1"/>
            </p:cNvSpPr>
            <p:nvPr/>
          </p:nvSpPr>
          <p:spPr>
            <a:xfrm>
              <a:off x="7217062" y="2844358"/>
              <a:ext cx="252000" cy="252000"/>
            </a:xfrm>
            <a:prstGeom prst="ellipse">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29" name="France">
              <a:extLst>
                <a:ext uri="{FF2B5EF4-FFF2-40B4-BE49-F238E27FC236}">
                  <a16:creationId xmlns:a16="http://schemas.microsoft.com/office/drawing/2014/main" id="{6123A5F7-3C5F-DCB3-DA99-1625CF088B94}"/>
                </a:ext>
              </a:extLst>
            </p:cNvPr>
            <p:cNvSpPr>
              <a:spLocks noChangeAspect="1"/>
            </p:cNvSpPr>
            <p:nvPr/>
          </p:nvSpPr>
          <p:spPr>
            <a:xfrm>
              <a:off x="7211333" y="4714961"/>
              <a:ext cx="252000" cy="252000"/>
            </a:xfrm>
            <a:prstGeom prst="ellipse">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
          <p:nvSpPr>
            <p:cNvPr id="30" name="France">
              <a:extLst>
                <a:ext uri="{FF2B5EF4-FFF2-40B4-BE49-F238E27FC236}">
                  <a16:creationId xmlns:a16="http://schemas.microsoft.com/office/drawing/2014/main" id="{CD40A5EF-C8CB-4076-FC09-1C72ED956D3B}"/>
                </a:ext>
              </a:extLst>
            </p:cNvPr>
            <p:cNvSpPr>
              <a:spLocks noChangeAspect="1"/>
            </p:cNvSpPr>
            <p:nvPr/>
          </p:nvSpPr>
          <p:spPr>
            <a:xfrm>
              <a:off x="7205104" y="5807410"/>
              <a:ext cx="252000" cy="252000"/>
            </a:xfrm>
            <a:prstGeom prst="ellipse">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grpSp>
      <p:sp>
        <p:nvSpPr>
          <p:cNvPr id="64" name="France">
            <a:extLst>
              <a:ext uri="{FF2B5EF4-FFF2-40B4-BE49-F238E27FC236}">
                <a16:creationId xmlns:a16="http://schemas.microsoft.com/office/drawing/2014/main" id="{2B2B1DC3-E005-6D72-3DD6-5620A15ACED9}"/>
              </a:ext>
            </a:extLst>
          </p:cNvPr>
          <p:cNvSpPr>
            <a:spLocks noChangeAspect="1"/>
          </p:cNvSpPr>
          <p:nvPr/>
        </p:nvSpPr>
        <p:spPr>
          <a:xfrm>
            <a:off x="2212691" y="2122253"/>
            <a:ext cx="252000" cy="252000"/>
          </a:xfrm>
          <a:prstGeom prst="ellipse">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a:solidFill>
                <a:schemeClr val="tx1"/>
              </a:solidFill>
              <a:latin typeface="+mj-lt"/>
            </a:endParaRPr>
          </a:p>
        </p:txBody>
      </p:sp>
      <p:sp>
        <p:nvSpPr>
          <p:cNvPr id="7" name="France">
            <a:extLst>
              <a:ext uri="{FF2B5EF4-FFF2-40B4-BE49-F238E27FC236}">
                <a16:creationId xmlns:a16="http://schemas.microsoft.com/office/drawing/2014/main" id="{D0B914EE-DA53-0C27-B966-11A9B214B346}"/>
              </a:ext>
            </a:extLst>
          </p:cNvPr>
          <p:cNvSpPr>
            <a:spLocks noChangeAspect="1"/>
          </p:cNvSpPr>
          <p:nvPr/>
        </p:nvSpPr>
        <p:spPr>
          <a:xfrm>
            <a:off x="6383802" y="3516022"/>
            <a:ext cx="252000" cy="252000"/>
          </a:xfrm>
          <a:prstGeom prst="ellipse">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err="1">
              <a:solidFill>
                <a:schemeClr val="tx1"/>
              </a:solidFill>
              <a:latin typeface="+mj-lt"/>
            </a:endParaRPr>
          </a:p>
        </p:txBody>
      </p:sp>
    </p:spTree>
    <p:extLst>
      <p:ext uri="{BB962C8B-B14F-4D97-AF65-F5344CB8AC3E}">
        <p14:creationId xmlns:p14="http://schemas.microsoft.com/office/powerpoint/2010/main" val="288314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1F2E582-419B-B6B0-87BB-B8BE4AC5EB99}"/>
              </a:ext>
            </a:extLst>
          </p:cNvPr>
          <p:cNvSpPr>
            <a:spLocks noGrp="1"/>
          </p:cNvSpPr>
          <p:nvPr>
            <p:ph type="body" sz="quarter" idx="13"/>
          </p:nvPr>
        </p:nvSpPr>
        <p:spPr/>
        <p:txBody>
          <a:bodyPr/>
          <a:lstStyle/>
          <a:p>
            <a:r>
              <a:rPr lang="fr-FR">
                <a:latin typeface="+mn-lt"/>
              </a:rPr>
              <a:t>INTRODUCTION A LA REC</a:t>
            </a:r>
          </a:p>
        </p:txBody>
      </p:sp>
      <p:sp>
        <p:nvSpPr>
          <p:cNvPr id="3" name="Espace réservé du texte 2">
            <a:extLst>
              <a:ext uri="{FF2B5EF4-FFF2-40B4-BE49-F238E27FC236}">
                <a16:creationId xmlns:a16="http://schemas.microsoft.com/office/drawing/2014/main" id="{964A5743-FEAB-6B63-5A6D-DD6204B2252C}"/>
              </a:ext>
            </a:extLst>
          </p:cNvPr>
          <p:cNvSpPr>
            <a:spLocks noGrp="1"/>
          </p:cNvSpPr>
          <p:nvPr>
            <p:ph type="body" sz="quarter" idx="15"/>
          </p:nvPr>
        </p:nvSpPr>
        <p:spPr/>
        <p:txBody>
          <a:bodyPr/>
          <a:lstStyle/>
          <a:p>
            <a:endParaRPr lang="fr-FR"/>
          </a:p>
        </p:txBody>
      </p:sp>
      <p:sp>
        <p:nvSpPr>
          <p:cNvPr id="4" name="Titre 3">
            <a:extLst>
              <a:ext uri="{FF2B5EF4-FFF2-40B4-BE49-F238E27FC236}">
                <a16:creationId xmlns:a16="http://schemas.microsoft.com/office/drawing/2014/main" id="{CECF9A48-C732-9B07-099A-D9290342B288}"/>
              </a:ext>
            </a:extLst>
          </p:cNvPr>
          <p:cNvSpPr>
            <a:spLocks noGrp="1"/>
          </p:cNvSpPr>
          <p:nvPr>
            <p:ph type="title"/>
          </p:nvPr>
        </p:nvSpPr>
        <p:spPr/>
        <p:txBody>
          <a:bodyPr/>
          <a:lstStyle/>
          <a:p>
            <a:r>
              <a:rPr lang="fr-FR"/>
              <a:t>Les notions clefs de la transposition française</a:t>
            </a:r>
          </a:p>
        </p:txBody>
      </p:sp>
      <p:grpSp>
        <p:nvGrpSpPr>
          <p:cNvPr id="168" name="Group 40">
            <a:extLst>
              <a:ext uri="{FF2B5EF4-FFF2-40B4-BE49-F238E27FC236}">
                <a16:creationId xmlns:a16="http://schemas.microsoft.com/office/drawing/2014/main" id="{CAB5A7FA-A8A8-B461-4604-0A36038A6124}"/>
              </a:ext>
            </a:extLst>
          </p:cNvPr>
          <p:cNvGrpSpPr/>
          <p:nvPr/>
        </p:nvGrpSpPr>
        <p:grpSpPr>
          <a:xfrm>
            <a:off x="4788967" y="2248884"/>
            <a:ext cx="2647197" cy="2736000"/>
            <a:chOff x="3032585" y="1444163"/>
            <a:chExt cx="3841002" cy="3969859"/>
          </a:xfrm>
        </p:grpSpPr>
        <p:sp>
          <p:nvSpPr>
            <p:cNvPr id="189" name="Free-form: Shape 7">
              <a:extLst>
                <a:ext uri="{FF2B5EF4-FFF2-40B4-BE49-F238E27FC236}">
                  <a16:creationId xmlns:a16="http://schemas.microsoft.com/office/drawing/2014/main" id="{35EC4EDE-98AC-48B5-21A7-D75CBEC89559}"/>
                </a:ext>
              </a:extLst>
            </p:cNvPr>
            <p:cNvSpPr/>
            <p:nvPr/>
          </p:nvSpPr>
          <p:spPr>
            <a:xfrm>
              <a:off x="3494231" y="1444163"/>
              <a:ext cx="1458855" cy="1625546"/>
            </a:xfrm>
            <a:custGeom>
              <a:avLst/>
              <a:gdLst>
                <a:gd name="connsiteX0" fmla="*/ 1458856 w 1458855"/>
                <a:gd name="connsiteY0" fmla="*/ 0 h 1625546"/>
                <a:gd name="connsiteX1" fmla="*/ 1458856 w 1458855"/>
                <a:gd name="connsiteY1" fmla="*/ 1266133 h 1625546"/>
                <a:gd name="connsiteX2" fmla="*/ 836358 w 1458855"/>
                <a:gd name="connsiteY2" fmla="*/ 1625547 h 1625546"/>
                <a:gd name="connsiteX3" fmla="*/ 576024 w 1458855"/>
                <a:gd name="connsiteY3" fmla="*/ 1475247 h 1625546"/>
                <a:gd name="connsiteX4" fmla="*/ 418389 w 1458855"/>
                <a:gd name="connsiteY4" fmla="*/ 1384244 h 1625546"/>
                <a:gd name="connsiteX5" fmla="*/ 418389 w 1458855"/>
                <a:gd name="connsiteY5" fmla="*/ 1384244 h 1625546"/>
                <a:gd name="connsiteX6" fmla="*/ 0 w 1458855"/>
                <a:gd name="connsiteY6" fmla="*/ 1142681 h 1625546"/>
                <a:gd name="connsiteX7" fmla="*/ 0 w 1458855"/>
                <a:gd name="connsiteY7" fmla="*/ 1142681 h 1625546"/>
                <a:gd name="connsiteX8" fmla="*/ 0 w 1458855"/>
                <a:gd name="connsiteY8" fmla="*/ 1142657 h 1625546"/>
                <a:gd name="connsiteX9" fmla="*/ 33911 w 1458855"/>
                <a:gd name="connsiteY9" fmla="*/ 1025524 h 1625546"/>
                <a:gd name="connsiteX10" fmla="*/ 508463 w 1458855"/>
                <a:gd name="connsiteY10" fmla="*/ 338847 h 1625546"/>
                <a:gd name="connsiteX11" fmla="*/ 1458856 w 1458855"/>
                <a:gd name="connsiteY11" fmla="*/ 0 h 1625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8855" h="1625546">
                  <a:moveTo>
                    <a:pt x="1458856" y="0"/>
                  </a:moveTo>
                  <a:lnTo>
                    <a:pt x="1458856" y="1266133"/>
                  </a:lnTo>
                  <a:lnTo>
                    <a:pt x="836358" y="1625547"/>
                  </a:lnTo>
                  <a:lnTo>
                    <a:pt x="576024" y="1475247"/>
                  </a:lnTo>
                  <a:lnTo>
                    <a:pt x="418389" y="1384244"/>
                  </a:lnTo>
                  <a:lnTo>
                    <a:pt x="418389" y="1384244"/>
                  </a:lnTo>
                  <a:cubicBezTo>
                    <a:pt x="418389" y="1384244"/>
                    <a:pt x="0" y="1142681"/>
                    <a:pt x="0" y="1142681"/>
                  </a:cubicBezTo>
                  <a:lnTo>
                    <a:pt x="0" y="1142681"/>
                  </a:lnTo>
                  <a:lnTo>
                    <a:pt x="0" y="1142657"/>
                  </a:lnTo>
                  <a:cubicBezTo>
                    <a:pt x="9751" y="1102972"/>
                    <a:pt x="21075" y="1063907"/>
                    <a:pt x="33911" y="1025524"/>
                  </a:cubicBezTo>
                  <a:cubicBezTo>
                    <a:pt x="124802" y="753668"/>
                    <a:pt x="291308" y="516454"/>
                    <a:pt x="508463" y="338847"/>
                  </a:cubicBezTo>
                  <a:cubicBezTo>
                    <a:pt x="767359" y="127044"/>
                    <a:pt x="1098265" y="0"/>
                    <a:pt x="1458856" y="0"/>
                  </a:cubicBezTo>
                  <a:close/>
                </a:path>
              </a:pathLst>
            </a:custGeom>
            <a:solidFill>
              <a:schemeClr val="accent6"/>
            </a:solidFill>
            <a:ln w="0" cap="flat">
              <a:noFill/>
              <a:prstDash val="solid"/>
              <a:miter/>
            </a:ln>
          </p:spPr>
          <p:txBody>
            <a:bodyPr rtlCol="0" anchor="ctr"/>
            <a:lstStyle/>
            <a:p>
              <a:endParaRPr lang="fr-FR"/>
            </a:p>
          </p:txBody>
        </p:sp>
        <p:sp>
          <p:nvSpPr>
            <p:cNvPr id="190" name="Free-form: Shape 8">
              <a:extLst>
                <a:ext uri="{FF2B5EF4-FFF2-40B4-BE49-F238E27FC236}">
                  <a16:creationId xmlns:a16="http://schemas.microsoft.com/office/drawing/2014/main" id="{19283AA4-D384-F88B-63E2-C830AFF34B02}"/>
                </a:ext>
              </a:extLst>
            </p:cNvPr>
            <p:cNvSpPr/>
            <p:nvPr/>
          </p:nvSpPr>
          <p:spPr>
            <a:xfrm>
              <a:off x="4953099" y="1685290"/>
              <a:ext cx="1718990" cy="1384406"/>
            </a:xfrm>
            <a:custGeom>
              <a:avLst/>
              <a:gdLst>
                <a:gd name="connsiteX0" fmla="*/ 1718991 w 1718990"/>
                <a:gd name="connsiteY0" fmla="*/ 751340 h 1384406"/>
                <a:gd name="connsiteX1" fmla="*/ 1458856 w 1718990"/>
                <a:gd name="connsiteY1" fmla="*/ 901529 h 1384406"/>
                <a:gd name="connsiteX2" fmla="*/ 1458856 w 1718990"/>
                <a:gd name="connsiteY2" fmla="*/ 901529 h 1384406"/>
                <a:gd name="connsiteX3" fmla="*/ 1377641 w 1718990"/>
                <a:gd name="connsiteY3" fmla="*/ 948424 h 1384406"/>
                <a:gd name="connsiteX4" fmla="*/ 1040467 w 1718990"/>
                <a:gd name="connsiteY4" fmla="*/ 1143092 h 1384406"/>
                <a:gd name="connsiteX5" fmla="*/ 1040467 w 1718990"/>
                <a:gd name="connsiteY5" fmla="*/ 1143092 h 1384406"/>
                <a:gd name="connsiteX6" fmla="*/ 882831 w 1718990"/>
                <a:gd name="connsiteY6" fmla="*/ 1234107 h 1384406"/>
                <a:gd name="connsiteX7" fmla="*/ 622498 w 1718990"/>
                <a:gd name="connsiteY7" fmla="*/ 1384407 h 1384406"/>
                <a:gd name="connsiteX8" fmla="*/ 0 w 1718990"/>
                <a:gd name="connsiteY8" fmla="*/ 1024993 h 1384406"/>
                <a:gd name="connsiteX9" fmla="*/ 0 w 1718990"/>
                <a:gd name="connsiteY9" fmla="*/ 59249 h 1384406"/>
                <a:gd name="connsiteX10" fmla="*/ 118397 w 1718990"/>
                <a:gd name="connsiteY10" fmla="*/ 30047 h 1384406"/>
                <a:gd name="connsiteX11" fmla="*/ 950405 w 1718990"/>
                <a:gd name="connsiteY11" fmla="*/ 97707 h 1384406"/>
                <a:gd name="connsiteX12" fmla="*/ 1718991 w 1718990"/>
                <a:gd name="connsiteY12" fmla="*/ 751340 h 138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18990" h="1384406">
                  <a:moveTo>
                    <a:pt x="1718991" y="751340"/>
                  </a:moveTo>
                  <a:lnTo>
                    <a:pt x="1458856" y="901529"/>
                  </a:lnTo>
                  <a:lnTo>
                    <a:pt x="1458856" y="901529"/>
                  </a:lnTo>
                  <a:cubicBezTo>
                    <a:pt x="1458856" y="901529"/>
                    <a:pt x="1377641" y="948424"/>
                    <a:pt x="1377641" y="948424"/>
                  </a:cubicBezTo>
                  <a:lnTo>
                    <a:pt x="1040467" y="1143092"/>
                  </a:lnTo>
                  <a:lnTo>
                    <a:pt x="1040467" y="1143092"/>
                  </a:lnTo>
                  <a:cubicBezTo>
                    <a:pt x="1040467" y="1143092"/>
                    <a:pt x="882831" y="1234107"/>
                    <a:pt x="882831" y="1234107"/>
                  </a:cubicBezTo>
                  <a:lnTo>
                    <a:pt x="622498" y="1384407"/>
                  </a:lnTo>
                  <a:lnTo>
                    <a:pt x="0" y="1024993"/>
                  </a:lnTo>
                  <a:lnTo>
                    <a:pt x="0" y="59249"/>
                  </a:lnTo>
                  <a:cubicBezTo>
                    <a:pt x="39238" y="47851"/>
                    <a:pt x="78749" y="38112"/>
                    <a:pt x="118397" y="30047"/>
                  </a:cubicBezTo>
                  <a:cubicBezTo>
                    <a:pt x="399284" y="-27194"/>
                    <a:pt x="687991" y="-1572"/>
                    <a:pt x="950405" y="97707"/>
                  </a:cubicBezTo>
                  <a:cubicBezTo>
                    <a:pt x="1263246" y="216029"/>
                    <a:pt x="1538708" y="439094"/>
                    <a:pt x="1718991" y="751340"/>
                  </a:cubicBezTo>
                  <a:close/>
                </a:path>
              </a:pathLst>
            </a:custGeom>
            <a:solidFill>
              <a:schemeClr val="bg2">
                <a:lumMod val="60000"/>
                <a:lumOff val="40000"/>
              </a:schemeClr>
            </a:solidFill>
            <a:ln w="0" cap="flat">
              <a:noFill/>
              <a:prstDash val="solid"/>
              <a:miter/>
            </a:ln>
          </p:spPr>
          <p:txBody>
            <a:bodyPr rtlCol="0" anchor="ctr"/>
            <a:lstStyle/>
            <a:p>
              <a:endParaRPr lang="fr-FR"/>
            </a:p>
          </p:txBody>
        </p:sp>
        <p:sp>
          <p:nvSpPr>
            <p:cNvPr id="191" name="Free-form: Shape 9">
              <a:extLst>
                <a:ext uri="{FF2B5EF4-FFF2-40B4-BE49-F238E27FC236}">
                  <a16:creationId xmlns:a16="http://schemas.microsoft.com/office/drawing/2014/main" id="{EF792A5C-BB8F-B831-1CA4-BA4EAA4FC9EB}"/>
                </a:ext>
              </a:extLst>
            </p:cNvPr>
            <p:cNvSpPr/>
            <p:nvPr/>
          </p:nvSpPr>
          <p:spPr>
            <a:xfrm>
              <a:off x="5575597" y="2586831"/>
              <a:ext cx="1297990" cy="1834722"/>
            </a:xfrm>
            <a:custGeom>
              <a:avLst/>
              <a:gdLst>
                <a:gd name="connsiteX0" fmla="*/ 1096493 w 1297990"/>
                <a:gd name="connsiteY0" fmla="*/ 1834723 h 1834722"/>
                <a:gd name="connsiteX1" fmla="*/ 836358 w 1297990"/>
                <a:gd name="connsiteY1" fmla="*/ 1684534 h 1834722"/>
                <a:gd name="connsiteX2" fmla="*/ 836358 w 1297990"/>
                <a:gd name="connsiteY2" fmla="*/ 1684510 h 1834722"/>
                <a:gd name="connsiteX3" fmla="*/ 836358 w 1297990"/>
                <a:gd name="connsiteY3" fmla="*/ 1684510 h 1834722"/>
                <a:gd name="connsiteX4" fmla="*/ 755143 w 1297990"/>
                <a:gd name="connsiteY4" fmla="*/ 1637639 h 1834722"/>
                <a:gd name="connsiteX5" fmla="*/ 417968 w 1297990"/>
                <a:gd name="connsiteY5" fmla="*/ 1442971 h 1834722"/>
                <a:gd name="connsiteX6" fmla="*/ 417968 w 1297990"/>
                <a:gd name="connsiteY6" fmla="*/ 1442971 h 1834722"/>
                <a:gd name="connsiteX7" fmla="*/ 260333 w 1297990"/>
                <a:gd name="connsiteY7" fmla="*/ 1351956 h 1834722"/>
                <a:gd name="connsiteX8" fmla="*/ 0 w 1297990"/>
                <a:gd name="connsiteY8" fmla="*/ 1201657 h 1834722"/>
                <a:gd name="connsiteX9" fmla="*/ 0 w 1297990"/>
                <a:gd name="connsiteY9" fmla="*/ 482865 h 1834722"/>
                <a:gd name="connsiteX10" fmla="*/ 260333 w 1297990"/>
                <a:gd name="connsiteY10" fmla="*/ 332565 h 1834722"/>
                <a:gd name="connsiteX11" fmla="*/ 417968 w 1297990"/>
                <a:gd name="connsiteY11" fmla="*/ 241563 h 1834722"/>
                <a:gd name="connsiteX12" fmla="*/ 417968 w 1297990"/>
                <a:gd name="connsiteY12" fmla="*/ 241563 h 1834722"/>
                <a:gd name="connsiteX13" fmla="*/ 755143 w 1297990"/>
                <a:gd name="connsiteY13" fmla="*/ 46883 h 1834722"/>
                <a:gd name="connsiteX14" fmla="*/ 836358 w 1297990"/>
                <a:gd name="connsiteY14" fmla="*/ 0 h 1834722"/>
                <a:gd name="connsiteX15" fmla="*/ 836358 w 1297990"/>
                <a:gd name="connsiteY15" fmla="*/ 0 h 1834722"/>
                <a:gd name="connsiteX16" fmla="*/ 920831 w 1297990"/>
                <a:gd name="connsiteY16" fmla="*/ 87918 h 1834722"/>
                <a:gd name="connsiteX17" fmla="*/ 1278263 w 1297990"/>
                <a:gd name="connsiteY17" fmla="*/ 842267 h 1834722"/>
                <a:gd name="connsiteX18" fmla="*/ 1096493 w 1297990"/>
                <a:gd name="connsiteY18" fmla="*/ 1834723 h 1834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97990" h="1834722">
                  <a:moveTo>
                    <a:pt x="1096493" y="1834723"/>
                  </a:moveTo>
                  <a:lnTo>
                    <a:pt x="836358" y="1684534"/>
                  </a:lnTo>
                  <a:cubicBezTo>
                    <a:pt x="836358" y="1684534"/>
                    <a:pt x="836358" y="1684534"/>
                    <a:pt x="836358" y="1684510"/>
                  </a:cubicBezTo>
                  <a:lnTo>
                    <a:pt x="836358" y="1684510"/>
                  </a:lnTo>
                  <a:cubicBezTo>
                    <a:pt x="836358" y="1684510"/>
                    <a:pt x="755143" y="1637639"/>
                    <a:pt x="755143" y="1637639"/>
                  </a:cubicBezTo>
                  <a:lnTo>
                    <a:pt x="417968" y="1442971"/>
                  </a:lnTo>
                  <a:lnTo>
                    <a:pt x="417968" y="1442971"/>
                  </a:lnTo>
                  <a:cubicBezTo>
                    <a:pt x="417968" y="1442971"/>
                    <a:pt x="260333" y="1351956"/>
                    <a:pt x="260333" y="1351956"/>
                  </a:cubicBezTo>
                  <a:lnTo>
                    <a:pt x="0" y="1201657"/>
                  </a:lnTo>
                  <a:lnTo>
                    <a:pt x="0" y="482865"/>
                  </a:lnTo>
                  <a:lnTo>
                    <a:pt x="260333" y="332565"/>
                  </a:lnTo>
                  <a:lnTo>
                    <a:pt x="417968" y="241563"/>
                  </a:lnTo>
                  <a:lnTo>
                    <a:pt x="417968" y="241563"/>
                  </a:lnTo>
                  <a:cubicBezTo>
                    <a:pt x="417968" y="241563"/>
                    <a:pt x="755143" y="46883"/>
                    <a:pt x="755143" y="46883"/>
                  </a:cubicBezTo>
                  <a:lnTo>
                    <a:pt x="836358" y="0"/>
                  </a:lnTo>
                  <a:lnTo>
                    <a:pt x="836358" y="0"/>
                  </a:lnTo>
                  <a:cubicBezTo>
                    <a:pt x="865845" y="28298"/>
                    <a:pt x="894020" y="57625"/>
                    <a:pt x="920831" y="87918"/>
                  </a:cubicBezTo>
                  <a:cubicBezTo>
                    <a:pt x="1110828" y="302545"/>
                    <a:pt x="1233028" y="565369"/>
                    <a:pt x="1278263" y="842267"/>
                  </a:cubicBezTo>
                  <a:cubicBezTo>
                    <a:pt x="1332208" y="1172367"/>
                    <a:pt x="1276776" y="1522464"/>
                    <a:pt x="1096493" y="1834723"/>
                  </a:cubicBezTo>
                  <a:close/>
                </a:path>
              </a:pathLst>
            </a:custGeom>
            <a:solidFill>
              <a:schemeClr val="accent5"/>
            </a:solidFill>
            <a:ln w="0" cap="flat">
              <a:noFill/>
              <a:prstDash val="solid"/>
              <a:miter/>
            </a:ln>
          </p:spPr>
          <p:txBody>
            <a:bodyPr rtlCol="0" anchor="ctr"/>
            <a:lstStyle/>
            <a:p>
              <a:endParaRPr lang="fr-FR"/>
            </a:p>
          </p:txBody>
        </p:sp>
        <p:sp>
          <p:nvSpPr>
            <p:cNvPr id="192" name="Free-form: Shape 10">
              <a:extLst>
                <a:ext uri="{FF2B5EF4-FFF2-40B4-BE49-F238E27FC236}">
                  <a16:creationId xmlns:a16="http://schemas.microsoft.com/office/drawing/2014/main" id="{99D6547C-290B-9B57-5A95-1DE27DBDD6D9}"/>
                </a:ext>
              </a:extLst>
            </p:cNvPr>
            <p:cNvSpPr/>
            <p:nvPr/>
          </p:nvSpPr>
          <p:spPr>
            <a:xfrm>
              <a:off x="4953099" y="3788488"/>
              <a:ext cx="1458855" cy="1625534"/>
            </a:xfrm>
            <a:custGeom>
              <a:avLst/>
              <a:gdLst>
                <a:gd name="connsiteX0" fmla="*/ 1458856 w 1458855"/>
                <a:gd name="connsiteY0" fmla="*/ 482890 h 1625534"/>
                <a:gd name="connsiteX1" fmla="*/ 1424945 w 1458855"/>
                <a:gd name="connsiteY1" fmla="*/ 600023 h 1625534"/>
                <a:gd name="connsiteX2" fmla="*/ 950393 w 1458855"/>
                <a:gd name="connsiteY2" fmla="*/ 1286712 h 1625534"/>
                <a:gd name="connsiteX3" fmla="*/ 0 w 1458855"/>
                <a:gd name="connsiteY3" fmla="*/ 1625534 h 1625534"/>
                <a:gd name="connsiteX4" fmla="*/ 0 w 1458855"/>
                <a:gd name="connsiteY4" fmla="*/ 359402 h 1625534"/>
                <a:gd name="connsiteX5" fmla="*/ 622498 w 1458855"/>
                <a:gd name="connsiteY5" fmla="*/ 0 h 1625534"/>
                <a:gd name="connsiteX6" fmla="*/ 882831 w 1458855"/>
                <a:gd name="connsiteY6" fmla="*/ 150300 h 1625534"/>
                <a:gd name="connsiteX7" fmla="*/ 1040467 w 1458855"/>
                <a:gd name="connsiteY7" fmla="*/ 241303 h 1625534"/>
                <a:gd name="connsiteX8" fmla="*/ 1040467 w 1458855"/>
                <a:gd name="connsiteY8" fmla="*/ 241303 h 1625534"/>
                <a:gd name="connsiteX9" fmla="*/ 1377641 w 1458855"/>
                <a:gd name="connsiteY9" fmla="*/ 435983 h 1625534"/>
                <a:gd name="connsiteX10" fmla="*/ 1458856 w 1458855"/>
                <a:gd name="connsiteY10" fmla="*/ 482865 h 1625534"/>
                <a:gd name="connsiteX11" fmla="*/ 1458856 w 1458855"/>
                <a:gd name="connsiteY11" fmla="*/ 482865 h 162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8855" h="1625534">
                  <a:moveTo>
                    <a:pt x="1458856" y="482890"/>
                  </a:moveTo>
                  <a:cubicBezTo>
                    <a:pt x="1449105" y="522575"/>
                    <a:pt x="1437781" y="561639"/>
                    <a:pt x="1424945" y="600023"/>
                  </a:cubicBezTo>
                  <a:cubicBezTo>
                    <a:pt x="1334054" y="871879"/>
                    <a:pt x="1167548" y="1109105"/>
                    <a:pt x="950393" y="1286712"/>
                  </a:cubicBezTo>
                  <a:cubicBezTo>
                    <a:pt x="691484" y="1498490"/>
                    <a:pt x="360579" y="1625534"/>
                    <a:pt x="0" y="1625534"/>
                  </a:cubicBezTo>
                  <a:lnTo>
                    <a:pt x="0" y="359402"/>
                  </a:lnTo>
                  <a:lnTo>
                    <a:pt x="622498" y="0"/>
                  </a:lnTo>
                  <a:lnTo>
                    <a:pt x="882831" y="150300"/>
                  </a:lnTo>
                  <a:lnTo>
                    <a:pt x="1040467" y="241303"/>
                  </a:lnTo>
                  <a:lnTo>
                    <a:pt x="1040467" y="241303"/>
                  </a:lnTo>
                  <a:cubicBezTo>
                    <a:pt x="1040467" y="241303"/>
                    <a:pt x="1377641" y="435983"/>
                    <a:pt x="1377641" y="435983"/>
                  </a:cubicBezTo>
                  <a:lnTo>
                    <a:pt x="1458856" y="482865"/>
                  </a:lnTo>
                  <a:lnTo>
                    <a:pt x="1458856" y="482865"/>
                  </a:lnTo>
                  <a:close/>
                </a:path>
              </a:pathLst>
            </a:custGeom>
            <a:solidFill>
              <a:schemeClr val="accent4">
                <a:lumMod val="50000"/>
              </a:schemeClr>
            </a:solidFill>
            <a:ln w="0" cap="flat">
              <a:noFill/>
              <a:prstDash val="solid"/>
              <a:miter/>
            </a:ln>
          </p:spPr>
          <p:txBody>
            <a:bodyPr rtlCol="0" anchor="ctr"/>
            <a:lstStyle/>
            <a:p>
              <a:endParaRPr lang="fr-FR"/>
            </a:p>
          </p:txBody>
        </p:sp>
        <p:sp>
          <p:nvSpPr>
            <p:cNvPr id="193" name="Free-form: Shape 11">
              <a:extLst>
                <a:ext uri="{FF2B5EF4-FFF2-40B4-BE49-F238E27FC236}">
                  <a16:creationId xmlns:a16="http://schemas.microsoft.com/office/drawing/2014/main" id="{4BEB8838-985C-E189-4964-9EDC83AEEB2D}"/>
                </a:ext>
              </a:extLst>
            </p:cNvPr>
            <p:cNvSpPr/>
            <p:nvPr/>
          </p:nvSpPr>
          <p:spPr>
            <a:xfrm>
              <a:off x="3234095" y="3788488"/>
              <a:ext cx="1718990" cy="1384398"/>
            </a:xfrm>
            <a:custGeom>
              <a:avLst/>
              <a:gdLst>
                <a:gd name="connsiteX0" fmla="*/ 1718991 w 1718990"/>
                <a:gd name="connsiteY0" fmla="*/ 359402 h 1384398"/>
                <a:gd name="connsiteX1" fmla="*/ 1718991 w 1718990"/>
                <a:gd name="connsiteY1" fmla="*/ 1325157 h 1384398"/>
                <a:gd name="connsiteX2" fmla="*/ 1718991 w 1718990"/>
                <a:gd name="connsiteY2" fmla="*/ 1325157 h 1384398"/>
                <a:gd name="connsiteX3" fmla="*/ 1600595 w 1718990"/>
                <a:gd name="connsiteY3" fmla="*/ 1354360 h 1384398"/>
                <a:gd name="connsiteX4" fmla="*/ 768598 w 1718990"/>
                <a:gd name="connsiteY4" fmla="*/ 1286700 h 1384398"/>
                <a:gd name="connsiteX5" fmla="*/ 0 w 1718990"/>
                <a:gd name="connsiteY5" fmla="*/ 633066 h 1384398"/>
                <a:gd name="connsiteX6" fmla="*/ 260135 w 1718990"/>
                <a:gd name="connsiteY6" fmla="*/ 482878 h 1384398"/>
                <a:gd name="connsiteX7" fmla="*/ 260135 w 1718990"/>
                <a:gd name="connsiteY7" fmla="*/ 482878 h 1384398"/>
                <a:gd name="connsiteX8" fmla="*/ 341350 w 1718990"/>
                <a:gd name="connsiteY8" fmla="*/ 435970 h 1384398"/>
                <a:gd name="connsiteX9" fmla="*/ 678525 w 1718990"/>
                <a:gd name="connsiteY9" fmla="*/ 241315 h 1384398"/>
                <a:gd name="connsiteX10" fmla="*/ 678525 w 1718990"/>
                <a:gd name="connsiteY10" fmla="*/ 241315 h 1384398"/>
                <a:gd name="connsiteX11" fmla="*/ 836159 w 1718990"/>
                <a:gd name="connsiteY11" fmla="*/ 150300 h 1384398"/>
                <a:gd name="connsiteX12" fmla="*/ 1096493 w 1718990"/>
                <a:gd name="connsiteY12" fmla="*/ 0 h 1384398"/>
                <a:gd name="connsiteX13" fmla="*/ 1718991 w 1718990"/>
                <a:gd name="connsiteY13" fmla="*/ 359402 h 1384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18990" h="1384398">
                  <a:moveTo>
                    <a:pt x="1718991" y="359402"/>
                  </a:moveTo>
                  <a:lnTo>
                    <a:pt x="1718991" y="1325157"/>
                  </a:lnTo>
                  <a:lnTo>
                    <a:pt x="1718991" y="1325157"/>
                  </a:lnTo>
                  <a:cubicBezTo>
                    <a:pt x="1679753" y="1336568"/>
                    <a:pt x="1640242" y="1346294"/>
                    <a:pt x="1600595" y="1354360"/>
                  </a:cubicBezTo>
                  <a:cubicBezTo>
                    <a:pt x="1319707" y="1411588"/>
                    <a:pt x="1031001" y="1385966"/>
                    <a:pt x="768598" y="1286700"/>
                  </a:cubicBezTo>
                  <a:cubicBezTo>
                    <a:pt x="455744" y="1168365"/>
                    <a:pt x="180283" y="945313"/>
                    <a:pt x="0" y="633066"/>
                  </a:cubicBezTo>
                  <a:lnTo>
                    <a:pt x="260135" y="482878"/>
                  </a:lnTo>
                  <a:lnTo>
                    <a:pt x="260135" y="482878"/>
                  </a:lnTo>
                  <a:cubicBezTo>
                    <a:pt x="260135" y="482878"/>
                    <a:pt x="341350" y="435970"/>
                    <a:pt x="341350" y="435970"/>
                  </a:cubicBezTo>
                  <a:lnTo>
                    <a:pt x="678525" y="241315"/>
                  </a:lnTo>
                  <a:lnTo>
                    <a:pt x="678525" y="241315"/>
                  </a:lnTo>
                  <a:cubicBezTo>
                    <a:pt x="678525" y="241315"/>
                    <a:pt x="836159" y="150300"/>
                    <a:pt x="836159" y="150300"/>
                  </a:cubicBezTo>
                  <a:lnTo>
                    <a:pt x="1096493" y="0"/>
                  </a:lnTo>
                  <a:lnTo>
                    <a:pt x="1718991" y="359402"/>
                  </a:lnTo>
                  <a:close/>
                </a:path>
              </a:pathLst>
            </a:custGeom>
            <a:solidFill>
              <a:schemeClr val="accent3"/>
            </a:solidFill>
            <a:ln w="0" cap="flat">
              <a:noFill/>
              <a:prstDash val="solid"/>
              <a:miter/>
            </a:ln>
          </p:spPr>
          <p:txBody>
            <a:bodyPr rtlCol="0" anchor="ctr"/>
            <a:lstStyle/>
            <a:p>
              <a:endParaRPr lang="fr-FR"/>
            </a:p>
          </p:txBody>
        </p:sp>
        <p:sp>
          <p:nvSpPr>
            <p:cNvPr id="194" name="Free-form: Shape 12">
              <a:extLst>
                <a:ext uri="{FF2B5EF4-FFF2-40B4-BE49-F238E27FC236}">
                  <a16:creationId xmlns:a16="http://schemas.microsoft.com/office/drawing/2014/main" id="{4381D69C-D189-A667-45F3-A7999B494300}"/>
                </a:ext>
              </a:extLst>
            </p:cNvPr>
            <p:cNvSpPr/>
            <p:nvPr/>
          </p:nvSpPr>
          <p:spPr>
            <a:xfrm>
              <a:off x="3032585" y="2436643"/>
              <a:ext cx="1298003" cy="1834710"/>
            </a:xfrm>
            <a:custGeom>
              <a:avLst/>
              <a:gdLst>
                <a:gd name="connsiteX0" fmla="*/ 1298003 w 1298003"/>
                <a:gd name="connsiteY0" fmla="*/ 633054 h 1834710"/>
                <a:gd name="connsiteX1" fmla="*/ 1298003 w 1298003"/>
                <a:gd name="connsiteY1" fmla="*/ 1351845 h 1834710"/>
                <a:gd name="connsiteX2" fmla="*/ 1037670 w 1298003"/>
                <a:gd name="connsiteY2" fmla="*/ 1502145 h 1834710"/>
                <a:gd name="connsiteX3" fmla="*/ 880035 w 1298003"/>
                <a:gd name="connsiteY3" fmla="*/ 1593148 h 1834710"/>
                <a:gd name="connsiteX4" fmla="*/ 880035 w 1298003"/>
                <a:gd name="connsiteY4" fmla="*/ 1593148 h 1834710"/>
                <a:gd name="connsiteX5" fmla="*/ 542861 w 1298003"/>
                <a:gd name="connsiteY5" fmla="*/ 1787815 h 1834710"/>
                <a:gd name="connsiteX6" fmla="*/ 461646 w 1298003"/>
                <a:gd name="connsiteY6" fmla="*/ 1834710 h 1834710"/>
                <a:gd name="connsiteX7" fmla="*/ 461646 w 1298003"/>
                <a:gd name="connsiteY7" fmla="*/ 1834710 h 1834710"/>
                <a:gd name="connsiteX8" fmla="*/ 377160 w 1298003"/>
                <a:gd name="connsiteY8" fmla="*/ 1746780 h 1834710"/>
                <a:gd name="connsiteX9" fmla="*/ 19728 w 1298003"/>
                <a:gd name="connsiteY9" fmla="*/ 992456 h 1834710"/>
                <a:gd name="connsiteX10" fmla="*/ 201498 w 1298003"/>
                <a:gd name="connsiteY10" fmla="*/ 0 h 1834710"/>
                <a:gd name="connsiteX11" fmla="*/ 461633 w 1298003"/>
                <a:gd name="connsiteY11" fmla="*/ 150189 h 1834710"/>
                <a:gd name="connsiteX12" fmla="*/ 461633 w 1298003"/>
                <a:gd name="connsiteY12" fmla="*/ 150213 h 1834710"/>
                <a:gd name="connsiteX13" fmla="*/ 461633 w 1298003"/>
                <a:gd name="connsiteY13" fmla="*/ 150213 h 1834710"/>
                <a:gd name="connsiteX14" fmla="*/ 880023 w 1298003"/>
                <a:gd name="connsiteY14" fmla="*/ 391751 h 1834710"/>
                <a:gd name="connsiteX15" fmla="*/ 880023 w 1298003"/>
                <a:gd name="connsiteY15" fmla="*/ 391751 h 1834710"/>
                <a:gd name="connsiteX16" fmla="*/ 1037658 w 1298003"/>
                <a:gd name="connsiteY16" fmla="*/ 482766 h 1834710"/>
                <a:gd name="connsiteX17" fmla="*/ 1297991 w 1298003"/>
                <a:gd name="connsiteY17" fmla="*/ 633066 h 1834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98003" h="1834710">
                  <a:moveTo>
                    <a:pt x="1298003" y="633054"/>
                  </a:moveTo>
                  <a:lnTo>
                    <a:pt x="1298003" y="1351845"/>
                  </a:lnTo>
                  <a:lnTo>
                    <a:pt x="1037670" y="1502145"/>
                  </a:lnTo>
                  <a:lnTo>
                    <a:pt x="880035" y="1593148"/>
                  </a:lnTo>
                  <a:lnTo>
                    <a:pt x="880035" y="1593148"/>
                  </a:lnTo>
                  <a:cubicBezTo>
                    <a:pt x="880035" y="1593148"/>
                    <a:pt x="542861" y="1787815"/>
                    <a:pt x="542861" y="1787815"/>
                  </a:cubicBezTo>
                  <a:lnTo>
                    <a:pt x="461646" y="1834710"/>
                  </a:lnTo>
                  <a:lnTo>
                    <a:pt x="461646" y="1834710"/>
                  </a:lnTo>
                  <a:cubicBezTo>
                    <a:pt x="432146" y="1806412"/>
                    <a:pt x="403971" y="1777074"/>
                    <a:pt x="377160" y="1746780"/>
                  </a:cubicBezTo>
                  <a:cubicBezTo>
                    <a:pt x="187151" y="1532153"/>
                    <a:pt x="64963" y="1269317"/>
                    <a:pt x="19728" y="992456"/>
                  </a:cubicBezTo>
                  <a:cubicBezTo>
                    <a:pt x="-34217" y="662343"/>
                    <a:pt x="21215" y="312259"/>
                    <a:pt x="201498" y="0"/>
                  </a:cubicBezTo>
                  <a:lnTo>
                    <a:pt x="461633" y="150189"/>
                  </a:lnTo>
                  <a:cubicBezTo>
                    <a:pt x="461633" y="150189"/>
                    <a:pt x="461633" y="150189"/>
                    <a:pt x="461633" y="150213"/>
                  </a:cubicBezTo>
                  <a:lnTo>
                    <a:pt x="461633" y="150213"/>
                  </a:lnTo>
                  <a:cubicBezTo>
                    <a:pt x="461633" y="150213"/>
                    <a:pt x="880023" y="391751"/>
                    <a:pt x="880023" y="391751"/>
                  </a:cubicBezTo>
                  <a:lnTo>
                    <a:pt x="880023" y="391751"/>
                  </a:lnTo>
                  <a:cubicBezTo>
                    <a:pt x="880023" y="391751"/>
                    <a:pt x="1037658" y="482766"/>
                    <a:pt x="1037658" y="482766"/>
                  </a:cubicBezTo>
                  <a:lnTo>
                    <a:pt x="1297991" y="633066"/>
                  </a:lnTo>
                  <a:close/>
                </a:path>
              </a:pathLst>
            </a:custGeom>
            <a:solidFill>
              <a:schemeClr val="accent4"/>
            </a:solidFill>
            <a:ln w="0" cap="flat">
              <a:noFill/>
              <a:prstDash val="solid"/>
              <a:miter/>
            </a:ln>
          </p:spPr>
          <p:txBody>
            <a:bodyPr rtlCol="0" anchor="ctr"/>
            <a:lstStyle/>
            <a:p>
              <a:endParaRPr lang="fr-FR"/>
            </a:p>
          </p:txBody>
        </p:sp>
        <p:sp>
          <p:nvSpPr>
            <p:cNvPr id="195" name="Free-form: Shape 13">
              <a:extLst>
                <a:ext uri="{FF2B5EF4-FFF2-40B4-BE49-F238E27FC236}">
                  <a16:creationId xmlns:a16="http://schemas.microsoft.com/office/drawing/2014/main" id="{12C52345-1DD1-A356-82DE-F672F235A0F5}"/>
                </a:ext>
              </a:extLst>
            </p:cNvPr>
            <p:cNvSpPr/>
            <p:nvPr/>
          </p:nvSpPr>
          <p:spPr>
            <a:xfrm>
              <a:off x="4953086" y="1444163"/>
              <a:ext cx="118396" cy="300389"/>
            </a:xfrm>
            <a:custGeom>
              <a:avLst/>
              <a:gdLst>
                <a:gd name="connsiteX0" fmla="*/ 118397 w 118396"/>
                <a:gd name="connsiteY0" fmla="*/ 271187 h 300389"/>
                <a:gd name="connsiteX1" fmla="*/ 0 w 118396"/>
                <a:gd name="connsiteY1" fmla="*/ 300389 h 300389"/>
                <a:gd name="connsiteX2" fmla="*/ 0 w 118396"/>
                <a:gd name="connsiteY2" fmla="*/ 0 h 300389"/>
                <a:gd name="connsiteX3" fmla="*/ 118397 w 118396"/>
                <a:gd name="connsiteY3" fmla="*/ 271187 h 300389"/>
              </a:gdLst>
              <a:ahLst/>
              <a:cxnLst>
                <a:cxn ang="0">
                  <a:pos x="connsiteX0" y="connsiteY0"/>
                </a:cxn>
                <a:cxn ang="0">
                  <a:pos x="connsiteX1" y="connsiteY1"/>
                </a:cxn>
                <a:cxn ang="0">
                  <a:pos x="connsiteX2" y="connsiteY2"/>
                </a:cxn>
                <a:cxn ang="0">
                  <a:pos x="connsiteX3" y="connsiteY3"/>
                </a:cxn>
              </a:cxnLst>
              <a:rect l="l" t="t" r="r" b="b"/>
              <a:pathLst>
                <a:path w="118396" h="300389">
                  <a:moveTo>
                    <a:pt x="118397" y="271187"/>
                  </a:moveTo>
                  <a:cubicBezTo>
                    <a:pt x="78749" y="279252"/>
                    <a:pt x="39238" y="288978"/>
                    <a:pt x="0" y="300389"/>
                  </a:cubicBezTo>
                  <a:lnTo>
                    <a:pt x="0" y="0"/>
                  </a:lnTo>
                  <a:lnTo>
                    <a:pt x="118397" y="271187"/>
                  </a:lnTo>
                  <a:close/>
                </a:path>
              </a:pathLst>
            </a:custGeom>
            <a:solidFill>
              <a:schemeClr val="tx1">
                <a:lumMod val="50000"/>
                <a:lumOff val="50000"/>
              </a:schemeClr>
            </a:solidFill>
            <a:ln w="0" cap="flat">
              <a:noFill/>
              <a:prstDash val="solid"/>
              <a:miter/>
            </a:ln>
          </p:spPr>
          <p:txBody>
            <a:bodyPr rtlCol="0" anchor="ctr"/>
            <a:lstStyle/>
            <a:p>
              <a:endParaRPr lang="fr-FR"/>
            </a:p>
          </p:txBody>
        </p:sp>
        <p:sp>
          <p:nvSpPr>
            <p:cNvPr id="196" name="Free-form: Shape 14">
              <a:extLst>
                <a:ext uri="{FF2B5EF4-FFF2-40B4-BE49-F238E27FC236}">
                  <a16:creationId xmlns:a16="http://schemas.microsoft.com/office/drawing/2014/main" id="{7E8D1476-3D2F-E992-A7B3-758A10FE2C5F}"/>
                </a:ext>
              </a:extLst>
            </p:cNvPr>
            <p:cNvSpPr/>
            <p:nvPr/>
          </p:nvSpPr>
          <p:spPr>
            <a:xfrm>
              <a:off x="3234083" y="2436618"/>
              <a:ext cx="294045" cy="150188"/>
            </a:xfrm>
            <a:custGeom>
              <a:avLst/>
              <a:gdLst>
                <a:gd name="connsiteX0" fmla="*/ 294046 w 294045"/>
                <a:gd name="connsiteY0" fmla="*/ 33056 h 150188"/>
                <a:gd name="connsiteX1" fmla="*/ 260135 w 294045"/>
                <a:gd name="connsiteY1" fmla="*/ 150188 h 150188"/>
                <a:gd name="connsiteX2" fmla="*/ 0 w 294045"/>
                <a:gd name="connsiteY2" fmla="*/ 0 h 150188"/>
                <a:gd name="connsiteX3" fmla="*/ 294034 w 294045"/>
                <a:gd name="connsiteY3" fmla="*/ 33056 h 150188"/>
              </a:gdLst>
              <a:ahLst/>
              <a:cxnLst>
                <a:cxn ang="0">
                  <a:pos x="connsiteX0" y="connsiteY0"/>
                </a:cxn>
                <a:cxn ang="0">
                  <a:pos x="connsiteX1" y="connsiteY1"/>
                </a:cxn>
                <a:cxn ang="0">
                  <a:pos x="connsiteX2" y="connsiteY2"/>
                </a:cxn>
                <a:cxn ang="0">
                  <a:pos x="connsiteX3" y="connsiteY3"/>
                </a:cxn>
              </a:cxnLst>
              <a:rect l="l" t="t" r="r" b="b"/>
              <a:pathLst>
                <a:path w="294045" h="150188">
                  <a:moveTo>
                    <a:pt x="294046" y="33056"/>
                  </a:moveTo>
                  <a:cubicBezTo>
                    <a:pt x="281210" y="71427"/>
                    <a:pt x="269886" y="110504"/>
                    <a:pt x="260135" y="150188"/>
                  </a:cubicBezTo>
                  <a:lnTo>
                    <a:pt x="0" y="0"/>
                  </a:lnTo>
                  <a:lnTo>
                    <a:pt x="294034" y="33056"/>
                  </a:lnTo>
                  <a:close/>
                </a:path>
              </a:pathLst>
            </a:custGeom>
            <a:solidFill>
              <a:schemeClr val="accent2">
                <a:lumMod val="10000"/>
              </a:schemeClr>
            </a:solidFill>
            <a:ln w="0" cap="flat">
              <a:noFill/>
              <a:prstDash val="solid"/>
              <a:miter/>
            </a:ln>
          </p:spPr>
          <p:txBody>
            <a:bodyPr rtlCol="0" anchor="ctr"/>
            <a:lstStyle/>
            <a:p>
              <a:endParaRPr lang="fr-FR"/>
            </a:p>
          </p:txBody>
        </p:sp>
        <p:sp>
          <p:nvSpPr>
            <p:cNvPr id="197" name="Free-form: Shape 15">
              <a:extLst>
                <a:ext uri="{FF2B5EF4-FFF2-40B4-BE49-F238E27FC236}">
                  <a16:creationId xmlns:a16="http://schemas.microsoft.com/office/drawing/2014/main" id="{B9EB7EDA-3250-3A47-3EE3-C9151BD21E45}"/>
                </a:ext>
              </a:extLst>
            </p:cNvPr>
            <p:cNvSpPr/>
            <p:nvPr/>
          </p:nvSpPr>
          <p:spPr>
            <a:xfrm>
              <a:off x="3234083" y="4183436"/>
              <a:ext cx="260147" cy="238131"/>
            </a:xfrm>
            <a:custGeom>
              <a:avLst/>
              <a:gdLst>
                <a:gd name="connsiteX0" fmla="*/ 260148 w 260147"/>
                <a:gd name="connsiteY0" fmla="*/ 87930 h 238131"/>
                <a:gd name="connsiteX1" fmla="*/ 260123 w 260147"/>
                <a:gd name="connsiteY1" fmla="*/ 87930 h 238131"/>
                <a:gd name="connsiteX2" fmla="*/ 0 w 260147"/>
                <a:gd name="connsiteY2" fmla="*/ 238131 h 238131"/>
                <a:gd name="connsiteX3" fmla="*/ 0 w 260147"/>
                <a:gd name="connsiteY3" fmla="*/ 238131 h 238131"/>
                <a:gd name="connsiteX4" fmla="*/ 175649 w 260147"/>
                <a:gd name="connsiteY4" fmla="*/ 0 h 238131"/>
                <a:gd name="connsiteX5" fmla="*/ 260135 w 260147"/>
                <a:gd name="connsiteY5" fmla="*/ 87918 h 238131"/>
                <a:gd name="connsiteX6" fmla="*/ 260135 w 260147"/>
                <a:gd name="connsiteY6" fmla="*/ 87918 h 23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0147" h="238131">
                  <a:moveTo>
                    <a:pt x="260148" y="87930"/>
                  </a:moveTo>
                  <a:lnTo>
                    <a:pt x="260123" y="87930"/>
                  </a:lnTo>
                  <a:lnTo>
                    <a:pt x="0" y="238131"/>
                  </a:lnTo>
                  <a:lnTo>
                    <a:pt x="0" y="238131"/>
                  </a:lnTo>
                  <a:lnTo>
                    <a:pt x="175649" y="0"/>
                  </a:lnTo>
                  <a:cubicBezTo>
                    <a:pt x="202473" y="30305"/>
                    <a:pt x="230635" y="59632"/>
                    <a:pt x="260135" y="87918"/>
                  </a:cubicBezTo>
                  <a:lnTo>
                    <a:pt x="260135" y="87918"/>
                  </a:lnTo>
                  <a:close/>
                </a:path>
              </a:pathLst>
            </a:custGeom>
            <a:solidFill>
              <a:schemeClr val="accent3">
                <a:lumMod val="75000"/>
              </a:schemeClr>
            </a:solidFill>
            <a:ln w="0" cap="flat">
              <a:noFill/>
              <a:prstDash val="solid"/>
              <a:miter/>
            </a:ln>
          </p:spPr>
          <p:txBody>
            <a:bodyPr rtlCol="0" anchor="ctr"/>
            <a:lstStyle/>
            <a:p>
              <a:endParaRPr lang="fr-FR"/>
            </a:p>
          </p:txBody>
        </p:sp>
        <p:sp>
          <p:nvSpPr>
            <p:cNvPr id="198" name="Free-form: Shape 16">
              <a:extLst>
                <a:ext uri="{FF2B5EF4-FFF2-40B4-BE49-F238E27FC236}">
                  <a16:creationId xmlns:a16="http://schemas.microsoft.com/office/drawing/2014/main" id="{C4BE9E57-7BA0-6A12-ECDE-A3C68D6220FA}"/>
                </a:ext>
              </a:extLst>
            </p:cNvPr>
            <p:cNvSpPr/>
            <p:nvPr/>
          </p:nvSpPr>
          <p:spPr>
            <a:xfrm>
              <a:off x="4834690" y="5113645"/>
              <a:ext cx="118396" cy="300376"/>
            </a:xfrm>
            <a:custGeom>
              <a:avLst/>
              <a:gdLst>
                <a:gd name="connsiteX0" fmla="*/ 118396 w 118396"/>
                <a:gd name="connsiteY0" fmla="*/ 12 h 300376"/>
                <a:gd name="connsiteX1" fmla="*/ 118396 w 118396"/>
                <a:gd name="connsiteY1" fmla="*/ 300377 h 300376"/>
                <a:gd name="connsiteX2" fmla="*/ 0 w 118396"/>
                <a:gd name="connsiteY2" fmla="*/ 29203 h 300376"/>
                <a:gd name="connsiteX3" fmla="*/ 118396 w 118396"/>
                <a:gd name="connsiteY3" fmla="*/ 0 h 300376"/>
              </a:gdLst>
              <a:ahLst/>
              <a:cxnLst>
                <a:cxn ang="0">
                  <a:pos x="connsiteX0" y="connsiteY0"/>
                </a:cxn>
                <a:cxn ang="0">
                  <a:pos x="connsiteX1" y="connsiteY1"/>
                </a:cxn>
                <a:cxn ang="0">
                  <a:pos x="connsiteX2" y="connsiteY2"/>
                </a:cxn>
                <a:cxn ang="0">
                  <a:pos x="connsiteX3" y="connsiteY3"/>
                </a:cxn>
              </a:cxnLst>
              <a:rect l="l" t="t" r="r" b="b"/>
              <a:pathLst>
                <a:path w="118396" h="300376">
                  <a:moveTo>
                    <a:pt x="118396" y="12"/>
                  </a:moveTo>
                  <a:lnTo>
                    <a:pt x="118396" y="300377"/>
                  </a:lnTo>
                  <a:lnTo>
                    <a:pt x="0" y="29203"/>
                  </a:lnTo>
                  <a:cubicBezTo>
                    <a:pt x="39647" y="21137"/>
                    <a:pt x="79158" y="11411"/>
                    <a:pt x="118396" y="0"/>
                  </a:cubicBezTo>
                  <a:close/>
                </a:path>
              </a:pathLst>
            </a:custGeom>
            <a:solidFill>
              <a:schemeClr val="tx1"/>
            </a:solidFill>
            <a:ln w="0" cap="flat">
              <a:noFill/>
              <a:prstDash val="solid"/>
              <a:miter/>
            </a:ln>
          </p:spPr>
          <p:txBody>
            <a:bodyPr rtlCol="0" anchor="ctr"/>
            <a:lstStyle/>
            <a:p>
              <a:endParaRPr lang="fr-FR"/>
            </a:p>
          </p:txBody>
        </p:sp>
        <p:sp>
          <p:nvSpPr>
            <p:cNvPr id="199" name="Free-form: Shape 17">
              <a:extLst>
                <a:ext uri="{FF2B5EF4-FFF2-40B4-BE49-F238E27FC236}">
                  <a16:creationId xmlns:a16="http://schemas.microsoft.com/office/drawing/2014/main" id="{A600C499-2169-DA2A-E81D-BEEC99E312C3}"/>
                </a:ext>
              </a:extLst>
            </p:cNvPr>
            <p:cNvSpPr/>
            <p:nvPr/>
          </p:nvSpPr>
          <p:spPr>
            <a:xfrm>
              <a:off x="6378043" y="4271366"/>
              <a:ext cx="294045" cy="150201"/>
            </a:xfrm>
            <a:custGeom>
              <a:avLst/>
              <a:gdLst>
                <a:gd name="connsiteX0" fmla="*/ 294046 w 294045"/>
                <a:gd name="connsiteY0" fmla="*/ 150201 h 150201"/>
                <a:gd name="connsiteX1" fmla="*/ 0 w 294045"/>
                <a:gd name="connsiteY1" fmla="*/ 117133 h 150201"/>
                <a:gd name="connsiteX2" fmla="*/ 33911 w 294045"/>
                <a:gd name="connsiteY2" fmla="*/ 0 h 150201"/>
                <a:gd name="connsiteX3" fmla="*/ 294046 w 294045"/>
                <a:gd name="connsiteY3" fmla="*/ 150201 h 150201"/>
              </a:gdLst>
              <a:ahLst/>
              <a:cxnLst>
                <a:cxn ang="0">
                  <a:pos x="connsiteX0" y="connsiteY0"/>
                </a:cxn>
                <a:cxn ang="0">
                  <a:pos x="connsiteX1" y="connsiteY1"/>
                </a:cxn>
                <a:cxn ang="0">
                  <a:pos x="connsiteX2" y="connsiteY2"/>
                </a:cxn>
                <a:cxn ang="0">
                  <a:pos x="connsiteX3" y="connsiteY3"/>
                </a:cxn>
              </a:cxnLst>
              <a:rect l="l" t="t" r="r" b="b"/>
              <a:pathLst>
                <a:path w="294045" h="150201">
                  <a:moveTo>
                    <a:pt x="294046" y="150201"/>
                  </a:moveTo>
                  <a:lnTo>
                    <a:pt x="0" y="117133"/>
                  </a:lnTo>
                  <a:cubicBezTo>
                    <a:pt x="12836" y="78762"/>
                    <a:pt x="24160" y="39684"/>
                    <a:pt x="33911" y="0"/>
                  </a:cubicBezTo>
                  <a:lnTo>
                    <a:pt x="294046" y="150201"/>
                  </a:lnTo>
                  <a:close/>
                </a:path>
              </a:pathLst>
            </a:custGeom>
            <a:solidFill>
              <a:schemeClr val="accent5">
                <a:lumMod val="75000"/>
              </a:schemeClr>
            </a:solidFill>
            <a:ln w="0" cap="flat">
              <a:noFill/>
              <a:prstDash val="solid"/>
              <a:miter/>
            </a:ln>
          </p:spPr>
          <p:txBody>
            <a:bodyPr rtlCol="0" anchor="ctr"/>
            <a:lstStyle/>
            <a:p>
              <a:endParaRPr lang="fr-FR"/>
            </a:p>
          </p:txBody>
        </p:sp>
        <p:sp>
          <p:nvSpPr>
            <p:cNvPr id="200" name="Free-form: Shape 18">
              <a:extLst>
                <a:ext uri="{FF2B5EF4-FFF2-40B4-BE49-F238E27FC236}">
                  <a16:creationId xmlns:a16="http://schemas.microsoft.com/office/drawing/2014/main" id="{110C470F-B390-CE66-9097-BF8F928C5A22}"/>
                </a:ext>
              </a:extLst>
            </p:cNvPr>
            <p:cNvSpPr/>
            <p:nvPr/>
          </p:nvSpPr>
          <p:spPr>
            <a:xfrm>
              <a:off x="6411967" y="2436631"/>
              <a:ext cx="260135" cy="238118"/>
            </a:xfrm>
            <a:custGeom>
              <a:avLst/>
              <a:gdLst>
                <a:gd name="connsiteX0" fmla="*/ 260135 w 260135"/>
                <a:gd name="connsiteY0" fmla="*/ 0 h 238118"/>
                <a:gd name="connsiteX1" fmla="*/ 84473 w 260135"/>
                <a:gd name="connsiteY1" fmla="*/ 238119 h 238118"/>
                <a:gd name="connsiteX2" fmla="*/ 0 w 260135"/>
                <a:gd name="connsiteY2" fmla="*/ 150213 h 238118"/>
                <a:gd name="connsiteX3" fmla="*/ 0 w 260135"/>
                <a:gd name="connsiteY3" fmla="*/ 150213 h 238118"/>
                <a:gd name="connsiteX4" fmla="*/ 0 w 260135"/>
                <a:gd name="connsiteY4" fmla="*/ 150189 h 238118"/>
                <a:gd name="connsiteX5" fmla="*/ 260135 w 260135"/>
                <a:gd name="connsiteY5" fmla="*/ 0 h 238118"/>
                <a:gd name="connsiteX6" fmla="*/ 260135 w 260135"/>
                <a:gd name="connsiteY6" fmla="*/ 0 h 238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0135" h="238118">
                  <a:moveTo>
                    <a:pt x="260135" y="0"/>
                  </a:moveTo>
                  <a:lnTo>
                    <a:pt x="84473" y="238119"/>
                  </a:lnTo>
                  <a:cubicBezTo>
                    <a:pt x="57650" y="207813"/>
                    <a:pt x="29488" y="178487"/>
                    <a:pt x="0" y="150213"/>
                  </a:cubicBezTo>
                  <a:lnTo>
                    <a:pt x="0" y="150213"/>
                  </a:lnTo>
                  <a:cubicBezTo>
                    <a:pt x="0" y="150213"/>
                    <a:pt x="0" y="150189"/>
                    <a:pt x="0" y="150189"/>
                  </a:cubicBezTo>
                  <a:lnTo>
                    <a:pt x="260135" y="0"/>
                  </a:lnTo>
                  <a:lnTo>
                    <a:pt x="260135" y="0"/>
                  </a:lnTo>
                  <a:close/>
                </a:path>
              </a:pathLst>
            </a:custGeom>
            <a:solidFill>
              <a:schemeClr val="accent4"/>
            </a:solidFill>
            <a:ln w="0" cap="flat">
              <a:noFill/>
              <a:prstDash val="solid"/>
              <a:miter/>
            </a:ln>
          </p:spPr>
          <p:txBody>
            <a:bodyPr rtlCol="0" anchor="ctr"/>
            <a:lstStyle/>
            <a:p>
              <a:endParaRPr lang="fr-FR"/>
            </a:p>
          </p:txBody>
        </p:sp>
      </p:grpSp>
      <p:sp>
        <p:nvSpPr>
          <p:cNvPr id="169" name="Oval 5">
            <a:extLst>
              <a:ext uri="{FF2B5EF4-FFF2-40B4-BE49-F238E27FC236}">
                <a16:creationId xmlns:a16="http://schemas.microsoft.com/office/drawing/2014/main" id="{A279F09E-3155-6B79-AFC8-EF969CD05DAD}"/>
              </a:ext>
            </a:extLst>
          </p:cNvPr>
          <p:cNvSpPr/>
          <p:nvPr/>
        </p:nvSpPr>
        <p:spPr>
          <a:xfrm>
            <a:off x="5448589" y="2952908"/>
            <a:ext cx="1327953" cy="13279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fr-FR" sz="2000">
              <a:solidFill>
                <a:schemeClr val="bg2"/>
              </a:solidFill>
              <a:ea typeface="+mj-ea"/>
              <a:cs typeface="+mj-cs"/>
            </a:endParaRPr>
          </a:p>
        </p:txBody>
      </p:sp>
      <p:sp>
        <p:nvSpPr>
          <p:cNvPr id="170" name="TextBox 25">
            <a:extLst>
              <a:ext uri="{FF2B5EF4-FFF2-40B4-BE49-F238E27FC236}">
                <a16:creationId xmlns:a16="http://schemas.microsoft.com/office/drawing/2014/main" id="{4596B826-A583-7F7B-FACB-9339B9A5A644}"/>
              </a:ext>
            </a:extLst>
          </p:cNvPr>
          <p:cNvSpPr txBox="1">
            <a:spLocks/>
          </p:cNvSpPr>
          <p:nvPr/>
        </p:nvSpPr>
        <p:spPr>
          <a:xfrm>
            <a:off x="5478182" y="2673659"/>
            <a:ext cx="302710" cy="161583"/>
          </a:xfrm>
          <a:prstGeom prst="rect">
            <a:avLst/>
          </a:prstGeom>
          <a:noFill/>
        </p:spPr>
        <p:txBody>
          <a:bodyPr wrap="square" lIns="0" tIns="0" rIns="0" bIns="0" rtlCol="0">
            <a:spAutoFit/>
          </a:bodyPr>
          <a:lstStyle/>
          <a:p>
            <a:pPr algn="ctr">
              <a:spcAft>
                <a:spcPts val="600"/>
              </a:spcAft>
            </a:pPr>
            <a:r>
              <a:rPr lang="fr-FR" sz="1050" b="1">
                <a:solidFill>
                  <a:schemeClr val="bg2"/>
                </a:solidFill>
              </a:rPr>
              <a:t>OIV</a:t>
            </a:r>
          </a:p>
        </p:txBody>
      </p:sp>
      <p:sp>
        <p:nvSpPr>
          <p:cNvPr id="171" name="TextBox 25">
            <a:extLst>
              <a:ext uri="{FF2B5EF4-FFF2-40B4-BE49-F238E27FC236}">
                <a16:creationId xmlns:a16="http://schemas.microsoft.com/office/drawing/2014/main" id="{0716B069-78D9-EA17-8043-52F32BC833F8}"/>
              </a:ext>
            </a:extLst>
          </p:cNvPr>
          <p:cNvSpPr txBox="1">
            <a:spLocks/>
          </p:cNvSpPr>
          <p:nvPr/>
        </p:nvSpPr>
        <p:spPr>
          <a:xfrm>
            <a:off x="6483617" y="2730639"/>
            <a:ext cx="302710" cy="161583"/>
          </a:xfrm>
          <a:prstGeom prst="rect">
            <a:avLst/>
          </a:prstGeom>
          <a:noFill/>
        </p:spPr>
        <p:txBody>
          <a:bodyPr wrap="square" lIns="0" tIns="0" rIns="0" bIns="0" rtlCol="0">
            <a:spAutoFit/>
          </a:bodyPr>
          <a:lstStyle/>
          <a:p>
            <a:pPr algn="ctr">
              <a:spcAft>
                <a:spcPts val="600"/>
              </a:spcAft>
            </a:pPr>
            <a:r>
              <a:rPr lang="fr-FR" sz="1050" b="1">
                <a:solidFill>
                  <a:schemeClr val="bg1"/>
                </a:solidFill>
              </a:rPr>
              <a:t>AIV</a:t>
            </a:r>
          </a:p>
        </p:txBody>
      </p:sp>
      <p:sp>
        <p:nvSpPr>
          <p:cNvPr id="172" name="TextBox 25">
            <a:extLst>
              <a:ext uri="{FF2B5EF4-FFF2-40B4-BE49-F238E27FC236}">
                <a16:creationId xmlns:a16="http://schemas.microsoft.com/office/drawing/2014/main" id="{7D6E7574-3D5A-A1CE-6427-5550946E2C70}"/>
              </a:ext>
            </a:extLst>
          </p:cNvPr>
          <p:cNvSpPr txBox="1">
            <a:spLocks/>
          </p:cNvSpPr>
          <p:nvPr/>
        </p:nvSpPr>
        <p:spPr>
          <a:xfrm>
            <a:off x="6951462" y="3518460"/>
            <a:ext cx="302710" cy="161583"/>
          </a:xfrm>
          <a:prstGeom prst="rect">
            <a:avLst/>
          </a:prstGeom>
          <a:noFill/>
        </p:spPr>
        <p:txBody>
          <a:bodyPr wrap="square" lIns="0" tIns="0" rIns="0" bIns="0" rtlCol="0">
            <a:spAutoFit/>
          </a:bodyPr>
          <a:lstStyle/>
          <a:p>
            <a:pPr algn="ctr">
              <a:spcAft>
                <a:spcPts val="600"/>
              </a:spcAft>
            </a:pPr>
            <a:r>
              <a:rPr lang="fr-FR" sz="1050" b="1">
                <a:solidFill>
                  <a:schemeClr val="bg1"/>
                </a:solidFill>
              </a:rPr>
              <a:t>IC</a:t>
            </a:r>
          </a:p>
        </p:txBody>
      </p:sp>
      <p:sp>
        <p:nvSpPr>
          <p:cNvPr id="173" name="TextBox 25">
            <a:extLst>
              <a:ext uri="{FF2B5EF4-FFF2-40B4-BE49-F238E27FC236}">
                <a16:creationId xmlns:a16="http://schemas.microsoft.com/office/drawing/2014/main" id="{8AE15982-BCB8-2107-B180-2FE635BAE170}"/>
              </a:ext>
            </a:extLst>
          </p:cNvPr>
          <p:cNvSpPr txBox="1">
            <a:spLocks/>
          </p:cNvSpPr>
          <p:nvPr/>
        </p:nvSpPr>
        <p:spPr>
          <a:xfrm>
            <a:off x="6402223" y="4419411"/>
            <a:ext cx="302710" cy="161583"/>
          </a:xfrm>
          <a:prstGeom prst="rect">
            <a:avLst/>
          </a:prstGeom>
          <a:noFill/>
        </p:spPr>
        <p:txBody>
          <a:bodyPr wrap="square" lIns="0" tIns="0" rIns="0" bIns="0" rtlCol="0">
            <a:spAutoFit/>
          </a:bodyPr>
          <a:lstStyle/>
          <a:p>
            <a:pPr algn="ctr">
              <a:spcAft>
                <a:spcPts val="600"/>
              </a:spcAft>
            </a:pPr>
            <a:r>
              <a:rPr lang="fr-FR" sz="1050" b="1">
                <a:solidFill>
                  <a:schemeClr val="bg1"/>
                </a:solidFill>
              </a:rPr>
              <a:t>PIV</a:t>
            </a:r>
          </a:p>
        </p:txBody>
      </p:sp>
      <p:sp>
        <p:nvSpPr>
          <p:cNvPr id="174" name="TextBox 25">
            <a:extLst>
              <a:ext uri="{FF2B5EF4-FFF2-40B4-BE49-F238E27FC236}">
                <a16:creationId xmlns:a16="http://schemas.microsoft.com/office/drawing/2014/main" id="{0D080D68-1142-3E34-87FD-40800340908E}"/>
              </a:ext>
            </a:extLst>
          </p:cNvPr>
          <p:cNvSpPr txBox="1">
            <a:spLocks/>
          </p:cNvSpPr>
          <p:nvPr/>
        </p:nvSpPr>
        <p:spPr>
          <a:xfrm>
            <a:off x="5424670" y="4338619"/>
            <a:ext cx="356222" cy="161583"/>
          </a:xfrm>
          <a:prstGeom prst="rect">
            <a:avLst/>
          </a:prstGeom>
          <a:noFill/>
        </p:spPr>
        <p:txBody>
          <a:bodyPr wrap="square" lIns="0" tIns="0" rIns="0" bIns="0" rtlCol="0">
            <a:spAutoFit/>
          </a:bodyPr>
          <a:lstStyle/>
          <a:p>
            <a:pPr algn="ctr">
              <a:spcAft>
                <a:spcPts val="600"/>
              </a:spcAft>
            </a:pPr>
            <a:r>
              <a:rPr lang="fr-FR" sz="1050" b="1">
                <a:solidFill>
                  <a:schemeClr val="bg1"/>
                </a:solidFill>
              </a:rPr>
              <a:t>SIIV</a:t>
            </a:r>
          </a:p>
        </p:txBody>
      </p:sp>
      <p:sp>
        <p:nvSpPr>
          <p:cNvPr id="175" name="TextBox 25">
            <a:extLst>
              <a:ext uri="{FF2B5EF4-FFF2-40B4-BE49-F238E27FC236}">
                <a16:creationId xmlns:a16="http://schemas.microsoft.com/office/drawing/2014/main" id="{AB5A0661-5778-373F-E0AE-C076C29923EE}"/>
              </a:ext>
            </a:extLst>
          </p:cNvPr>
          <p:cNvSpPr txBox="1">
            <a:spLocks/>
          </p:cNvSpPr>
          <p:nvPr/>
        </p:nvSpPr>
        <p:spPr>
          <a:xfrm>
            <a:off x="4834834" y="3522308"/>
            <a:ext cx="564147" cy="153888"/>
          </a:xfrm>
          <a:prstGeom prst="rect">
            <a:avLst/>
          </a:prstGeom>
          <a:noFill/>
        </p:spPr>
        <p:txBody>
          <a:bodyPr wrap="square" lIns="0" tIns="0" rIns="0" bIns="0" rtlCol="0">
            <a:spAutoFit/>
          </a:bodyPr>
          <a:lstStyle/>
          <a:p>
            <a:pPr algn="ctr">
              <a:spcAft>
                <a:spcPts val="600"/>
              </a:spcAft>
            </a:pPr>
            <a:r>
              <a:rPr lang="fr-FR" sz="1000" b="1">
                <a:solidFill>
                  <a:schemeClr val="bg1"/>
                </a:solidFill>
              </a:rPr>
              <a:t>Incidents</a:t>
            </a:r>
          </a:p>
        </p:txBody>
      </p:sp>
      <p:sp>
        <p:nvSpPr>
          <p:cNvPr id="176" name="TextBox 62">
            <a:extLst>
              <a:ext uri="{FF2B5EF4-FFF2-40B4-BE49-F238E27FC236}">
                <a16:creationId xmlns:a16="http://schemas.microsoft.com/office/drawing/2014/main" id="{42F1921D-9864-2A05-025C-0D10E6F2E3F8}"/>
              </a:ext>
            </a:extLst>
          </p:cNvPr>
          <p:cNvSpPr txBox="1"/>
          <p:nvPr/>
        </p:nvSpPr>
        <p:spPr bwMode="gray">
          <a:xfrm>
            <a:off x="5703285" y="3444458"/>
            <a:ext cx="811677" cy="323165"/>
          </a:xfrm>
          <a:prstGeom prst="rect">
            <a:avLst/>
          </a:prstGeom>
          <a:noFill/>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050" kern="0">
                <a:latin typeface="+mj-lt"/>
              </a:rPr>
              <a:t>Terminologie</a:t>
            </a:r>
            <a:r>
              <a:rPr kumimoji="0" lang="fr-FR" sz="1050" i="0" u="none" strike="noStrike" kern="0" cap="none" spc="0" normalizeH="0" baseline="0" noProof="0">
                <a:ln>
                  <a:noFill/>
                </a:ln>
                <a:effectLst/>
                <a:uLnTx/>
                <a:uFillTx/>
                <a:latin typeface="+mj-lt"/>
              </a:rPr>
              <a:t> de la REC</a:t>
            </a:r>
          </a:p>
        </p:txBody>
      </p:sp>
      <p:grpSp>
        <p:nvGrpSpPr>
          <p:cNvPr id="13" name="Groupe 12">
            <a:extLst>
              <a:ext uri="{FF2B5EF4-FFF2-40B4-BE49-F238E27FC236}">
                <a16:creationId xmlns:a16="http://schemas.microsoft.com/office/drawing/2014/main" id="{F997A4F3-9CBA-5F23-3C81-4D586BE4D427}"/>
              </a:ext>
            </a:extLst>
          </p:cNvPr>
          <p:cNvGrpSpPr/>
          <p:nvPr/>
        </p:nvGrpSpPr>
        <p:grpSpPr>
          <a:xfrm>
            <a:off x="7131133" y="1045552"/>
            <a:ext cx="2700000" cy="1325692"/>
            <a:chOff x="8220058" y="946824"/>
            <a:chExt cx="2700000" cy="1325692"/>
          </a:xfrm>
        </p:grpSpPr>
        <p:sp>
          <p:nvSpPr>
            <p:cNvPr id="183" name="TextBox 62">
              <a:extLst>
                <a:ext uri="{FF2B5EF4-FFF2-40B4-BE49-F238E27FC236}">
                  <a16:creationId xmlns:a16="http://schemas.microsoft.com/office/drawing/2014/main" id="{BA2E3E55-1525-3683-6909-2FBF9993D3F1}"/>
                </a:ext>
              </a:extLst>
            </p:cNvPr>
            <p:cNvSpPr txBox="1"/>
            <p:nvPr/>
          </p:nvSpPr>
          <p:spPr bwMode="gray">
            <a:xfrm>
              <a:off x="8220058" y="1064239"/>
              <a:ext cx="2700000" cy="430887"/>
            </a:xfrm>
            <a:prstGeom prst="rect">
              <a:avLst/>
            </a:prstGeom>
            <a:noFill/>
          </p:spPr>
          <p:txBody>
            <a:bodyPr wrap="square" lIns="0" tIns="0" rIns="0" bIns="0" rtlCol="0">
              <a:spAutoFit/>
            </a:bodyPr>
            <a:lstStyle/>
            <a:p>
              <a:pPr marL="0" marR="0" lvl="0" indent="0" defTabSz="914400" eaLnBrk="1" fontAlgn="auto" latinLnBrk="0" hangingPunct="1">
                <a:spcBef>
                  <a:spcPts val="0"/>
                </a:spcBef>
                <a:spcAft>
                  <a:spcPts val="0"/>
                </a:spcAft>
                <a:buClrTx/>
                <a:buSzTx/>
                <a:buFontTx/>
                <a:buNone/>
                <a:tabLst/>
                <a:defRPr/>
              </a:pPr>
              <a:r>
                <a:rPr kumimoji="0" lang="fr-FR" sz="1400" i="0" u="none" strike="noStrike" kern="0" cap="none" spc="0" normalizeH="0" baseline="0" noProof="0">
                  <a:ln>
                    <a:noFill/>
                  </a:ln>
                  <a:effectLst/>
                  <a:uLnTx/>
                  <a:uFillTx/>
                </a:rPr>
                <a:t>…. </a:t>
              </a:r>
              <a:r>
                <a:rPr kumimoji="0" lang="fr-FR" sz="1400" b="1" i="0" u="none" strike="noStrike" kern="0" cap="none" spc="0" normalizeH="0" baseline="0" noProof="0">
                  <a:ln>
                    <a:noFill/>
                  </a:ln>
                  <a:solidFill>
                    <a:schemeClr val="bg2"/>
                  </a:solidFill>
                  <a:effectLst/>
                  <a:uLnTx/>
                  <a:uFillTx/>
                </a:rPr>
                <a:t>Activités d’importance vitale (AIV)</a:t>
              </a:r>
              <a:r>
                <a:rPr lang="fr-FR" sz="1400" b="1" kern="0">
                  <a:solidFill>
                    <a:schemeClr val="bg2"/>
                  </a:solidFill>
                </a:rPr>
                <a:t> </a:t>
              </a:r>
              <a:r>
                <a:rPr lang="fr-FR" sz="1400" kern="0"/>
                <a:t>à l’aide …</a:t>
              </a:r>
              <a:endParaRPr kumimoji="0" lang="fr-FR" sz="1400" i="0" u="none" strike="noStrike" kern="0" cap="none" spc="0" normalizeH="0" baseline="0" noProof="0">
                <a:ln>
                  <a:noFill/>
                </a:ln>
                <a:effectLst/>
                <a:uLnTx/>
                <a:uFillTx/>
              </a:endParaRPr>
            </a:p>
          </p:txBody>
        </p:sp>
        <p:cxnSp>
          <p:nvCxnSpPr>
            <p:cNvPr id="184" name="Straight Connector 54">
              <a:extLst>
                <a:ext uri="{FF2B5EF4-FFF2-40B4-BE49-F238E27FC236}">
                  <a16:creationId xmlns:a16="http://schemas.microsoft.com/office/drawing/2014/main" id="{7CF8FAEB-0265-8122-347B-4DAEC6DFE21A}"/>
                </a:ext>
              </a:extLst>
            </p:cNvPr>
            <p:cNvCxnSpPr>
              <a:cxnSpLocks/>
            </p:cNvCxnSpPr>
            <p:nvPr/>
          </p:nvCxnSpPr>
          <p:spPr>
            <a:xfrm flipH="1">
              <a:off x="8220058" y="946824"/>
              <a:ext cx="2700000" cy="0"/>
            </a:xfrm>
            <a:prstGeom prst="line">
              <a:avLst/>
            </a:prstGeom>
            <a:ln w="28575" cap="rnd" cmpd="sng" algn="ctr">
              <a:solidFill>
                <a:schemeClr val="accent1">
                  <a:lumMod val="100000"/>
                </a:schemeClr>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2" name="ZoneTexte 201">
              <a:extLst>
                <a:ext uri="{FF2B5EF4-FFF2-40B4-BE49-F238E27FC236}">
                  <a16:creationId xmlns:a16="http://schemas.microsoft.com/office/drawing/2014/main" id="{52AB74FC-E563-9CB2-BE6B-459885385BE1}"/>
                </a:ext>
              </a:extLst>
            </p:cNvPr>
            <p:cNvSpPr txBox="1"/>
            <p:nvPr/>
          </p:nvSpPr>
          <p:spPr>
            <a:xfrm>
              <a:off x="8220058" y="1553482"/>
              <a:ext cx="2700000" cy="719034"/>
            </a:xfrm>
            <a:prstGeom prst="rect">
              <a:avLst/>
            </a:prstGeom>
            <a:noFill/>
          </p:spPr>
          <p:txBody>
            <a:bodyPr wrap="square" lIns="0" tIns="36000" rIns="0" bIns="36000" rtlCol="0">
              <a:spAutoFit/>
            </a:bodyPr>
            <a:lstStyle/>
            <a:p>
              <a:pPr algn="l">
                <a:spcBef>
                  <a:spcPts val="600"/>
                </a:spcBef>
              </a:pPr>
              <a:r>
                <a:rPr lang="fr-FR" sz="1050" i="1"/>
                <a:t>« Activités indispensables au fonctionnement de l’économie, de la société, à la défense, à la sécurité ou à la survie de la nation » (Art. L. 1332-1).</a:t>
              </a:r>
            </a:p>
          </p:txBody>
        </p:sp>
      </p:grpSp>
      <p:grpSp>
        <p:nvGrpSpPr>
          <p:cNvPr id="17" name="Groupe 16">
            <a:extLst>
              <a:ext uri="{FF2B5EF4-FFF2-40B4-BE49-F238E27FC236}">
                <a16:creationId xmlns:a16="http://schemas.microsoft.com/office/drawing/2014/main" id="{8EF7E468-7C54-CE68-B70A-4CA084EDF10E}"/>
              </a:ext>
            </a:extLst>
          </p:cNvPr>
          <p:cNvGrpSpPr/>
          <p:nvPr/>
        </p:nvGrpSpPr>
        <p:grpSpPr>
          <a:xfrm>
            <a:off x="2698981" y="5215330"/>
            <a:ext cx="2700000" cy="1299538"/>
            <a:chOff x="2427030" y="4984883"/>
            <a:chExt cx="2700000" cy="1299538"/>
          </a:xfrm>
        </p:grpSpPr>
        <p:sp>
          <p:nvSpPr>
            <p:cNvPr id="181" name="TextBox 62">
              <a:extLst>
                <a:ext uri="{FF2B5EF4-FFF2-40B4-BE49-F238E27FC236}">
                  <a16:creationId xmlns:a16="http://schemas.microsoft.com/office/drawing/2014/main" id="{180492C6-F121-2FB5-531C-EB27CE23DFBB}"/>
                </a:ext>
              </a:extLst>
            </p:cNvPr>
            <p:cNvSpPr txBox="1"/>
            <p:nvPr/>
          </p:nvSpPr>
          <p:spPr bwMode="gray">
            <a:xfrm>
              <a:off x="2427030" y="5094924"/>
              <a:ext cx="2700000" cy="430887"/>
            </a:xfrm>
            <a:prstGeom prst="rect">
              <a:avLst/>
            </a:prstGeom>
            <a:noFill/>
          </p:spPr>
          <p:txBody>
            <a:bodyPr wrap="square" lIns="0" tIns="0" rIns="0" bIns="0" rtlCol="0">
              <a:spAutoFit/>
            </a:bodyPr>
            <a:lstStyle/>
            <a:p>
              <a:pPr marL="0" marR="0" lvl="0" indent="0" defTabSz="914400" eaLnBrk="1" fontAlgn="auto" latinLnBrk="0" hangingPunct="1">
                <a:spcBef>
                  <a:spcPts val="0"/>
                </a:spcBef>
                <a:spcAft>
                  <a:spcPts val="0"/>
                </a:spcAft>
                <a:buClrTx/>
                <a:buSzTx/>
                <a:buFontTx/>
                <a:buNone/>
                <a:tabLst/>
                <a:defRPr/>
              </a:pPr>
              <a:r>
                <a:rPr kumimoji="0" lang="fr-FR" sz="1400" i="0" u="none" strike="noStrike" kern="0" cap="none" spc="0" normalizeH="0" baseline="0" noProof="0">
                  <a:ln>
                    <a:noFill/>
                  </a:ln>
                  <a:effectLst/>
                  <a:uLnTx/>
                  <a:uFillTx/>
                </a:rPr>
                <a:t>… </a:t>
              </a:r>
              <a:r>
                <a:rPr kumimoji="0" lang="fr-FR" sz="1400" b="1" i="0" u="none" strike="noStrike" kern="0" cap="none" spc="0" normalizeH="0" baseline="0">
                  <a:ln>
                    <a:noFill/>
                  </a:ln>
                  <a:solidFill>
                    <a:schemeClr val="bg2"/>
                  </a:solidFill>
                  <a:effectLst/>
                  <a:uLnTx/>
                  <a:uFillTx/>
                </a:rPr>
                <a:t>Systèmes d’information d’importance vitale (SIIV) </a:t>
              </a:r>
              <a:r>
                <a:rPr kumimoji="0" lang="fr-FR" sz="1400" i="0" u="none" strike="noStrike" kern="0" cap="none" spc="0" normalizeH="0" baseline="0">
                  <a:ln>
                    <a:noFill/>
                  </a:ln>
                  <a:effectLst/>
                  <a:uLnTx/>
                  <a:uFillTx/>
                </a:rPr>
                <a:t>…</a:t>
              </a:r>
            </a:p>
          </p:txBody>
        </p:sp>
        <p:cxnSp>
          <p:nvCxnSpPr>
            <p:cNvPr id="182" name="Straight Connector 51">
              <a:extLst>
                <a:ext uri="{FF2B5EF4-FFF2-40B4-BE49-F238E27FC236}">
                  <a16:creationId xmlns:a16="http://schemas.microsoft.com/office/drawing/2014/main" id="{25BE3347-62BF-6183-3BA4-49C891301E03}"/>
                </a:ext>
              </a:extLst>
            </p:cNvPr>
            <p:cNvCxnSpPr>
              <a:cxnSpLocks/>
            </p:cNvCxnSpPr>
            <p:nvPr/>
          </p:nvCxnSpPr>
          <p:spPr>
            <a:xfrm flipH="1">
              <a:off x="2427030" y="4984883"/>
              <a:ext cx="2700000" cy="0"/>
            </a:xfrm>
            <a:prstGeom prst="line">
              <a:avLst/>
            </a:prstGeom>
            <a:ln w="28575" cap="rnd" cmpd="sng" algn="ctr">
              <a:solidFill>
                <a:schemeClr val="accent1">
                  <a:lumMod val="100000"/>
                </a:schemeClr>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ZoneTexte 6">
              <a:extLst>
                <a:ext uri="{FF2B5EF4-FFF2-40B4-BE49-F238E27FC236}">
                  <a16:creationId xmlns:a16="http://schemas.microsoft.com/office/drawing/2014/main" id="{2D94E335-4919-2047-949B-2123D8EB7BEF}"/>
                </a:ext>
              </a:extLst>
            </p:cNvPr>
            <p:cNvSpPr txBox="1"/>
            <p:nvPr/>
          </p:nvSpPr>
          <p:spPr>
            <a:xfrm>
              <a:off x="2427030" y="5565387"/>
              <a:ext cx="2700000" cy="719034"/>
            </a:xfrm>
            <a:prstGeom prst="rect">
              <a:avLst/>
            </a:prstGeom>
            <a:noFill/>
          </p:spPr>
          <p:txBody>
            <a:bodyPr wrap="square" lIns="0" tIns="36000" rIns="0" bIns="36000" rtlCol="0">
              <a:spAutoFit/>
            </a:bodyPr>
            <a:lstStyle/>
            <a:p>
              <a:pPr algn="l">
                <a:spcBef>
                  <a:spcPts val="600"/>
                </a:spcBef>
              </a:pPr>
              <a:r>
                <a:rPr lang="fr-FR" sz="1050" i="1"/>
                <a:t>« Systèmes d’information nécessaires à l’exercice d’une AIV ou à la gestion, l’utilisation ou la protection d’une ou plusieurs infrastructures critiques. » (Art. L. 1332-1).</a:t>
              </a:r>
            </a:p>
          </p:txBody>
        </p:sp>
      </p:grpSp>
      <p:grpSp>
        <p:nvGrpSpPr>
          <p:cNvPr id="18" name="Groupe 17">
            <a:extLst>
              <a:ext uri="{FF2B5EF4-FFF2-40B4-BE49-F238E27FC236}">
                <a16:creationId xmlns:a16="http://schemas.microsoft.com/office/drawing/2014/main" id="{057771EE-8EEB-D98F-C831-78DE958B10C1}"/>
              </a:ext>
            </a:extLst>
          </p:cNvPr>
          <p:cNvGrpSpPr/>
          <p:nvPr/>
        </p:nvGrpSpPr>
        <p:grpSpPr>
          <a:xfrm>
            <a:off x="351262" y="4031528"/>
            <a:ext cx="2852438" cy="1031016"/>
            <a:chOff x="423877" y="3717284"/>
            <a:chExt cx="2719742" cy="1031016"/>
          </a:xfrm>
        </p:grpSpPr>
        <p:sp>
          <p:nvSpPr>
            <p:cNvPr id="179" name="TextBox 62">
              <a:extLst>
                <a:ext uri="{FF2B5EF4-FFF2-40B4-BE49-F238E27FC236}">
                  <a16:creationId xmlns:a16="http://schemas.microsoft.com/office/drawing/2014/main" id="{D396AD9F-3400-EFDC-4032-D1C9BD3FC952}"/>
                </a:ext>
              </a:extLst>
            </p:cNvPr>
            <p:cNvSpPr txBox="1"/>
            <p:nvPr/>
          </p:nvSpPr>
          <p:spPr bwMode="gray">
            <a:xfrm>
              <a:off x="443619" y="3759962"/>
              <a:ext cx="2700000" cy="430887"/>
            </a:xfrm>
            <a:prstGeom prst="rect">
              <a:avLst/>
            </a:prstGeom>
            <a:noFill/>
          </p:spPr>
          <p:txBody>
            <a:bodyPr wrap="square" lIns="0" tIns="0" rIns="0" bIns="0" rtlCol="0">
              <a:spAutoFit/>
            </a:bodyPr>
            <a:lstStyle/>
            <a:p>
              <a:pPr marL="0" marR="0" lvl="0" indent="0" defTabSz="914400" eaLnBrk="1" fontAlgn="auto" latinLnBrk="0" hangingPunct="1">
                <a:spcBef>
                  <a:spcPts val="0"/>
                </a:spcBef>
                <a:spcAft>
                  <a:spcPts val="0"/>
                </a:spcAft>
                <a:buClrTx/>
                <a:buSzTx/>
                <a:buFontTx/>
                <a:buNone/>
                <a:tabLst/>
                <a:defRPr/>
              </a:pPr>
              <a:r>
                <a:rPr kumimoji="0" lang="fr-FR" sz="1400" i="0" u="none" strike="noStrike" kern="0" cap="none" spc="0" normalizeH="0" baseline="0">
                  <a:ln>
                    <a:noFill/>
                  </a:ln>
                  <a:effectLst/>
                  <a:uLnTx/>
                  <a:uFillTx/>
                </a:rPr>
                <a:t>… qui peuvent être affectées </a:t>
              </a:r>
              <a:r>
                <a:rPr kumimoji="0" lang="fr-FR" sz="1400" i="0" u="none" strike="noStrike" kern="0" cap="none" spc="0" normalizeH="0" baseline="0" noProof="0">
                  <a:ln>
                    <a:noFill/>
                  </a:ln>
                  <a:effectLst/>
                  <a:uLnTx/>
                  <a:uFillTx/>
                </a:rPr>
                <a:t>par des </a:t>
              </a:r>
              <a:r>
                <a:rPr kumimoji="0" lang="fr-FR" sz="1400" b="1" i="0" u="none" strike="noStrike" kern="0" cap="none" spc="0" normalizeH="0" baseline="0" noProof="0">
                  <a:ln>
                    <a:noFill/>
                  </a:ln>
                  <a:solidFill>
                    <a:schemeClr val="bg2"/>
                  </a:solidFill>
                  <a:effectLst/>
                  <a:uLnTx/>
                  <a:uFillTx/>
                </a:rPr>
                <a:t>Incidents</a:t>
              </a:r>
              <a:r>
                <a:rPr kumimoji="0" lang="fr-FR" sz="1400" i="0" u="none" strike="noStrike" kern="0" cap="none" spc="0" normalizeH="0" baseline="0" noProof="0">
                  <a:ln>
                    <a:noFill/>
                  </a:ln>
                  <a:effectLst/>
                  <a:uLnTx/>
                  <a:uFillTx/>
                </a:rPr>
                <a:t>.</a:t>
              </a:r>
            </a:p>
          </p:txBody>
        </p:sp>
        <p:cxnSp>
          <p:nvCxnSpPr>
            <p:cNvPr id="180" name="Straight Connector 47">
              <a:extLst>
                <a:ext uri="{FF2B5EF4-FFF2-40B4-BE49-F238E27FC236}">
                  <a16:creationId xmlns:a16="http://schemas.microsoft.com/office/drawing/2014/main" id="{D1C30CB2-C7EE-9A6A-8E36-1A464CA3B346}"/>
                </a:ext>
              </a:extLst>
            </p:cNvPr>
            <p:cNvCxnSpPr>
              <a:cxnSpLocks/>
            </p:cNvCxnSpPr>
            <p:nvPr/>
          </p:nvCxnSpPr>
          <p:spPr>
            <a:xfrm flipH="1">
              <a:off x="423877" y="3717284"/>
              <a:ext cx="2700000" cy="0"/>
            </a:xfrm>
            <a:prstGeom prst="line">
              <a:avLst/>
            </a:prstGeom>
            <a:ln w="28575" cap="rnd" cmpd="sng" algn="ctr">
              <a:solidFill>
                <a:schemeClr val="accent1">
                  <a:lumMod val="100000"/>
                </a:schemeClr>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597F5705-A7FD-6385-6945-827D9125D48B}"/>
                </a:ext>
              </a:extLst>
            </p:cNvPr>
            <p:cNvSpPr txBox="1"/>
            <p:nvPr/>
          </p:nvSpPr>
          <p:spPr>
            <a:xfrm>
              <a:off x="443619" y="4190849"/>
              <a:ext cx="2700000" cy="557451"/>
            </a:xfrm>
            <a:prstGeom prst="rect">
              <a:avLst/>
            </a:prstGeom>
            <a:noFill/>
          </p:spPr>
          <p:txBody>
            <a:bodyPr wrap="square" lIns="0" tIns="36000" rIns="0" bIns="36000" rtlCol="0">
              <a:spAutoFit/>
            </a:bodyPr>
            <a:lstStyle/>
            <a:p>
              <a:pPr algn="l">
                <a:spcBef>
                  <a:spcPts val="600"/>
                </a:spcBef>
              </a:pPr>
              <a:r>
                <a:rPr lang="fr-FR" sz="1050" i="1"/>
                <a:t>« Un événement qui perturbe ou est susceptible de perturber de manière importante l’exercice d’une AIV. » (Art. L. 1332-1).</a:t>
              </a:r>
            </a:p>
          </p:txBody>
        </p:sp>
      </p:grpSp>
      <p:grpSp>
        <p:nvGrpSpPr>
          <p:cNvPr id="14" name="Groupe 13">
            <a:extLst>
              <a:ext uri="{FF2B5EF4-FFF2-40B4-BE49-F238E27FC236}">
                <a16:creationId xmlns:a16="http://schemas.microsoft.com/office/drawing/2014/main" id="{8AC6ED4B-C8D3-7135-F41C-B98EA6073C43}"/>
              </a:ext>
            </a:extLst>
          </p:cNvPr>
          <p:cNvGrpSpPr/>
          <p:nvPr/>
        </p:nvGrpSpPr>
        <p:grpSpPr>
          <a:xfrm>
            <a:off x="8279356" y="2932877"/>
            <a:ext cx="2703701" cy="1739158"/>
            <a:chOff x="8220058" y="2877933"/>
            <a:chExt cx="2703701" cy="1739158"/>
          </a:xfrm>
        </p:grpSpPr>
        <p:sp>
          <p:nvSpPr>
            <p:cNvPr id="185" name="TextBox 62">
              <a:extLst>
                <a:ext uri="{FF2B5EF4-FFF2-40B4-BE49-F238E27FC236}">
                  <a16:creationId xmlns:a16="http://schemas.microsoft.com/office/drawing/2014/main" id="{F3C4097C-154F-98CE-21C5-66C27627083B}"/>
                </a:ext>
              </a:extLst>
            </p:cNvPr>
            <p:cNvSpPr txBox="1"/>
            <p:nvPr/>
          </p:nvSpPr>
          <p:spPr bwMode="gray">
            <a:xfrm>
              <a:off x="8220058" y="2930863"/>
              <a:ext cx="2700000" cy="430887"/>
            </a:xfrm>
            <a:prstGeom prst="rect">
              <a:avLst/>
            </a:prstGeom>
            <a:noFill/>
          </p:spPr>
          <p:txBody>
            <a:bodyPr wrap="square" lIns="0" tIns="0" rIns="0" bIns="0" rtlCol="0">
              <a:spAutoFit/>
            </a:bodyPr>
            <a:lstStyle/>
            <a:p>
              <a:pPr marL="0" marR="0" lvl="0" indent="0" defTabSz="914400" eaLnBrk="1" fontAlgn="auto" latinLnBrk="0" hangingPunct="1">
                <a:spcBef>
                  <a:spcPts val="0"/>
                </a:spcBef>
                <a:spcAft>
                  <a:spcPts val="0"/>
                </a:spcAft>
                <a:buClrTx/>
                <a:buSzTx/>
                <a:buFontTx/>
                <a:buNone/>
                <a:tabLst/>
                <a:defRPr/>
              </a:pPr>
              <a:r>
                <a:rPr kumimoji="0" lang="fr-FR" sz="1400" i="0" u="none" strike="noStrike" kern="0" cap="none" spc="0" normalizeH="0" baseline="0" noProof="0">
                  <a:ln>
                    <a:noFill/>
                  </a:ln>
                  <a:effectLst/>
                  <a:uLnTx/>
                  <a:uFillTx/>
                </a:rPr>
                <a:t>… </a:t>
              </a:r>
              <a:r>
                <a:rPr lang="fr-FR" sz="1400" kern="0"/>
                <a:t>d’</a:t>
              </a:r>
              <a:r>
                <a:rPr kumimoji="0" lang="fr-FR" sz="1400" b="1" i="0" u="none" strike="noStrike" kern="0" cap="none" spc="0" normalizeH="0" baseline="0" noProof="0">
                  <a:ln>
                    <a:noFill/>
                  </a:ln>
                  <a:solidFill>
                    <a:schemeClr val="bg2"/>
                  </a:solidFill>
                  <a:effectLst/>
                  <a:uLnTx/>
                  <a:uFillTx/>
                </a:rPr>
                <a:t>Infrastructure critiques (IC) </a:t>
              </a:r>
              <a:r>
                <a:rPr kumimoji="0" lang="fr-FR" sz="1400" i="0" u="none" strike="noStrike" kern="0" cap="none" spc="0" normalizeH="0" baseline="0" noProof="0">
                  <a:ln>
                    <a:noFill/>
                  </a:ln>
                  <a:effectLst/>
                  <a:uLnTx/>
                  <a:uFillTx/>
                </a:rPr>
                <a:t>composées de …</a:t>
              </a:r>
            </a:p>
          </p:txBody>
        </p:sp>
        <p:sp>
          <p:nvSpPr>
            <p:cNvPr id="5" name="ZoneTexte 4">
              <a:extLst>
                <a:ext uri="{FF2B5EF4-FFF2-40B4-BE49-F238E27FC236}">
                  <a16:creationId xmlns:a16="http://schemas.microsoft.com/office/drawing/2014/main" id="{E2CC242B-DB51-F7AB-C01E-FF07B43B8F27}"/>
                </a:ext>
              </a:extLst>
            </p:cNvPr>
            <p:cNvSpPr txBox="1"/>
            <p:nvPr/>
          </p:nvSpPr>
          <p:spPr>
            <a:xfrm>
              <a:off x="8223759" y="3413309"/>
              <a:ext cx="2700000" cy="1203782"/>
            </a:xfrm>
            <a:prstGeom prst="rect">
              <a:avLst/>
            </a:prstGeom>
            <a:noFill/>
          </p:spPr>
          <p:txBody>
            <a:bodyPr wrap="square" lIns="0" tIns="36000" rIns="0" bIns="36000" rtlCol="0">
              <a:spAutoFit/>
            </a:bodyPr>
            <a:lstStyle/>
            <a:p>
              <a:pPr algn="l">
                <a:spcBef>
                  <a:spcPts val="600"/>
                </a:spcBef>
              </a:pPr>
              <a:r>
                <a:rPr lang="fr-FR" sz="1050" i="1"/>
                <a:t>« Tout ou partie d’un bien, d’une installation, d’un équipement, d’un réseau ou d’un système nécessaire à l’exercice d’une activité importance vitale ou dont une perturbation pourrait mettre gravement en cause la santé de la population ou l’environnement. » (Art. L. 1332-1).</a:t>
              </a:r>
            </a:p>
          </p:txBody>
        </p:sp>
        <p:cxnSp>
          <p:nvCxnSpPr>
            <p:cNvPr id="9" name="Straight Connector 54">
              <a:extLst>
                <a:ext uri="{FF2B5EF4-FFF2-40B4-BE49-F238E27FC236}">
                  <a16:creationId xmlns:a16="http://schemas.microsoft.com/office/drawing/2014/main" id="{77D9EC9E-F142-3594-391C-AC19E2F5AED7}"/>
                </a:ext>
              </a:extLst>
            </p:cNvPr>
            <p:cNvCxnSpPr>
              <a:cxnSpLocks/>
            </p:cNvCxnSpPr>
            <p:nvPr/>
          </p:nvCxnSpPr>
          <p:spPr>
            <a:xfrm flipH="1">
              <a:off x="8220058" y="2877933"/>
              <a:ext cx="2700000" cy="0"/>
            </a:xfrm>
            <a:prstGeom prst="line">
              <a:avLst/>
            </a:prstGeom>
            <a:ln w="28575" cap="rnd" cmpd="sng" algn="ctr">
              <a:solidFill>
                <a:schemeClr val="accent1">
                  <a:lumMod val="100000"/>
                </a:schemeClr>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5" name="Groupe 14">
            <a:extLst>
              <a:ext uri="{FF2B5EF4-FFF2-40B4-BE49-F238E27FC236}">
                <a16:creationId xmlns:a16="http://schemas.microsoft.com/office/drawing/2014/main" id="{3D348094-8DE0-A714-96CD-71448981880E}"/>
              </a:ext>
            </a:extLst>
          </p:cNvPr>
          <p:cNvGrpSpPr/>
          <p:nvPr/>
        </p:nvGrpSpPr>
        <p:grpSpPr>
          <a:xfrm>
            <a:off x="7157482" y="5215330"/>
            <a:ext cx="2700000" cy="1255341"/>
            <a:chOff x="8220058" y="4763916"/>
            <a:chExt cx="2700000" cy="1255341"/>
          </a:xfrm>
        </p:grpSpPr>
        <p:sp>
          <p:nvSpPr>
            <p:cNvPr id="187" name="TextBox 62">
              <a:extLst>
                <a:ext uri="{FF2B5EF4-FFF2-40B4-BE49-F238E27FC236}">
                  <a16:creationId xmlns:a16="http://schemas.microsoft.com/office/drawing/2014/main" id="{54CEC2B7-6183-7DEE-A4D8-099986F1E668}"/>
                </a:ext>
              </a:extLst>
            </p:cNvPr>
            <p:cNvSpPr txBox="1"/>
            <p:nvPr/>
          </p:nvSpPr>
          <p:spPr bwMode="gray">
            <a:xfrm>
              <a:off x="8220058" y="4864710"/>
              <a:ext cx="2700000" cy="430887"/>
            </a:xfrm>
            <a:prstGeom prst="rect">
              <a:avLst/>
            </a:prstGeom>
            <a:noFill/>
          </p:spPr>
          <p:txBody>
            <a:bodyPr wrap="square" lIns="0" tIns="0" rIns="0" bIns="0" rtlCol="0">
              <a:spAutoFit/>
            </a:bodyPr>
            <a:lstStyle/>
            <a:p>
              <a:pPr marL="0" marR="0" lvl="0" indent="0" defTabSz="914400" eaLnBrk="1" fontAlgn="auto" latinLnBrk="0" hangingPunct="1">
                <a:spcBef>
                  <a:spcPts val="0"/>
                </a:spcBef>
                <a:spcAft>
                  <a:spcPts val="0"/>
                </a:spcAft>
                <a:buClrTx/>
                <a:buSzTx/>
                <a:buFontTx/>
                <a:buNone/>
                <a:tabLst/>
                <a:defRPr/>
              </a:pPr>
              <a:r>
                <a:rPr kumimoji="0" lang="fr-FR" sz="1400" i="0" u="none" strike="noStrike" kern="0" cap="none" spc="0" normalizeH="0" baseline="0" noProof="0">
                  <a:ln>
                    <a:noFill/>
                  </a:ln>
                  <a:effectLst/>
                  <a:uLnTx/>
                  <a:uFillTx/>
                </a:rPr>
                <a:t>… de </a:t>
              </a:r>
              <a:r>
                <a:rPr kumimoji="0" lang="fr-FR" sz="1400" b="1" i="0" u="none" strike="noStrike" kern="0" cap="none" spc="0" normalizeH="0" baseline="0">
                  <a:ln>
                    <a:noFill/>
                  </a:ln>
                  <a:solidFill>
                    <a:schemeClr val="bg2"/>
                  </a:solidFill>
                  <a:effectLst/>
                  <a:uLnTx/>
                  <a:uFillTx/>
                </a:rPr>
                <a:t>Points d’importance vitale </a:t>
              </a:r>
              <a:r>
                <a:rPr kumimoji="0" lang="fr-FR" sz="1400" b="1" i="0" u="none" strike="noStrike" kern="0" cap="none" spc="0" normalizeH="0" baseline="0" noProof="0">
                  <a:ln>
                    <a:noFill/>
                  </a:ln>
                  <a:solidFill>
                    <a:schemeClr val="bg2"/>
                  </a:solidFill>
                  <a:effectLst/>
                  <a:uLnTx/>
                  <a:uFillTx/>
                </a:rPr>
                <a:t>(PIV) </a:t>
              </a:r>
              <a:r>
                <a:rPr kumimoji="0" lang="fr-FR" sz="1400" i="0" u="none" strike="noStrike" kern="0" cap="none" spc="0" normalizeH="0" baseline="0" noProof="0">
                  <a:ln>
                    <a:noFill/>
                  </a:ln>
                  <a:effectLst/>
                  <a:uLnTx/>
                  <a:uFillTx/>
                </a:rPr>
                <a:t>et de ….</a:t>
              </a:r>
            </a:p>
          </p:txBody>
        </p:sp>
        <p:sp>
          <p:nvSpPr>
            <p:cNvPr id="6" name="ZoneTexte 5">
              <a:extLst>
                <a:ext uri="{FF2B5EF4-FFF2-40B4-BE49-F238E27FC236}">
                  <a16:creationId xmlns:a16="http://schemas.microsoft.com/office/drawing/2014/main" id="{10E1B10E-BC8A-C2CD-219D-5C58AB8E2E8E}"/>
                </a:ext>
              </a:extLst>
            </p:cNvPr>
            <p:cNvSpPr txBox="1"/>
            <p:nvPr/>
          </p:nvSpPr>
          <p:spPr>
            <a:xfrm>
              <a:off x="8220058" y="5300223"/>
              <a:ext cx="2700000" cy="719034"/>
            </a:xfrm>
            <a:prstGeom prst="rect">
              <a:avLst/>
            </a:prstGeom>
            <a:noFill/>
          </p:spPr>
          <p:txBody>
            <a:bodyPr wrap="square" lIns="0" tIns="36000" rIns="0" bIns="36000" rtlCol="0">
              <a:spAutoFit/>
            </a:bodyPr>
            <a:lstStyle/>
            <a:p>
              <a:pPr algn="l">
                <a:spcBef>
                  <a:spcPts val="600"/>
                </a:spcBef>
              </a:pPr>
              <a:r>
                <a:rPr lang="fr-FR" sz="1050" i="1"/>
                <a:t>« Installations les plus sensibles, notamment celles qui sont difficilement substituables. Ils sont désignés par l’autorité administrative. » (Art. L. 1332-1).</a:t>
              </a:r>
            </a:p>
          </p:txBody>
        </p:sp>
        <p:cxnSp>
          <p:nvCxnSpPr>
            <p:cNvPr id="10" name="Straight Connector 54">
              <a:extLst>
                <a:ext uri="{FF2B5EF4-FFF2-40B4-BE49-F238E27FC236}">
                  <a16:creationId xmlns:a16="http://schemas.microsoft.com/office/drawing/2014/main" id="{5D366112-22FB-CED8-A6E8-614A2849986E}"/>
                </a:ext>
              </a:extLst>
            </p:cNvPr>
            <p:cNvCxnSpPr>
              <a:cxnSpLocks/>
            </p:cNvCxnSpPr>
            <p:nvPr/>
          </p:nvCxnSpPr>
          <p:spPr>
            <a:xfrm flipH="1">
              <a:off x="8220058" y="4763916"/>
              <a:ext cx="2700000" cy="0"/>
            </a:xfrm>
            <a:prstGeom prst="line">
              <a:avLst/>
            </a:prstGeom>
            <a:ln w="28575" cap="rnd" cmpd="sng" algn="ctr">
              <a:solidFill>
                <a:schemeClr val="accent1">
                  <a:lumMod val="100000"/>
                </a:schemeClr>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Groupe 11">
            <a:extLst>
              <a:ext uri="{FF2B5EF4-FFF2-40B4-BE49-F238E27FC236}">
                <a16:creationId xmlns:a16="http://schemas.microsoft.com/office/drawing/2014/main" id="{B28386B3-43EB-29E8-C0DB-2A9E731DADF3}"/>
              </a:ext>
            </a:extLst>
          </p:cNvPr>
          <p:cNvGrpSpPr/>
          <p:nvPr/>
        </p:nvGrpSpPr>
        <p:grpSpPr>
          <a:xfrm>
            <a:off x="224730" y="1162967"/>
            <a:ext cx="4537602" cy="2428420"/>
            <a:chOff x="1351803" y="946824"/>
            <a:chExt cx="3403201" cy="2680052"/>
          </a:xfrm>
        </p:grpSpPr>
        <p:sp>
          <p:nvSpPr>
            <p:cNvPr id="201" name="ZoneTexte 200">
              <a:extLst>
                <a:ext uri="{FF2B5EF4-FFF2-40B4-BE49-F238E27FC236}">
                  <a16:creationId xmlns:a16="http://schemas.microsoft.com/office/drawing/2014/main" id="{E7C96FF8-383C-4192-E58B-CF4BFAABB5CA}"/>
                </a:ext>
              </a:extLst>
            </p:cNvPr>
            <p:cNvSpPr txBox="1"/>
            <p:nvPr/>
          </p:nvSpPr>
          <p:spPr>
            <a:xfrm>
              <a:off x="1351803" y="1415221"/>
              <a:ext cx="3403201" cy="2211655"/>
            </a:xfrm>
            <a:prstGeom prst="rect">
              <a:avLst/>
            </a:prstGeom>
            <a:noFill/>
          </p:spPr>
          <p:txBody>
            <a:bodyPr wrap="square" lIns="0" tIns="36000" rIns="0" bIns="36000" rtlCol="0">
              <a:spAutoFit/>
            </a:bodyPr>
            <a:lstStyle/>
            <a:p>
              <a:pPr algn="l">
                <a:spcBef>
                  <a:spcPts val="600"/>
                </a:spcBef>
              </a:pPr>
              <a:r>
                <a:rPr lang="fr-FR" sz="1050" i="1"/>
                <a:t>« Les opérateurs publics ou privés qui exercent au moyen d’infrastructures situées sur le territoire national une Activité d’importance vitale dont la continuité peut être compromise en cas d’incident » ; </a:t>
              </a:r>
            </a:p>
            <a:p>
              <a:pPr algn="l">
                <a:spcBef>
                  <a:spcPts val="600"/>
                </a:spcBef>
              </a:pPr>
              <a:r>
                <a:rPr lang="fr-FR" sz="1050" i="1"/>
                <a:t>« Les opérateurs publics ou privés, (…) lorsque la destruction ou l’avarie d’une ou plusieurs installations de ces établissements peut présenter un danger grave pour la population ou l’environnement </a:t>
              </a:r>
              <a:r>
                <a:rPr lang="fr-FR" sz="1050"/>
                <a:t>». (Art. </a:t>
              </a:r>
              <a:r>
                <a:rPr lang="fr-FR" sz="1050" i="1"/>
                <a:t>L1332-2).</a:t>
              </a:r>
            </a:p>
            <a:p>
              <a:pPr marL="288000" algn="l">
                <a:spcBef>
                  <a:spcPts val="600"/>
                </a:spcBef>
              </a:pPr>
              <a:r>
                <a:rPr lang="fr-FR" sz="1050"/>
                <a:t>Un OIV peut être considéré comme Entité critique d’importance européenne particulière (ECIEP) si :</a:t>
              </a:r>
            </a:p>
            <a:p>
              <a:pPr marL="288000" indent="-171450" algn="l">
                <a:buFont typeface="Arial" panose="020B0604020202020204" pitchFamily="34" charset="0"/>
                <a:buChar char="•"/>
              </a:pPr>
              <a:r>
                <a:rPr lang="fr-FR" sz="1050"/>
                <a:t>Il est désigné comme entité critique</a:t>
              </a:r>
            </a:p>
            <a:p>
              <a:pPr marL="288000" indent="-171450" algn="l">
                <a:buFont typeface="Arial" panose="020B0604020202020204" pitchFamily="34" charset="0"/>
                <a:buChar char="•"/>
              </a:pPr>
              <a:r>
                <a:rPr lang="fr-FR" sz="1050"/>
                <a:t>Il fournit des services essentiels similaires dans 6 Etats membres ou plus</a:t>
              </a:r>
            </a:p>
            <a:p>
              <a:pPr marL="288000" indent="-171450" algn="l">
                <a:buFont typeface="Arial" panose="020B0604020202020204" pitchFamily="34" charset="0"/>
                <a:buChar char="•"/>
              </a:pPr>
              <a:r>
                <a:rPr lang="fr-FR" sz="1050"/>
                <a:t>Cette situation lui est notifiée par la Commission européenne.</a:t>
              </a:r>
            </a:p>
          </p:txBody>
        </p:sp>
        <p:grpSp>
          <p:nvGrpSpPr>
            <p:cNvPr id="11" name="Groupe 10">
              <a:extLst>
                <a:ext uri="{FF2B5EF4-FFF2-40B4-BE49-F238E27FC236}">
                  <a16:creationId xmlns:a16="http://schemas.microsoft.com/office/drawing/2014/main" id="{E47A88C7-F30B-A263-1D6A-41D93CD4CB22}"/>
                </a:ext>
              </a:extLst>
            </p:cNvPr>
            <p:cNvGrpSpPr/>
            <p:nvPr/>
          </p:nvGrpSpPr>
          <p:grpSpPr>
            <a:xfrm>
              <a:off x="1351803" y="946824"/>
              <a:ext cx="2700000" cy="510199"/>
              <a:chOff x="1351803" y="946824"/>
              <a:chExt cx="2700000" cy="510199"/>
            </a:xfrm>
          </p:grpSpPr>
          <p:sp>
            <p:nvSpPr>
              <p:cNvPr id="177" name="TextBox 62">
                <a:extLst>
                  <a:ext uri="{FF2B5EF4-FFF2-40B4-BE49-F238E27FC236}">
                    <a16:creationId xmlns:a16="http://schemas.microsoft.com/office/drawing/2014/main" id="{BD3AE12F-4DC2-68B4-F8E3-B1564532B2A1}"/>
                  </a:ext>
                </a:extLst>
              </p:cNvPr>
              <p:cNvSpPr txBox="1"/>
              <p:nvPr/>
            </p:nvSpPr>
            <p:spPr bwMode="gray">
              <a:xfrm>
                <a:off x="1351803" y="981487"/>
                <a:ext cx="2700000" cy="475536"/>
              </a:xfrm>
              <a:prstGeom prst="rect">
                <a:avLst/>
              </a:prstGeom>
              <a:noFill/>
            </p:spPr>
            <p:txBody>
              <a:bodyPr wrap="square" lIns="0" tIns="0" rIns="0" bIns="0" rtlCol="0">
                <a:spAutoFit/>
              </a:bodyPr>
              <a:lstStyle/>
              <a:p>
                <a:pPr marL="0" marR="0" lvl="0" indent="0" defTabSz="914400" eaLnBrk="1" fontAlgn="auto" latinLnBrk="0" hangingPunct="1">
                  <a:spcBef>
                    <a:spcPts val="0"/>
                  </a:spcBef>
                  <a:spcAft>
                    <a:spcPts val="0"/>
                  </a:spcAft>
                  <a:buClrTx/>
                  <a:buSzTx/>
                  <a:buFontTx/>
                  <a:buNone/>
                  <a:tabLst/>
                  <a:defRPr/>
                </a:pPr>
                <a:r>
                  <a:rPr kumimoji="0" lang="fr-FR" sz="1400" i="0" u="none" strike="noStrike" kern="0" cap="none" spc="0" normalizeH="0" baseline="0" noProof="0">
                    <a:ln>
                      <a:noFill/>
                    </a:ln>
                    <a:effectLst/>
                    <a:uLnTx/>
                    <a:uFillTx/>
                  </a:rPr>
                  <a:t>Des </a:t>
                </a:r>
                <a:r>
                  <a:rPr kumimoji="0" lang="fr-FR" sz="1400" b="1" i="0" u="none" strike="noStrike" kern="0" cap="none" spc="0" normalizeH="0" baseline="0" noProof="0">
                    <a:ln>
                      <a:noFill/>
                    </a:ln>
                    <a:solidFill>
                      <a:schemeClr val="bg2"/>
                    </a:solidFill>
                    <a:effectLst/>
                    <a:uLnTx/>
                    <a:uFillTx/>
                  </a:rPr>
                  <a:t>Opérateurs d’importance vitale (OIV) </a:t>
                </a:r>
                <a:r>
                  <a:rPr kumimoji="0" lang="fr-FR" sz="1400" i="0" u="none" strike="noStrike" kern="0" cap="none" spc="0" normalizeH="0" baseline="0" noProof="0">
                    <a:ln>
                      <a:noFill/>
                    </a:ln>
                    <a:effectLst/>
                    <a:uLnTx/>
                    <a:uFillTx/>
                  </a:rPr>
                  <a:t>réalisent des … </a:t>
                </a:r>
              </a:p>
            </p:txBody>
          </p:sp>
          <p:cxnSp>
            <p:nvCxnSpPr>
              <p:cNvPr id="178" name="Straight Connector 43">
                <a:extLst>
                  <a:ext uri="{FF2B5EF4-FFF2-40B4-BE49-F238E27FC236}">
                    <a16:creationId xmlns:a16="http://schemas.microsoft.com/office/drawing/2014/main" id="{708DD7D4-8544-67F8-EC25-9BC60731B125}"/>
                  </a:ext>
                </a:extLst>
              </p:cNvPr>
              <p:cNvCxnSpPr>
                <a:cxnSpLocks/>
              </p:cNvCxnSpPr>
              <p:nvPr/>
            </p:nvCxnSpPr>
            <p:spPr>
              <a:xfrm flipH="1">
                <a:off x="1351803" y="946824"/>
                <a:ext cx="2700000" cy="0"/>
              </a:xfrm>
              <a:prstGeom prst="line">
                <a:avLst/>
              </a:prstGeom>
              <a:ln w="28575" cap="rnd" cmpd="sng" algn="ctr">
                <a:solidFill>
                  <a:schemeClr val="accent1">
                    <a:lumMod val="100000"/>
                  </a:schemeClr>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16" name="European Union">
            <a:extLst>
              <a:ext uri="{FF2B5EF4-FFF2-40B4-BE49-F238E27FC236}">
                <a16:creationId xmlns:a16="http://schemas.microsoft.com/office/drawing/2014/main" id="{7D6D6B04-7078-B01D-3F58-96C2DE4FE394}"/>
              </a:ext>
            </a:extLst>
          </p:cNvPr>
          <p:cNvSpPr>
            <a:spLocks noChangeAspect="1"/>
          </p:cNvSpPr>
          <p:nvPr/>
        </p:nvSpPr>
        <p:spPr>
          <a:xfrm>
            <a:off x="204988" y="2709242"/>
            <a:ext cx="252000" cy="252000"/>
          </a:xfrm>
          <a:prstGeom prst="ellipse">
            <a:avLst/>
          </a:prstGeom>
          <a:blipFill>
            <a:blip r:embed="rId2"/>
            <a:srcRect/>
            <a:stretch>
              <a:fillRect l="-30720" t="-3547" r="-30720" b="-354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a:solidFill>
                <a:schemeClr val="tx1"/>
              </a:solidFill>
              <a:latin typeface="+mj-lt"/>
            </a:endParaRPr>
          </a:p>
        </p:txBody>
      </p:sp>
    </p:spTree>
    <p:extLst>
      <p:ext uri="{BB962C8B-B14F-4D97-AF65-F5344CB8AC3E}">
        <p14:creationId xmlns:p14="http://schemas.microsoft.com/office/powerpoint/2010/main" val="3651420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A9D063-B2DA-C2FF-970F-A4E11B73D248}"/>
              </a:ext>
            </a:extLst>
          </p:cNvPr>
          <p:cNvSpPr>
            <a:spLocks noGrp="1"/>
          </p:cNvSpPr>
          <p:nvPr>
            <p:ph type="title"/>
          </p:nvPr>
        </p:nvSpPr>
        <p:spPr/>
        <p:txBody>
          <a:bodyPr/>
          <a:lstStyle/>
          <a:p>
            <a:r>
              <a:rPr lang="fr-FR" sz="2400"/>
              <a:t>Les obligations générales pour les OIV</a:t>
            </a:r>
          </a:p>
        </p:txBody>
      </p:sp>
      <p:grpSp>
        <p:nvGrpSpPr>
          <p:cNvPr id="195" name="Groupe 194">
            <a:extLst>
              <a:ext uri="{FF2B5EF4-FFF2-40B4-BE49-F238E27FC236}">
                <a16:creationId xmlns:a16="http://schemas.microsoft.com/office/drawing/2014/main" id="{8EFC73B2-591F-5BD4-25DC-5797799F3647}"/>
              </a:ext>
            </a:extLst>
          </p:cNvPr>
          <p:cNvGrpSpPr/>
          <p:nvPr/>
        </p:nvGrpSpPr>
        <p:grpSpPr>
          <a:xfrm>
            <a:off x="4915130" y="1690322"/>
            <a:ext cx="2054079" cy="2553342"/>
            <a:chOff x="4915130" y="1690322"/>
            <a:chExt cx="2054079" cy="2553342"/>
          </a:xfrm>
        </p:grpSpPr>
        <p:grpSp>
          <p:nvGrpSpPr>
            <p:cNvPr id="7" name="Group 37">
              <a:extLst>
                <a:ext uri="{FF2B5EF4-FFF2-40B4-BE49-F238E27FC236}">
                  <a16:creationId xmlns:a16="http://schemas.microsoft.com/office/drawing/2014/main" id="{703288D7-C746-71AD-BE6C-8A9AFEEEB70E}"/>
                </a:ext>
              </a:extLst>
            </p:cNvPr>
            <p:cNvGrpSpPr/>
            <p:nvPr/>
          </p:nvGrpSpPr>
          <p:grpSpPr>
            <a:xfrm>
              <a:off x="4915130" y="1690322"/>
              <a:ext cx="2054079" cy="2553342"/>
              <a:chOff x="4151924" y="1004672"/>
              <a:chExt cx="3894439" cy="4841034"/>
            </a:xfrm>
          </p:grpSpPr>
          <p:sp>
            <p:nvSpPr>
              <p:cNvPr id="13" name="Freeform: Shape 36">
                <a:extLst>
                  <a:ext uri="{FF2B5EF4-FFF2-40B4-BE49-F238E27FC236}">
                    <a16:creationId xmlns:a16="http://schemas.microsoft.com/office/drawing/2014/main" id="{BE24E836-D37B-2EB2-5946-3E9287276AD0}"/>
                  </a:ext>
                </a:extLst>
              </p:cNvPr>
              <p:cNvSpPr/>
              <p:nvPr/>
            </p:nvSpPr>
            <p:spPr>
              <a:xfrm flipV="1">
                <a:off x="5383001" y="4920561"/>
                <a:ext cx="835639" cy="431866"/>
              </a:xfrm>
              <a:custGeom>
                <a:avLst/>
                <a:gdLst>
                  <a:gd name="connsiteX0" fmla="*/ 249338 w 835639"/>
                  <a:gd name="connsiteY0" fmla="*/ 0 h 431866"/>
                  <a:gd name="connsiteX1" fmla="*/ 835639 w 835639"/>
                  <a:gd name="connsiteY1" fmla="*/ 0 h 431866"/>
                  <a:gd name="connsiteX2" fmla="*/ 835639 w 835639"/>
                  <a:gd name="connsiteY2" fmla="*/ 431866 h 431866"/>
                  <a:gd name="connsiteX3" fmla="*/ 0 w 835639"/>
                  <a:gd name="connsiteY3" fmla="*/ 431866 h 431866"/>
                </a:gdLst>
                <a:ahLst/>
                <a:cxnLst>
                  <a:cxn ang="0">
                    <a:pos x="connsiteX0" y="connsiteY0"/>
                  </a:cxn>
                  <a:cxn ang="0">
                    <a:pos x="connsiteX1" y="connsiteY1"/>
                  </a:cxn>
                  <a:cxn ang="0">
                    <a:pos x="connsiteX2" y="connsiteY2"/>
                  </a:cxn>
                  <a:cxn ang="0">
                    <a:pos x="connsiteX3" y="connsiteY3"/>
                  </a:cxn>
                </a:cxnLst>
                <a:rect l="l" t="t" r="r" b="b"/>
                <a:pathLst>
                  <a:path w="835639" h="431866">
                    <a:moveTo>
                      <a:pt x="249338" y="0"/>
                    </a:moveTo>
                    <a:lnTo>
                      <a:pt x="835639" y="0"/>
                    </a:lnTo>
                    <a:lnTo>
                      <a:pt x="835639" y="431866"/>
                    </a:lnTo>
                    <a:lnTo>
                      <a:pt x="0" y="431866"/>
                    </a:lnTo>
                    <a:close/>
                  </a:path>
                </a:pathLst>
              </a:custGeom>
              <a:solidFill>
                <a:schemeClr val="accent4">
                  <a:lumMod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GB" sz="1350">
                  <a:solidFill>
                    <a:srgbClr val="FFFFFF"/>
                  </a:solidFill>
                </a:endParaRPr>
              </a:p>
            </p:txBody>
          </p:sp>
          <p:sp>
            <p:nvSpPr>
              <p:cNvPr id="14" name="Freeform: Shape 35">
                <a:extLst>
                  <a:ext uri="{FF2B5EF4-FFF2-40B4-BE49-F238E27FC236}">
                    <a16:creationId xmlns:a16="http://schemas.microsoft.com/office/drawing/2014/main" id="{484FF95C-26B0-D672-2757-2F9EF5B44A07}"/>
                  </a:ext>
                </a:extLst>
              </p:cNvPr>
              <p:cNvSpPr/>
              <p:nvPr/>
            </p:nvSpPr>
            <p:spPr>
              <a:xfrm flipV="1">
                <a:off x="6672112" y="4310428"/>
                <a:ext cx="835639" cy="431866"/>
              </a:xfrm>
              <a:custGeom>
                <a:avLst/>
                <a:gdLst>
                  <a:gd name="connsiteX0" fmla="*/ 249338 w 835639"/>
                  <a:gd name="connsiteY0" fmla="*/ 0 h 431866"/>
                  <a:gd name="connsiteX1" fmla="*/ 835639 w 835639"/>
                  <a:gd name="connsiteY1" fmla="*/ 0 h 431866"/>
                  <a:gd name="connsiteX2" fmla="*/ 835639 w 835639"/>
                  <a:gd name="connsiteY2" fmla="*/ 431866 h 431866"/>
                  <a:gd name="connsiteX3" fmla="*/ 0 w 835639"/>
                  <a:gd name="connsiteY3" fmla="*/ 431866 h 431866"/>
                </a:gdLst>
                <a:ahLst/>
                <a:cxnLst>
                  <a:cxn ang="0">
                    <a:pos x="connsiteX0" y="connsiteY0"/>
                  </a:cxn>
                  <a:cxn ang="0">
                    <a:pos x="connsiteX1" y="connsiteY1"/>
                  </a:cxn>
                  <a:cxn ang="0">
                    <a:pos x="connsiteX2" y="connsiteY2"/>
                  </a:cxn>
                  <a:cxn ang="0">
                    <a:pos x="connsiteX3" y="connsiteY3"/>
                  </a:cxn>
                </a:cxnLst>
                <a:rect l="l" t="t" r="r" b="b"/>
                <a:pathLst>
                  <a:path w="835639" h="431866">
                    <a:moveTo>
                      <a:pt x="249338" y="0"/>
                    </a:moveTo>
                    <a:lnTo>
                      <a:pt x="835639" y="0"/>
                    </a:lnTo>
                    <a:lnTo>
                      <a:pt x="835639" y="431866"/>
                    </a:lnTo>
                    <a:lnTo>
                      <a:pt x="0" y="431866"/>
                    </a:lnTo>
                    <a:close/>
                  </a:path>
                </a:pathLst>
              </a:custGeom>
              <a:solidFill>
                <a:schemeClr val="accent5">
                  <a:lumMod val="7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GB" sz="1350">
                  <a:solidFill>
                    <a:srgbClr val="FFFFFF"/>
                  </a:solidFill>
                </a:endParaRPr>
              </a:p>
            </p:txBody>
          </p:sp>
          <p:sp>
            <p:nvSpPr>
              <p:cNvPr id="15" name="Freeform: Shape 34">
                <a:extLst>
                  <a:ext uri="{FF2B5EF4-FFF2-40B4-BE49-F238E27FC236}">
                    <a16:creationId xmlns:a16="http://schemas.microsoft.com/office/drawing/2014/main" id="{D9039BDF-54D8-763F-0BCD-A474AB5D9B5B}"/>
                  </a:ext>
                </a:extLst>
              </p:cNvPr>
              <p:cNvSpPr/>
              <p:nvPr/>
            </p:nvSpPr>
            <p:spPr>
              <a:xfrm flipH="1" flipV="1">
                <a:off x="7104116" y="2795605"/>
                <a:ext cx="835639" cy="431866"/>
              </a:xfrm>
              <a:custGeom>
                <a:avLst/>
                <a:gdLst>
                  <a:gd name="connsiteX0" fmla="*/ 249338 w 835639"/>
                  <a:gd name="connsiteY0" fmla="*/ 0 h 431866"/>
                  <a:gd name="connsiteX1" fmla="*/ 835639 w 835639"/>
                  <a:gd name="connsiteY1" fmla="*/ 0 h 431866"/>
                  <a:gd name="connsiteX2" fmla="*/ 835639 w 835639"/>
                  <a:gd name="connsiteY2" fmla="*/ 431866 h 431866"/>
                  <a:gd name="connsiteX3" fmla="*/ 0 w 835639"/>
                  <a:gd name="connsiteY3" fmla="*/ 431866 h 431866"/>
                </a:gdLst>
                <a:ahLst/>
                <a:cxnLst>
                  <a:cxn ang="0">
                    <a:pos x="connsiteX0" y="connsiteY0"/>
                  </a:cxn>
                  <a:cxn ang="0">
                    <a:pos x="connsiteX1" y="connsiteY1"/>
                  </a:cxn>
                  <a:cxn ang="0">
                    <a:pos x="connsiteX2" y="connsiteY2"/>
                  </a:cxn>
                  <a:cxn ang="0">
                    <a:pos x="connsiteX3" y="connsiteY3"/>
                  </a:cxn>
                </a:cxnLst>
                <a:rect l="l" t="t" r="r" b="b"/>
                <a:pathLst>
                  <a:path w="835639" h="431866">
                    <a:moveTo>
                      <a:pt x="249338" y="0"/>
                    </a:moveTo>
                    <a:lnTo>
                      <a:pt x="835639" y="0"/>
                    </a:lnTo>
                    <a:lnTo>
                      <a:pt x="835639" y="431866"/>
                    </a:lnTo>
                    <a:lnTo>
                      <a:pt x="0" y="431866"/>
                    </a:lnTo>
                    <a:close/>
                  </a:path>
                </a:pathLst>
              </a:custGeom>
              <a:solidFill>
                <a:schemeClr val="accent6">
                  <a:lumMod val="5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GB" sz="1350">
                  <a:solidFill>
                    <a:srgbClr val="FFFFFF"/>
                  </a:solidFill>
                </a:endParaRPr>
              </a:p>
            </p:txBody>
          </p:sp>
          <p:sp>
            <p:nvSpPr>
              <p:cNvPr id="16" name="Freeform: Shape 33">
                <a:extLst>
                  <a:ext uri="{FF2B5EF4-FFF2-40B4-BE49-F238E27FC236}">
                    <a16:creationId xmlns:a16="http://schemas.microsoft.com/office/drawing/2014/main" id="{27039446-9BF0-1DCA-AACC-E9E18D25D439}"/>
                  </a:ext>
                </a:extLst>
              </p:cNvPr>
              <p:cNvSpPr/>
              <p:nvPr/>
            </p:nvSpPr>
            <p:spPr>
              <a:xfrm flipH="1">
                <a:off x="4525729" y="2095893"/>
                <a:ext cx="835639" cy="431866"/>
              </a:xfrm>
              <a:custGeom>
                <a:avLst/>
                <a:gdLst>
                  <a:gd name="connsiteX0" fmla="*/ 249338 w 835639"/>
                  <a:gd name="connsiteY0" fmla="*/ 0 h 431866"/>
                  <a:gd name="connsiteX1" fmla="*/ 835639 w 835639"/>
                  <a:gd name="connsiteY1" fmla="*/ 0 h 431866"/>
                  <a:gd name="connsiteX2" fmla="*/ 835639 w 835639"/>
                  <a:gd name="connsiteY2" fmla="*/ 431866 h 431866"/>
                  <a:gd name="connsiteX3" fmla="*/ 0 w 835639"/>
                  <a:gd name="connsiteY3" fmla="*/ 431866 h 431866"/>
                </a:gdLst>
                <a:ahLst/>
                <a:cxnLst>
                  <a:cxn ang="0">
                    <a:pos x="connsiteX0" y="connsiteY0"/>
                  </a:cxn>
                  <a:cxn ang="0">
                    <a:pos x="connsiteX1" y="connsiteY1"/>
                  </a:cxn>
                  <a:cxn ang="0">
                    <a:pos x="connsiteX2" y="connsiteY2"/>
                  </a:cxn>
                  <a:cxn ang="0">
                    <a:pos x="connsiteX3" y="connsiteY3"/>
                  </a:cxn>
                </a:cxnLst>
                <a:rect l="l" t="t" r="r" b="b"/>
                <a:pathLst>
                  <a:path w="835639" h="431866">
                    <a:moveTo>
                      <a:pt x="249338" y="0"/>
                    </a:moveTo>
                    <a:lnTo>
                      <a:pt x="835639" y="0"/>
                    </a:lnTo>
                    <a:lnTo>
                      <a:pt x="835639" y="431866"/>
                    </a:lnTo>
                    <a:lnTo>
                      <a:pt x="0" y="431866"/>
                    </a:lnTo>
                    <a:close/>
                  </a:path>
                </a:pathLst>
              </a:custGeom>
              <a:solidFill>
                <a:schemeClr val="accent2">
                  <a:lumMod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GB" sz="1350">
                  <a:solidFill>
                    <a:srgbClr val="FFFFFF"/>
                  </a:solidFill>
                </a:endParaRPr>
              </a:p>
            </p:txBody>
          </p:sp>
          <p:sp>
            <p:nvSpPr>
              <p:cNvPr id="17" name="Freeform: Shape 32">
                <a:extLst>
                  <a:ext uri="{FF2B5EF4-FFF2-40B4-BE49-F238E27FC236}">
                    <a16:creationId xmlns:a16="http://schemas.microsoft.com/office/drawing/2014/main" id="{194B2882-7BDA-E2DE-F768-CE8E7E103880}"/>
                  </a:ext>
                </a:extLst>
              </p:cNvPr>
              <p:cNvSpPr/>
              <p:nvPr/>
            </p:nvSpPr>
            <p:spPr>
              <a:xfrm flipH="1">
                <a:off x="5800821" y="1495047"/>
                <a:ext cx="835639" cy="431866"/>
              </a:xfrm>
              <a:custGeom>
                <a:avLst/>
                <a:gdLst>
                  <a:gd name="connsiteX0" fmla="*/ 249338 w 835639"/>
                  <a:gd name="connsiteY0" fmla="*/ 0 h 431866"/>
                  <a:gd name="connsiteX1" fmla="*/ 835639 w 835639"/>
                  <a:gd name="connsiteY1" fmla="*/ 0 h 431866"/>
                  <a:gd name="connsiteX2" fmla="*/ 835639 w 835639"/>
                  <a:gd name="connsiteY2" fmla="*/ 431866 h 431866"/>
                  <a:gd name="connsiteX3" fmla="*/ 0 w 835639"/>
                  <a:gd name="connsiteY3" fmla="*/ 431866 h 431866"/>
                </a:gdLst>
                <a:ahLst/>
                <a:cxnLst>
                  <a:cxn ang="0">
                    <a:pos x="connsiteX0" y="connsiteY0"/>
                  </a:cxn>
                  <a:cxn ang="0">
                    <a:pos x="connsiteX1" y="connsiteY1"/>
                  </a:cxn>
                  <a:cxn ang="0">
                    <a:pos x="connsiteX2" y="connsiteY2"/>
                  </a:cxn>
                  <a:cxn ang="0">
                    <a:pos x="connsiteX3" y="connsiteY3"/>
                  </a:cxn>
                </a:cxnLst>
                <a:rect l="l" t="t" r="r" b="b"/>
                <a:pathLst>
                  <a:path w="835639" h="431866">
                    <a:moveTo>
                      <a:pt x="249338" y="0"/>
                    </a:moveTo>
                    <a:lnTo>
                      <a:pt x="835639" y="0"/>
                    </a:lnTo>
                    <a:lnTo>
                      <a:pt x="835639" y="431866"/>
                    </a:lnTo>
                    <a:lnTo>
                      <a:pt x="0" y="431866"/>
                    </a:lnTo>
                    <a:close/>
                  </a:path>
                </a:pathLst>
              </a:custGeom>
              <a:solidFill>
                <a:schemeClr val="accent1">
                  <a:lumMod val="5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GB" sz="1350">
                  <a:solidFill>
                    <a:srgbClr val="FFFFFF"/>
                  </a:solidFill>
                </a:endParaRPr>
              </a:p>
            </p:txBody>
          </p:sp>
          <p:sp>
            <p:nvSpPr>
              <p:cNvPr id="18" name="Freeform: Shape 31">
                <a:extLst>
                  <a:ext uri="{FF2B5EF4-FFF2-40B4-BE49-F238E27FC236}">
                    <a16:creationId xmlns:a16="http://schemas.microsoft.com/office/drawing/2014/main" id="{7324B504-5359-ED23-3110-18EC9E86A3E0}"/>
                  </a:ext>
                </a:extLst>
              </p:cNvPr>
              <p:cNvSpPr/>
              <p:nvPr/>
            </p:nvSpPr>
            <p:spPr>
              <a:xfrm>
                <a:off x="4151924" y="3606683"/>
                <a:ext cx="835639" cy="431866"/>
              </a:xfrm>
              <a:custGeom>
                <a:avLst/>
                <a:gdLst>
                  <a:gd name="connsiteX0" fmla="*/ 249338 w 835639"/>
                  <a:gd name="connsiteY0" fmla="*/ 0 h 431866"/>
                  <a:gd name="connsiteX1" fmla="*/ 835639 w 835639"/>
                  <a:gd name="connsiteY1" fmla="*/ 0 h 431866"/>
                  <a:gd name="connsiteX2" fmla="*/ 835639 w 835639"/>
                  <a:gd name="connsiteY2" fmla="*/ 431866 h 431866"/>
                  <a:gd name="connsiteX3" fmla="*/ 0 w 835639"/>
                  <a:gd name="connsiteY3" fmla="*/ 431866 h 431866"/>
                </a:gdLst>
                <a:ahLst/>
                <a:cxnLst>
                  <a:cxn ang="0">
                    <a:pos x="connsiteX0" y="connsiteY0"/>
                  </a:cxn>
                  <a:cxn ang="0">
                    <a:pos x="connsiteX1" y="connsiteY1"/>
                  </a:cxn>
                  <a:cxn ang="0">
                    <a:pos x="connsiteX2" y="connsiteY2"/>
                  </a:cxn>
                  <a:cxn ang="0">
                    <a:pos x="connsiteX3" y="connsiteY3"/>
                  </a:cxn>
                </a:cxnLst>
                <a:rect l="l" t="t" r="r" b="b"/>
                <a:pathLst>
                  <a:path w="835639" h="431866">
                    <a:moveTo>
                      <a:pt x="249338" y="0"/>
                    </a:moveTo>
                    <a:lnTo>
                      <a:pt x="835639" y="0"/>
                    </a:lnTo>
                    <a:lnTo>
                      <a:pt x="835639" y="431866"/>
                    </a:lnTo>
                    <a:lnTo>
                      <a:pt x="0" y="43186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rgbClr val="FFFFFF"/>
                  </a:solidFill>
                </a:endParaRPr>
              </a:p>
            </p:txBody>
          </p:sp>
          <p:sp>
            <p:nvSpPr>
              <p:cNvPr id="19" name="Freeform: Shape 4">
                <a:extLst>
                  <a:ext uri="{FF2B5EF4-FFF2-40B4-BE49-F238E27FC236}">
                    <a16:creationId xmlns:a16="http://schemas.microsoft.com/office/drawing/2014/main" id="{9835215E-4DF1-77E5-984A-0A946F7686CD}"/>
                  </a:ext>
                </a:extLst>
              </p:cNvPr>
              <p:cNvSpPr/>
              <p:nvPr/>
            </p:nvSpPr>
            <p:spPr>
              <a:xfrm>
                <a:off x="5071740" y="1617333"/>
                <a:ext cx="2875448" cy="1178272"/>
              </a:xfrm>
              <a:custGeom>
                <a:avLst/>
                <a:gdLst>
                  <a:gd name="connsiteX0" fmla="*/ 0 w 1921566"/>
                  <a:gd name="connsiteY0" fmla="*/ 0 h 787400"/>
                  <a:gd name="connsiteX1" fmla="*/ 1466960 w 1921566"/>
                  <a:gd name="connsiteY1" fmla="*/ 0 h 787400"/>
                  <a:gd name="connsiteX2" fmla="*/ 1921566 w 1921566"/>
                  <a:gd name="connsiteY2" fmla="*/ 787400 h 787400"/>
                  <a:gd name="connsiteX3" fmla="*/ 0 w 1921566"/>
                  <a:gd name="connsiteY3" fmla="*/ 787400 h 787400"/>
                </a:gdLst>
                <a:ahLst/>
                <a:cxnLst>
                  <a:cxn ang="0">
                    <a:pos x="connsiteX0" y="connsiteY0"/>
                  </a:cxn>
                  <a:cxn ang="0">
                    <a:pos x="connsiteX1" y="connsiteY1"/>
                  </a:cxn>
                  <a:cxn ang="0">
                    <a:pos x="connsiteX2" y="connsiteY2"/>
                  </a:cxn>
                  <a:cxn ang="0">
                    <a:pos x="connsiteX3" y="connsiteY3"/>
                  </a:cxn>
                </a:cxnLst>
                <a:rect l="l" t="t" r="r" b="b"/>
                <a:pathLst>
                  <a:path w="1921566" h="787400">
                    <a:moveTo>
                      <a:pt x="0" y="0"/>
                    </a:moveTo>
                    <a:lnTo>
                      <a:pt x="1466960" y="0"/>
                    </a:lnTo>
                    <a:lnTo>
                      <a:pt x="1921566" y="787400"/>
                    </a:lnTo>
                    <a:lnTo>
                      <a:pt x="0" y="787400"/>
                    </a:lnTo>
                    <a:close/>
                  </a:path>
                </a:pathLst>
              </a:custGeom>
              <a:solidFill>
                <a:schemeClr val="accent2">
                  <a:lumMod val="1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rgbClr val="FFFFFF"/>
                  </a:solidFill>
                </a:endParaRPr>
              </a:p>
            </p:txBody>
          </p:sp>
          <p:sp>
            <p:nvSpPr>
              <p:cNvPr id="20" name="Freeform: Shape 5">
                <a:extLst>
                  <a:ext uri="{FF2B5EF4-FFF2-40B4-BE49-F238E27FC236}">
                    <a16:creationId xmlns:a16="http://schemas.microsoft.com/office/drawing/2014/main" id="{B9AD0189-2863-EEA5-39FF-F14BEC5B31DF}"/>
                  </a:ext>
                </a:extLst>
              </p:cNvPr>
              <p:cNvSpPr/>
              <p:nvPr/>
            </p:nvSpPr>
            <p:spPr>
              <a:xfrm rot="18000000">
                <a:off x="3718625" y="1853261"/>
                <a:ext cx="2875449" cy="1178272"/>
              </a:xfrm>
              <a:custGeom>
                <a:avLst/>
                <a:gdLst>
                  <a:gd name="connsiteX0" fmla="*/ 0 w 1921566"/>
                  <a:gd name="connsiteY0" fmla="*/ 0 h 787400"/>
                  <a:gd name="connsiteX1" fmla="*/ 1466960 w 1921566"/>
                  <a:gd name="connsiteY1" fmla="*/ 0 h 787400"/>
                  <a:gd name="connsiteX2" fmla="*/ 1921566 w 1921566"/>
                  <a:gd name="connsiteY2" fmla="*/ 787400 h 787400"/>
                  <a:gd name="connsiteX3" fmla="*/ 0 w 1921566"/>
                  <a:gd name="connsiteY3" fmla="*/ 787400 h 787400"/>
                </a:gdLst>
                <a:ahLst/>
                <a:cxnLst>
                  <a:cxn ang="0">
                    <a:pos x="connsiteX0" y="connsiteY0"/>
                  </a:cxn>
                  <a:cxn ang="0">
                    <a:pos x="connsiteX1" y="connsiteY1"/>
                  </a:cxn>
                  <a:cxn ang="0">
                    <a:pos x="connsiteX2" y="connsiteY2"/>
                  </a:cxn>
                  <a:cxn ang="0">
                    <a:pos x="connsiteX3" y="connsiteY3"/>
                  </a:cxn>
                </a:cxnLst>
                <a:rect l="l" t="t" r="r" b="b"/>
                <a:pathLst>
                  <a:path w="1921566" h="787400">
                    <a:moveTo>
                      <a:pt x="0" y="0"/>
                    </a:moveTo>
                    <a:lnTo>
                      <a:pt x="1466960" y="0"/>
                    </a:lnTo>
                    <a:lnTo>
                      <a:pt x="1921566" y="787400"/>
                    </a:lnTo>
                    <a:lnTo>
                      <a:pt x="0" y="787400"/>
                    </a:lnTo>
                    <a:close/>
                  </a:path>
                </a:pathLst>
              </a:custGeom>
              <a:solidFill>
                <a:schemeClr val="accent1">
                  <a:lumMod val="10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rgbClr val="FFFFFF"/>
                  </a:solidFill>
                </a:endParaRPr>
              </a:p>
            </p:txBody>
          </p:sp>
          <p:sp>
            <p:nvSpPr>
              <p:cNvPr id="21" name="Freeform: Shape 6">
                <a:extLst>
                  <a:ext uri="{FF2B5EF4-FFF2-40B4-BE49-F238E27FC236}">
                    <a16:creationId xmlns:a16="http://schemas.microsoft.com/office/drawing/2014/main" id="{79876DC3-1BDD-0BB8-0662-BC7259DCE59D}"/>
                  </a:ext>
                </a:extLst>
              </p:cNvPr>
              <p:cNvSpPr/>
              <p:nvPr/>
            </p:nvSpPr>
            <p:spPr>
              <a:xfrm rot="14400000">
                <a:off x="3308800" y="3096042"/>
                <a:ext cx="2875449" cy="1178272"/>
              </a:xfrm>
              <a:custGeom>
                <a:avLst/>
                <a:gdLst>
                  <a:gd name="connsiteX0" fmla="*/ 0 w 1921566"/>
                  <a:gd name="connsiteY0" fmla="*/ 0 h 787400"/>
                  <a:gd name="connsiteX1" fmla="*/ 1466960 w 1921566"/>
                  <a:gd name="connsiteY1" fmla="*/ 0 h 787400"/>
                  <a:gd name="connsiteX2" fmla="*/ 1921566 w 1921566"/>
                  <a:gd name="connsiteY2" fmla="*/ 787400 h 787400"/>
                  <a:gd name="connsiteX3" fmla="*/ 0 w 1921566"/>
                  <a:gd name="connsiteY3" fmla="*/ 787400 h 787400"/>
                </a:gdLst>
                <a:ahLst/>
                <a:cxnLst>
                  <a:cxn ang="0">
                    <a:pos x="connsiteX0" y="connsiteY0"/>
                  </a:cxn>
                  <a:cxn ang="0">
                    <a:pos x="connsiteX1" y="connsiteY1"/>
                  </a:cxn>
                  <a:cxn ang="0">
                    <a:pos x="connsiteX2" y="connsiteY2"/>
                  </a:cxn>
                  <a:cxn ang="0">
                    <a:pos x="connsiteX3" y="connsiteY3"/>
                  </a:cxn>
                </a:cxnLst>
                <a:rect l="l" t="t" r="r" b="b"/>
                <a:pathLst>
                  <a:path w="1921566" h="787400">
                    <a:moveTo>
                      <a:pt x="0" y="0"/>
                    </a:moveTo>
                    <a:lnTo>
                      <a:pt x="1466960" y="0"/>
                    </a:lnTo>
                    <a:lnTo>
                      <a:pt x="1921566" y="787400"/>
                    </a:lnTo>
                    <a:lnTo>
                      <a:pt x="0" y="787400"/>
                    </a:lnTo>
                    <a:close/>
                  </a:path>
                </a:pathLst>
              </a:custGeom>
              <a:solidFill>
                <a:srgbClr val="5F5F5F"/>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rgbClr val="000000">
                      <a:alpha val="0"/>
                    </a:srgbClr>
                  </a:solidFill>
                </a:endParaRPr>
              </a:p>
            </p:txBody>
          </p:sp>
          <p:sp>
            <p:nvSpPr>
              <p:cNvPr id="22" name="Freeform: Shape 7">
                <a:extLst>
                  <a:ext uri="{FF2B5EF4-FFF2-40B4-BE49-F238E27FC236}">
                    <a16:creationId xmlns:a16="http://schemas.microsoft.com/office/drawing/2014/main" id="{1865123E-45D1-68E8-83AC-A4AAC761338C}"/>
                  </a:ext>
                </a:extLst>
              </p:cNvPr>
              <p:cNvSpPr/>
              <p:nvPr/>
            </p:nvSpPr>
            <p:spPr>
              <a:xfrm rot="10800000">
                <a:off x="4151925" y="4039130"/>
                <a:ext cx="2875448" cy="1178272"/>
              </a:xfrm>
              <a:custGeom>
                <a:avLst/>
                <a:gdLst>
                  <a:gd name="connsiteX0" fmla="*/ 0 w 1921566"/>
                  <a:gd name="connsiteY0" fmla="*/ 0 h 787400"/>
                  <a:gd name="connsiteX1" fmla="*/ 1466960 w 1921566"/>
                  <a:gd name="connsiteY1" fmla="*/ 0 h 787400"/>
                  <a:gd name="connsiteX2" fmla="*/ 1921566 w 1921566"/>
                  <a:gd name="connsiteY2" fmla="*/ 787400 h 787400"/>
                  <a:gd name="connsiteX3" fmla="*/ 0 w 1921566"/>
                  <a:gd name="connsiteY3" fmla="*/ 787400 h 787400"/>
                </a:gdLst>
                <a:ahLst/>
                <a:cxnLst>
                  <a:cxn ang="0">
                    <a:pos x="connsiteX0" y="connsiteY0"/>
                  </a:cxn>
                  <a:cxn ang="0">
                    <a:pos x="connsiteX1" y="connsiteY1"/>
                  </a:cxn>
                  <a:cxn ang="0">
                    <a:pos x="connsiteX2" y="connsiteY2"/>
                  </a:cxn>
                  <a:cxn ang="0">
                    <a:pos x="connsiteX3" y="connsiteY3"/>
                  </a:cxn>
                </a:cxnLst>
                <a:rect l="l" t="t" r="r" b="b"/>
                <a:pathLst>
                  <a:path w="1921566" h="787400">
                    <a:moveTo>
                      <a:pt x="0" y="0"/>
                    </a:moveTo>
                    <a:lnTo>
                      <a:pt x="1466960" y="0"/>
                    </a:lnTo>
                    <a:lnTo>
                      <a:pt x="1921566" y="787400"/>
                    </a:lnTo>
                    <a:lnTo>
                      <a:pt x="0" y="787400"/>
                    </a:lnTo>
                    <a:close/>
                  </a:path>
                </a:pathLst>
              </a:custGeom>
              <a:solidFill>
                <a:schemeClr val="accent4">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rgbClr val="FFFFFF"/>
                  </a:solidFill>
                </a:endParaRPr>
              </a:p>
            </p:txBody>
          </p:sp>
          <p:sp>
            <p:nvSpPr>
              <p:cNvPr id="23" name="Freeform: Shape 8">
                <a:extLst>
                  <a:ext uri="{FF2B5EF4-FFF2-40B4-BE49-F238E27FC236}">
                    <a16:creationId xmlns:a16="http://schemas.microsoft.com/office/drawing/2014/main" id="{7489999E-9331-B644-4E9C-23217570FB04}"/>
                  </a:ext>
                </a:extLst>
              </p:cNvPr>
              <p:cNvSpPr/>
              <p:nvPr/>
            </p:nvSpPr>
            <p:spPr>
              <a:xfrm rot="7200000">
                <a:off x="5405391" y="3818846"/>
                <a:ext cx="2875449" cy="1178272"/>
              </a:xfrm>
              <a:custGeom>
                <a:avLst/>
                <a:gdLst>
                  <a:gd name="connsiteX0" fmla="*/ 0 w 1921566"/>
                  <a:gd name="connsiteY0" fmla="*/ 0 h 787400"/>
                  <a:gd name="connsiteX1" fmla="*/ 1466960 w 1921566"/>
                  <a:gd name="connsiteY1" fmla="*/ 0 h 787400"/>
                  <a:gd name="connsiteX2" fmla="*/ 1921566 w 1921566"/>
                  <a:gd name="connsiteY2" fmla="*/ 787400 h 787400"/>
                  <a:gd name="connsiteX3" fmla="*/ 0 w 1921566"/>
                  <a:gd name="connsiteY3" fmla="*/ 787400 h 787400"/>
                </a:gdLst>
                <a:ahLst/>
                <a:cxnLst>
                  <a:cxn ang="0">
                    <a:pos x="connsiteX0" y="connsiteY0"/>
                  </a:cxn>
                  <a:cxn ang="0">
                    <a:pos x="connsiteX1" y="connsiteY1"/>
                  </a:cxn>
                  <a:cxn ang="0">
                    <a:pos x="connsiteX2" y="connsiteY2"/>
                  </a:cxn>
                  <a:cxn ang="0">
                    <a:pos x="connsiteX3" y="connsiteY3"/>
                  </a:cxn>
                </a:cxnLst>
                <a:rect l="l" t="t" r="r" b="b"/>
                <a:pathLst>
                  <a:path w="1921566" h="787400">
                    <a:moveTo>
                      <a:pt x="0" y="0"/>
                    </a:moveTo>
                    <a:lnTo>
                      <a:pt x="1466960" y="0"/>
                    </a:lnTo>
                    <a:lnTo>
                      <a:pt x="1921566" y="787400"/>
                    </a:lnTo>
                    <a:lnTo>
                      <a:pt x="0" y="787400"/>
                    </a:lnTo>
                    <a:close/>
                  </a:path>
                </a:pathLst>
              </a:custGeom>
              <a:solidFill>
                <a:schemeClr val="accent2">
                  <a:lumMod val="2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rgbClr val="FFFFFF"/>
                  </a:solidFill>
                </a:endParaRPr>
              </a:p>
            </p:txBody>
          </p:sp>
          <p:sp>
            <p:nvSpPr>
              <p:cNvPr id="24" name="Freeform: Shape 11">
                <a:extLst>
                  <a:ext uri="{FF2B5EF4-FFF2-40B4-BE49-F238E27FC236}">
                    <a16:creationId xmlns:a16="http://schemas.microsoft.com/office/drawing/2014/main" id="{42248501-A962-8E3A-CF2B-126F8DF48E14}"/>
                  </a:ext>
                </a:extLst>
              </p:cNvPr>
              <p:cNvSpPr/>
              <p:nvPr/>
            </p:nvSpPr>
            <p:spPr>
              <a:xfrm rot="3600000">
                <a:off x="6333306" y="2885246"/>
                <a:ext cx="2247841" cy="1178272"/>
              </a:xfrm>
              <a:custGeom>
                <a:avLst/>
                <a:gdLst>
                  <a:gd name="connsiteX0" fmla="*/ 0 w 1502157"/>
                  <a:gd name="connsiteY0" fmla="*/ 787400 h 787400"/>
                  <a:gd name="connsiteX1" fmla="*/ 454605 w 1502157"/>
                  <a:gd name="connsiteY1" fmla="*/ 0 h 787400"/>
                  <a:gd name="connsiteX2" fmla="*/ 1047551 w 1502157"/>
                  <a:gd name="connsiteY2" fmla="*/ 0 h 787400"/>
                  <a:gd name="connsiteX3" fmla="*/ 1502157 w 1502157"/>
                  <a:gd name="connsiteY3" fmla="*/ 787400 h 787400"/>
                </a:gdLst>
                <a:ahLst/>
                <a:cxnLst>
                  <a:cxn ang="0">
                    <a:pos x="connsiteX0" y="connsiteY0"/>
                  </a:cxn>
                  <a:cxn ang="0">
                    <a:pos x="connsiteX1" y="connsiteY1"/>
                  </a:cxn>
                  <a:cxn ang="0">
                    <a:pos x="connsiteX2" y="connsiteY2"/>
                  </a:cxn>
                  <a:cxn ang="0">
                    <a:pos x="connsiteX3" y="connsiteY3"/>
                  </a:cxn>
                </a:cxnLst>
                <a:rect l="l" t="t" r="r" b="b"/>
                <a:pathLst>
                  <a:path w="1502157" h="787400">
                    <a:moveTo>
                      <a:pt x="0" y="787400"/>
                    </a:moveTo>
                    <a:lnTo>
                      <a:pt x="454605" y="0"/>
                    </a:lnTo>
                    <a:lnTo>
                      <a:pt x="1047551" y="0"/>
                    </a:lnTo>
                    <a:lnTo>
                      <a:pt x="1502157" y="787400"/>
                    </a:lnTo>
                    <a:close/>
                  </a:path>
                </a:pathLst>
              </a:custGeom>
              <a:solidFill>
                <a:schemeClr val="bg2">
                  <a:lumMod val="10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rgbClr val="FFFFFF"/>
                  </a:solidFill>
                </a:endParaRPr>
              </a:p>
            </p:txBody>
          </p:sp>
          <p:sp>
            <p:nvSpPr>
              <p:cNvPr id="25" name="Freeform: Shape 18">
                <a:extLst>
                  <a:ext uri="{FF2B5EF4-FFF2-40B4-BE49-F238E27FC236}">
                    <a16:creationId xmlns:a16="http://schemas.microsoft.com/office/drawing/2014/main" id="{4F1DE661-94FF-6510-20C9-71F2F8EC8184}"/>
                  </a:ext>
                </a:extLst>
              </p:cNvPr>
              <p:cNvSpPr/>
              <p:nvPr/>
            </p:nvSpPr>
            <p:spPr>
              <a:xfrm rot="18000000">
                <a:off x="5363148" y="903795"/>
                <a:ext cx="682751" cy="1178272"/>
              </a:xfrm>
              <a:custGeom>
                <a:avLst/>
                <a:gdLst>
                  <a:gd name="connsiteX0" fmla="*/ 682751 w 682751"/>
                  <a:gd name="connsiteY0" fmla="*/ 1178272 h 1178272"/>
                  <a:gd name="connsiteX1" fmla="*/ 680276 w 682751"/>
                  <a:gd name="connsiteY1" fmla="*/ 1178272 h 1178272"/>
                  <a:gd name="connsiteX2" fmla="*/ 0 w 682751"/>
                  <a:gd name="connsiteY2" fmla="*/ 0 h 1178272"/>
                  <a:gd name="connsiteX3" fmla="*/ 2474 w 682751"/>
                  <a:gd name="connsiteY3" fmla="*/ 0 h 1178272"/>
                  <a:gd name="connsiteX4" fmla="*/ 682751 w 682751"/>
                  <a:gd name="connsiteY4" fmla="*/ 1178272 h 1178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51" h="1178272">
                    <a:moveTo>
                      <a:pt x="682751" y="1178272"/>
                    </a:moveTo>
                    <a:lnTo>
                      <a:pt x="680276" y="1178272"/>
                    </a:lnTo>
                    <a:lnTo>
                      <a:pt x="0" y="0"/>
                    </a:lnTo>
                    <a:lnTo>
                      <a:pt x="2474" y="0"/>
                    </a:lnTo>
                    <a:lnTo>
                      <a:pt x="682751" y="1178272"/>
                    </a:lnTo>
                    <a:close/>
                  </a:path>
                </a:pathLst>
              </a:cu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rgbClr val="FFFFFF"/>
                  </a:solidFill>
                </a:endParaRPr>
              </a:p>
            </p:txBody>
          </p:sp>
        </p:grpSp>
        <p:grpSp>
          <p:nvGrpSpPr>
            <p:cNvPr id="8" name="Group 17">
              <a:extLst>
                <a:ext uri="{FF2B5EF4-FFF2-40B4-BE49-F238E27FC236}">
                  <a16:creationId xmlns:a16="http://schemas.microsoft.com/office/drawing/2014/main" id="{B15061BD-6AD2-7655-1A01-925BAE98B39F}"/>
                </a:ext>
              </a:extLst>
            </p:cNvPr>
            <p:cNvGrpSpPr>
              <a:grpSpLocks/>
            </p:cNvGrpSpPr>
            <p:nvPr>
              <p:custDataLst>
                <p:tags r:id="rId35"/>
              </p:custDataLst>
            </p:nvPr>
          </p:nvGrpSpPr>
          <p:grpSpPr>
            <a:xfrm>
              <a:off x="5993520" y="3394596"/>
              <a:ext cx="430390" cy="430388"/>
              <a:chOff x="-1127675" y="-50330"/>
              <a:chExt cx="1743075" cy="1743075"/>
            </a:xfrm>
          </p:grpSpPr>
          <p:pic>
            <p:nvPicPr>
              <p:cNvPr id="10" name="Graphic 6 [3]" hidden="1">
                <a:extLst>
                  <a:ext uri="{FF2B5EF4-FFF2-40B4-BE49-F238E27FC236}">
                    <a16:creationId xmlns:a16="http://schemas.microsoft.com/office/drawing/2014/main" id="{C1BF6E8B-96CE-239E-3730-5FF8FC45E06B}"/>
                  </a:ext>
                </a:extLst>
              </p:cNvPr>
              <p:cNvPicPr>
                <a:picLocks noChangeAspect="1"/>
              </p:cNvPicPr>
              <p:nvPr>
                <p:custDataLst>
                  <p:tags r:id="rId36"/>
                </p:custDataLst>
              </p:nvPr>
            </p:nvPicPr>
            <p:blipFill>
              <a:blip r:embed="rId40">
                <a:extLst>
                  <a:ext uri="{96DAC541-7B7A-43D3-8B79-37D633B846F1}">
                    <asvg:svgBlip xmlns:asvg="http://schemas.microsoft.com/office/drawing/2016/SVG/main" r:embed="rId41"/>
                  </a:ext>
                </a:extLst>
              </a:blip>
              <a:stretch>
                <a:fillRect/>
              </a:stretch>
            </p:blipFill>
            <p:spPr>
              <a:xfrm>
                <a:off x="-1127675" y="-50330"/>
                <a:ext cx="1743075" cy="1743075"/>
              </a:xfrm>
              <a:prstGeom prst="rect">
                <a:avLst/>
              </a:prstGeom>
            </p:spPr>
          </p:pic>
          <p:pic>
            <p:nvPicPr>
              <p:cNvPr id="11" name="Graphic 10 [2]" hidden="1">
                <a:extLst>
                  <a:ext uri="{FF2B5EF4-FFF2-40B4-BE49-F238E27FC236}">
                    <a16:creationId xmlns:a16="http://schemas.microsoft.com/office/drawing/2014/main" id="{246F4641-AAE2-8E0C-4F9F-3DA7526B4706}"/>
                  </a:ext>
                </a:extLst>
              </p:cNvPr>
              <p:cNvPicPr>
                <a:picLocks noChangeAspect="1"/>
              </p:cNvPicPr>
              <p:nvPr>
                <p:custDataLst>
                  <p:tags r:id="rId37"/>
                </p:custDataLst>
              </p:nvPr>
            </p:nvPicPr>
            <p:blipFill>
              <a:blip r:embed="rId42">
                <a:extLst>
                  <a:ext uri="{96DAC541-7B7A-43D3-8B79-37D633B846F1}">
                    <asvg:svgBlip xmlns:asvg="http://schemas.microsoft.com/office/drawing/2016/SVG/main" r:embed="rId43"/>
                  </a:ext>
                </a:extLst>
              </a:blip>
              <a:stretch>
                <a:fillRect/>
              </a:stretch>
            </p:blipFill>
            <p:spPr>
              <a:xfrm>
                <a:off x="-1118150" y="-40805"/>
                <a:ext cx="1724025" cy="1724025"/>
              </a:xfrm>
              <a:prstGeom prst="rect">
                <a:avLst/>
              </a:prstGeom>
            </p:spPr>
          </p:pic>
          <p:pic>
            <p:nvPicPr>
              <p:cNvPr id="12" name="Graphic 16 [0]" hidden="1">
                <a:extLst>
                  <a:ext uri="{FF2B5EF4-FFF2-40B4-BE49-F238E27FC236}">
                    <a16:creationId xmlns:a16="http://schemas.microsoft.com/office/drawing/2014/main" id="{E2311BE6-D66A-4691-8DB4-6C3EF15F48E4}"/>
                  </a:ext>
                </a:extLst>
              </p:cNvPr>
              <p:cNvPicPr>
                <a:picLocks noChangeAspect="1"/>
              </p:cNvPicPr>
              <p:nvPr>
                <p:custDataLst>
                  <p:tags r:id="rId38"/>
                </p:custDataLst>
              </p:nvPr>
            </p:nvPicPr>
            <p:blipFill>
              <a:blip r:embed="rId44">
                <a:extLst>
                  <a:ext uri="{96DAC541-7B7A-43D3-8B79-37D633B846F1}">
                    <asvg:svgBlip xmlns:asvg="http://schemas.microsoft.com/office/drawing/2016/SVG/main" r:embed="rId45"/>
                  </a:ext>
                </a:extLst>
              </a:blip>
              <a:stretch>
                <a:fillRect/>
              </a:stretch>
            </p:blipFill>
            <p:spPr>
              <a:xfrm>
                <a:off x="-1127675" y="-50330"/>
                <a:ext cx="1743075" cy="1743075"/>
              </a:xfrm>
              <a:prstGeom prst="rect">
                <a:avLst/>
              </a:prstGeom>
            </p:spPr>
          </p:pic>
        </p:grpSp>
        <p:sp>
          <p:nvSpPr>
            <p:cNvPr id="9" name="ZoneTexte 8">
              <a:extLst>
                <a:ext uri="{FF2B5EF4-FFF2-40B4-BE49-F238E27FC236}">
                  <a16:creationId xmlns:a16="http://schemas.microsoft.com/office/drawing/2014/main" id="{1539D361-A531-DB5C-2289-5C66461E06D1}"/>
                </a:ext>
              </a:extLst>
            </p:cNvPr>
            <p:cNvSpPr txBox="1">
              <a:spLocks/>
            </p:cNvSpPr>
            <p:nvPr/>
          </p:nvSpPr>
          <p:spPr>
            <a:xfrm>
              <a:off x="5546998" y="2853952"/>
              <a:ext cx="732289" cy="253916"/>
            </a:xfrm>
            <a:prstGeom prst="rect">
              <a:avLst/>
            </a:prstGeom>
            <a:noFill/>
          </p:spPr>
          <p:txBody>
            <a:bodyPr wrap="square">
              <a:spAutoFit/>
            </a:bodyPr>
            <a:lstStyle/>
            <a:p>
              <a:pPr algn="ctr"/>
              <a:r>
                <a:rPr lang="fr-FR" sz="1050" b="1" cap="small">
                  <a:solidFill>
                    <a:srgbClr val="503078"/>
                  </a:solidFill>
                  <a:ea typeface="Tahoma"/>
                  <a:cs typeface="Tahoma"/>
                </a:rPr>
                <a:t>REC</a:t>
              </a:r>
              <a:endParaRPr lang="fr-FR" sz="1050">
                <a:solidFill>
                  <a:srgbClr val="503078"/>
                </a:solidFill>
              </a:endParaRPr>
            </a:p>
          </p:txBody>
        </p:sp>
      </p:grpSp>
      <p:grpSp>
        <p:nvGrpSpPr>
          <p:cNvPr id="26" name="Group 50">
            <a:extLst>
              <a:ext uri="{FF2B5EF4-FFF2-40B4-BE49-F238E27FC236}">
                <a16:creationId xmlns:a16="http://schemas.microsoft.com/office/drawing/2014/main" id="{3E5F8DCB-1287-FA0F-557B-B9A5D5252EFC}"/>
              </a:ext>
            </a:extLst>
          </p:cNvPr>
          <p:cNvGrpSpPr>
            <a:grpSpLocks/>
          </p:cNvGrpSpPr>
          <p:nvPr/>
        </p:nvGrpSpPr>
        <p:grpSpPr>
          <a:xfrm>
            <a:off x="629217" y="4615810"/>
            <a:ext cx="4792642" cy="1638910"/>
            <a:chOff x="2460201" y="674243"/>
            <a:chExt cx="6390190" cy="2185217"/>
          </a:xfrm>
        </p:grpSpPr>
        <p:sp>
          <p:nvSpPr>
            <p:cNvPr id="27" name="Rectangle 26">
              <a:extLst>
                <a:ext uri="{FF2B5EF4-FFF2-40B4-BE49-F238E27FC236}">
                  <a16:creationId xmlns:a16="http://schemas.microsoft.com/office/drawing/2014/main" id="{106DAA7E-A0C5-641F-573B-386283B32E73}"/>
                </a:ext>
              </a:extLst>
            </p:cNvPr>
            <p:cNvSpPr/>
            <p:nvPr/>
          </p:nvSpPr>
          <p:spPr>
            <a:xfrm>
              <a:off x="2460201" y="1012797"/>
              <a:ext cx="6390190" cy="1846663"/>
            </a:xfrm>
            <a:prstGeom prst="rect">
              <a:avLst/>
            </a:prstGeom>
          </p:spPr>
          <p:txBody>
            <a:bodyPr wrap="square">
              <a:spAutoFit/>
            </a:bodyPr>
            <a:lstStyle/>
            <a:p>
              <a:pPr defTabSz="914423">
                <a:defRPr/>
              </a:pPr>
              <a:r>
                <a:rPr lang="fr-FR" sz="1050"/>
                <a:t>Les OIV sont tenus de :</a:t>
              </a:r>
            </a:p>
            <a:p>
              <a:pPr marL="171450" indent="-171450" defTabSz="914423">
                <a:buFont typeface="Aptos" panose="020B0004020202020204" pitchFamily="34" charset="0"/>
                <a:buChar char="⁄"/>
                <a:defRPr/>
              </a:pPr>
              <a:r>
                <a:rPr lang="fr-FR" sz="1050"/>
                <a:t>Informer les autorités d’une cession ou de l’abandon d’une AIV 6 mois avant effet</a:t>
              </a:r>
            </a:p>
            <a:p>
              <a:pPr marL="171454" indent="-171454" defTabSz="914423">
                <a:buFont typeface="Tahoma" panose="020B0604030504040204" pitchFamily="34" charset="0"/>
                <a:buChar char="⁄"/>
                <a:defRPr/>
              </a:pPr>
              <a:r>
                <a:rPr lang="fr-FR" sz="1050"/>
                <a:t>Notifier sans délai l’autorité de tout incident susceptible de compromettre ses AIV ou de présenter un danger grave pour la population ou l’environnement (Art. L. 1332-8 )
Communiquer avec les destinataires des services et le grand public s’il est d’intérêt que l’incident ou la vulnérabilité soit révélée</a:t>
              </a:r>
            </a:p>
          </p:txBody>
        </p:sp>
        <p:sp>
          <p:nvSpPr>
            <p:cNvPr id="28" name="Rectangle 27">
              <a:extLst>
                <a:ext uri="{FF2B5EF4-FFF2-40B4-BE49-F238E27FC236}">
                  <a16:creationId xmlns:a16="http://schemas.microsoft.com/office/drawing/2014/main" id="{15EB53EF-4CB1-E877-9B25-0CBD018AF35C}"/>
                </a:ext>
              </a:extLst>
            </p:cNvPr>
            <p:cNvSpPr/>
            <p:nvPr/>
          </p:nvSpPr>
          <p:spPr>
            <a:xfrm>
              <a:off x="2460201" y="674243"/>
              <a:ext cx="6279931" cy="410370"/>
            </a:xfrm>
            <a:prstGeom prst="rect">
              <a:avLst/>
            </a:prstGeom>
          </p:spPr>
          <p:txBody>
            <a:bodyPr wrap="square">
              <a:spAutoFit/>
            </a:bodyPr>
            <a:lstStyle/>
            <a:p>
              <a:pPr defTabSz="914423">
                <a:defRPr/>
              </a:pPr>
              <a:r>
                <a:rPr lang="fr-FR" sz="1400" b="1">
                  <a:solidFill>
                    <a:schemeClr val="accent4">
                      <a:lumMod val="20000"/>
                      <a:lumOff val="80000"/>
                    </a:schemeClr>
                  </a:solidFill>
                </a:rPr>
                <a:t>DÉCLARATION DES INCIDENTS DE SÉCURITÉ</a:t>
              </a:r>
            </a:p>
          </p:txBody>
        </p:sp>
      </p:grpSp>
      <p:grpSp>
        <p:nvGrpSpPr>
          <p:cNvPr id="29" name="Group 50">
            <a:extLst>
              <a:ext uri="{FF2B5EF4-FFF2-40B4-BE49-F238E27FC236}">
                <a16:creationId xmlns:a16="http://schemas.microsoft.com/office/drawing/2014/main" id="{5EF12523-1055-0BB4-C6EB-4A2CC7DFB935}"/>
              </a:ext>
            </a:extLst>
          </p:cNvPr>
          <p:cNvGrpSpPr>
            <a:grpSpLocks/>
          </p:cNvGrpSpPr>
          <p:nvPr/>
        </p:nvGrpSpPr>
        <p:grpSpPr>
          <a:xfrm>
            <a:off x="6115192" y="799497"/>
            <a:ext cx="5689047" cy="700581"/>
            <a:chOff x="2460201" y="674243"/>
            <a:chExt cx="6279931" cy="934109"/>
          </a:xfrm>
        </p:grpSpPr>
        <p:sp>
          <p:nvSpPr>
            <p:cNvPr id="30" name="Rectangle 29">
              <a:extLst>
                <a:ext uri="{FF2B5EF4-FFF2-40B4-BE49-F238E27FC236}">
                  <a16:creationId xmlns:a16="http://schemas.microsoft.com/office/drawing/2014/main" id="{B11A9CFC-84A3-27C3-5B9B-19C534318EF0}"/>
                </a:ext>
              </a:extLst>
            </p:cNvPr>
            <p:cNvSpPr/>
            <p:nvPr/>
          </p:nvSpPr>
          <p:spPr>
            <a:xfrm>
              <a:off x="2472010" y="1054354"/>
              <a:ext cx="5968923" cy="553998"/>
            </a:xfrm>
            <a:prstGeom prst="rect">
              <a:avLst/>
            </a:prstGeom>
          </p:spPr>
          <p:txBody>
            <a:bodyPr wrap="square">
              <a:spAutoFit/>
            </a:bodyPr>
            <a:lstStyle/>
            <a:p>
              <a:pPr marL="171454" indent="-171454" defTabSz="914423">
                <a:buFont typeface="Tahoma" panose="020B0604030504040204" pitchFamily="34" charset="0"/>
                <a:buChar char="⁄"/>
                <a:defRPr/>
              </a:pPr>
              <a:r>
                <a:rPr lang="fr-FR" sz="1050"/>
                <a:t>Les OIV sont tenus de se mettre en conformité à la REC sur leur périmètre AIV.</a:t>
              </a:r>
            </a:p>
            <a:p>
              <a:pPr marL="171454" indent="-171454" defTabSz="914423">
                <a:buFont typeface="Tahoma" panose="020B0604030504040204" pitchFamily="34" charset="0"/>
                <a:buChar char="⁄"/>
                <a:defRPr/>
              </a:pPr>
              <a:r>
                <a:rPr lang="fr-FR" sz="1050"/>
                <a:t>La mise en conformité doit avoir lieu avant</a:t>
              </a:r>
              <a:r>
                <a:rPr lang="fr-FR" sz="1050">
                  <a:highlight>
                    <a:srgbClr val="FFFF00"/>
                  </a:highlight>
                </a:rPr>
                <a:t> juillet 2027</a:t>
              </a:r>
            </a:p>
          </p:txBody>
        </p:sp>
        <p:sp>
          <p:nvSpPr>
            <p:cNvPr id="31" name="Rectangle 30">
              <a:extLst>
                <a:ext uri="{FF2B5EF4-FFF2-40B4-BE49-F238E27FC236}">
                  <a16:creationId xmlns:a16="http://schemas.microsoft.com/office/drawing/2014/main" id="{8A1E93DA-E559-D220-BF7C-7E4266317511}"/>
                </a:ext>
              </a:extLst>
            </p:cNvPr>
            <p:cNvSpPr/>
            <p:nvPr/>
          </p:nvSpPr>
          <p:spPr>
            <a:xfrm>
              <a:off x="2460201" y="674243"/>
              <a:ext cx="6279931" cy="410370"/>
            </a:xfrm>
            <a:prstGeom prst="rect">
              <a:avLst/>
            </a:prstGeom>
          </p:spPr>
          <p:txBody>
            <a:bodyPr wrap="square">
              <a:spAutoFit/>
            </a:bodyPr>
            <a:lstStyle/>
            <a:p>
              <a:pPr defTabSz="914423">
                <a:defRPr/>
              </a:pPr>
              <a:r>
                <a:rPr lang="fr-FR" sz="1400" b="1">
                  <a:solidFill>
                    <a:schemeClr val="accent2">
                      <a:lumMod val="10000"/>
                    </a:schemeClr>
                  </a:solidFill>
                </a:rPr>
                <a:t>SE CONFORMER AUX EXIGENCES DE SÉCURITÉ</a:t>
              </a:r>
            </a:p>
          </p:txBody>
        </p:sp>
      </p:grpSp>
      <p:grpSp>
        <p:nvGrpSpPr>
          <p:cNvPr id="64" name="Group 50">
            <a:extLst>
              <a:ext uri="{FF2B5EF4-FFF2-40B4-BE49-F238E27FC236}">
                <a16:creationId xmlns:a16="http://schemas.microsoft.com/office/drawing/2014/main" id="{92D7E313-5465-78AE-1151-EAD1FB8370E6}"/>
              </a:ext>
            </a:extLst>
          </p:cNvPr>
          <p:cNvGrpSpPr>
            <a:grpSpLocks/>
          </p:cNvGrpSpPr>
          <p:nvPr/>
        </p:nvGrpSpPr>
        <p:grpSpPr>
          <a:xfrm>
            <a:off x="591400" y="873052"/>
            <a:ext cx="4709950" cy="1154161"/>
            <a:chOff x="2460201" y="674243"/>
            <a:chExt cx="6279931" cy="1538885"/>
          </a:xfrm>
        </p:grpSpPr>
        <p:sp>
          <p:nvSpPr>
            <p:cNvPr id="65" name="Rectangle 64">
              <a:extLst>
                <a:ext uri="{FF2B5EF4-FFF2-40B4-BE49-F238E27FC236}">
                  <a16:creationId xmlns:a16="http://schemas.microsoft.com/office/drawing/2014/main" id="{CA5D0993-FB31-85DD-B2E3-BB34D2B326C2}"/>
                </a:ext>
              </a:extLst>
            </p:cNvPr>
            <p:cNvSpPr/>
            <p:nvPr/>
          </p:nvSpPr>
          <p:spPr>
            <a:xfrm>
              <a:off x="2460201" y="1012797"/>
              <a:ext cx="5867348" cy="1200331"/>
            </a:xfrm>
            <a:prstGeom prst="rect">
              <a:avLst/>
            </a:prstGeom>
          </p:spPr>
          <p:txBody>
            <a:bodyPr wrap="square">
              <a:spAutoFit/>
            </a:bodyPr>
            <a:lstStyle/>
            <a:p>
              <a:pPr marL="171454" indent="-171454">
                <a:buFont typeface="Tahoma" panose="020B0604030504040204" pitchFamily="34" charset="0"/>
                <a:buChar char="⁄"/>
              </a:pPr>
              <a:r>
                <a:rPr lang="fr-FR" sz="1050"/>
                <a:t>Les OIV qui fournissent des services essentiels dans au moins six États membres de l’UE en informent l’autorité administrative</a:t>
              </a:r>
            </a:p>
            <a:p>
              <a:pPr marL="171454" indent="-171454">
                <a:buFont typeface="Tahoma" panose="020B0604030504040204" pitchFamily="34" charset="0"/>
                <a:buChar char="⁄"/>
              </a:pPr>
              <a:r>
                <a:rPr lang="fr-FR" sz="1050"/>
                <a:t>L’autorité administrative notifie si l’OIV est considéré comme entité critique d’importance européenne particulière (ECIEP), et l’informe de ses obligations</a:t>
              </a:r>
            </a:p>
          </p:txBody>
        </p:sp>
        <p:sp>
          <p:nvSpPr>
            <p:cNvPr id="66" name="Rectangle 65">
              <a:extLst>
                <a:ext uri="{FF2B5EF4-FFF2-40B4-BE49-F238E27FC236}">
                  <a16:creationId xmlns:a16="http://schemas.microsoft.com/office/drawing/2014/main" id="{D25C78EB-7589-9A03-25D1-A414726B972D}"/>
                </a:ext>
              </a:extLst>
            </p:cNvPr>
            <p:cNvSpPr/>
            <p:nvPr/>
          </p:nvSpPr>
          <p:spPr>
            <a:xfrm>
              <a:off x="2460201" y="674243"/>
              <a:ext cx="6279931" cy="410370"/>
            </a:xfrm>
            <a:prstGeom prst="rect">
              <a:avLst/>
            </a:prstGeom>
            <a:noFill/>
            <a:extLst>
              <a:ext uri="{909E8E84-426E-40DD-AFC4-6F175D3DCCD1}">
                <a14:hiddenFill xmlns:a14="http://schemas.microsoft.com/office/drawing/2010/main">
                  <a:solidFill>
                    <a:srgbClr val="DCACBC"/>
                  </a:solidFill>
                </a14:hiddenFill>
              </a:ext>
            </a:extLst>
          </p:spPr>
          <p:txBody>
            <a:bodyPr wrap="square">
              <a:spAutoFit/>
            </a:bodyPr>
            <a:lstStyle/>
            <a:p>
              <a:r>
                <a:rPr lang="fr-FR" sz="1400" b="1">
                  <a:solidFill>
                    <a:schemeClr val="accent1"/>
                  </a:solidFill>
                </a:rPr>
                <a:t>SE NOTIFIER AUX AUTORITÉS</a:t>
              </a:r>
            </a:p>
          </p:txBody>
        </p:sp>
      </p:grpSp>
      <p:grpSp>
        <p:nvGrpSpPr>
          <p:cNvPr id="67" name="Group 50">
            <a:extLst>
              <a:ext uri="{FF2B5EF4-FFF2-40B4-BE49-F238E27FC236}">
                <a16:creationId xmlns:a16="http://schemas.microsoft.com/office/drawing/2014/main" id="{9847F3F3-7925-6E3A-791D-B23D880D3F16}"/>
              </a:ext>
            </a:extLst>
          </p:cNvPr>
          <p:cNvGrpSpPr>
            <a:grpSpLocks/>
          </p:cNvGrpSpPr>
          <p:nvPr/>
        </p:nvGrpSpPr>
        <p:grpSpPr>
          <a:xfrm>
            <a:off x="6244375" y="5247458"/>
            <a:ext cx="4792642" cy="507831"/>
            <a:chOff x="2460201" y="674243"/>
            <a:chExt cx="6390190" cy="677111"/>
          </a:xfrm>
        </p:grpSpPr>
        <p:sp>
          <p:nvSpPr>
            <p:cNvPr id="68" name="Rectangle 67">
              <a:extLst>
                <a:ext uri="{FF2B5EF4-FFF2-40B4-BE49-F238E27FC236}">
                  <a16:creationId xmlns:a16="http://schemas.microsoft.com/office/drawing/2014/main" id="{9AD1BC2F-42A5-C806-8115-2DC57D2C789C}"/>
                </a:ext>
              </a:extLst>
            </p:cNvPr>
            <p:cNvSpPr/>
            <p:nvPr/>
          </p:nvSpPr>
          <p:spPr>
            <a:xfrm>
              <a:off x="2460201" y="1012798"/>
              <a:ext cx="6390190" cy="338556"/>
            </a:xfrm>
            <a:prstGeom prst="rect">
              <a:avLst/>
            </a:prstGeom>
          </p:spPr>
          <p:txBody>
            <a:bodyPr wrap="square">
              <a:spAutoFit/>
            </a:bodyPr>
            <a:lstStyle/>
            <a:p>
              <a:pPr marL="171454" indent="-171454">
                <a:buFont typeface="Tahoma" panose="020B0604030504040204" pitchFamily="34" charset="0"/>
                <a:buChar char="⁄"/>
                <a:defRPr/>
              </a:pPr>
              <a:endParaRPr lang="fr-FR" sz="1050"/>
            </a:p>
          </p:txBody>
        </p:sp>
        <p:sp>
          <p:nvSpPr>
            <p:cNvPr id="69" name="Rectangle 68">
              <a:extLst>
                <a:ext uri="{FF2B5EF4-FFF2-40B4-BE49-F238E27FC236}">
                  <a16:creationId xmlns:a16="http://schemas.microsoft.com/office/drawing/2014/main" id="{330F5EF6-2684-6BA1-85FD-9E3D29C8B667}"/>
                </a:ext>
              </a:extLst>
            </p:cNvPr>
            <p:cNvSpPr/>
            <p:nvPr/>
          </p:nvSpPr>
          <p:spPr>
            <a:xfrm>
              <a:off x="2460201" y="674243"/>
              <a:ext cx="6279931" cy="410371"/>
            </a:xfrm>
            <a:prstGeom prst="rect">
              <a:avLst/>
            </a:prstGeom>
          </p:spPr>
          <p:txBody>
            <a:bodyPr wrap="square">
              <a:spAutoFit/>
            </a:bodyPr>
            <a:lstStyle/>
            <a:p>
              <a:pPr defTabSz="914423">
                <a:defRPr/>
              </a:pPr>
              <a:r>
                <a:rPr lang="fr-FR" sz="1400" b="1">
                  <a:solidFill>
                    <a:schemeClr val="accent2">
                      <a:lumMod val="25000"/>
                    </a:schemeClr>
                  </a:solidFill>
                </a:rPr>
                <a:t>SANCTIONS</a:t>
              </a:r>
            </a:p>
          </p:txBody>
        </p:sp>
      </p:grpSp>
      <p:grpSp>
        <p:nvGrpSpPr>
          <p:cNvPr id="81" name="Groupe 80">
            <a:extLst>
              <a:ext uri="{FF2B5EF4-FFF2-40B4-BE49-F238E27FC236}">
                <a16:creationId xmlns:a16="http://schemas.microsoft.com/office/drawing/2014/main" id="{9117BB5A-BAF7-BF3C-FEC0-C6C5695BD3FF}"/>
              </a:ext>
            </a:extLst>
          </p:cNvPr>
          <p:cNvGrpSpPr/>
          <p:nvPr/>
        </p:nvGrpSpPr>
        <p:grpSpPr>
          <a:xfrm>
            <a:off x="5046125" y="2155894"/>
            <a:ext cx="1681715" cy="1550148"/>
            <a:chOff x="5046125" y="2155894"/>
            <a:chExt cx="1681715" cy="1550148"/>
          </a:xfrm>
        </p:grpSpPr>
        <p:grpSp>
          <p:nvGrpSpPr>
            <p:cNvPr id="35" name="Group 10">
              <a:extLst>
                <a:ext uri="{FF2B5EF4-FFF2-40B4-BE49-F238E27FC236}">
                  <a16:creationId xmlns:a16="http://schemas.microsoft.com/office/drawing/2014/main" id="{9D1CF99A-98B1-CCAE-C5FD-D660F70045BA}"/>
                </a:ext>
              </a:extLst>
            </p:cNvPr>
            <p:cNvGrpSpPr>
              <a:grpSpLocks/>
            </p:cNvGrpSpPr>
            <p:nvPr>
              <p:custDataLst>
                <p:tags r:id="rId1"/>
              </p:custDataLst>
            </p:nvPr>
          </p:nvGrpSpPr>
          <p:grpSpPr>
            <a:xfrm>
              <a:off x="6108786" y="2155895"/>
              <a:ext cx="278489" cy="278486"/>
              <a:chOff x="-1077912" y="752990"/>
              <a:chExt cx="1619250" cy="1619250"/>
            </a:xfrm>
          </p:grpSpPr>
          <p:pic>
            <p:nvPicPr>
              <p:cNvPr id="36" name="Graphic 2 [2]" hidden="1">
                <a:extLst>
                  <a:ext uri="{FF2B5EF4-FFF2-40B4-BE49-F238E27FC236}">
                    <a16:creationId xmlns:a16="http://schemas.microsoft.com/office/drawing/2014/main" id="{F363B1A8-3E6A-9A2F-3376-D045CBD5725E}"/>
                  </a:ext>
                </a:extLst>
              </p:cNvPr>
              <p:cNvPicPr>
                <a:picLocks noChangeAspect="1"/>
              </p:cNvPicPr>
              <p:nvPr>
                <p:custDataLst>
                  <p:tags r:id="rId31"/>
                </p:custDataLst>
              </p:nvPr>
            </p:nvPicPr>
            <p:blipFill>
              <a:blip r:embed="rId46">
                <a:extLst>
                  <a:ext uri="{96DAC541-7B7A-43D3-8B79-37D633B846F1}">
                    <asvg:svgBlip xmlns:asvg="http://schemas.microsoft.com/office/drawing/2016/SVG/main" r:embed="rId47"/>
                  </a:ext>
                </a:extLst>
              </a:blip>
              <a:stretch>
                <a:fillRect/>
              </a:stretch>
            </p:blipFill>
            <p:spPr>
              <a:xfrm>
                <a:off x="-1077912" y="752990"/>
                <a:ext cx="1619250" cy="1619250"/>
              </a:xfrm>
              <a:prstGeom prst="rect">
                <a:avLst/>
              </a:prstGeom>
            </p:spPr>
          </p:pic>
          <p:pic>
            <p:nvPicPr>
              <p:cNvPr id="37" name="Graphic 4 [1]" hidden="1">
                <a:extLst>
                  <a:ext uri="{FF2B5EF4-FFF2-40B4-BE49-F238E27FC236}">
                    <a16:creationId xmlns:a16="http://schemas.microsoft.com/office/drawing/2014/main" id="{BBE0942F-F150-CE87-DBCE-F47652479FF6}"/>
                  </a:ext>
                </a:extLst>
              </p:cNvPr>
              <p:cNvPicPr>
                <a:picLocks noChangeAspect="1"/>
              </p:cNvPicPr>
              <p:nvPr>
                <p:custDataLst>
                  <p:tags r:id="rId32"/>
                </p:custDataLst>
              </p:nvPr>
            </p:nvPicPr>
            <p:blipFill>
              <a:blip r:embed="rId48">
                <a:extLst>
                  <a:ext uri="{96DAC541-7B7A-43D3-8B79-37D633B846F1}">
                    <asvg:svgBlip xmlns:asvg="http://schemas.microsoft.com/office/drawing/2016/SVG/main" r:embed="rId49"/>
                  </a:ext>
                </a:extLst>
              </a:blip>
              <a:stretch>
                <a:fillRect/>
              </a:stretch>
            </p:blipFill>
            <p:spPr>
              <a:xfrm>
                <a:off x="-1077912" y="752990"/>
                <a:ext cx="1619250" cy="1619250"/>
              </a:xfrm>
              <a:prstGeom prst="rect">
                <a:avLst/>
              </a:prstGeom>
            </p:spPr>
          </p:pic>
          <p:pic>
            <p:nvPicPr>
              <p:cNvPr id="38" name="Graphic 7 [0]" hidden="1">
                <a:extLst>
                  <a:ext uri="{FF2B5EF4-FFF2-40B4-BE49-F238E27FC236}">
                    <a16:creationId xmlns:a16="http://schemas.microsoft.com/office/drawing/2014/main" id="{D7466107-2442-9292-9371-49A0C12230EB}"/>
                  </a:ext>
                </a:extLst>
              </p:cNvPr>
              <p:cNvPicPr>
                <a:picLocks noChangeAspect="1"/>
              </p:cNvPicPr>
              <p:nvPr>
                <p:custDataLst>
                  <p:tags r:id="rId33"/>
                </p:custDataLst>
              </p:nvPr>
            </p:nvPicPr>
            <p:blipFill>
              <a:blip r:embed="rId50">
                <a:extLst>
                  <a:ext uri="{96DAC541-7B7A-43D3-8B79-37D633B846F1}">
                    <asvg:svgBlip xmlns:asvg="http://schemas.microsoft.com/office/drawing/2016/SVG/main" r:embed="rId51"/>
                  </a:ext>
                </a:extLst>
              </a:blip>
              <a:stretch>
                <a:fillRect/>
              </a:stretch>
            </p:blipFill>
            <p:spPr>
              <a:xfrm>
                <a:off x="-1077912" y="752990"/>
                <a:ext cx="1619250" cy="1619250"/>
              </a:xfrm>
              <a:prstGeom prst="rect">
                <a:avLst/>
              </a:prstGeom>
            </p:spPr>
          </p:pic>
          <p:pic>
            <p:nvPicPr>
              <p:cNvPr id="39" name="Graphic 9 [3]">
                <a:extLst>
                  <a:ext uri="{FF2B5EF4-FFF2-40B4-BE49-F238E27FC236}">
                    <a16:creationId xmlns:a16="http://schemas.microsoft.com/office/drawing/2014/main" id="{14EA4366-9BE9-70E6-8773-D9B1BA537D9E}"/>
                  </a:ext>
                </a:extLst>
              </p:cNvPr>
              <p:cNvPicPr>
                <a:picLocks noChangeAspect="1"/>
              </p:cNvPicPr>
              <p:nvPr>
                <p:custDataLst>
                  <p:tags r:id="rId34"/>
                </p:custDataLst>
              </p:nvPr>
            </p:nvPicPr>
            <p:blipFill>
              <a:blip r:embed="rId52">
                <a:extLst>
                  <a:ext uri="{96DAC541-7B7A-43D3-8B79-37D633B846F1}">
                    <asvg:svgBlip xmlns:asvg="http://schemas.microsoft.com/office/drawing/2016/SVG/main" r:embed="rId53"/>
                  </a:ext>
                </a:extLst>
              </a:blip>
              <a:stretch>
                <a:fillRect/>
              </a:stretch>
            </p:blipFill>
            <p:spPr>
              <a:xfrm>
                <a:off x="-1077912" y="752990"/>
                <a:ext cx="1619250" cy="1619250"/>
              </a:xfrm>
              <a:prstGeom prst="rect">
                <a:avLst/>
              </a:prstGeom>
            </p:spPr>
          </p:pic>
        </p:grpSp>
        <p:grpSp>
          <p:nvGrpSpPr>
            <p:cNvPr id="40" name="Group 15">
              <a:extLst>
                <a:ext uri="{FF2B5EF4-FFF2-40B4-BE49-F238E27FC236}">
                  <a16:creationId xmlns:a16="http://schemas.microsoft.com/office/drawing/2014/main" id="{FF3280EF-9B09-0D29-4488-3D1F89C120F7}"/>
                </a:ext>
              </a:extLst>
            </p:cNvPr>
            <p:cNvGrpSpPr>
              <a:grpSpLocks/>
            </p:cNvGrpSpPr>
            <p:nvPr>
              <p:custDataLst>
                <p:tags r:id="rId2"/>
              </p:custDataLst>
            </p:nvPr>
          </p:nvGrpSpPr>
          <p:grpSpPr>
            <a:xfrm>
              <a:off x="5393535" y="2155894"/>
              <a:ext cx="278489" cy="278486"/>
              <a:chOff x="-864795" y="793183"/>
              <a:chExt cx="1619250" cy="1619250"/>
            </a:xfrm>
          </p:grpSpPr>
          <p:pic>
            <p:nvPicPr>
              <p:cNvPr id="41" name="Graphic 2 [2]" hidden="1">
                <a:extLst>
                  <a:ext uri="{FF2B5EF4-FFF2-40B4-BE49-F238E27FC236}">
                    <a16:creationId xmlns:a16="http://schemas.microsoft.com/office/drawing/2014/main" id="{DDCF0C4E-EF0B-E201-148C-ACA393660D80}"/>
                  </a:ext>
                </a:extLst>
              </p:cNvPr>
              <p:cNvPicPr>
                <a:picLocks noChangeAspect="1"/>
              </p:cNvPicPr>
              <p:nvPr>
                <p:custDataLst>
                  <p:tags r:id="rId28"/>
                </p:custDataLst>
              </p:nvPr>
            </p:nvPicPr>
            <p:blipFill>
              <a:blip r:embed="rId54">
                <a:extLst>
                  <a:ext uri="{96DAC541-7B7A-43D3-8B79-37D633B846F1}">
                    <asvg:svgBlip xmlns:asvg="http://schemas.microsoft.com/office/drawing/2016/SVG/main" r:embed="rId55"/>
                  </a:ext>
                </a:extLst>
              </a:blip>
              <a:stretch>
                <a:fillRect/>
              </a:stretch>
            </p:blipFill>
            <p:spPr>
              <a:xfrm>
                <a:off x="-864795" y="793183"/>
                <a:ext cx="1619250" cy="1619250"/>
              </a:xfrm>
              <a:prstGeom prst="rect">
                <a:avLst/>
              </a:prstGeom>
            </p:spPr>
          </p:pic>
          <p:pic>
            <p:nvPicPr>
              <p:cNvPr id="42" name="Graphic 4 [1]" hidden="1">
                <a:extLst>
                  <a:ext uri="{FF2B5EF4-FFF2-40B4-BE49-F238E27FC236}">
                    <a16:creationId xmlns:a16="http://schemas.microsoft.com/office/drawing/2014/main" id="{7788AA87-096F-F236-BC5E-DC2999B3C9C6}"/>
                  </a:ext>
                </a:extLst>
              </p:cNvPr>
              <p:cNvPicPr>
                <a:picLocks noChangeAspect="1"/>
              </p:cNvPicPr>
              <p:nvPr>
                <p:custDataLst>
                  <p:tags r:id="rId29"/>
                </p:custDataLst>
              </p:nvPr>
            </p:nvPicPr>
            <p:blipFill>
              <a:blip r:embed="rId56">
                <a:extLst>
                  <a:ext uri="{96DAC541-7B7A-43D3-8B79-37D633B846F1}">
                    <asvg:svgBlip xmlns:asvg="http://schemas.microsoft.com/office/drawing/2016/SVG/main" r:embed="rId57"/>
                  </a:ext>
                </a:extLst>
              </a:blip>
              <a:stretch>
                <a:fillRect/>
              </a:stretch>
            </p:blipFill>
            <p:spPr>
              <a:xfrm>
                <a:off x="-864795" y="793183"/>
                <a:ext cx="1619250" cy="1619250"/>
              </a:xfrm>
              <a:prstGeom prst="rect">
                <a:avLst/>
              </a:prstGeom>
            </p:spPr>
          </p:pic>
          <p:pic>
            <p:nvPicPr>
              <p:cNvPr id="43" name="Graphic 8 [0]" hidden="1">
                <a:extLst>
                  <a:ext uri="{FF2B5EF4-FFF2-40B4-BE49-F238E27FC236}">
                    <a16:creationId xmlns:a16="http://schemas.microsoft.com/office/drawing/2014/main" id="{7A93C9F0-0F8F-7EF5-F90D-5ADEBD7C6831}"/>
                  </a:ext>
                </a:extLst>
              </p:cNvPr>
              <p:cNvPicPr>
                <a:picLocks noChangeAspect="1"/>
              </p:cNvPicPr>
              <p:nvPr>
                <p:custDataLst>
                  <p:tags r:id="rId30"/>
                </p:custDataLst>
              </p:nvPr>
            </p:nvPicPr>
            <p:blipFill>
              <a:blip r:embed="rId58">
                <a:extLst>
                  <a:ext uri="{96DAC541-7B7A-43D3-8B79-37D633B846F1}">
                    <asvg:svgBlip xmlns:asvg="http://schemas.microsoft.com/office/drawing/2016/SVG/main" r:embed="rId59"/>
                  </a:ext>
                </a:extLst>
              </a:blip>
              <a:stretch>
                <a:fillRect/>
              </a:stretch>
            </p:blipFill>
            <p:spPr>
              <a:xfrm>
                <a:off x="-864795" y="793183"/>
                <a:ext cx="1619250" cy="1619250"/>
              </a:xfrm>
              <a:prstGeom prst="rect">
                <a:avLst/>
              </a:prstGeom>
            </p:spPr>
          </p:pic>
        </p:grpSp>
        <p:grpSp>
          <p:nvGrpSpPr>
            <p:cNvPr id="44" name="Group 18">
              <a:extLst>
                <a:ext uri="{FF2B5EF4-FFF2-40B4-BE49-F238E27FC236}">
                  <a16:creationId xmlns:a16="http://schemas.microsoft.com/office/drawing/2014/main" id="{9D3DDB33-0052-58F2-97BA-4B90F91CF7CF}"/>
                </a:ext>
              </a:extLst>
            </p:cNvPr>
            <p:cNvGrpSpPr>
              <a:grpSpLocks/>
            </p:cNvGrpSpPr>
            <p:nvPr>
              <p:custDataLst>
                <p:tags r:id="rId3"/>
              </p:custDataLst>
            </p:nvPr>
          </p:nvGrpSpPr>
          <p:grpSpPr>
            <a:xfrm>
              <a:off x="5352870" y="2165203"/>
              <a:ext cx="278489" cy="278486"/>
              <a:chOff x="-1524636" y="153438"/>
              <a:chExt cx="1619250" cy="1619250"/>
            </a:xfrm>
          </p:grpSpPr>
          <p:pic>
            <p:nvPicPr>
              <p:cNvPr id="45" name="Graphic 11 [3]">
                <a:extLst>
                  <a:ext uri="{FF2B5EF4-FFF2-40B4-BE49-F238E27FC236}">
                    <a16:creationId xmlns:a16="http://schemas.microsoft.com/office/drawing/2014/main" id="{C16FDF9C-A7A2-67EC-AE16-E9CA13800939}"/>
                  </a:ext>
                </a:extLst>
              </p:cNvPr>
              <p:cNvPicPr>
                <a:picLocks noChangeAspect="1"/>
              </p:cNvPicPr>
              <p:nvPr>
                <p:custDataLst>
                  <p:tags r:id="rId24"/>
                </p:custDataLst>
              </p:nvPr>
            </p:nvPicPr>
            <p:blipFill>
              <a:blip r:embed="rId60">
                <a:extLst>
                  <a:ext uri="{96DAC541-7B7A-43D3-8B79-37D633B846F1}">
                    <asvg:svgBlip xmlns:asvg="http://schemas.microsoft.com/office/drawing/2016/SVG/main" r:embed="rId61"/>
                  </a:ext>
                </a:extLst>
              </a:blip>
              <a:stretch>
                <a:fillRect/>
              </a:stretch>
            </p:blipFill>
            <p:spPr>
              <a:xfrm>
                <a:off x="-1524636" y="153438"/>
                <a:ext cx="1619250" cy="1619250"/>
              </a:xfrm>
              <a:prstGeom prst="rect">
                <a:avLst/>
              </a:prstGeom>
            </p:spPr>
          </p:pic>
          <p:pic>
            <p:nvPicPr>
              <p:cNvPr id="46" name="Graphic 13 [2]" hidden="1">
                <a:extLst>
                  <a:ext uri="{FF2B5EF4-FFF2-40B4-BE49-F238E27FC236}">
                    <a16:creationId xmlns:a16="http://schemas.microsoft.com/office/drawing/2014/main" id="{4E0E9B0F-408F-F780-B3EA-08D02B7051A9}"/>
                  </a:ext>
                </a:extLst>
              </p:cNvPr>
              <p:cNvPicPr>
                <a:picLocks noChangeAspect="1"/>
              </p:cNvPicPr>
              <p:nvPr>
                <p:custDataLst>
                  <p:tags r:id="rId25"/>
                </p:custDataLst>
              </p:nvPr>
            </p:nvPicPr>
            <p:blipFill>
              <a:blip r:embed="rId62">
                <a:extLst>
                  <a:ext uri="{96DAC541-7B7A-43D3-8B79-37D633B846F1}">
                    <asvg:svgBlip xmlns:asvg="http://schemas.microsoft.com/office/drawing/2016/SVG/main" r:embed="rId63"/>
                  </a:ext>
                </a:extLst>
              </a:blip>
              <a:stretch>
                <a:fillRect/>
              </a:stretch>
            </p:blipFill>
            <p:spPr>
              <a:xfrm>
                <a:off x="-1524636" y="153438"/>
                <a:ext cx="1619250" cy="1619250"/>
              </a:xfrm>
              <a:prstGeom prst="rect">
                <a:avLst/>
              </a:prstGeom>
            </p:spPr>
          </p:pic>
          <p:pic>
            <p:nvPicPr>
              <p:cNvPr id="47" name="Graphic 15 [1]" hidden="1">
                <a:extLst>
                  <a:ext uri="{FF2B5EF4-FFF2-40B4-BE49-F238E27FC236}">
                    <a16:creationId xmlns:a16="http://schemas.microsoft.com/office/drawing/2014/main" id="{99E57A91-73AB-8781-5A4C-0558B9A2AD44}"/>
                  </a:ext>
                </a:extLst>
              </p:cNvPr>
              <p:cNvPicPr>
                <a:picLocks noChangeAspect="1"/>
              </p:cNvPicPr>
              <p:nvPr>
                <p:custDataLst>
                  <p:tags r:id="rId26"/>
                </p:custDataLst>
              </p:nvPr>
            </p:nvPicPr>
            <p:blipFill>
              <a:blip r:embed="rId64">
                <a:extLst>
                  <a:ext uri="{96DAC541-7B7A-43D3-8B79-37D633B846F1}">
                    <asvg:svgBlip xmlns:asvg="http://schemas.microsoft.com/office/drawing/2016/SVG/main" r:embed="rId65"/>
                  </a:ext>
                </a:extLst>
              </a:blip>
              <a:stretch>
                <a:fillRect/>
              </a:stretch>
            </p:blipFill>
            <p:spPr>
              <a:xfrm>
                <a:off x="-1524636" y="153438"/>
                <a:ext cx="1619250" cy="1619250"/>
              </a:xfrm>
              <a:prstGeom prst="rect">
                <a:avLst/>
              </a:prstGeom>
            </p:spPr>
          </p:pic>
          <p:pic>
            <p:nvPicPr>
              <p:cNvPr id="48" name="Graphic 17 [0]" hidden="1">
                <a:extLst>
                  <a:ext uri="{FF2B5EF4-FFF2-40B4-BE49-F238E27FC236}">
                    <a16:creationId xmlns:a16="http://schemas.microsoft.com/office/drawing/2014/main" id="{5894E84C-8356-F032-F359-B09FC9B91ACE}"/>
                  </a:ext>
                </a:extLst>
              </p:cNvPr>
              <p:cNvPicPr>
                <a:picLocks noChangeAspect="1"/>
              </p:cNvPicPr>
              <p:nvPr>
                <p:custDataLst>
                  <p:tags r:id="rId27"/>
                </p:custDataLst>
              </p:nvPr>
            </p:nvPicPr>
            <p:blipFill>
              <a:blip r:embed="rId66">
                <a:extLst>
                  <a:ext uri="{96DAC541-7B7A-43D3-8B79-37D633B846F1}">
                    <asvg:svgBlip xmlns:asvg="http://schemas.microsoft.com/office/drawing/2016/SVG/main" r:embed="rId67"/>
                  </a:ext>
                </a:extLst>
              </a:blip>
              <a:stretch>
                <a:fillRect/>
              </a:stretch>
            </p:blipFill>
            <p:spPr>
              <a:xfrm>
                <a:off x="-1524636" y="153438"/>
                <a:ext cx="1619250" cy="1619250"/>
              </a:xfrm>
              <a:prstGeom prst="rect">
                <a:avLst/>
              </a:prstGeom>
            </p:spPr>
          </p:pic>
        </p:grpSp>
        <p:grpSp>
          <p:nvGrpSpPr>
            <p:cNvPr id="49" name="Group 10">
              <a:extLst>
                <a:ext uri="{FF2B5EF4-FFF2-40B4-BE49-F238E27FC236}">
                  <a16:creationId xmlns:a16="http://schemas.microsoft.com/office/drawing/2014/main" id="{3CA1F2A5-043A-B83D-440E-4E163849997B}"/>
                </a:ext>
              </a:extLst>
            </p:cNvPr>
            <p:cNvGrpSpPr>
              <a:grpSpLocks/>
            </p:cNvGrpSpPr>
            <p:nvPr>
              <p:custDataLst>
                <p:tags r:id="rId4"/>
              </p:custDataLst>
            </p:nvPr>
          </p:nvGrpSpPr>
          <p:grpSpPr>
            <a:xfrm>
              <a:off x="5352870" y="3427556"/>
              <a:ext cx="278489" cy="278486"/>
              <a:chOff x="-809625" y="920463"/>
              <a:chExt cx="1619250" cy="1619250"/>
            </a:xfrm>
          </p:grpSpPr>
          <p:pic>
            <p:nvPicPr>
              <p:cNvPr id="50" name="Graphic 2 [2]" hidden="1">
                <a:extLst>
                  <a:ext uri="{FF2B5EF4-FFF2-40B4-BE49-F238E27FC236}">
                    <a16:creationId xmlns:a16="http://schemas.microsoft.com/office/drawing/2014/main" id="{CDD16164-FA64-8D74-54CA-FBA2D9F56C05}"/>
                  </a:ext>
                </a:extLst>
              </p:cNvPr>
              <p:cNvPicPr>
                <a:picLocks noChangeAspect="1"/>
              </p:cNvPicPr>
              <p:nvPr>
                <p:custDataLst>
                  <p:tags r:id="rId20"/>
                </p:custDataLst>
              </p:nvPr>
            </p:nvPicPr>
            <p:blipFill>
              <a:blip r:embed="rId68">
                <a:extLst>
                  <a:ext uri="{96DAC541-7B7A-43D3-8B79-37D633B846F1}">
                    <asvg:svgBlip xmlns:asvg="http://schemas.microsoft.com/office/drawing/2016/SVG/main" r:embed="rId69"/>
                  </a:ext>
                </a:extLst>
              </a:blip>
              <a:stretch>
                <a:fillRect/>
              </a:stretch>
            </p:blipFill>
            <p:spPr>
              <a:xfrm>
                <a:off x="-809625" y="920463"/>
                <a:ext cx="1619250" cy="1619250"/>
              </a:xfrm>
              <a:prstGeom prst="rect">
                <a:avLst/>
              </a:prstGeom>
            </p:spPr>
          </p:pic>
          <p:pic>
            <p:nvPicPr>
              <p:cNvPr id="51" name="Graphic 4 [1]" hidden="1">
                <a:extLst>
                  <a:ext uri="{FF2B5EF4-FFF2-40B4-BE49-F238E27FC236}">
                    <a16:creationId xmlns:a16="http://schemas.microsoft.com/office/drawing/2014/main" id="{3405F5E0-9B92-FE1E-BFF5-5683F680A6F7}"/>
                  </a:ext>
                </a:extLst>
              </p:cNvPr>
              <p:cNvPicPr>
                <a:picLocks noChangeAspect="1"/>
              </p:cNvPicPr>
              <p:nvPr>
                <p:custDataLst>
                  <p:tags r:id="rId21"/>
                </p:custDataLst>
              </p:nvPr>
            </p:nvPicPr>
            <p:blipFill>
              <a:blip r:embed="rId70">
                <a:extLst>
                  <a:ext uri="{96DAC541-7B7A-43D3-8B79-37D633B846F1}">
                    <asvg:svgBlip xmlns:asvg="http://schemas.microsoft.com/office/drawing/2016/SVG/main" r:embed="rId71"/>
                  </a:ext>
                </a:extLst>
              </a:blip>
              <a:stretch>
                <a:fillRect/>
              </a:stretch>
            </p:blipFill>
            <p:spPr>
              <a:xfrm>
                <a:off x="-809625" y="920463"/>
                <a:ext cx="1619250" cy="1619250"/>
              </a:xfrm>
              <a:prstGeom prst="rect">
                <a:avLst/>
              </a:prstGeom>
            </p:spPr>
          </p:pic>
          <p:pic>
            <p:nvPicPr>
              <p:cNvPr id="52" name="Graphic 7 [0]" hidden="1">
                <a:extLst>
                  <a:ext uri="{FF2B5EF4-FFF2-40B4-BE49-F238E27FC236}">
                    <a16:creationId xmlns:a16="http://schemas.microsoft.com/office/drawing/2014/main" id="{EE6A7867-4047-6443-DDEF-C3BC5D09B7BC}"/>
                  </a:ext>
                </a:extLst>
              </p:cNvPr>
              <p:cNvPicPr>
                <a:picLocks noChangeAspect="1"/>
              </p:cNvPicPr>
              <p:nvPr>
                <p:custDataLst>
                  <p:tags r:id="rId22"/>
                </p:custDataLst>
              </p:nvPr>
            </p:nvPicPr>
            <p:blipFill>
              <a:blip r:embed="rId72">
                <a:extLst>
                  <a:ext uri="{96DAC541-7B7A-43D3-8B79-37D633B846F1}">
                    <asvg:svgBlip xmlns:asvg="http://schemas.microsoft.com/office/drawing/2016/SVG/main" r:embed="rId73"/>
                  </a:ext>
                </a:extLst>
              </a:blip>
              <a:stretch>
                <a:fillRect/>
              </a:stretch>
            </p:blipFill>
            <p:spPr>
              <a:xfrm>
                <a:off x="-809625" y="920463"/>
                <a:ext cx="1619250" cy="1619250"/>
              </a:xfrm>
              <a:prstGeom prst="rect">
                <a:avLst/>
              </a:prstGeom>
            </p:spPr>
          </p:pic>
          <p:pic>
            <p:nvPicPr>
              <p:cNvPr id="53" name="Graphic 9 [3]">
                <a:extLst>
                  <a:ext uri="{FF2B5EF4-FFF2-40B4-BE49-F238E27FC236}">
                    <a16:creationId xmlns:a16="http://schemas.microsoft.com/office/drawing/2014/main" id="{A06AA25D-C47C-4AA0-3D70-F72ABFE9D83D}"/>
                  </a:ext>
                </a:extLst>
              </p:cNvPr>
              <p:cNvPicPr>
                <a:picLocks noChangeAspect="1"/>
              </p:cNvPicPr>
              <p:nvPr>
                <p:custDataLst>
                  <p:tags r:id="rId23"/>
                </p:custDataLst>
              </p:nvPr>
            </p:nvPicPr>
            <p:blipFill>
              <a:blip r:embed="rId74">
                <a:extLst>
                  <a:ext uri="{96DAC541-7B7A-43D3-8B79-37D633B846F1}">
                    <asvg:svgBlip xmlns:asvg="http://schemas.microsoft.com/office/drawing/2016/SVG/main" r:embed="rId75"/>
                  </a:ext>
                </a:extLst>
              </a:blip>
              <a:stretch>
                <a:fillRect/>
              </a:stretch>
            </p:blipFill>
            <p:spPr>
              <a:xfrm>
                <a:off x="-809625" y="920463"/>
                <a:ext cx="1619250" cy="1619250"/>
              </a:xfrm>
              <a:prstGeom prst="rect">
                <a:avLst/>
              </a:prstGeom>
            </p:spPr>
          </p:pic>
        </p:grpSp>
        <p:grpSp>
          <p:nvGrpSpPr>
            <p:cNvPr id="54" name="Group 10">
              <a:extLst>
                <a:ext uri="{FF2B5EF4-FFF2-40B4-BE49-F238E27FC236}">
                  <a16:creationId xmlns:a16="http://schemas.microsoft.com/office/drawing/2014/main" id="{194A6155-7AAC-BD71-A6BA-711358281E90}"/>
                </a:ext>
              </a:extLst>
            </p:cNvPr>
            <p:cNvGrpSpPr>
              <a:grpSpLocks/>
            </p:cNvGrpSpPr>
            <p:nvPr>
              <p:custDataLst>
                <p:tags r:id="rId5"/>
              </p:custDataLst>
            </p:nvPr>
          </p:nvGrpSpPr>
          <p:grpSpPr>
            <a:xfrm>
              <a:off x="6091553" y="3426569"/>
              <a:ext cx="278489" cy="278486"/>
              <a:chOff x="-851397" y="270669"/>
              <a:chExt cx="1619250" cy="1619250"/>
            </a:xfrm>
          </p:grpSpPr>
          <p:pic>
            <p:nvPicPr>
              <p:cNvPr id="55" name="Graphic 2 [3]">
                <a:extLst>
                  <a:ext uri="{FF2B5EF4-FFF2-40B4-BE49-F238E27FC236}">
                    <a16:creationId xmlns:a16="http://schemas.microsoft.com/office/drawing/2014/main" id="{C8B31F1E-7124-EFC9-838B-90F7E1D20417}"/>
                  </a:ext>
                </a:extLst>
              </p:cNvPr>
              <p:cNvPicPr>
                <a:picLocks noChangeAspect="1"/>
              </p:cNvPicPr>
              <p:nvPr>
                <p:custDataLst>
                  <p:tags r:id="rId16"/>
                </p:custDataLst>
              </p:nvPr>
            </p:nvPicPr>
            <p:blipFill>
              <a:blip r:embed="rId76">
                <a:extLst>
                  <a:ext uri="{96DAC541-7B7A-43D3-8B79-37D633B846F1}">
                    <asvg:svgBlip xmlns:asvg="http://schemas.microsoft.com/office/drawing/2016/SVG/main" r:embed="rId77"/>
                  </a:ext>
                </a:extLst>
              </a:blip>
              <a:stretch>
                <a:fillRect/>
              </a:stretch>
            </p:blipFill>
            <p:spPr>
              <a:xfrm>
                <a:off x="-851397" y="270669"/>
                <a:ext cx="1619250" cy="1619250"/>
              </a:xfrm>
              <a:prstGeom prst="rect">
                <a:avLst/>
              </a:prstGeom>
            </p:spPr>
          </p:pic>
          <p:pic>
            <p:nvPicPr>
              <p:cNvPr id="56" name="Graphic 4 [2]" hidden="1">
                <a:extLst>
                  <a:ext uri="{FF2B5EF4-FFF2-40B4-BE49-F238E27FC236}">
                    <a16:creationId xmlns:a16="http://schemas.microsoft.com/office/drawing/2014/main" id="{6AC0F082-49CB-AA71-E4EB-2217D1D72727}"/>
                  </a:ext>
                </a:extLst>
              </p:cNvPr>
              <p:cNvPicPr>
                <a:picLocks noChangeAspect="1"/>
              </p:cNvPicPr>
              <p:nvPr>
                <p:custDataLst>
                  <p:tags r:id="rId17"/>
                </p:custDataLst>
              </p:nvPr>
            </p:nvPicPr>
            <p:blipFill>
              <a:blip r:embed="rId78">
                <a:extLst>
                  <a:ext uri="{96DAC541-7B7A-43D3-8B79-37D633B846F1}">
                    <asvg:svgBlip xmlns:asvg="http://schemas.microsoft.com/office/drawing/2016/SVG/main" r:embed="rId79"/>
                  </a:ext>
                </a:extLst>
              </a:blip>
              <a:stretch>
                <a:fillRect/>
              </a:stretch>
            </p:blipFill>
            <p:spPr>
              <a:xfrm>
                <a:off x="-851397" y="270669"/>
                <a:ext cx="1619250" cy="1619250"/>
              </a:xfrm>
              <a:prstGeom prst="rect">
                <a:avLst/>
              </a:prstGeom>
            </p:spPr>
          </p:pic>
          <p:pic>
            <p:nvPicPr>
              <p:cNvPr id="57" name="Graphic 7 [1]" hidden="1">
                <a:extLst>
                  <a:ext uri="{FF2B5EF4-FFF2-40B4-BE49-F238E27FC236}">
                    <a16:creationId xmlns:a16="http://schemas.microsoft.com/office/drawing/2014/main" id="{003F2804-D308-7FAD-2F64-E579C1A3E39A}"/>
                  </a:ext>
                </a:extLst>
              </p:cNvPr>
              <p:cNvPicPr>
                <a:picLocks noChangeAspect="1"/>
              </p:cNvPicPr>
              <p:nvPr>
                <p:custDataLst>
                  <p:tags r:id="rId18"/>
                </p:custDataLst>
              </p:nvPr>
            </p:nvPicPr>
            <p:blipFill>
              <a:blip r:embed="rId80">
                <a:extLst>
                  <a:ext uri="{96DAC541-7B7A-43D3-8B79-37D633B846F1}">
                    <asvg:svgBlip xmlns:asvg="http://schemas.microsoft.com/office/drawing/2016/SVG/main" r:embed="rId81"/>
                  </a:ext>
                </a:extLst>
              </a:blip>
              <a:stretch>
                <a:fillRect/>
              </a:stretch>
            </p:blipFill>
            <p:spPr>
              <a:xfrm>
                <a:off x="-851397" y="270669"/>
                <a:ext cx="1619250" cy="1619250"/>
              </a:xfrm>
              <a:prstGeom prst="rect">
                <a:avLst/>
              </a:prstGeom>
            </p:spPr>
          </p:pic>
          <p:pic>
            <p:nvPicPr>
              <p:cNvPr id="58" name="Graphic 9 [0]" hidden="1">
                <a:extLst>
                  <a:ext uri="{FF2B5EF4-FFF2-40B4-BE49-F238E27FC236}">
                    <a16:creationId xmlns:a16="http://schemas.microsoft.com/office/drawing/2014/main" id="{0FA44C72-A9B2-ECA3-75CD-F4983EB150D7}"/>
                  </a:ext>
                </a:extLst>
              </p:cNvPr>
              <p:cNvPicPr>
                <a:picLocks noChangeAspect="1"/>
              </p:cNvPicPr>
              <p:nvPr>
                <p:custDataLst>
                  <p:tags r:id="rId19"/>
                </p:custDataLst>
              </p:nvPr>
            </p:nvPicPr>
            <p:blipFill>
              <a:blip r:embed="rId82">
                <a:extLst>
                  <a:ext uri="{96DAC541-7B7A-43D3-8B79-37D633B846F1}">
                    <asvg:svgBlip xmlns:asvg="http://schemas.microsoft.com/office/drawing/2016/SVG/main" r:embed="rId83"/>
                  </a:ext>
                </a:extLst>
              </a:blip>
              <a:stretch>
                <a:fillRect/>
              </a:stretch>
            </p:blipFill>
            <p:spPr>
              <a:xfrm>
                <a:off x="-851397" y="270669"/>
                <a:ext cx="1619250" cy="1619250"/>
              </a:xfrm>
              <a:prstGeom prst="rect">
                <a:avLst/>
              </a:prstGeom>
            </p:spPr>
          </p:pic>
        </p:grpSp>
        <p:grpSp>
          <p:nvGrpSpPr>
            <p:cNvPr id="59" name="Group 15">
              <a:extLst>
                <a:ext uri="{FF2B5EF4-FFF2-40B4-BE49-F238E27FC236}">
                  <a16:creationId xmlns:a16="http://schemas.microsoft.com/office/drawing/2014/main" id="{81C2A52E-0DFE-D6F6-408D-ABEAAAEBADC5}"/>
                </a:ext>
              </a:extLst>
            </p:cNvPr>
            <p:cNvGrpSpPr>
              <a:grpSpLocks/>
            </p:cNvGrpSpPr>
            <p:nvPr>
              <p:custDataLst>
                <p:tags r:id="rId6"/>
              </p:custDataLst>
            </p:nvPr>
          </p:nvGrpSpPr>
          <p:grpSpPr>
            <a:xfrm>
              <a:off x="6449351" y="2832153"/>
              <a:ext cx="278489" cy="278486"/>
              <a:chOff x="1570256" y="602764"/>
              <a:chExt cx="1619250" cy="1619250"/>
            </a:xfrm>
          </p:grpSpPr>
          <p:pic>
            <p:nvPicPr>
              <p:cNvPr id="60" name="Graphic 2 [2]" hidden="1">
                <a:extLst>
                  <a:ext uri="{FF2B5EF4-FFF2-40B4-BE49-F238E27FC236}">
                    <a16:creationId xmlns:a16="http://schemas.microsoft.com/office/drawing/2014/main" id="{449948DD-1A17-EF8A-1475-550515205D2A}"/>
                  </a:ext>
                </a:extLst>
              </p:cNvPr>
              <p:cNvPicPr>
                <a:picLocks noChangeAspect="1"/>
              </p:cNvPicPr>
              <p:nvPr>
                <p:custDataLst>
                  <p:tags r:id="rId12"/>
                </p:custDataLst>
              </p:nvPr>
            </p:nvPicPr>
            <p:blipFill>
              <a:blip r:embed="rId84">
                <a:extLst>
                  <a:ext uri="{96DAC541-7B7A-43D3-8B79-37D633B846F1}">
                    <asvg:svgBlip xmlns:asvg="http://schemas.microsoft.com/office/drawing/2016/SVG/main" r:embed="rId85"/>
                  </a:ext>
                </a:extLst>
              </a:blip>
              <a:stretch>
                <a:fillRect/>
              </a:stretch>
            </p:blipFill>
            <p:spPr>
              <a:xfrm>
                <a:off x="1570256" y="602764"/>
                <a:ext cx="1619250" cy="1619250"/>
              </a:xfrm>
              <a:prstGeom prst="rect">
                <a:avLst/>
              </a:prstGeom>
            </p:spPr>
          </p:pic>
          <p:pic>
            <p:nvPicPr>
              <p:cNvPr id="61" name="Graphic 4 [0]" hidden="1">
                <a:extLst>
                  <a:ext uri="{FF2B5EF4-FFF2-40B4-BE49-F238E27FC236}">
                    <a16:creationId xmlns:a16="http://schemas.microsoft.com/office/drawing/2014/main" id="{C65FED85-D15D-E350-0E7F-51D56DAE17C5}"/>
                  </a:ext>
                </a:extLst>
              </p:cNvPr>
              <p:cNvPicPr>
                <a:picLocks noChangeAspect="1"/>
              </p:cNvPicPr>
              <p:nvPr>
                <p:custDataLst>
                  <p:tags r:id="rId13"/>
                </p:custDataLst>
              </p:nvPr>
            </p:nvPicPr>
            <p:blipFill>
              <a:blip r:embed="rId86">
                <a:extLst>
                  <a:ext uri="{96DAC541-7B7A-43D3-8B79-37D633B846F1}">
                    <asvg:svgBlip xmlns:asvg="http://schemas.microsoft.com/office/drawing/2016/SVG/main" r:embed="rId87"/>
                  </a:ext>
                </a:extLst>
              </a:blip>
              <a:stretch>
                <a:fillRect/>
              </a:stretch>
            </p:blipFill>
            <p:spPr>
              <a:xfrm>
                <a:off x="1570256" y="602764"/>
                <a:ext cx="1619250" cy="1619250"/>
              </a:xfrm>
              <a:prstGeom prst="rect">
                <a:avLst/>
              </a:prstGeom>
            </p:spPr>
          </p:pic>
          <p:pic>
            <p:nvPicPr>
              <p:cNvPr id="62" name="Graphic 8 [1]" hidden="1">
                <a:extLst>
                  <a:ext uri="{FF2B5EF4-FFF2-40B4-BE49-F238E27FC236}">
                    <a16:creationId xmlns:a16="http://schemas.microsoft.com/office/drawing/2014/main" id="{A1F5BC14-AA0B-81B7-5CB3-1D074E958BF5}"/>
                  </a:ext>
                </a:extLst>
              </p:cNvPr>
              <p:cNvPicPr>
                <a:picLocks noChangeAspect="1"/>
              </p:cNvPicPr>
              <p:nvPr>
                <p:custDataLst>
                  <p:tags r:id="rId14"/>
                </p:custDataLst>
              </p:nvPr>
            </p:nvPicPr>
            <p:blipFill>
              <a:blip r:embed="rId88">
                <a:extLst>
                  <a:ext uri="{96DAC541-7B7A-43D3-8B79-37D633B846F1}">
                    <asvg:svgBlip xmlns:asvg="http://schemas.microsoft.com/office/drawing/2016/SVG/main" r:embed="rId89"/>
                  </a:ext>
                </a:extLst>
              </a:blip>
              <a:stretch>
                <a:fillRect/>
              </a:stretch>
            </p:blipFill>
            <p:spPr>
              <a:xfrm>
                <a:off x="1570256" y="602764"/>
                <a:ext cx="1619250" cy="1619250"/>
              </a:xfrm>
              <a:prstGeom prst="rect">
                <a:avLst/>
              </a:prstGeom>
            </p:spPr>
          </p:pic>
          <p:pic>
            <p:nvPicPr>
              <p:cNvPr id="63" name="Graphic 12 [3]">
                <a:extLst>
                  <a:ext uri="{FF2B5EF4-FFF2-40B4-BE49-F238E27FC236}">
                    <a16:creationId xmlns:a16="http://schemas.microsoft.com/office/drawing/2014/main" id="{D33EA4E6-9D4F-A9DA-129F-A991831FDBFF}"/>
                  </a:ext>
                </a:extLst>
              </p:cNvPr>
              <p:cNvPicPr>
                <a:picLocks noChangeAspect="1"/>
              </p:cNvPicPr>
              <p:nvPr>
                <p:custDataLst>
                  <p:tags r:id="rId15"/>
                </p:custDataLst>
              </p:nvPr>
            </p:nvPicPr>
            <p:blipFill>
              <a:blip r:embed="rId90">
                <a:extLst>
                  <a:ext uri="{96DAC541-7B7A-43D3-8B79-37D633B846F1}">
                    <asvg:svgBlip xmlns:asvg="http://schemas.microsoft.com/office/drawing/2016/SVG/main" r:embed="rId91"/>
                  </a:ext>
                </a:extLst>
              </a:blip>
              <a:stretch>
                <a:fillRect/>
              </a:stretch>
            </p:blipFill>
            <p:spPr>
              <a:xfrm>
                <a:off x="1570256" y="602764"/>
                <a:ext cx="1619250" cy="1619250"/>
              </a:xfrm>
              <a:prstGeom prst="rect">
                <a:avLst/>
              </a:prstGeom>
            </p:spPr>
          </p:pic>
        </p:grpSp>
        <p:grpSp>
          <p:nvGrpSpPr>
            <p:cNvPr id="73" name="Group 15">
              <a:extLst>
                <a:ext uri="{FF2B5EF4-FFF2-40B4-BE49-F238E27FC236}">
                  <a16:creationId xmlns:a16="http://schemas.microsoft.com/office/drawing/2014/main" id="{97B36222-FB60-18DF-854D-39DFE82924F7}"/>
                </a:ext>
              </a:extLst>
            </p:cNvPr>
            <p:cNvGrpSpPr>
              <a:grpSpLocks/>
            </p:cNvGrpSpPr>
            <p:nvPr>
              <p:custDataLst>
                <p:tags r:id="rId7"/>
              </p:custDataLst>
            </p:nvPr>
          </p:nvGrpSpPr>
          <p:grpSpPr>
            <a:xfrm>
              <a:off x="5046125" y="2830390"/>
              <a:ext cx="278489" cy="278486"/>
              <a:chOff x="-864795" y="793183"/>
              <a:chExt cx="1619250" cy="1619250"/>
            </a:xfrm>
          </p:grpSpPr>
          <p:pic>
            <p:nvPicPr>
              <p:cNvPr id="74" name="Graphic 2 [2]" hidden="1">
                <a:extLst>
                  <a:ext uri="{FF2B5EF4-FFF2-40B4-BE49-F238E27FC236}">
                    <a16:creationId xmlns:a16="http://schemas.microsoft.com/office/drawing/2014/main" id="{D745F460-A4B5-3A6C-378F-8922BBB1BB33}"/>
                  </a:ext>
                </a:extLst>
              </p:cNvPr>
              <p:cNvPicPr>
                <a:picLocks noChangeAspect="1"/>
              </p:cNvPicPr>
              <p:nvPr>
                <p:custDataLst>
                  <p:tags r:id="rId8"/>
                </p:custDataLst>
              </p:nvPr>
            </p:nvPicPr>
            <p:blipFill>
              <a:blip r:embed="rId54">
                <a:extLst>
                  <a:ext uri="{96DAC541-7B7A-43D3-8B79-37D633B846F1}">
                    <asvg:svgBlip xmlns:asvg="http://schemas.microsoft.com/office/drawing/2016/SVG/main" r:embed="rId55"/>
                  </a:ext>
                </a:extLst>
              </a:blip>
              <a:stretch>
                <a:fillRect/>
              </a:stretch>
            </p:blipFill>
            <p:spPr>
              <a:xfrm>
                <a:off x="-864795" y="793183"/>
                <a:ext cx="1619250" cy="1619250"/>
              </a:xfrm>
              <a:prstGeom prst="rect">
                <a:avLst/>
              </a:prstGeom>
            </p:spPr>
          </p:pic>
          <p:pic>
            <p:nvPicPr>
              <p:cNvPr id="75" name="Graphic 4 [1]" hidden="1">
                <a:extLst>
                  <a:ext uri="{FF2B5EF4-FFF2-40B4-BE49-F238E27FC236}">
                    <a16:creationId xmlns:a16="http://schemas.microsoft.com/office/drawing/2014/main" id="{844FA1B4-D0ED-1399-2CD9-888FD737D632}"/>
                  </a:ext>
                </a:extLst>
              </p:cNvPr>
              <p:cNvPicPr>
                <a:picLocks noChangeAspect="1"/>
              </p:cNvPicPr>
              <p:nvPr>
                <p:custDataLst>
                  <p:tags r:id="rId9"/>
                </p:custDataLst>
              </p:nvPr>
            </p:nvPicPr>
            <p:blipFill>
              <a:blip r:embed="rId56">
                <a:extLst>
                  <a:ext uri="{96DAC541-7B7A-43D3-8B79-37D633B846F1}">
                    <asvg:svgBlip xmlns:asvg="http://schemas.microsoft.com/office/drawing/2016/SVG/main" r:embed="rId57"/>
                  </a:ext>
                </a:extLst>
              </a:blip>
              <a:stretch>
                <a:fillRect/>
              </a:stretch>
            </p:blipFill>
            <p:spPr>
              <a:xfrm>
                <a:off x="-864795" y="793183"/>
                <a:ext cx="1619250" cy="1619250"/>
              </a:xfrm>
              <a:prstGeom prst="rect">
                <a:avLst/>
              </a:prstGeom>
            </p:spPr>
          </p:pic>
          <p:pic>
            <p:nvPicPr>
              <p:cNvPr id="76" name="Graphic 8 [0]" hidden="1">
                <a:extLst>
                  <a:ext uri="{FF2B5EF4-FFF2-40B4-BE49-F238E27FC236}">
                    <a16:creationId xmlns:a16="http://schemas.microsoft.com/office/drawing/2014/main" id="{32E8DFF7-DA9B-9680-BA11-2C34D26D24CA}"/>
                  </a:ext>
                </a:extLst>
              </p:cNvPr>
              <p:cNvPicPr>
                <a:picLocks noChangeAspect="1"/>
              </p:cNvPicPr>
              <p:nvPr>
                <p:custDataLst>
                  <p:tags r:id="rId10"/>
                </p:custDataLst>
              </p:nvPr>
            </p:nvPicPr>
            <p:blipFill>
              <a:blip r:embed="rId58">
                <a:extLst>
                  <a:ext uri="{96DAC541-7B7A-43D3-8B79-37D633B846F1}">
                    <asvg:svgBlip xmlns:asvg="http://schemas.microsoft.com/office/drawing/2016/SVG/main" r:embed="rId59"/>
                  </a:ext>
                </a:extLst>
              </a:blip>
              <a:stretch>
                <a:fillRect/>
              </a:stretch>
            </p:blipFill>
            <p:spPr>
              <a:xfrm>
                <a:off x="-864795" y="793183"/>
                <a:ext cx="1619250" cy="1619250"/>
              </a:xfrm>
              <a:prstGeom prst="rect">
                <a:avLst/>
              </a:prstGeom>
            </p:spPr>
          </p:pic>
          <p:pic>
            <p:nvPicPr>
              <p:cNvPr id="77" name="Graphic 12 [3]">
                <a:extLst>
                  <a:ext uri="{FF2B5EF4-FFF2-40B4-BE49-F238E27FC236}">
                    <a16:creationId xmlns:a16="http://schemas.microsoft.com/office/drawing/2014/main" id="{9E434851-0682-3554-BDD4-000326CE683C}"/>
                  </a:ext>
                </a:extLst>
              </p:cNvPr>
              <p:cNvPicPr>
                <a:picLocks noChangeAspect="1"/>
              </p:cNvPicPr>
              <p:nvPr>
                <p:custDataLst>
                  <p:tags r:id="rId11"/>
                </p:custDataLst>
              </p:nvPr>
            </p:nvPicPr>
            <p:blipFill>
              <a:blip r:embed="rId92">
                <a:extLst>
                  <a:ext uri="{96DAC541-7B7A-43D3-8B79-37D633B846F1}">
                    <asvg:svgBlip xmlns:asvg="http://schemas.microsoft.com/office/drawing/2016/SVG/main" r:embed="rId93"/>
                  </a:ext>
                </a:extLst>
              </a:blip>
              <a:stretch>
                <a:fillRect/>
              </a:stretch>
            </p:blipFill>
            <p:spPr>
              <a:xfrm>
                <a:off x="-864795" y="793183"/>
                <a:ext cx="1619250" cy="1619250"/>
              </a:xfrm>
              <a:prstGeom prst="rect">
                <a:avLst/>
              </a:prstGeom>
            </p:spPr>
          </p:pic>
        </p:grpSp>
      </p:grpSp>
      <p:pic>
        <p:nvPicPr>
          <p:cNvPr id="5" name="Image 4">
            <a:extLst>
              <a:ext uri="{FF2B5EF4-FFF2-40B4-BE49-F238E27FC236}">
                <a16:creationId xmlns:a16="http://schemas.microsoft.com/office/drawing/2014/main" id="{F5BD2586-182A-2EED-A3DC-89FFA53ED834}"/>
              </a:ext>
            </a:extLst>
          </p:cNvPr>
          <p:cNvPicPr>
            <a:picLocks noChangeAspect="1"/>
          </p:cNvPicPr>
          <p:nvPr/>
        </p:nvPicPr>
        <p:blipFill>
          <a:blip r:embed="rId94"/>
          <a:stretch>
            <a:fillRect/>
          </a:stretch>
        </p:blipFill>
        <p:spPr>
          <a:xfrm>
            <a:off x="6244375" y="5552150"/>
            <a:ext cx="3924502" cy="844593"/>
          </a:xfrm>
          <a:prstGeom prst="rect">
            <a:avLst/>
          </a:prstGeom>
        </p:spPr>
      </p:pic>
      <p:grpSp>
        <p:nvGrpSpPr>
          <p:cNvPr id="4" name="Group 50">
            <a:extLst>
              <a:ext uri="{FF2B5EF4-FFF2-40B4-BE49-F238E27FC236}">
                <a16:creationId xmlns:a16="http://schemas.microsoft.com/office/drawing/2014/main" id="{DD084904-CC78-C514-26D4-0844EF519E85}"/>
              </a:ext>
            </a:extLst>
          </p:cNvPr>
          <p:cNvGrpSpPr>
            <a:grpSpLocks/>
          </p:cNvGrpSpPr>
          <p:nvPr/>
        </p:nvGrpSpPr>
        <p:grpSpPr>
          <a:xfrm>
            <a:off x="7168953" y="1884711"/>
            <a:ext cx="4751295" cy="1665241"/>
            <a:chOff x="2420150" y="927224"/>
            <a:chExt cx="6335060" cy="2220325"/>
          </a:xfrm>
        </p:grpSpPr>
        <p:sp>
          <p:nvSpPr>
            <p:cNvPr id="32" name="Rectangle 31">
              <a:extLst>
                <a:ext uri="{FF2B5EF4-FFF2-40B4-BE49-F238E27FC236}">
                  <a16:creationId xmlns:a16="http://schemas.microsoft.com/office/drawing/2014/main" id="{7EB2D805-CA95-3B98-BDA5-483246A1F39B}"/>
                </a:ext>
              </a:extLst>
            </p:cNvPr>
            <p:cNvSpPr/>
            <p:nvPr/>
          </p:nvSpPr>
          <p:spPr>
            <a:xfrm>
              <a:off x="2420150" y="1300886"/>
              <a:ext cx="5300071" cy="1846663"/>
            </a:xfrm>
            <a:prstGeom prst="rect">
              <a:avLst/>
            </a:prstGeom>
          </p:spPr>
          <p:txBody>
            <a:bodyPr wrap="square">
              <a:spAutoFit/>
            </a:bodyPr>
            <a:lstStyle/>
            <a:p>
              <a:pPr defTabSz="914423">
                <a:defRPr/>
              </a:pPr>
              <a:r>
                <a:rPr lang="fr-FR" sz="1050"/>
                <a:t>Les OIV doivent remplir un certain nombre d’exigences :</a:t>
              </a:r>
            </a:p>
            <a:p>
              <a:pPr marL="171454" indent="-171454" defTabSz="914423">
                <a:buFont typeface="Tahoma" panose="020B0604030504040204" pitchFamily="34" charset="0"/>
                <a:buChar char="⁄"/>
                <a:defRPr/>
              </a:pPr>
              <a:r>
                <a:rPr lang="fr-FR" sz="1050"/>
                <a:t>Réaliser une analyse des risques qui pourraient perturber l’exercice des AIV ou la sécurité des IC</a:t>
              </a:r>
            </a:p>
            <a:p>
              <a:pPr marL="171454" indent="-171454" defTabSz="914423">
                <a:buFont typeface="Tahoma" panose="020B0604030504040204" pitchFamily="34" charset="0"/>
                <a:buChar char="⁄"/>
                <a:defRPr/>
              </a:pPr>
              <a:r>
                <a:rPr lang="fr-FR" sz="1050"/>
                <a:t>Réaliser une analyse de leurs dépendances à l’égard des tiers</a:t>
              </a:r>
            </a:p>
            <a:p>
              <a:pPr marL="171450" indent="-171450" defTabSz="914423">
                <a:buFont typeface="Aptos" panose="020B0004020202020204" pitchFamily="34" charset="0"/>
                <a:buChar char="⁄"/>
                <a:defRPr/>
              </a:pPr>
              <a:r>
                <a:rPr lang="fr-FR" sz="1050"/>
                <a:t>Adopter des mesures de résilience afin d’assurer la continuité des AIV et de sauvegarder les IC</a:t>
              </a:r>
            </a:p>
            <a:p>
              <a:pPr marL="171450" indent="-171450" defTabSz="914423">
                <a:buFont typeface="Aptos" panose="020B0004020202020204" pitchFamily="34" charset="0"/>
                <a:buChar char="⁄"/>
                <a:defRPr/>
              </a:pPr>
              <a:r>
                <a:rPr lang="fr-FR" sz="1050"/>
                <a:t>Réaliser un Plan résilience opérateur (PRO)</a:t>
              </a:r>
            </a:p>
            <a:p>
              <a:pPr marL="171450" indent="-171450" defTabSz="914423">
                <a:buFont typeface="Aptos" panose="020B0004020202020204" pitchFamily="34" charset="0"/>
                <a:buChar char="⁄"/>
                <a:defRPr/>
              </a:pPr>
              <a:r>
                <a:rPr lang="fr-FR" sz="1050"/>
                <a:t>Réaliser un Plan particulier de résilience (PPR) pour chaque PIV</a:t>
              </a:r>
            </a:p>
          </p:txBody>
        </p:sp>
        <p:sp>
          <p:nvSpPr>
            <p:cNvPr id="33" name="Rectangle 32">
              <a:extLst>
                <a:ext uri="{FF2B5EF4-FFF2-40B4-BE49-F238E27FC236}">
                  <a16:creationId xmlns:a16="http://schemas.microsoft.com/office/drawing/2014/main" id="{A855343B-0EA7-8CFD-6A0D-05002489B9D3}"/>
                </a:ext>
              </a:extLst>
            </p:cNvPr>
            <p:cNvSpPr/>
            <p:nvPr/>
          </p:nvSpPr>
          <p:spPr>
            <a:xfrm>
              <a:off x="2475279" y="927224"/>
              <a:ext cx="6279931" cy="410370"/>
            </a:xfrm>
            <a:prstGeom prst="rect">
              <a:avLst/>
            </a:prstGeom>
            <a:noFill/>
            <a:extLst>
              <a:ext uri="{909E8E84-426E-40DD-AFC4-6F175D3DCCD1}">
                <a14:hiddenFill xmlns:a14="http://schemas.microsoft.com/office/drawing/2010/main">
                  <a:solidFill>
                    <a:srgbClr val="B24669"/>
                  </a:solidFill>
                </a14:hiddenFill>
              </a:ext>
            </a:extLst>
          </p:spPr>
          <p:txBody>
            <a:bodyPr wrap="square">
              <a:spAutoFit/>
            </a:bodyPr>
            <a:lstStyle/>
            <a:p>
              <a:pPr defTabSz="914423">
                <a:defRPr/>
              </a:pPr>
              <a:r>
                <a:rPr lang="fr-FR" sz="1400" b="1">
                  <a:solidFill>
                    <a:schemeClr val="bg2">
                      <a:lumMod val="100000"/>
                    </a:schemeClr>
                  </a:solidFill>
                </a:rPr>
                <a:t>MESURES À METTRE EN ŒUVRE </a:t>
              </a:r>
            </a:p>
          </p:txBody>
        </p:sp>
      </p:grpSp>
      <p:grpSp>
        <p:nvGrpSpPr>
          <p:cNvPr id="70" name="Group 50">
            <a:extLst>
              <a:ext uri="{FF2B5EF4-FFF2-40B4-BE49-F238E27FC236}">
                <a16:creationId xmlns:a16="http://schemas.microsoft.com/office/drawing/2014/main" id="{1ABD137C-0BC9-F0DE-179B-4452D3E3EDBD}"/>
              </a:ext>
            </a:extLst>
          </p:cNvPr>
          <p:cNvGrpSpPr>
            <a:grpSpLocks/>
          </p:cNvGrpSpPr>
          <p:nvPr/>
        </p:nvGrpSpPr>
        <p:grpSpPr>
          <a:xfrm>
            <a:off x="166470" y="2682529"/>
            <a:ext cx="4116313" cy="1638911"/>
            <a:chOff x="2460201" y="674243"/>
            <a:chExt cx="6390190" cy="2185211"/>
          </a:xfrm>
        </p:grpSpPr>
        <p:sp>
          <p:nvSpPr>
            <p:cNvPr id="71" name="Rectangle 70">
              <a:extLst>
                <a:ext uri="{FF2B5EF4-FFF2-40B4-BE49-F238E27FC236}">
                  <a16:creationId xmlns:a16="http://schemas.microsoft.com/office/drawing/2014/main" id="{DD070521-F05F-37D2-25F4-A1018DFE2A8C}"/>
                </a:ext>
              </a:extLst>
            </p:cNvPr>
            <p:cNvSpPr/>
            <p:nvPr/>
          </p:nvSpPr>
          <p:spPr>
            <a:xfrm>
              <a:off x="2460201" y="1012797"/>
              <a:ext cx="6390190" cy="1846657"/>
            </a:xfrm>
            <a:prstGeom prst="rect">
              <a:avLst/>
            </a:prstGeom>
          </p:spPr>
          <p:txBody>
            <a:bodyPr wrap="square">
              <a:spAutoFit/>
            </a:bodyPr>
            <a:lstStyle/>
            <a:p>
              <a:pPr marL="171454" indent="-171454">
                <a:buFont typeface="Tahoma" panose="020B0604030504040204" pitchFamily="34" charset="0"/>
                <a:buChar char="⁄"/>
                <a:defRPr/>
              </a:pPr>
              <a:r>
                <a:rPr lang="fr-FR" sz="1050"/>
                <a:t>L’autorité administrative peut effectuer des contrôles pour vérifier la conformité des opérateurs ; en cas de non production du PPR ou du PRO, l’autorité peut infliger des sanctions</a:t>
              </a:r>
            </a:p>
            <a:p>
              <a:pPr>
                <a:defRPr/>
              </a:pPr>
              <a:endParaRPr lang="fr-FR" sz="1050"/>
            </a:p>
            <a:p>
              <a:pPr marL="432000">
                <a:defRPr/>
              </a:pPr>
              <a:r>
                <a:rPr lang="fr-FR" sz="1050"/>
                <a:t>Les opérateurs garantissent l’accès à leurs informations, systèmes et installations lorsque la Commission européenne organise une mission de conseil d’évaluation des opérateurs d’ECIEP</a:t>
              </a:r>
            </a:p>
          </p:txBody>
        </p:sp>
        <p:sp>
          <p:nvSpPr>
            <p:cNvPr id="72" name="Rectangle 71">
              <a:extLst>
                <a:ext uri="{FF2B5EF4-FFF2-40B4-BE49-F238E27FC236}">
                  <a16:creationId xmlns:a16="http://schemas.microsoft.com/office/drawing/2014/main" id="{8DD7C97C-3098-AF83-326F-95BEB8F1498D}"/>
                </a:ext>
              </a:extLst>
            </p:cNvPr>
            <p:cNvSpPr/>
            <p:nvPr/>
          </p:nvSpPr>
          <p:spPr>
            <a:xfrm>
              <a:off x="2460201" y="674243"/>
              <a:ext cx="6279930" cy="410369"/>
            </a:xfrm>
            <a:prstGeom prst="rect">
              <a:avLst/>
            </a:prstGeom>
            <a:noFill/>
            <a:extLst>
              <a:ext uri="{909E8E84-426E-40DD-AFC4-6F175D3DCCD1}">
                <a14:hiddenFill xmlns:a14="http://schemas.microsoft.com/office/drawing/2010/main">
                  <a:solidFill>
                    <a:schemeClr val="accent2">
                      <a:lumMod val="100000"/>
                    </a:schemeClr>
                  </a:solidFill>
                </a14:hiddenFill>
              </a:ext>
            </a:extLst>
          </p:spPr>
          <p:txBody>
            <a:bodyPr wrap="square">
              <a:spAutoFit/>
            </a:bodyPr>
            <a:lstStyle/>
            <a:p>
              <a:pPr defTabSz="914423">
                <a:defRPr/>
              </a:pPr>
              <a:r>
                <a:rPr lang="fr-FR" sz="1400" b="1">
                  <a:solidFill>
                    <a:srgbClr val="5F5F5F"/>
                  </a:solidFill>
                </a:rPr>
                <a:t>SE SOUMETTRE AUX CONTRÔLES</a:t>
              </a:r>
            </a:p>
          </p:txBody>
        </p:sp>
      </p:grpSp>
      <p:sp>
        <p:nvSpPr>
          <p:cNvPr id="6" name="European Union">
            <a:extLst>
              <a:ext uri="{FF2B5EF4-FFF2-40B4-BE49-F238E27FC236}">
                <a16:creationId xmlns:a16="http://schemas.microsoft.com/office/drawing/2014/main" id="{BE5326FB-9CF0-8646-0737-B5F2739FF75B}"/>
              </a:ext>
            </a:extLst>
          </p:cNvPr>
          <p:cNvSpPr>
            <a:spLocks noChangeAspect="1"/>
          </p:cNvSpPr>
          <p:nvPr/>
        </p:nvSpPr>
        <p:spPr>
          <a:xfrm>
            <a:off x="299354" y="3786274"/>
            <a:ext cx="252000" cy="252000"/>
          </a:xfrm>
          <a:prstGeom prst="ellipse">
            <a:avLst/>
          </a:prstGeom>
          <a:blipFill>
            <a:blip r:embed="rId95"/>
            <a:srcRect/>
            <a:stretch>
              <a:fillRect l="-30720" t="-3547" r="-30720" b="-354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a:solidFill>
                <a:schemeClr val="tx1"/>
              </a:solidFill>
              <a:latin typeface="+mj-lt"/>
            </a:endParaRPr>
          </a:p>
        </p:txBody>
      </p:sp>
      <p:sp>
        <p:nvSpPr>
          <p:cNvPr id="80" name="Espace réservé du texte 1">
            <a:extLst>
              <a:ext uri="{FF2B5EF4-FFF2-40B4-BE49-F238E27FC236}">
                <a16:creationId xmlns:a16="http://schemas.microsoft.com/office/drawing/2014/main" id="{58E6B341-A189-C86F-F39B-8B6EC2BC0408}"/>
              </a:ext>
            </a:extLst>
          </p:cNvPr>
          <p:cNvSpPr>
            <a:spLocks noGrp="1"/>
          </p:cNvSpPr>
          <p:nvPr>
            <p:ph type="body" sz="quarter" idx="13"/>
          </p:nvPr>
        </p:nvSpPr>
        <p:spPr>
          <a:xfrm>
            <a:off x="425355" y="144313"/>
            <a:ext cx="7794704" cy="260499"/>
          </a:xfrm>
        </p:spPr>
        <p:txBody>
          <a:bodyPr/>
          <a:lstStyle/>
          <a:p>
            <a:r>
              <a:rPr lang="fr-FR">
                <a:latin typeface="+mn-lt"/>
              </a:rPr>
              <a:t>INTRODUCTION A LA REC</a:t>
            </a:r>
          </a:p>
        </p:txBody>
      </p:sp>
    </p:spTree>
    <p:extLst>
      <p:ext uri="{BB962C8B-B14F-4D97-AF65-F5344CB8AC3E}">
        <p14:creationId xmlns:p14="http://schemas.microsoft.com/office/powerpoint/2010/main" val="1691163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371015F-F4F1-C3A0-5ABE-14C5CE156882}"/>
              </a:ext>
            </a:extLst>
          </p:cNvPr>
          <p:cNvSpPr>
            <a:spLocks noGrp="1"/>
          </p:cNvSpPr>
          <p:nvPr>
            <p:ph type="body" sz="quarter" idx="13"/>
          </p:nvPr>
        </p:nvSpPr>
        <p:spPr/>
        <p:txBody>
          <a:bodyPr/>
          <a:lstStyle/>
          <a:p>
            <a:r>
              <a:rPr lang="fr-FR">
                <a:latin typeface="+mn-lt"/>
              </a:rPr>
              <a:t>INTRODUCTION A LA REC</a:t>
            </a:r>
          </a:p>
        </p:txBody>
      </p:sp>
      <p:sp>
        <p:nvSpPr>
          <p:cNvPr id="3" name="Espace réservé du texte 2">
            <a:extLst>
              <a:ext uri="{FF2B5EF4-FFF2-40B4-BE49-F238E27FC236}">
                <a16:creationId xmlns:a16="http://schemas.microsoft.com/office/drawing/2014/main" id="{53EDC503-9EEA-6911-C255-0574BFB9DADF}"/>
              </a:ext>
            </a:extLst>
          </p:cNvPr>
          <p:cNvSpPr>
            <a:spLocks noGrp="1"/>
          </p:cNvSpPr>
          <p:nvPr>
            <p:ph type="body" sz="quarter" idx="15"/>
          </p:nvPr>
        </p:nvSpPr>
        <p:spPr/>
        <p:txBody>
          <a:bodyPr/>
          <a:lstStyle/>
          <a:p>
            <a:endParaRPr lang="fr-FR"/>
          </a:p>
        </p:txBody>
      </p:sp>
      <p:sp>
        <p:nvSpPr>
          <p:cNvPr id="4" name="Titre 3">
            <a:extLst>
              <a:ext uri="{FF2B5EF4-FFF2-40B4-BE49-F238E27FC236}">
                <a16:creationId xmlns:a16="http://schemas.microsoft.com/office/drawing/2014/main" id="{94C646E1-4D91-C086-9D5E-6D8E1F4EEDD5}"/>
              </a:ext>
            </a:extLst>
          </p:cNvPr>
          <p:cNvSpPr>
            <a:spLocks noGrp="1"/>
          </p:cNvSpPr>
          <p:nvPr>
            <p:ph type="title"/>
          </p:nvPr>
        </p:nvSpPr>
        <p:spPr>
          <a:xfrm>
            <a:off x="425354" y="404667"/>
            <a:ext cx="11342769" cy="406584"/>
          </a:xfrm>
        </p:spPr>
        <p:txBody>
          <a:bodyPr/>
          <a:lstStyle/>
          <a:p>
            <a:r>
              <a:rPr lang="fr-FR"/>
              <a:t>Obligations détaillées pour les entités critiques et spécificités françaises</a:t>
            </a:r>
          </a:p>
        </p:txBody>
      </p:sp>
      <mc:AlternateContent xmlns:mc="http://schemas.openxmlformats.org/markup-compatibility/2006" xmlns:pslz="http://schemas.microsoft.com/office/powerpoint/2016/slidezoom">
        <mc:Choice Requires="pslz">
          <p:graphicFrame>
            <p:nvGraphicFramePr>
              <p:cNvPr id="118" name="Zoom de diapositive 117">
                <a:extLst>
                  <a:ext uri="{FF2B5EF4-FFF2-40B4-BE49-F238E27FC236}">
                    <a16:creationId xmlns:a16="http://schemas.microsoft.com/office/drawing/2014/main" id="{832B35EF-DA85-FE16-9AEE-BA4826AC3FA8}"/>
                  </a:ext>
                </a:extLst>
              </p:cNvPr>
              <p:cNvGraphicFramePr>
                <a:graphicFrameLocks noChangeAspect="1"/>
              </p:cNvGraphicFramePr>
              <p:nvPr>
                <p:extLst>
                  <p:ext uri="{D42A27DB-BD31-4B8C-83A1-F6EECF244321}">
                    <p14:modId xmlns:p14="http://schemas.microsoft.com/office/powerpoint/2010/main" val="2789618035"/>
                  </p:ext>
                </p:extLst>
              </p:nvPr>
            </p:nvGraphicFramePr>
            <p:xfrm>
              <a:off x="9336052" y="1932125"/>
              <a:ext cx="2370673" cy="1333503"/>
            </p:xfrm>
            <a:graphic>
              <a:graphicData uri="http://schemas.microsoft.com/office/powerpoint/2016/slidezoom">
                <pslz:sldZm>
                  <pslz:sldZmObj sldId="2147476245" cId="699428772">
                    <pslz:zmPr id="{DEF0EEFD-F6D1-4370-AC9D-44C525ED8E49}" returnToParent="0" transitionDur="1000">
                      <p166:blipFill xmlns:p166="http://schemas.microsoft.com/office/powerpoint/2016/6/main">
                        <a:blip r:embed="rId39"/>
                        <a:stretch>
                          <a:fillRect/>
                        </a:stretch>
                      </p166:blipFill>
                      <p166:spPr xmlns:p166="http://schemas.microsoft.com/office/powerpoint/2016/6/main">
                        <a:xfrm>
                          <a:off x="0" y="0"/>
                          <a:ext cx="2370673" cy="1333503"/>
                        </a:xfrm>
                        <a:prstGeom prst="rect">
                          <a:avLst/>
                        </a:prstGeom>
                        <a:ln w="3175">
                          <a:solidFill>
                            <a:prstClr val="ltGray"/>
                          </a:solidFill>
                        </a:ln>
                      </p166:spPr>
                    </pslz:zmPr>
                  </pslz:sldZmObj>
                </pslz:sldZm>
              </a:graphicData>
            </a:graphic>
          </p:graphicFrame>
        </mc:Choice>
        <mc:Fallback xmlns="">
          <p:pic>
            <p:nvPicPr>
              <p:cNvPr id="118" name="Zoom de diapositive 117">
                <a:hlinkClick r:id="rId40" action="ppaction://hlinksldjump"/>
                <a:extLst>
                  <a:ext uri="{FF2B5EF4-FFF2-40B4-BE49-F238E27FC236}">
                    <a16:creationId xmlns:a16="http://schemas.microsoft.com/office/drawing/2014/main" id="{832B35EF-DA85-FE16-9AEE-BA4826AC3FA8}"/>
                  </a:ext>
                </a:extLst>
              </p:cNvPr>
              <p:cNvPicPr>
                <a:picLocks noGrp="1" noRot="1" noChangeAspect="1" noMove="1" noResize="1" noEditPoints="1" noAdjustHandles="1" noChangeArrowheads="1" noChangeShapeType="1"/>
              </p:cNvPicPr>
              <p:nvPr/>
            </p:nvPicPr>
            <p:blipFill>
              <a:blip r:embed="rId41"/>
              <a:stretch>
                <a:fillRect/>
              </a:stretch>
            </p:blipFill>
            <p:spPr>
              <a:xfrm>
                <a:off x="9336052" y="1932125"/>
                <a:ext cx="2370673" cy="1333503"/>
              </a:xfrm>
              <a:prstGeom prst="rect">
                <a:avLst/>
              </a:prstGeom>
              <a:ln w="3175">
                <a:solidFill>
                  <a:prstClr val="ltGray"/>
                </a:solidFill>
              </a:ln>
            </p:spPr>
          </p:pic>
        </mc:Fallback>
      </mc:AlternateContent>
      <p:sp>
        <p:nvSpPr>
          <p:cNvPr id="117" name="Rectangle 116">
            <a:extLst>
              <a:ext uri="{FF2B5EF4-FFF2-40B4-BE49-F238E27FC236}">
                <a16:creationId xmlns:a16="http://schemas.microsoft.com/office/drawing/2014/main" id="{A9E1B7EA-1485-5547-1CB5-3EAE40D4E1CC}"/>
              </a:ext>
            </a:extLst>
          </p:cNvPr>
          <p:cNvSpPr/>
          <p:nvPr/>
        </p:nvSpPr>
        <p:spPr>
          <a:xfrm>
            <a:off x="1165860" y="942841"/>
            <a:ext cx="7512511" cy="5703848"/>
          </a:xfrm>
          <a:prstGeom prst="rect">
            <a:avLst/>
          </a:prstGeom>
          <a:no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algn="l">
              <a:spcBef>
                <a:spcPts val="600"/>
              </a:spcBef>
            </a:pPr>
            <a:endParaRPr lang="fr-FR" sz="2000">
              <a:solidFill>
                <a:schemeClr val="bg2"/>
              </a:solidFill>
              <a:ea typeface="+mj-ea"/>
              <a:cs typeface="+mj-cs"/>
            </a:endParaRPr>
          </a:p>
        </p:txBody>
      </p:sp>
      <p:sp>
        <p:nvSpPr>
          <p:cNvPr id="6" name="Rectangle 395">
            <a:extLst>
              <a:ext uri="{FF2B5EF4-FFF2-40B4-BE49-F238E27FC236}">
                <a16:creationId xmlns:a16="http://schemas.microsoft.com/office/drawing/2014/main" id="{1017864C-CCB7-33B0-A9A9-368D7A48CB33}"/>
              </a:ext>
            </a:extLst>
          </p:cNvPr>
          <p:cNvSpPr>
            <a:spLocks noChangeArrowheads="1"/>
          </p:cNvSpPr>
          <p:nvPr/>
        </p:nvSpPr>
        <p:spPr bwMode="gray">
          <a:xfrm>
            <a:off x="1165860" y="942841"/>
            <a:ext cx="2728568" cy="332995"/>
          </a:xfrm>
          <a:prstGeom prst="round2SameRect">
            <a:avLst>
              <a:gd name="adj1" fmla="val 11000"/>
              <a:gd name="adj2" fmla="val 0"/>
            </a:avLst>
          </a:prstGeom>
          <a:solidFill>
            <a:schemeClr val="bg2"/>
          </a:solidFill>
          <a:ln w="9525">
            <a:solidFill>
              <a:schemeClr val="bg2"/>
            </a:solidFill>
            <a:miter lim="800000"/>
            <a:headEnd/>
            <a:tailEnd/>
          </a:ln>
          <a:effectLst/>
        </p:spPr>
        <p:txBody>
          <a:bodyPr lIns="0" tIns="0" rIns="0" bIns="0" anchor="ctr"/>
          <a:lstStyle>
            <a:lvl1pPr defTabSz="801688">
              <a:defRPr>
                <a:solidFill>
                  <a:schemeClr val="tx1"/>
                </a:solidFill>
                <a:latin typeface="Arial" charset="0"/>
                <a:cs typeface="Arial" charset="0"/>
              </a:defRPr>
            </a:lvl1pPr>
            <a:lvl2pPr marL="742950" indent="-285750" defTabSz="801688">
              <a:defRPr>
                <a:solidFill>
                  <a:schemeClr val="tx1"/>
                </a:solidFill>
                <a:latin typeface="Arial" charset="0"/>
                <a:cs typeface="Arial" charset="0"/>
              </a:defRPr>
            </a:lvl2pPr>
            <a:lvl3pPr marL="1143000" indent="-228600" defTabSz="801688">
              <a:defRPr>
                <a:solidFill>
                  <a:schemeClr val="tx1"/>
                </a:solidFill>
                <a:latin typeface="Arial" charset="0"/>
                <a:cs typeface="Arial" charset="0"/>
              </a:defRPr>
            </a:lvl3pPr>
            <a:lvl4pPr marL="1600200" indent="-228600" defTabSz="801688">
              <a:defRPr>
                <a:solidFill>
                  <a:schemeClr val="tx1"/>
                </a:solidFill>
                <a:latin typeface="Arial" charset="0"/>
                <a:cs typeface="Arial" charset="0"/>
              </a:defRPr>
            </a:lvl4pPr>
            <a:lvl5pPr marL="2057400" indent="-228600" defTabSz="801688">
              <a:defRPr>
                <a:solidFill>
                  <a:schemeClr val="tx1"/>
                </a:solidFill>
                <a:latin typeface="Arial" charset="0"/>
                <a:cs typeface="Arial" charset="0"/>
              </a:defRPr>
            </a:lvl5pPr>
            <a:lvl6pPr marL="2514600" indent="-228600" defTabSz="801688" fontAlgn="base">
              <a:spcBef>
                <a:spcPct val="0"/>
              </a:spcBef>
              <a:spcAft>
                <a:spcPct val="0"/>
              </a:spcAft>
              <a:defRPr>
                <a:solidFill>
                  <a:schemeClr val="tx1"/>
                </a:solidFill>
                <a:latin typeface="Arial" charset="0"/>
                <a:cs typeface="Arial" charset="0"/>
              </a:defRPr>
            </a:lvl6pPr>
            <a:lvl7pPr marL="2971800" indent="-228600" defTabSz="801688" fontAlgn="base">
              <a:spcBef>
                <a:spcPct val="0"/>
              </a:spcBef>
              <a:spcAft>
                <a:spcPct val="0"/>
              </a:spcAft>
              <a:defRPr>
                <a:solidFill>
                  <a:schemeClr val="tx1"/>
                </a:solidFill>
                <a:latin typeface="Arial" charset="0"/>
                <a:cs typeface="Arial" charset="0"/>
              </a:defRPr>
            </a:lvl7pPr>
            <a:lvl8pPr marL="3429000" indent="-228600" defTabSz="801688" fontAlgn="base">
              <a:spcBef>
                <a:spcPct val="0"/>
              </a:spcBef>
              <a:spcAft>
                <a:spcPct val="0"/>
              </a:spcAft>
              <a:defRPr>
                <a:solidFill>
                  <a:schemeClr val="tx1"/>
                </a:solidFill>
                <a:latin typeface="Arial" charset="0"/>
                <a:cs typeface="Arial" charset="0"/>
              </a:defRPr>
            </a:lvl8pPr>
            <a:lvl9pPr marL="3886200" indent="-228600" defTabSz="801688" fontAlgn="base">
              <a:spcBef>
                <a:spcPct val="0"/>
              </a:spcBef>
              <a:spcAft>
                <a:spcPct val="0"/>
              </a:spcAft>
              <a:defRPr>
                <a:solidFill>
                  <a:schemeClr val="tx1"/>
                </a:solidFill>
                <a:latin typeface="Arial" charset="0"/>
                <a:cs typeface="Arial" charset="0"/>
              </a:defRPr>
            </a:lvl9pPr>
          </a:lstStyle>
          <a:p>
            <a:pPr algn="ctr" eaLnBrk="0" hangingPunct="0"/>
            <a:r>
              <a:rPr lang="fr-FR" sz="1600" b="1" noProof="1">
                <a:solidFill>
                  <a:schemeClr val="bg1"/>
                </a:solidFill>
                <a:latin typeface="+mn-lt"/>
              </a:rPr>
              <a:t>Entités critiques </a:t>
            </a:r>
          </a:p>
        </p:txBody>
      </p:sp>
      <p:sp>
        <p:nvSpPr>
          <p:cNvPr id="7" name="Rectangle 395">
            <a:extLst>
              <a:ext uri="{FF2B5EF4-FFF2-40B4-BE49-F238E27FC236}">
                <a16:creationId xmlns:a16="http://schemas.microsoft.com/office/drawing/2014/main" id="{8D35CD96-2211-5987-A241-D70EE354446C}"/>
              </a:ext>
            </a:extLst>
          </p:cNvPr>
          <p:cNvSpPr>
            <a:spLocks noChangeArrowheads="1"/>
          </p:cNvSpPr>
          <p:nvPr/>
        </p:nvSpPr>
        <p:spPr bwMode="gray">
          <a:xfrm>
            <a:off x="3970020" y="942841"/>
            <a:ext cx="4708352" cy="330457"/>
          </a:xfrm>
          <a:prstGeom prst="round2SameRect">
            <a:avLst>
              <a:gd name="adj1" fmla="val 11000"/>
              <a:gd name="adj2" fmla="val 0"/>
            </a:avLst>
          </a:prstGeom>
          <a:solidFill>
            <a:schemeClr val="accent3"/>
          </a:solidFill>
          <a:ln w="9525">
            <a:solidFill>
              <a:schemeClr val="bg2"/>
            </a:solidFill>
            <a:miter lim="800000"/>
            <a:headEnd/>
            <a:tailEnd/>
          </a:ln>
          <a:effectLst/>
        </p:spPr>
        <p:txBody>
          <a:bodyPr lIns="0" tIns="0" rIns="0" bIns="0" anchor="ctr"/>
          <a:lstStyle>
            <a:lvl1pPr defTabSz="801688">
              <a:defRPr>
                <a:solidFill>
                  <a:schemeClr val="tx1"/>
                </a:solidFill>
                <a:latin typeface="Arial" charset="0"/>
                <a:cs typeface="Arial" charset="0"/>
              </a:defRPr>
            </a:lvl1pPr>
            <a:lvl2pPr marL="742950" indent="-285750" defTabSz="801688">
              <a:defRPr>
                <a:solidFill>
                  <a:schemeClr val="tx1"/>
                </a:solidFill>
                <a:latin typeface="Arial" charset="0"/>
                <a:cs typeface="Arial" charset="0"/>
              </a:defRPr>
            </a:lvl2pPr>
            <a:lvl3pPr marL="1143000" indent="-228600" defTabSz="801688">
              <a:defRPr>
                <a:solidFill>
                  <a:schemeClr val="tx1"/>
                </a:solidFill>
                <a:latin typeface="Arial" charset="0"/>
                <a:cs typeface="Arial" charset="0"/>
              </a:defRPr>
            </a:lvl3pPr>
            <a:lvl4pPr marL="1600200" indent="-228600" defTabSz="801688">
              <a:defRPr>
                <a:solidFill>
                  <a:schemeClr val="tx1"/>
                </a:solidFill>
                <a:latin typeface="Arial" charset="0"/>
                <a:cs typeface="Arial" charset="0"/>
              </a:defRPr>
            </a:lvl4pPr>
            <a:lvl5pPr marL="2057400" indent="-228600" defTabSz="801688">
              <a:defRPr>
                <a:solidFill>
                  <a:schemeClr val="tx1"/>
                </a:solidFill>
                <a:latin typeface="Arial" charset="0"/>
                <a:cs typeface="Arial" charset="0"/>
              </a:defRPr>
            </a:lvl5pPr>
            <a:lvl6pPr marL="2514600" indent="-228600" defTabSz="801688" fontAlgn="base">
              <a:spcBef>
                <a:spcPct val="0"/>
              </a:spcBef>
              <a:spcAft>
                <a:spcPct val="0"/>
              </a:spcAft>
              <a:defRPr>
                <a:solidFill>
                  <a:schemeClr val="tx1"/>
                </a:solidFill>
                <a:latin typeface="Arial" charset="0"/>
                <a:cs typeface="Arial" charset="0"/>
              </a:defRPr>
            </a:lvl6pPr>
            <a:lvl7pPr marL="2971800" indent="-228600" defTabSz="801688" fontAlgn="base">
              <a:spcBef>
                <a:spcPct val="0"/>
              </a:spcBef>
              <a:spcAft>
                <a:spcPct val="0"/>
              </a:spcAft>
              <a:defRPr>
                <a:solidFill>
                  <a:schemeClr val="tx1"/>
                </a:solidFill>
                <a:latin typeface="Arial" charset="0"/>
                <a:cs typeface="Arial" charset="0"/>
              </a:defRPr>
            </a:lvl7pPr>
            <a:lvl8pPr marL="3429000" indent="-228600" defTabSz="801688" fontAlgn="base">
              <a:spcBef>
                <a:spcPct val="0"/>
              </a:spcBef>
              <a:spcAft>
                <a:spcPct val="0"/>
              </a:spcAft>
              <a:defRPr>
                <a:solidFill>
                  <a:schemeClr val="tx1"/>
                </a:solidFill>
                <a:latin typeface="Arial" charset="0"/>
                <a:cs typeface="Arial" charset="0"/>
              </a:defRPr>
            </a:lvl8pPr>
            <a:lvl9pPr marL="3886200" indent="-228600" defTabSz="801688" fontAlgn="base">
              <a:spcBef>
                <a:spcPct val="0"/>
              </a:spcBef>
              <a:spcAft>
                <a:spcPct val="0"/>
              </a:spcAft>
              <a:defRPr>
                <a:solidFill>
                  <a:schemeClr val="tx1"/>
                </a:solidFill>
                <a:latin typeface="Arial" charset="0"/>
                <a:cs typeface="Arial" charset="0"/>
              </a:defRPr>
            </a:lvl9pPr>
          </a:lstStyle>
          <a:p>
            <a:pPr algn="ctr" eaLnBrk="0" hangingPunct="0"/>
            <a:r>
              <a:rPr lang="fr-FR" sz="1600" b="1" noProof="1">
                <a:solidFill>
                  <a:schemeClr val="bg1"/>
                </a:solidFill>
                <a:latin typeface="+mn-lt"/>
              </a:rPr>
              <a:t>OIV</a:t>
            </a:r>
          </a:p>
        </p:txBody>
      </p:sp>
      <p:sp>
        <p:nvSpPr>
          <p:cNvPr id="9" name="ZoneTexte 8">
            <a:extLst>
              <a:ext uri="{FF2B5EF4-FFF2-40B4-BE49-F238E27FC236}">
                <a16:creationId xmlns:a16="http://schemas.microsoft.com/office/drawing/2014/main" id="{3FB02D8D-F575-71C9-1D01-2B63E1AC9B69}"/>
              </a:ext>
            </a:extLst>
          </p:cNvPr>
          <p:cNvSpPr txBox="1"/>
          <p:nvPr/>
        </p:nvSpPr>
        <p:spPr>
          <a:xfrm>
            <a:off x="2027735" y="5987390"/>
            <a:ext cx="6489164" cy="580534"/>
          </a:xfrm>
          <a:prstGeom prst="rect">
            <a:avLst/>
          </a:prstGeom>
          <a:noFill/>
        </p:spPr>
        <p:txBody>
          <a:bodyPr wrap="square" lIns="0" tIns="36000" rIns="0" bIns="36000" rtlCol="0">
            <a:spAutoFit/>
          </a:bodyPr>
          <a:lstStyle/>
          <a:p>
            <a:pPr marR="0" lvl="0" defTabSz="914400" rtl="0" eaLnBrk="1" fontAlgn="auto" latinLnBrk="0" hangingPunct="1">
              <a:lnSpc>
                <a:spcPct val="100000"/>
              </a:lnSpc>
              <a:spcBef>
                <a:spcPts val="0"/>
              </a:spcBef>
              <a:spcAft>
                <a:spcPts val="0"/>
              </a:spcAft>
              <a:buClrTx/>
              <a:buSzTx/>
              <a:buFontTx/>
              <a:buNone/>
              <a:tabLst/>
              <a:defRPr/>
            </a:pPr>
            <a:r>
              <a:rPr lang="fr-FR" sz="1100" b="1"/>
              <a:t>Les entités critiques notifient </a:t>
            </a:r>
            <a:r>
              <a:rPr lang="fr-FR" sz="1100"/>
              <a:t>à l’autorité compétente </a:t>
            </a:r>
            <a:r>
              <a:rPr lang="fr-FR" sz="1100" b="1"/>
              <a:t>les incidents </a:t>
            </a:r>
            <a:r>
              <a:rPr lang="fr-FR" sz="1100"/>
              <a:t>qui perturbent ou sont susceptibles de perturber de manière importante la fourniture de services essentiels, et présentent une première notification au plus tard 24 heures après avoir pris connaissance d’un incident. (Art. 15)</a:t>
            </a:r>
          </a:p>
        </p:txBody>
      </p:sp>
      <p:sp>
        <p:nvSpPr>
          <p:cNvPr id="19" name="ZoneTexte 18">
            <a:extLst>
              <a:ext uri="{FF2B5EF4-FFF2-40B4-BE49-F238E27FC236}">
                <a16:creationId xmlns:a16="http://schemas.microsoft.com/office/drawing/2014/main" id="{E25D654A-C691-B052-0C6B-333CEACFBE1B}"/>
              </a:ext>
            </a:extLst>
          </p:cNvPr>
          <p:cNvSpPr txBox="1"/>
          <p:nvPr/>
        </p:nvSpPr>
        <p:spPr>
          <a:xfrm>
            <a:off x="1611062" y="1316333"/>
            <a:ext cx="2229593" cy="1426920"/>
          </a:xfrm>
          <a:prstGeom prst="rect">
            <a:avLst/>
          </a:prstGeom>
          <a:noFill/>
        </p:spPr>
        <p:txBody>
          <a:bodyPr wrap="square" lIns="0" tIns="36000" rIns="0" bIns="36000" rtlCol="0">
            <a:spAutoFit/>
          </a:bodyPr>
          <a:lstStyle/>
          <a:p>
            <a:pPr marR="0" lvl="0" defTabSz="914400" rtl="0" eaLnBrk="1" fontAlgn="auto" latinLnBrk="0" hangingPunct="1">
              <a:lnSpc>
                <a:spcPct val="100000"/>
              </a:lnSpc>
              <a:spcBef>
                <a:spcPts val="0"/>
              </a:spcBef>
              <a:spcAft>
                <a:spcPts val="0"/>
              </a:spcAft>
              <a:buClrTx/>
              <a:buSzTx/>
              <a:buFontTx/>
              <a:buNone/>
              <a:tabLst/>
              <a:defRPr/>
            </a:pPr>
            <a:r>
              <a:rPr lang="fr-FR" sz="1100"/>
              <a:t>Les entités critiques procèdent à une </a:t>
            </a:r>
            <a:r>
              <a:rPr lang="fr-FR" sz="1100" b="1"/>
              <a:t>évaluation des risques</a:t>
            </a:r>
            <a:r>
              <a:rPr lang="fr-FR" sz="1100"/>
              <a:t> dans les 9 mois suivants qu’elles ont été recensées comme entités critiques, puis au moins tous les 4 ans. L’évaluation des risques prend en compte tous les risques naturels et humains pertinents. (Art. 12) </a:t>
            </a:r>
          </a:p>
        </p:txBody>
      </p:sp>
      <p:sp>
        <p:nvSpPr>
          <p:cNvPr id="20" name="European Union">
            <a:extLst>
              <a:ext uri="{FF2B5EF4-FFF2-40B4-BE49-F238E27FC236}">
                <a16:creationId xmlns:a16="http://schemas.microsoft.com/office/drawing/2014/main" id="{DA7A0122-6B95-FB78-A030-975372255D29}"/>
              </a:ext>
            </a:extLst>
          </p:cNvPr>
          <p:cNvSpPr>
            <a:spLocks noChangeAspect="1"/>
          </p:cNvSpPr>
          <p:nvPr/>
        </p:nvSpPr>
        <p:spPr>
          <a:xfrm>
            <a:off x="1252013" y="983338"/>
            <a:ext cx="254873" cy="252000"/>
          </a:xfrm>
          <a:prstGeom prst="ellipse">
            <a:avLst/>
          </a:prstGeom>
          <a:blipFill>
            <a:blip r:embed="rId42"/>
            <a:srcRect/>
            <a:stretch>
              <a:fillRect l="-30720" t="-3547" r="-30720" b="-354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a:solidFill>
                <a:schemeClr val="tx1"/>
              </a:solidFill>
              <a:latin typeface="+mj-lt"/>
            </a:endParaRPr>
          </a:p>
        </p:txBody>
      </p:sp>
      <p:sp>
        <p:nvSpPr>
          <p:cNvPr id="12" name="ZoneTexte 11">
            <a:extLst>
              <a:ext uri="{FF2B5EF4-FFF2-40B4-BE49-F238E27FC236}">
                <a16:creationId xmlns:a16="http://schemas.microsoft.com/office/drawing/2014/main" id="{040C6BDE-7AD6-2B44-F06D-07AAA69159F8}"/>
              </a:ext>
            </a:extLst>
          </p:cNvPr>
          <p:cNvSpPr txBox="1"/>
          <p:nvPr/>
        </p:nvSpPr>
        <p:spPr>
          <a:xfrm>
            <a:off x="4663440" y="2383875"/>
            <a:ext cx="4014931" cy="580534"/>
          </a:xfrm>
          <a:prstGeom prst="rect">
            <a:avLst/>
          </a:prstGeom>
          <a:noFill/>
        </p:spPr>
        <p:txBody>
          <a:bodyPr wrap="square" lIns="0" tIns="36000" rIns="0" bIns="36000" rtlCol="0">
            <a:spAutoFit/>
          </a:bodyPr>
          <a:lstStyle/>
          <a:p>
            <a:pPr>
              <a:spcBef>
                <a:spcPts val="0"/>
              </a:spcBef>
              <a:buFontTx/>
              <a:buNone/>
            </a:pPr>
            <a:r>
              <a:rPr lang="fr-FR" sz="1100"/>
              <a:t>Adopter des </a:t>
            </a:r>
            <a:r>
              <a:rPr lang="fr-FR" sz="1100" b="1"/>
              <a:t>mesures de résilience </a:t>
            </a:r>
            <a:r>
              <a:rPr lang="fr-FR" sz="1100"/>
              <a:t>pour prévenir, se protéger, résister et se rétablir des incidents pouvant affecter les AIV ou les IC</a:t>
            </a:r>
          </a:p>
        </p:txBody>
      </p:sp>
      <p:grpSp>
        <p:nvGrpSpPr>
          <p:cNvPr id="25" name="Groupe 24">
            <a:extLst>
              <a:ext uri="{FF2B5EF4-FFF2-40B4-BE49-F238E27FC236}">
                <a16:creationId xmlns:a16="http://schemas.microsoft.com/office/drawing/2014/main" id="{EFBBBF12-6FF1-AEC5-3950-3B20080CC19C}"/>
              </a:ext>
              <a:ext uri="{C183D7F6-B498-43B3-948B-1728B52AA6E4}">
                <adec:decorative xmlns:adec="http://schemas.microsoft.com/office/drawing/2017/decorative" val="1"/>
              </a:ext>
            </a:extLst>
          </p:cNvPr>
          <p:cNvGrpSpPr>
            <a:grpSpLocks noChangeAspect="1"/>
          </p:cNvGrpSpPr>
          <p:nvPr>
            <p:custDataLst>
              <p:tags r:id="rId1"/>
            </p:custDataLst>
          </p:nvPr>
        </p:nvGrpSpPr>
        <p:grpSpPr>
          <a:xfrm>
            <a:off x="4260071" y="2550177"/>
            <a:ext cx="288000" cy="288000"/>
            <a:chOff x="719932" y="719932"/>
            <a:chExt cx="720724" cy="720724"/>
          </a:xfrm>
        </p:grpSpPr>
        <p:pic>
          <p:nvPicPr>
            <p:cNvPr id="26" name="Graphic - Shield [0]" descr="Shield">
              <a:extLst>
                <a:ext uri="{FF2B5EF4-FFF2-40B4-BE49-F238E27FC236}">
                  <a16:creationId xmlns:a16="http://schemas.microsoft.com/office/drawing/2014/main" id="{88000F48-DDD2-5C5B-72D3-6B236F8D7CB1}"/>
                </a:ext>
              </a:extLst>
            </p:cNvPr>
            <p:cNvPicPr>
              <a:picLocks noChangeAspect="1"/>
            </p:cNvPicPr>
            <p:nvPr>
              <p:custDataLst>
                <p:tags r:id="rId36"/>
              </p:custDataLst>
            </p:nvPr>
          </p:nvPicPr>
          <p:blipFill>
            <a:blip r:embed="rId43">
              <a:extLst>
                <a:ext uri="{96DAC541-7B7A-43D3-8B79-37D633B846F1}">
                  <asvg:svgBlip xmlns:asvg="http://schemas.microsoft.com/office/drawing/2016/SVG/main" r:embed="rId44"/>
                </a:ext>
              </a:extLst>
            </a:blip>
            <a:srcRect/>
            <a:stretch/>
          </p:blipFill>
          <p:spPr>
            <a:xfrm>
              <a:off x="719932" y="719932"/>
              <a:ext cx="720724" cy="720724"/>
            </a:xfrm>
            <a:prstGeom prst="rect">
              <a:avLst/>
            </a:prstGeom>
          </p:spPr>
        </p:pic>
        <p:pic>
          <p:nvPicPr>
            <p:cNvPr id="27" name="Graphic - Shield [1]" descr="Shield" hidden="1">
              <a:extLst>
                <a:ext uri="{FF2B5EF4-FFF2-40B4-BE49-F238E27FC236}">
                  <a16:creationId xmlns:a16="http://schemas.microsoft.com/office/drawing/2014/main" id="{082D7C32-A151-2FC5-F9D8-A3C82559E38D}"/>
                </a:ext>
              </a:extLst>
            </p:cNvPr>
            <p:cNvPicPr>
              <a:picLocks noChangeAspect="1"/>
            </p:cNvPicPr>
            <p:nvPr>
              <p:custDataLst>
                <p:tags r:id="rId37"/>
              </p:custDataLst>
            </p:nvPr>
          </p:nvPicPr>
          <p:blipFill>
            <a:blip r:embed="rId45">
              <a:extLst>
                <a:ext uri="{96DAC541-7B7A-43D3-8B79-37D633B846F1}">
                  <asvg:svgBlip xmlns:asvg="http://schemas.microsoft.com/office/drawing/2016/SVG/main" r:embed="rId46"/>
                </a:ext>
              </a:extLst>
            </a:blip>
            <a:srcRect/>
            <a:stretch/>
          </p:blipFill>
          <p:spPr>
            <a:xfrm>
              <a:off x="719932" y="719932"/>
              <a:ext cx="720724" cy="720724"/>
            </a:xfrm>
            <a:prstGeom prst="rect">
              <a:avLst/>
            </a:prstGeom>
          </p:spPr>
        </p:pic>
      </p:grpSp>
      <p:sp>
        <p:nvSpPr>
          <p:cNvPr id="11" name="ZoneTexte 10">
            <a:extLst>
              <a:ext uri="{FF2B5EF4-FFF2-40B4-BE49-F238E27FC236}">
                <a16:creationId xmlns:a16="http://schemas.microsoft.com/office/drawing/2014/main" id="{F8919BC0-55CB-CFC1-0C57-8BCC9179AEE6}"/>
              </a:ext>
            </a:extLst>
          </p:cNvPr>
          <p:cNvSpPr txBox="1"/>
          <p:nvPr/>
        </p:nvSpPr>
        <p:spPr>
          <a:xfrm>
            <a:off x="4680533" y="1808656"/>
            <a:ext cx="4014930" cy="580534"/>
          </a:xfrm>
          <a:prstGeom prst="rect">
            <a:avLst/>
          </a:prstGeom>
          <a:noFill/>
        </p:spPr>
        <p:txBody>
          <a:bodyPr wrap="square" lIns="0" tIns="36000" rIns="0" bIns="36000" rtlCol="0">
            <a:spAutoFit/>
          </a:bodyPr>
          <a:lstStyle/>
          <a:p>
            <a:pPr>
              <a:spcBef>
                <a:spcPts val="0"/>
              </a:spcBef>
              <a:spcAft>
                <a:spcPts val="300"/>
              </a:spcAft>
              <a:buFontTx/>
              <a:buNone/>
            </a:pPr>
            <a:r>
              <a:rPr lang="fr-FR" sz="1100"/>
              <a:t>Réaliser une </a:t>
            </a:r>
            <a:r>
              <a:rPr lang="fr-FR" sz="1100" b="1"/>
              <a:t>analyse des dépendances </a:t>
            </a:r>
            <a:r>
              <a:rPr lang="fr-FR" sz="1100"/>
              <a:t>et des approvisionnements à l’égard de tiers y compris ceux situés en dehors du territoire national, pour l’exercice des AIV</a:t>
            </a:r>
          </a:p>
        </p:txBody>
      </p:sp>
      <p:grpSp>
        <p:nvGrpSpPr>
          <p:cNvPr id="28" name="Groupe 27">
            <a:extLst>
              <a:ext uri="{FF2B5EF4-FFF2-40B4-BE49-F238E27FC236}">
                <a16:creationId xmlns:a16="http://schemas.microsoft.com/office/drawing/2014/main" id="{14D34CD1-C764-E53B-AD7B-1C8A008057E0}"/>
              </a:ext>
              <a:ext uri="{C183D7F6-B498-43B3-948B-1728B52AA6E4}">
                <adec:decorative xmlns:adec="http://schemas.microsoft.com/office/drawing/2017/decorative" val="1"/>
              </a:ext>
            </a:extLst>
          </p:cNvPr>
          <p:cNvGrpSpPr>
            <a:grpSpLocks noChangeAspect="1"/>
          </p:cNvGrpSpPr>
          <p:nvPr>
            <p:custDataLst>
              <p:tags r:id="rId2"/>
            </p:custDataLst>
          </p:nvPr>
        </p:nvGrpSpPr>
        <p:grpSpPr>
          <a:xfrm>
            <a:off x="4261410" y="1949962"/>
            <a:ext cx="288000" cy="288000"/>
            <a:chOff x="719932" y="719932"/>
            <a:chExt cx="720724" cy="720724"/>
          </a:xfrm>
        </p:grpSpPr>
        <p:pic>
          <p:nvPicPr>
            <p:cNvPr id="29" name="Graphic - Magnifying glass - house [0]">
              <a:extLst>
                <a:ext uri="{FF2B5EF4-FFF2-40B4-BE49-F238E27FC236}">
                  <a16:creationId xmlns:a16="http://schemas.microsoft.com/office/drawing/2014/main" id="{DF57F710-2BF1-8673-80A0-BA24C2FAD415}"/>
                </a:ext>
              </a:extLst>
            </p:cNvPr>
            <p:cNvPicPr>
              <a:picLocks noChangeAspect="1"/>
            </p:cNvPicPr>
            <p:nvPr>
              <p:custDataLst>
                <p:tags r:id="rId34"/>
              </p:custDataLst>
            </p:nvPr>
          </p:nvPicPr>
          <p:blipFill>
            <a:blip r:embed="rId47">
              <a:extLst>
                <a:ext uri="{96DAC541-7B7A-43D3-8B79-37D633B846F1}">
                  <asvg:svgBlip xmlns:asvg="http://schemas.microsoft.com/office/drawing/2016/SVG/main" r:embed="rId48"/>
                </a:ext>
              </a:extLst>
            </a:blip>
            <a:srcRect/>
            <a:stretch/>
          </p:blipFill>
          <p:spPr>
            <a:xfrm>
              <a:off x="719932" y="719932"/>
              <a:ext cx="720724" cy="720724"/>
            </a:xfrm>
            <a:prstGeom prst="rect">
              <a:avLst/>
            </a:prstGeom>
          </p:spPr>
        </p:pic>
        <p:pic>
          <p:nvPicPr>
            <p:cNvPr id="30" name="Graphic - Magnifying glass - house [1]" hidden="1">
              <a:extLst>
                <a:ext uri="{FF2B5EF4-FFF2-40B4-BE49-F238E27FC236}">
                  <a16:creationId xmlns:a16="http://schemas.microsoft.com/office/drawing/2014/main" id="{EF42A027-283C-836A-3266-F011CEA23A4C}"/>
                </a:ext>
              </a:extLst>
            </p:cNvPr>
            <p:cNvPicPr>
              <a:picLocks noChangeAspect="1"/>
            </p:cNvPicPr>
            <p:nvPr>
              <p:custDataLst>
                <p:tags r:id="rId35"/>
              </p:custDataLst>
            </p:nvPr>
          </p:nvPicPr>
          <p:blipFill>
            <a:blip r:embed="rId49">
              <a:extLst>
                <a:ext uri="{96DAC541-7B7A-43D3-8B79-37D633B846F1}">
                  <asvg:svgBlip xmlns:asvg="http://schemas.microsoft.com/office/drawing/2016/SVG/main" r:embed="rId50"/>
                </a:ext>
              </a:extLst>
            </a:blip>
            <a:srcRect/>
            <a:stretch/>
          </p:blipFill>
          <p:spPr>
            <a:xfrm>
              <a:off x="719932" y="719932"/>
              <a:ext cx="720724" cy="720724"/>
            </a:xfrm>
            <a:prstGeom prst="rect">
              <a:avLst/>
            </a:prstGeom>
          </p:spPr>
        </p:pic>
      </p:grpSp>
      <p:sp>
        <p:nvSpPr>
          <p:cNvPr id="18" name="ZoneTexte 17">
            <a:extLst>
              <a:ext uri="{FF2B5EF4-FFF2-40B4-BE49-F238E27FC236}">
                <a16:creationId xmlns:a16="http://schemas.microsoft.com/office/drawing/2014/main" id="{34CF4308-7D45-EA5E-9B44-F76A1ABE4A1A}"/>
              </a:ext>
            </a:extLst>
          </p:cNvPr>
          <p:cNvSpPr txBox="1"/>
          <p:nvPr/>
        </p:nvSpPr>
        <p:spPr>
          <a:xfrm>
            <a:off x="2013678" y="5493770"/>
            <a:ext cx="6206381" cy="411257"/>
          </a:xfrm>
          <a:prstGeom prst="rect">
            <a:avLst/>
          </a:prstGeom>
          <a:noFill/>
        </p:spPr>
        <p:txBody>
          <a:bodyPr wrap="square" lIns="0" tIns="36000" rIns="0" bIns="36000" rtlCol="0">
            <a:spAutoFit/>
          </a:bodyPr>
          <a:lstStyle/>
          <a:p>
            <a:pPr>
              <a:spcBef>
                <a:spcPts val="0"/>
              </a:spcBef>
              <a:buFontTx/>
              <a:buNone/>
            </a:pPr>
            <a:r>
              <a:rPr lang="fr-FR" sz="1100" b="1"/>
              <a:t>Tenir compte des avis de la Commission européenne </a:t>
            </a:r>
            <a:r>
              <a:rPr lang="fr-FR" sz="1100"/>
              <a:t>afin de renforcer la résilience et la capacité à fournir leurs services</a:t>
            </a:r>
          </a:p>
        </p:txBody>
      </p:sp>
      <p:grpSp>
        <p:nvGrpSpPr>
          <p:cNvPr id="31" name="Groupe 30">
            <a:extLst>
              <a:ext uri="{FF2B5EF4-FFF2-40B4-BE49-F238E27FC236}">
                <a16:creationId xmlns:a16="http://schemas.microsoft.com/office/drawing/2014/main" id="{E50870EB-D5FF-FAEC-03FA-F83805A760B6}"/>
              </a:ext>
              <a:ext uri="{C183D7F6-B498-43B3-948B-1728B52AA6E4}">
                <adec:decorative xmlns:adec="http://schemas.microsoft.com/office/drawing/2017/decorative" val="1"/>
              </a:ext>
            </a:extLst>
          </p:cNvPr>
          <p:cNvGrpSpPr>
            <a:grpSpLocks noChangeAspect="1"/>
          </p:cNvGrpSpPr>
          <p:nvPr>
            <p:custDataLst>
              <p:tags r:id="rId3"/>
            </p:custDataLst>
          </p:nvPr>
        </p:nvGrpSpPr>
        <p:grpSpPr>
          <a:xfrm>
            <a:off x="1624366" y="5550405"/>
            <a:ext cx="288000" cy="299623"/>
            <a:chOff x="719932" y="719932"/>
            <a:chExt cx="720724" cy="720724"/>
          </a:xfrm>
        </p:grpSpPr>
        <p:pic>
          <p:nvPicPr>
            <p:cNvPr id="32" name="Graphic - Medical report [0]" descr="Medical report ">
              <a:extLst>
                <a:ext uri="{FF2B5EF4-FFF2-40B4-BE49-F238E27FC236}">
                  <a16:creationId xmlns:a16="http://schemas.microsoft.com/office/drawing/2014/main" id="{EFC43969-0242-071F-606F-B19E4E1A88E2}"/>
                </a:ext>
              </a:extLst>
            </p:cNvPr>
            <p:cNvPicPr>
              <a:picLocks noChangeAspect="1"/>
            </p:cNvPicPr>
            <p:nvPr>
              <p:custDataLst>
                <p:tags r:id="rId32"/>
              </p:custDataLst>
            </p:nvPr>
          </p:nvPicPr>
          <p:blipFill>
            <a:blip r:embed="rId51">
              <a:extLst>
                <a:ext uri="{96DAC541-7B7A-43D3-8B79-37D633B846F1}">
                  <asvg:svgBlip xmlns:asvg="http://schemas.microsoft.com/office/drawing/2016/SVG/main" r:embed="rId52"/>
                </a:ext>
              </a:extLst>
            </a:blip>
            <a:srcRect/>
            <a:stretch/>
          </p:blipFill>
          <p:spPr>
            <a:xfrm>
              <a:off x="719932" y="719932"/>
              <a:ext cx="720724" cy="720724"/>
            </a:xfrm>
            <a:prstGeom prst="rect">
              <a:avLst/>
            </a:prstGeom>
          </p:spPr>
        </p:pic>
        <p:pic>
          <p:nvPicPr>
            <p:cNvPr id="33" name="Graphic - Medical report [1]" descr="Medical report " hidden="1">
              <a:extLst>
                <a:ext uri="{FF2B5EF4-FFF2-40B4-BE49-F238E27FC236}">
                  <a16:creationId xmlns:a16="http://schemas.microsoft.com/office/drawing/2014/main" id="{D8992879-C961-AE30-5494-4D340149FE46}"/>
                </a:ext>
              </a:extLst>
            </p:cNvPr>
            <p:cNvPicPr>
              <a:picLocks noChangeAspect="1"/>
            </p:cNvPicPr>
            <p:nvPr>
              <p:custDataLst>
                <p:tags r:id="rId33"/>
              </p:custDataLst>
            </p:nvPr>
          </p:nvPicPr>
          <p:blipFill>
            <a:blip r:embed="rId53">
              <a:extLst>
                <a:ext uri="{96DAC541-7B7A-43D3-8B79-37D633B846F1}">
                  <asvg:svgBlip xmlns:asvg="http://schemas.microsoft.com/office/drawing/2016/SVG/main" r:embed="rId54"/>
                </a:ext>
              </a:extLst>
            </a:blip>
            <a:srcRect/>
            <a:stretch/>
          </p:blipFill>
          <p:spPr>
            <a:xfrm>
              <a:off x="719932" y="719932"/>
              <a:ext cx="720724" cy="720724"/>
            </a:xfrm>
            <a:prstGeom prst="rect">
              <a:avLst/>
            </a:prstGeom>
          </p:spPr>
        </p:pic>
      </p:grpSp>
      <p:pic>
        <p:nvPicPr>
          <p:cNvPr id="36" name="Balance [1]" hidden="1">
            <a:extLst>
              <a:ext uri="{FF2B5EF4-FFF2-40B4-BE49-F238E27FC236}">
                <a16:creationId xmlns:a16="http://schemas.microsoft.com/office/drawing/2014/main" id="{55C52D94-73DF-8BB4-33D5-7E9F6DCDA32D}"/>
              </a:ext>
            </a:extLst>
          </p:cNvPr>
          <p:cNvPicPr>
            <a:picLocks noChangeAspect="1"/>
          </p:cNvPicPr>
          <p:nvPr>
            <p:custDataLst>
              <p:tags r:id="rId4"/>
            </p:custDataLst>
          </p:nvPr>
        </p:nvPicPr>
        <p:blipFill>
          <a:blip r:embed="rId55">
            <a:extLst>
              <a:ext uri="{96DAC541-7B7A-43D3-8B79-37D633B846F1}">
                <asvg:svgBlip xmlns:asvg="http://schemas.microsoft.com/office/drawing/2016/SVG/main" r:embed="rId56"/>
              </a:ext>
            </a:extLst>
          </a:blip>
          <a:srcRect/>
          <a:stretch/>
        </p:blipFill>
        <p:spPr>
          <a:xfrm>
            <a:off x="4261410" y="4025402"/>
            <a:ext cx="288000" cy="288000"/>
          </a:xfrm>
          <a:prstGeom prst="rect">
            <a:avLst/>
          </a:prstGeom>
        </p:spPr>
      </p:pic>
      <p:sp>
        <p:nvSpPr>
          <p:cNvPr id="13" name="ZoneTexte 12">
            <a:extLst>
              <a:ext uri="{FF2B5EF4-FFF2-40B4-BE49-F238E27FC236}">
                <a16:creationId xmlns:a16="http://schemas.microsoft.com/office/drawing/2014/main" id="{C276D789-AE56-9DE4-F169-1A672154DAA2}"/>
              </a:ext>
            </a:extLst>
          </p:cNvPr>
          <p:cNvSpPr txBox="1"/>
          <p:nvPr/>
        </p:nvSpPr>
        <p:spPr>
          <a:xfrm>
            <a:off x="4663440" y="2972697"/>
            <a:ext cx="4032023" cy="580534"/>
          </a:xfrm>
          <a:prstGeom prst="rect">
            <a:avLst/>
          </a:prstGeom>
          <a:noFill/>
        </p:spPr>
        <p:txBody>
          <a:bodyPr wrap="square" lIns="0" tIns="36000" rIns="0" bIns="36000" rtlCol="0">
            <a:spAutoFit/>
          </a:bodyPr>
          <a:lstStyle/>
          <a:p>
            <a:pPr>
              <a:spcBef>
                <a:spcPts val="0"/>
              </a:spcBef>
              <a:spcAft>
                <a:spcPts val="300"/>
              </a:spcAft>
              <a:buFontTx/>
              <a:buNone/>
            </a:pPr>
            <a:r>
              <a:rPr lang="fr-FR" sz="1100"/>
              <a:t>Elaborer un </a:t>
            </a:r>
            <a:r>
              <a:rPr lang="fr-FR" sz="1100" b="1"/>
              <a:t>Plan de résilience opérateur </a:t>
            </a:r>
            <a:r>
              <a:rPr lang="fr-FR" sz="1100"/>
              <a:t>(PRO) regroupant analyse de risques et mesures de résilience, et un </a:t>
            </a:r>
            <a:r>
              <a:rPr lang="fr-FR" sz="1100" b="1"/>
              <a:t>Plan de continuité d’activité</a:t>
            </a:r>
            <a:r>
              <a:rPr lang="fr-FR" sz="1100"/>
              <a:t> (PCA)</a:t>
            </a:r>
          </a:p>
        </p:txBody>
      </p:sp>
      <p:sp>
        <p:nvSpPr>
          <p:cNvPr id="14" name="ZoneTexte 13">
            <a:extLst>
              <a:ext uri="{FF2B5EF4-FFF2-40B4-BE49-F238E27FC236}">
                <a16:creationId xmlns:a16="http://schemas.microsoft.com/office/drawing/2014/main" id="{84636415-40C6-2C8B-2897-C99BF00DB873}"/>
              </a:ext>
            </a:extLst>
          </p:cNvPr>
          <p:cNvSpPr txBox="1"/>
          <p:nvPr/>
        </p:nvSpPr>
        <p:spPr>
          <a:xfrm>
            <a:off x="4663440" y="3639356"/>
            <a:ext cx="4014932" cy="580534"/>
          </a:xfrm>
          <a:prstGeom prst="rect">
            <a:avLst/>
          </a:prstGeom>
          <a:noFill/>
        </p:spPr>
        <p:txBody>
          <a:bodyPr wrap="square" lIns="0" tIns="36000" rIns="0" bIns="36000" rtlCol="0">
            <a:spAutoFit/>
          </a:bodyPr>
          <a:lstStyle/>
          <a:p>
            <a:pPr>
              <a:spcBef>
                <a:spcPts val="0"/>
              </a:spcBef>
              <a:spcAft>
                <a:spcPts val="300"/>
              </a:spcAft>
              <a:buFontTx/>
              <a:buNone/>
            </a:pPr>
            <a:r>
              <a:rPr lang="fr-FR" sz="1100"/>
              <a:t>Réaliser un </a:t>
            </a:r>
            <a:r>
              <a:rPr lang="fr-FR" sz="1100" b="1"/>
              <a:t>Plan particulier de résilience </a:t>
            </a:r>
            <a:r>
              <a:rPr lang="fr-FR" sz="1100"/>
              <a:t>(PPR) pour chaque PIV comprenant des mesures de surveillance, d’alarme et de protection matérielle</a:t>
            </a:r>
          </a:p>
        </p:txBody>
      </p:sp>
      <p:grpSp>
        <p:nvGrpSpPr>
          <p:cNvPr id="40" name="Groupe 39">
            <a:extLst>
              <a:ext uri="{FF2B5EF4-FFF2-40B4-BE49-F238E27FC236}">
                <a16:creationId xmlns:a16="http://schemas.microsoft.com/office/drawing/2014/main" id="{58CEB7DC-2FC0-8CF2-CA8E-ECD1D4D37064}"/>
              </a:ext>
              <a:ext uri="{C183D7F6-B498-43B3-948B-1728B52AA6E4}">
                <adec:decorative xmlns:adec="http://schemas.microsoft.com/office/drawing/2017/decorative" val="1"/>
              </a:ext>
            </a:extLst>
          </p:cNvPr>
          <p:cNvGrpSpPr>
            <a:grpSpLocks noChangeAspect="1"/>
          </p:cNvGrpSpPr>
          <p:nvPr>
            <p:custDataLst>
              <p:tags r:id="rId5"/>
            </p:custDataLst>
          </p:nvPr>
        </p:nvGrpSpPr>
        <p:grpSpPr>
          <a:xfrm>
            <a:off x="4261410" y="3790621"/>
            <a:ext cx="288000" cy="288000"/>
            <a:chOff x="719932" y="719932"/>
            <a:chExt cx="720724" cy="720724"/>
          </a:xfrm>
        </p:grpSpPr>
        <p:pic>
          <p:nvPicPr>
            <p:cNvPr id="41" name="Balance [0]">
              <a:extLst>
                <a:ext uri="{FF2B5EF4-FFF2-40B4-BE49-F238E27FC236}">
                  <a16:creationId xmlns:a16="http://schemas.microsoft.com/office/drawing/2014/main" id="{8BFD504D-A23E-9C19-196C-128FC66A9F57}"/>
                </a:ext>
              </a:extLst>
            </p:cNvPr>
            <p:cNvPicPr>
              <a:picLocks noChangeAspect="1"/>
            </p:cNvPicPr>
            <p:nvPr>
              <p:custDataLst>
                <p:tags r:id="rId30"/>
              </p:custDataLst>
            </p:nvPr>
          </p:nvPicPr>
          <p:blipFill>
            <a:blip r:embed="rId57">
              <a:extLst>
                <a:ext uri="{96DAC541-7B7A-43D3-8B79-37D633B846F1}">
                  <asvg:svgBlip xmlns:asvg="http://schemas.microsoft.com/office/drawing/2016/SVG/main" r:embed="rId58"/>
                </a:ext>
              </a:extLst>
            </a:blip>
            <a:srcRect/>
            <a:stretch/>
          </p:blipFill>
          <p:spPr>
            <a:xfrm>
              <a:off x="719932" y="719932"/>
              <a:ext cx="720724" cy="720724"/>
            </a:xfrm>
            <a:prstGeom prst="rect">
              <a:avLst/>
            </a:prstGeom>
          </p:spPr>
        </p:pic>
        <p:pic>
          <p:nvPicPr>
            <p:cNvPr id="42" name="Balance [1]" hidden="1">
              <a:extLst>
                <a:ext uri="{FF2B5EF4-FFF2-40B4-BE49-F238E27FC236}">
                  <a16:creationId xmlns:a16="http://schemas.microsoft.com/office/drawing/2014/main" id="{BE216779-06D1-00B9-981F-A90A55961990}"/>
                </a:ext>
              </a:extLst>
            </p:cNvPr>
            <p:cNvPicPr>
              <a:picLocks noChangeAspect="1"/>
            </p:cNvPicPr>
            <p:nvPr>
              <p:custDataLst>
                <p:tags r:id="rId31"/>
              </p:custDataLst>
            </p:nvPr>
          </p:nvPicPr>
          <p:blipFill>
            <a:blip r:embed="rId59">
              <a:extLst>
                <a:ext uri="{96DAC541-7B7A-43D3-8B79-37D633B846F1}">
                  <asvg:svgBlip xmlns:asvg="http://schemas.microsoft.com/office/drawing/2016/SVG/main" r:embed="rId60"/>
                </a:ext>
              </a:extLst>
            </a:blip>
            <a:srcRect/>
            <a:stretch/>
          </p:blipFill>
          <p:spPr>
            <a:xfrm>
              <a:off x="719932" y="719932"/>
              <a:ext cx="720724" cy="720724"/>
            </a:xfrm>
            <a:prstGeom prst="rect">
              <a:avLst/>
            </a:prstGeom>
          </p:spPr>
        </p:pic>
      </p:grpSp>
      <p:sp>
        <p:nvSpPr>
          <p:cNvPr id="16" name="ZoneTexte 15">
            <a:extLst>
              <a:ext uri="{FF2B5EF4-FFF2-40B4-BE49-F238E27FC236}">
                <a16:creationId xmlns:a16="http://schemas.microsoft.com/office/drawing/2014/main" id="{866DBD71-7F57-846E-B76F-A2057E967F45}"/>
              </a:ext>
            </a:extLst>
          </p:cNvPr>
          <p:cNvSpPr txBox="1"/>
          <p:nvPr/>
        </p:nvSpPr>
        <p:spPr>
          <a:xfrm>
            <a:off x="4665570" y="4313874"/>
            <a:ext cx="4012802" cy="580534"/>
          </a:xfrm>
          <a:prstGeom prst="rect">
            <a:avLst/>
          </a:prstGeom>
          <a:noFill/>
        </p:spPr>
        <p:txBody>
          <a:bodyPr wrap="square" lIns="0" tIns="36000" rIns="0" bIns="36000" rtlCol="0">
            <a:spAutoFit/>
          </a:bodyPr>
          <a:lstStyle/>
          <a:p>
            <a:pPr>
              <a:spcBef>
                <a:spcPts val="0"/>
              </a:spcBef>
              <a:spcAft>
                <a:spcPts val="300"/>
              </a:spcAft>
              <a:buFontTx/>
              <a:buNone/>
            </a:pPr>
            <a:r>
              <a:rPr lang="fr-FR" sz="1100" b="1"/>
              <a:t>Informer</a:t>
            </a:r>
            <a:r>
              <a:rPr lang="fr-FR" sz="1100"/>
              <a:t> les autorités de </a:t>
            </a:r>
            <a:r>
              <a:rPr lang="fr-FR" sz="1100" b="1"/>
              <a:t>l’exercice dans au moins 6 Etats membres d’une AIV</a:t>
            </a:r>
            <a:r>
              <a:rPr lang="fr-FR" sz="1100"/>
              <a:t> et présenter un Plan de résilience opérateur (PRO)</a:t>
            </a:r>
          </a:p>
        </p:txBody>
      </p:sp>
      <p:sp>
        <p:nvSpPr>
          <p:cNvPr id="17" name="ZoneTexte 16">
            <a:extLst>
              <a:ext uri="{FF2B5EF4-FFF2-40B4-BE49-F238E27FC236}">
                <a16:creationId xmlns:a16="http://schemas.microsoft.com/office/drawing/2014/main" id="{CB3CEB3A-9604-D85E-78D7-DFC729CD34F8}"/>
              </a:ext>
            </a:extLst>
          </p:cNvPr>
          <p:cNvSpPr txBox="1"/>
          <p:nvPr/>
        </p:nvSpPr>
        <p:spPr>
          <a:xfrm>
            <a:off x="2027734" y="4959889"/>
            <a:ext cx="6489163" cy="411257"/>
          </a:xfrm>
          <a:prstGeom prst="rect">
            <a:avLst/>
          </a:prstGeom>
          <a:noFill/>
        </p:spPr>
        <p:txBody>
          <a:bodyPr wrap="square" lIns="0" tIns="36000" rIns="0" bIns="36000" rtlCol="0">
            <a:spAutoFit/>
          </a:bodyPr>
          <a:lstStyle/>
          <a:p>
            <a:pPr>
              <a:spcBef>
                <a:spcPts val="0"/>
              </a:spcBef>
              <a:spcAft>
                <a:spcPts val="300"/>
              </a:spcAft>
              <a:buFontTx/>
              <a:buNone/>
            </a:pPr>
            <a:r>
              <a:rPr lang="fr-FR" sz="1100" b="1"/>
              <a:t>Garantir l’accès aux informations</a:t>
            </a:r>
            <a:r>
              <a:rPr lang="fr-FR" sz="1100"/>
              <a:t>, systèmes et installations aux missions de conseil organisées par la Commission européenne.</a:t>
            </a:r>
          </a:p>
        </p:txBody>
      </p:sp>
      <p:grpSp>
        <p:nvGrpSpPr>
          <p:cNvPr id="53" name="Groupe 52">
            <a:extLst>
              <a:ext uri="{FF2B5EF4-FFF2-40B4-BE49-F238E27FC236}">
                <a16:creationId xmlns:a16="http://schemas.microsoft.com/office/drawing/2014/main" id="{B4E902EF-7A52-1FC0-5E70-530CC223AC42}"/>
              </a:ext>
              <a:ext uri="{C183D7F6-B498-43B3-948B-1728B52AA6E4}">
                <adec:decorative xmlns:adec="http://schemas.microsoft.com/office/drawing/2017/decorative" val="1"/>
              </a:ext>
            </a:extLst>
          </p:cNvPr>
          <p:cNvGrpSpPr>
            <a:grpSpLocks noChangeAspect="1"/>
          </p:cNvGrpSpPr>
          <p:nvPr>
            <p:custDataLst>
              <p:tags r:id="rId6"/>
            </p:custDataLst>
          </p:nvPr>
        </p:nvGrpSpPr>
        <p:grpSpPr>
          <a:xfrm>
            <a:off x="1624366" y="5018137"/>
            <a:ext cx="288000" cy="288000"/>
            <a:chOff x="719932" y="719932"/>
            <a:chExt cx="720724" cy="720724"/>
          </a:xfrm>
        </p:grpSpPr>
        <p:pic>
          <p:nvPicPr>
            <p:cNvPr id="54" name="Graphic - Hand - fruit [0]">
              <a:extLst>
                <a:ext uri="{FF2B5EF4-FFF2-40B4-BE49-F238E27FC236}">
                  <a16:creationId xmlns:a16="http://schemas.microsoft.com/office/drawing/2014/main" id="{F589B758-6642-ECFB-7518-31BAABC5217F}"/>
                </a:ext>
              </a:extLst>
            </p:cNvPr>
            <p:cNvPicPr>
              <a:picLocks noChangeAspect="1"/>
            </p:cNvPicPr>
            <p:nvPr>
              <p:custDataLst>
                <p:tags r:id="rId28"/>
              </p:custDataLst>
            </p:nvPr>
          </p:nvPicPr>
          <p:blipFill>
            <a:blip r:embed="rId61">
              <a:extLst>
                <a:ext uri="{96DAC541-7B7A-43D3-8B79-37D633B846F1}">
                  <asvg:svgBlip xmlns:asvg="http://schemas.microsoft.com/office/drawing/2016/SVG/main" r:embed="rId62"/>
                </a:ext>
              </a:extLst>
            </a:blip>
            <a:srcRect/>
            <a:stretch/>
          </p:blipFill>
          <p:spPr>
            <a:xfrm>
              <a:off x="719932" y="719932"/>
              <a:ext cx="720724" cy="720724"/>
            </a:xfrm>
            <a:prstGeom prst="rect">
              <a:avLst/>
            </a:prstGeom>
          </p:spPr>
        </p:pic>
        <p:pic>
          <p:nvPicPr>
            <p:cNvPr id="55" name="Graphic - Hand - fruit [1]" hidden="1">
              <a:extLst>
                <a:ext uri="{FF2B5EF4-FFF2-40B4-BE49-F238E27FC236}">
                  <a16:creationId xmlns:a16="http://schemas.microsoft.com/office/drawing/2014/main" id="{A4101D3D-09EC-0A20-4AB5-4379967CF95C}"/>
                </a:ext>
              </a:extLst>
            </p:cNvPr>
            <p:cNvPicPr>
              <a:picLocks noChangeAspect="1"/>
            </p:cNvPicPr>
            <p:nvPr>
              <p:custDataLst>
                <p:tags r:id="rId29"/>
              </p:custDataLst>
            </p:nvPr>
          </p:nvPicPr>
          <p:blipFill>
            <a:blip r:embed="rId63">
              <a:extLst>
                <a:ext uri="{96DAC541-7B7A-43D3-8B79-37D633B846F1}">
                  <asvg:svgBlip xmlns:asvg="http://schemas.microsoft.com/office/drawing/2016/SVG/main" r:embed="rId64"/>
                </a:ext>
              </a:extLst>
            </a:blip>
            <a:srcRect/>
            <a:stretch/>
          </p:blipFill>
          <p:spPr>
            <a:xfrm>
              <a:off x="719932" y="719932"/>
              <a:ext cx="720724" cy="720724"/>
            </a:xfrm>
            <a:prstGeom prst="rect">
              <a:avLst/>
            </a:prstGeom>
          </p:spPr>
        </p:pic>
      </p:grpSp>
      <p:sp>
        <p:nvSpPr>
          <p:cNvPr id="72" name="France">
            <a:extLst>
              <a:ext uri="{FF2B5EF4-FFF2-40B4-BE49-F238E27FC236}">
                <a16:creationId xmlns:a16="http://schemas.microsoft.com/office/drawing/2014/main" id="{7485A87A-D2F7-E095-3ECD-DBCF72107F9A}"/>
              </a:ext>
            </a:extLst>
          </p:cNvPr>
          <p:cNvSpPr>
            <a:spLocks noChangeAspect="1"/>
          </p:cNvSpPr>
          <p:nvPr/>
        </p:nvSpPr>
        <p:spPr>
          <a:xfrm>
            <a:off x="4060972" y="979072"/>
            <a:ext cx="254873" cy="252000"/>
          </a:xfrm>
          <a:prstGeom prst="ellipse">
            <a:avLst/>
          </a:prstGeom>
          <a:blipFill>
            <a:blip r:embed="rId6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sz="1400">
              <a:solidFill>
                <a:schemeClr val="tx1"/>
              </a:solidFill>
              <a:latin typeface="+mj-lt"/>
            </a:endParaRPr>
          </a:p>
        </p:txBody>
      </p:sp>
      <p:sp>
        <p:nvSpPr>
          <p:cNvPr id="119" name="Rectangle 118">
            <a:extLst>
              <a:ext uri="{FF2B5EF4-FFF2-40B4-BE49-F238E27FC236}">
                <a16:creationId xmlns:a16="http://schemas.microsoft.com/office/drawing/2014/main" id="{F4F88C8C-0983-34EE-F8F4-2344654BF6F7}"/>
              </a:ext>
            </a:extLst>
          </p:cNvPr>
          <p:cNvSpPr/>
          <p:nvPr/>
        </p:nvSpPr>
        <p:spPr>
          <a:xfrm>
            <a:off x="4602479" y="2387117"/>
            <a:ext cx="4199682" cy="56205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algn="l">
              <a:spcBef>
                <a:spcPts val="600"/>
              </a:spcBef>
            </a:pPr>
            <a:endParaRPr lang="fr-FR" sz="2000">
              <a:solidFill>
                <a:schemeClr val="bg2"/>
              </a:solidFill>
              <a:ea typeface="+mj-ea"/>
              <a:cs typeface="+mj-cs"/>
            </a:endParaRPr>
          </a:p>
        </p:txBody>
      </p:sp>
      <p:sp>
        <p:nvSpPr>
          <p:cNvPr id="120" name="Triangle isocèle 119">
            <a:extLst>
              <a:ext uri="{FF2B5EF4-FFF2-40B4-BE49-F238E27FC236}">
                <a16:creationId xmlns:a16="http://schemas.microsoft.com/office/drawing/2014/main" id="{F7E27C9A-503C-E540-4ACD-894A28122172}"/>
              </a:ext>
            </a:extLst>
          </p:cNvPr>
          <p:cNvSpPr/>
          <p:nvPr/>
        </p:nvSpPr>
        <p:spPr>
          <a:xfrm rot="5400000">
            <a:off x="8744108" y="2454567"/>
            <a:ext cx="559988" cy="42921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algn="l">
              <a:spcBef>
                <a:spcPts val="600"/>
              </a:spcBef>
            </a:pPr>
            <a:endParaRPr lang="fr-FR" sz="2000">
              <a:solidFill>
                <a:schemeClr val="bg2"/>
              </a:solidFill>
              <a:ea typeface="+mj-ea"/>
              <a:cs typeface="+mj-cs"/>
            </a:endParaRPr>
          </a:p>
        </p:txBody>
      </p:sp>
      <p:sp>
        <p:nvSpPr>
          <p:cNvPr id="23" name="ZoneTexte 22">
            <a:extLst>
              <a:ext uri="{FF2B5EF4-FFF2-40B4-BE49-F238E27FC236}">
                <a16:creationId xmlns:a16="http://schemas.microsoft.com/office/drawing/2014/main" id="{E9F0F185-114A-0CB2-A371-076470617AA6}"/>
              </a:ext>
            </a:extLst>
          </p:cNvPr>
          <p:cNvSpPr txBox="1"/>
          <p:nvPr/>
        </p:nvSpPr>
        <p:spPr>
          <a:xfrm>
            <a:off x="4602479" y="1323822"/>
            <a:ext cx="3760057" cy="430887"/>
          </a:xfrm>
          <a:prstGeom prst="rect">
            <a:avLst/>
          </a:prstGeom>
          <a:noFill/>
        </p:spPr>
        <p:txBody>
          <a:bodyPr wrap="square">
            <a:spAutoFit/>
          </a:bodyPr>
          <a:lstStyle/>
          <a:p>
            <a:pPr>
              <a:spcAft>
                <a:spcPts val="300"/>
              </a:spcAft>
              <a:defRPr/>
            </a:pPr>
            <a:r>
              <a:rPr lang="fr-FR" sz="1100"/>
              <a:t>Réaliser </a:t>
            </a:r>
            <a:r>
              <a:rPr lang="fr-FR" sz="1100" b="1"/>
              <a:t>une analyse des risques</a:t>
            </a:r>
            <a:r>
              <a:rPr lang="fr-FR" sz="1100"/>
              <a:t> qui pourraient perturber l’exercice des AIV ou la sécurité des IC</a:t>
            </a:r>
          </a:p>
        </p:txBody>
      </p:sp>
      <p:grpSp>
        <p:nvGrpSpPr>
          <p:cNvPr id="24" name="Groupe 23">
            <a:extLst>
              <a:ext uri="{FF2B5EF4-FFF2-40B4-BE49-F238E27FC236}">
                <a16:creationId xmlns:a16="http://schemas.microsoft.com/office/drawing/2014/main" id="{7FC1E1A2-6546-A211-6E24-A47B82BC9D8F}"/>
              </a:ext>
              <a:ext uri="{C183D7F6-B498-43B3-948B-1728B52AA6E4}">
                <adec:decorative xmlns:adec="http://schemas.microsoft.com/office/drawing/2017/decorative" val="1"/>
              </a:ext>
            </a:extLst>
          </p:cNvPr>
          <p:cNvGrpSpPr>
            <a:grpSpLocks noChangeAspect="1"/>
          </p:cNvGrpSpPr>
          <p:nvPr>
            <p:custDataLst>
              <p:tags r:id="rId7"/>
            </p:custDataLst>
          </p:nvPr>
        </p:nvGrpSpPr>
        <p:grpSpPr>
          <a:xfrm>
            <a:off x="4242982" y="1419294"/>
            <a:ext cx="288000" cy="288000"/>
            <a:chOff x="719932" y="719932"/>
            <a:chExt cx="720724" cy="720724"/>
          </a:xfrm>
        </p:grpSpPr>
        <p:pic>
          <p:nvPicPr>
            <p:cNvPr id="46" name="Graphic - Magnifying glass - house [0]">
              <a:extLst>
                <a:ext uri="{FF2B5EF4-FFF2-40B4-BE49-F238E27FC236}">
                  <a16:creationId xmlns:a16="http://schemas.microsoft.com/office/drawing/2014/main" id="{47D24E3F-BE1A-4FDD-D34E-6E4F3EAF946A}"/>
                </a:ext>
              </a:extLst>
            </p:cNvPr>
            <p:cNvPicPr>
              <a:picLocks noChangeAspect="1"/>
            </p:cNvPicPr>
            <p:nvPr>
              <p:custDataLst>
                <p:tags r:id="rId26"/>
              </p:custDataLst>
            </p:nvPr>
          </p:nvPicPr>
          <p:blipFill>
            <a:blip r:embed="rId47">
              <a:extLst>
                <a:ext uri="{96DAC541-7B7A-43D3-8B79-37D633B846F1}">
                  <asvg:svgBlip xmlns:asvg="http://schemas.microsoft.com/office/drawing/2016/SVG/main" r:embed="rId48"/>
                </a:ext>
              </a:extLst>
            </a:blip>
            <a:srcRect/>
            <a:stretch/>
          </p:blipFill>
          <p:spPr>
            <a:xfrm>
              <a:off x="719932" y="719932"/>
              <a:ext cx="720724" cy="720724"/>
            </a:xfrm>
            <a:prstGeom prst="rect">
              <a:avLst/>
            </a:prstGeom>
          </p:spPr>
        </p:pic>
        <p:pic>
          <p:nvPicPr>
            <p:cNvPr id="47" name="Graphic - Magnifying glass - house [1]" hidden="1">
              <a:extLst>
                <a:ext uri="{FF2B5EF4-FFF2-40B4-BE49-F238E27FC236}">
                  <a16:creationId xmlns:a16="http://schemas.microsoft.com/office/drawing/2014/main" id="{3655841B-3C2F-A6D5-D208-308ABCE88C6D}"/>
                </a:ext>
              </a:extLst>
            </p:cNvPr>
            <p:cNvPicPr>
              <a:picLocks noChangeAspect="1"/>
            </p:cNvPicPr>
            <p:nvPr>
              <p:custDataLst>
                <p:tags r:id="rId27"/>
              </p:custDataLst>
            </p:nvPr>
          </p:nvPicPr>
          <p:blipFill>
            <a:blip r:embed="rId49">
              <a:extLst>
                <a:ext uri="{96DAC541-7B7A-43D3-8B79-37D633B846F1}">
                  <asvg:svgBlip xmlns:asvg="http://schemas.microsoft.com/office/drawing/2016/SVG/main" r:embed="rId50"/>
                </a:ext>
              </a:extLst>
            </a:blip>
            <a:srcRect/>
            <a:stretch/>
          </p:blipFill>
          <p:spPr>
            <a:xfrm>
              <a:off x="719932" y="719932"/>
              <a:ext cx="720724" cy="720724"/>
            </a:xfrm>
            <a:prstGeom prst="rect">
              <a:avLst/>
            </a:prstGeom>
          </p:spPr>
        </p:pic>
      </p:grpSp>
      <p:sp>
        <p:nvSpPr>
          <p:cNvPr id="5" name="ZoneTexte 4">
            <a:extLst>
              <a:ext uri="{FF2B5EF4-FFF2-40B4-BE49-F238E27FC236}">
                <a16:creationId xmlns:a16="http://schemas.microsoft.com/office/drawing/2014/main" id="{E12B2AB6-D925-0AEB-5E90-576648D718E9}"/>
              </a:ext>
            </a:extLst>
          </p:cNvPr>
          <p:cNvSpPr txBox="1"/>
          <p:nvPr/>
        </p:nvSpPr>
        <p:spPr>
          <a:xfrm>
            <a:off x="1611061" y="2838177"/>
            <a:ext cx="2229593" cy="1934751"/>
          </a:xfrm>
          <a:prstGeom prst="rect">
            <a:avLst/>
          </a:prstGeom>
          <a:noFill/>
        </p:spPr>
        <p:txBody>
          <a:bodyPr wrap="square" lIns="0" tIns="36000" rIns="0" bIns="36000" rtlCol="0">
            <a:spAutoFit/>
          </a:bodyPr>
          <a:lstStyle/>
          <a:p>
            <a:pPr marR="0" lvl="0" defTabSz="914400" rtl="0" eaLnBrk="1" fontAlgn="auto" latinLnBrk="0" hangingPunct="1">
              <a:lnSpc>
                <a:spcPct val="100000"/>
              </a:lnSpc>
              <a:spcBef>
                <a:spcPts val="0"/>
              </a:spcBef>
              <a:spcAft>
                <a:spcPts val="0"/>
              </a:spcAft>
              <a:buClrTx/>
              <a:buSzTx/>
              <a:buFontTx/>
              <a:buNone/>
              <a:tabLst/>
              <a:defRPr/>
            </a:pPr>
            <a:r>
              <a:rPr lang="fr-FR" sz="1100" b="1"/>
              <a:t>Les entités critiques prennent des mesures </a:t>
            </a:r>
            <a:r>
              <a:rPr lang="fr-FR" sz="1100"/>
              <a:t>techniques, des mesures de sécurité et des mesures organisationnelles appropriées et proportionnées </a:t>
            </a:r>
            <a:r>
              <a:rPr lang="fr-FR" sz="1100" b="1"/>
              <a:t>pour garantir leur résilience</a:t>
            </a:r>
            <a:r>
              <a:rPr lang="fr-FR" sz="1100"/>
              <a:t>. </a:t>
            </a:r>
          </a:p>
          <a:p>
            <a:pPr marR="0" lvl="0" defTabSz="914400" rtl="0" eaLnBrk="1" fontAlgn="auto" latinLnBrk="0" hangingPunct="1">
              <a:lnSpc>
                <a:spcPct val="100000"/>
              </a:lnSpc>
              <a:spcBef>
                <a:spcPts val="0"/>
              </a:spcBef>
              <a:spcAft>
                <a:spcPts val="0"/>
              </a:spcAft>
              <a:buClrTx/>
              <a:buSzTx/>
              <a:buFontTx/>
              <a:buNone/>
              <a:tabLst/>
              <a:defRPr/>
            </a:pPr>
            <a:endParaRPr lang="fr-FR" sz="1100"/>
          </a:p>
          <a:p>
            <a:pPr marR="0" lvl="0" defTabSz="914400" rtl="0" eaLnBrk="1" fontAlgn="auto" latinLnBrk="0" hangingPunct="1">
              <a:lnSpc>
                <a:spcPct val="100000"/>
              </a:lnSpc>
              <a:spcBef>
                <a:spcPts val="0"/>
              </a:spcBef>
              <a:spcAft>
                <a:spcPts val="0"/>
              </a:spcAft>
              <a:buClrTx/>
              <a:buSzTx/>
              <a:buFontTx/>
              <a:buNone/>
              <a:tabLst/>
              <a:defRPr/>
            </a:pPr>
            <a:r>
              <a:rPr lang="fr-FR" sz="1100" b="1"/>
              <a:t>Les entités critiques mettent en place et appliquent un plan de résilience</a:t>
            </a:r>
            <a:r>
              <a:rPr lang="fr-FR" sz="1100"/>
              <a:t> ou un ou plusieurs documents équivalents(Art. 13)</a:t>
            </a:r>
          </a:p>
        </p:txBody>
      </p:sp>
      <p:grpSp>
        <p:nvGrpSpPr>
          <p:cNvPr id="8" name="Groupe 7">
            <a:extLst>
              <a:ext uri="{FF2B5EF4-FFF2-40B4-BE49-F238E27FC236}">
                <a16:creationId xmlns:a16="http://schemas.microsoft.com/office/drawing/2014/main" id="{1B781FD9-8B5C-141B-BF24-0C94A29AC4BF}"/>
              </a:ext>
              <a:ext uri="{C183D7F6-B498-43B3-948B-1728B52AA6E4}">
                <adec:decorative xmlns:adec="http://schemas.microsoft.com/office/drawing/2017/decorative" val="1"/>
              </a:ext>
            </a:extLst>
          </p:cNvPr>
          <p:cNvGrpSpPr>
            <a:grpSpLocks noChangeAspect="1"/>
          </p:cNvGrpSpPr>
          <p:nvPr>
            <p:custDataLst>
              <p:tags r:id="rId8"/>
            </p:custDataLst>
          </p:nvPr>
        </p:nvGrpSpPr>
        <p:grpSpPr>
          <a:xfrm>
            <a:off x="1270034" y="1873361"/>
            <a:ext cx="288000" cy="288000"/>
            <a:chOff x="719932" y="719932"/>
            <a:chExt cx="720724" cy="720724"/>
          </a:xfrm>
        </p:grpSpPr>
        <p:pic>
          <p:nvPicPr>
            <p:cNvPr id="10" name="Graphic - Magnifying glass - house [0]">
              <a:extLst>
                <a:ext uri="{FF2B5EF4-FFF2-40B4-BE49-F238E27FC236}">
                  <a16:creationId xmlns:a16="http://schemas.microsoft.com/office/drawing/2014/main" id="{52778AF1-E0A3-75FA-A2E8-DEC22A9EEB72}"/>
                </a:ext>
              </a:extLst>
            </p:cNvPr>
            <p:cNvPicPr>
              <a:picLocks noChangeAspect="1"/>
            </p:cNvPicPr>
            <p:nvPr>
              <p:custDataLst>
                <p:tags r:id="rId24"/>
              </p:custDataLst>
            </p:nvPr>
          </p:nvPicPr>
          <p:blipFill>
            <a:blip r:embed="rId47">
              <a:extLst>
                <a:ext uri="{96DAC541-7B7A-43D3-8B79-37D633B846F1}">
                  <asvg:svgBlip xmlns:asvg="http://schemas.microsoft.com/office/drawing/2016/SVG/main" r:embed="rId48"/>
                </a:ext>
              </a:extLst>
            </a:blip>
            <a:srcRect/>
            <a:stretch/>
          </p:blipFill>
          <p:spPr>
            <a:xfrm>
              <a:off x="719932" y="719932"/>
              <a:ext cx="720724" cy="720724"/>
            </a:xfrm>
            <a:prstGeom prst="rect">
              <a:avLst/>
            </a:prstGeom>
          </p:spPr>
        </p:pic>
        <p:pic>
          <p:nvPicPr>
            <p:cNvPr id="15" name="Graphic - Magnifying glass - house [1]" hidden="1">
              <a:extLst>
                <a:ext uri="{FF2B5EF4-FFF2-40B4-BE49-F238E27FC236}">
                  <a16:creationId xmlns:a16="http://schemas.microsoft.com/office/drawing/2014/main" id="{F55E5CC5-0170-922E-ED0D-A4962BFD259F}"/>
                </a:ext>
              </a:extLst>
            </p:cNvPr>
            <p:cNvPicPr>
              <a:picLocks noChangeAspect="1"/>
            </p:cNvPicPr>
            <p:nvPr>
              <p:custDataLst>
                <p:tags r:id="rId25"/>
              </p:custDataLst>
            </p:nvPr>
          </p:nvPicPr>
          <p:blipFill>
            <a:blip r:embed="rId49">
              <a:extLst>
                <a:ext uri="{96DAC541-7B7A-43D3-8B79-37D633B846F1}">
                  <asvg:svgBlip xmlns:asvg="http://schemas.microsoft.com/office/drawing/2016/SVG/main" r:embed="rId50"/>
                </a:ext>
              </a:extLst>
            </a:blip>
            <a:srcRect/>
            <a:stretch/>
          </p:blipFill>
          <p:spPr>
            <a:xfrm>
              <a:off x="719932" y="719932"/>
              <a:ext cx="720724" cy="720724"/>
            </a:xfrm>
            <a:prstGeom prst="rect">
              <a:avLst/>
            </a:prstGeom>
          </p:spPr>
        </p:pic>
      </p:grpSp>
      <p:grpSp>
        <p:nvGrpSpPr>
          <p:cNvPr id="21" name="Groupe 20">
            <a:extLst>
              <a:ext uri="{FF2B5EF4-FFF2-40B4-BE49-F238E27FC236}">
                <a16:creationId xmlns:a16="http://schemas.microsoft.com/office/drawing/2014/main" id="{8FAE5D28-062F-A8C5-3850-05355E7CAE95}"/>
              </a:ext>
              <a:ext uri="{C183D7F6-B498-43B3-948B-1728B52AA6E4}">
                <adec:decorative xmlns:adec="http://schemas.microsoft.com/office/drawing/2017/decorative" val="1"/>
              </a:ext>
            </a:extLst>
          </p:cNvPr>
          <p:cNvGrpSpPr>
            <a:grpSpLocks noChangeAspect="1"/>
          </p:cNvGrpSpPr>
          <p:nvPr>
            <p:custDataLst>
              <p:tags r:id="rId9"/>
            </p:custDataLst>
          </p:nvPr>
        </p:nvGrpSpPr>
        <p:grpSpPr>
          <a:xfrm>
            <a:off x="1274391" y="3230500"/>
            <a:ext cx="288000" cy="288000"/>
            <a:chOff x="719932" y="719932"/>
            <a:chExt cx="720724" cy="720724"/>
          </a:xfrm>
        </p:grpSpPr>
        <p:pic>
          <p:nvPicPr>
            <p:cNvPr id="22" name="Graphic - Shield [0]" descr="Shield">
              <a:extLst>
                <a:ext uri="{FF2B5EF4-FFF2-40B4-BE49-F238E27FC236}">
                  <a16:creationId xmlns:a16="http://schemas.microsoft.com/office/drawing/2014/main" id="{5170F28F-D427-A27C-D1EE-0FCBD1BDFD49}"/>
                </a:ext>
              </a:extLst>
            </p:cNvPr>
            <p:cNvPicPr>
              <a:picLocks noChangeAspect="1"/>
            </p:cNvPicPr>
            <p:nvPr>
              <p:custDataLst>
                <p:tags r:id="rId22"/>
              </p:custDataLst>
            </p:nvPr>
          </p:nvPicPr>
          <p:blipFill>
            <a:blip r:embed="rId43">
              <a:extLst>
                <a:ext uri="{96DAC541-7B7A-43D3-8B79-37D633B846F1}">
                  <asvg:svgBlip xmlns:asvg="http://schemas.microsoft.com/office/drawing/2016/SVG/main" r:embed="rId44"/>
                </a:ext>
              </a:extLst>
            </a:blip>
            <a:srcRect/>
            <a:stretch/>
          </p:blipFill>
          <p:spPr>
            <a:xfrm>
              <a:off x="719932" y="719932"/>
              <a:ext cx="720724" cy="720724"/>
            </a:xfrm>
            <a:prstGeom prst="rect">
              <a:avLst/>
            </a:prstGeom>
          </p:spPr>
        </p:pic>
        <p:pic>
          <p:nvPicPr>
            <p:cNvPr id="34" name="Graphic - Shield [1]" descr="Shield" hidden="1">
              <a:extLst>
                <a:ext uri="{FF2B5EF4-FFF2-40B4-BE49-F238E27FC236}">
                  <a16:creationId xmlns:a16="http://schemas.microsoft.com/office/drawing/2014/main" id="{42520A21-9E56-D65D-D39A-A435292BCEBA}"/>
                </a:ext>
              </a:extLst>
            </p:cNvPr>
            <p:cNvPicPr>
              <a:picLocks noChangeAspect="1"/>
            </p:cNvPicPr>
            <p:nvPr>
              <p:custDataLst>
                <p:tags r:id="rId23"/>
              </p:custDataLst>
            </p:nvPr>
          </p:nvPicPr>
          <p:blipFill>
            <a:blip r:embed="rId45">
              <a:extLst>
                <a:ext uri="{96DAC541-7B7A-43D3-8B79-37D633B846F1}">
                  <asvg:svgBlip xmlns:asvg="http://schemas.microsoft.com/office/drawing/2016/SVG/main" r:embed="rId46"/>
                </a:ext>
              </a:extLst>
            </a:blip>
            <a:srcRect/>
            <a:stretch/>
          </p:blipFill>
          <p:spPr>
            <a:xfrm>
              <a:off x="719932" y="719932"/>
              <a:ext cx="720724" cy="720724"/>
            </a:xfrm>
            <a:prstGeom prst="rect">
              <a:avLst/>
            </a:prstGeom>
          </p:spPr>
        </p:pic>
      </p:grpSp>
      <p:grpSp>
        <p:nvGrpSpPr>
          <p:cNvPr id="35" name="Groupe 34">
            <a:extLst>
              <a:ext uri="{FF2B5EF4-FFF2-40B4-BE49-F238E27FC236}">
                <a16:creationId xmlns:a16="http://schemas.microsoft.com/office/drawing/2014/main" id="{15A9BE23-5DA3-B70D-FBCC-7B3A9ED2D3DB}"/>
              </a:ext>
              <a:ext uri="{C183D7F6-B498-43B3-948B-1728B52AA6E4}">
                <adec:decorative xmlns:adec="http://schemas.microsoft.com/office/drawing/2017/decorative" val="1"/>
              </a:ext>
            </a:extLst>
          </p:cNvPr>
          <p:cNvGrpSpPr>
            <a:grpSpLocks noChangeAspect="1"/>
          </p:cNvGrpSpPr>
          <p:nvPr>
            <p:custDataLst>
              <p:tags r:id="rId10"/>
            </p:custDataLst>
          </p:nvPr>
        </p:nvGrpSpPr>
        <p:grpSpPr>
          <a:xfrm>
            <a:off x="4260071" y="3132622"/>
            <a:ext cx="288000" cy="288000"/>
            <a:chOff x="719932" y="719932"/>
            <a:chExt cx="720724" cy="720724"/>
          </a:xfrm>
        </p:grpSpPr>
        <p:pic>
          <p:nvPicPr>
            <p:cNvPr id="48" name="Balance [0]">
              <a:extLst>
                <a:ext uri="{FF2B5EF4-FFF2-40B4-BE49-F238E27FC236}">
                  <a16:creationId xmlns:a16="http://schemas.microsoft.com/office/drawing/2014/main" id="{E0F9BE65-1E5F-B175-5564-40DA92689D21}"/>
                </a:ext>
              </a:extLst>
            </p:cNvPr>
            <p:cNvPicPr>
              <a:picLocks noChangeAspect="1"/>
            </p:cNvPicPr>
            <p:nvPr>
              <p:custDataLst>
                <p:tags r:id="rId20"/>
              </p:custDataLst>
            </p:nvPr>
          </p:nvPicPr>
          <p:blipFill>
            <a:blip r:embed="rId57">
              <a:extLst>
                <a:ext uri="{96DAC541-7B7A-43D3-8B79-37D633B846F1}">
                  <asvg:svgBlip xmlns:asvg="http://schemas.microsoft.com/office/drawing/2016/SVG/main" r:embed="rId58"/>
                </a:ext>
              </a:extLst>
            </a:blip>
            <a:srcRect/>
            <a:stretch/>
          </p:blipFill>
          <p:spPr>
            <a:xfrm>
              <a:off x="719932" y="719932"/>
              <a:ext cx="720724" cy="720724"/>
            </a:xfrm>
            <a:prstGeom prst="rect">
              <a:avLst/>
            </a:prstGeom>
          </p:spPr>
        </p:pic>
        <p:pic>
          <p:nvPicPr>
            <p:cNvPr id="49" name="Balance [1]" hidden="1">
              <a:extLst>
                <a:ext uri="{FF2B5EF4-FFF2-40B4-BE49-F238E27FC236}">
                  <a16:creationId xmlns:a16="http://schemas.microsoft.com/office/drawing/2014/main" id="{9954B82A-F369-E3CD-E821-9A9F910EFFDB}"/>
                </a:ext>
              </a:extLst>
            </p:cNvPr>
            <p:cNvPicPr>
              <a:picLocks noChangeAspect="1"/>
            </p:cNvPicPr>
            <p:nvPr>
              <p:custDataLst>
                <p:tags r:id="rId21"/>
              </p:custDataLst>
            </p:nvPr>
          </p:nvPicPr>
          <p:blipFill>
            <a:blip r:embed="rId59">
              <a:extLst>
                <a:ext uri="{96DAC541-7B7A-43D3-8B79-37D633B846F1}">
                  <asvg:svgBlip xmlns:asvg="http://schemas.microsoft.com/office/drawing/2016/SVG/main" r:embed="rId60"/>
                </a:ext>
              </a:extLst>
            </a:blip>
            <a:srcRect/>
            <a:stretch/>
          </p:blipFill>
          <p:spPr>
            <a:xfrm>
              <a:off x="719932" y="719932"/>
              <a:ext cx="720724" cy="720724"/>
            </a:xfrm>
            <a:prstGeom prst="rect">
              <a:avLst/>
            </a:prstGeom>
          </p:spPr>
        </p:pic>
      </p:grpSp>
      <p:grpSp>
        <p:nvGrpSpPr>
          <p:cNvPr id="50" name="Groupe 49">
            <a:extLst>
              <a:ext uri="{FF2B5EF4-FFF2-40B4-BE49-F238E27FC236}">
                <a16:creationId xmlns:a16="http://schemas.microsoft.com/office/drawing/2014/main" id="{889377C4-2753-AEF5-3807-F70A263F5445}"/>
              </a:ext>
              <a:ext uri="{C183D7F6-B498-43B3-948B-1728B52AA6E4}">
                <adec:decorative xmlns:adec="http://schemas.microsoft.com/office/drawing/2017/decorative" val="1"/>
              </a:ext>
            </a:extLst>
          </p:cNvPr>
          <p:cNvGrpSpPr>
            <a:grpSpLocks noChangeAspect="1"/>
          </p:cNvGrpSpPr>
          <p:nvPr>
            <p:custDataLst>
              <p:tags r:id="rId11"/>
            </p:custDataLst>
          </p:nvPr>
        </p:nvGrpSpPr>
        <p:grpSpPr>
          <a:xfrm>
            <a:off x="1264981" y="4171193"/>
            <a:ext cx="288000" cy="288000"/>
            <a:chOff x="719932" y="719932"/>
            <a:chExt cx="720724" cy="720724"/>
          </a:xfrm>
        </p:grpSpPr>
        <p:pic>
          <p:nvPicPr>
            <p:cNvPr id="51" name="Balance [0]">
              <a:extLst>
                <a:ext uri="{FF2B5EF4-FFF2-40B4-BE49-F238E27FC236}">
                  <a16:creationId xmlns:a16="http://schemas.microsoft.com/office/drawing/2014/main" id="{CBB835E3-CDEA-B045-0545-6893712011F0}"/>
                </a:ext>
              </a:extLst>
            </p:cNvPr>
            <p:cNvPicPr>
              <a:picLocks noChangeAspect="1"/>
            </p:cNvPicPr>
            <p:nvPr>
              <p:custDataLst>
                <p:tags r:id="rId18"/>
              </p:custDataLst>
            </p:nvPr>
          </p:nvPicPr>
          <p:blipFill>
            <a:blip r:embed="rId57">
              <a:extLst>
                <a:ext uri="{96DAC541-7B7A-43D3-8B79-37D633B846F1}">
                  <asvg:svgBlip xmlns:asvg="http://schemas.microsoft.com/office/drawing/2016/SVG/main" r:embed="rId58"/>
                </a:ext>
              </a:extLst>
            </a:blip>
            <a:srcRect/>
            <a:stretch/>
          </p:blipFill>
          <p:spPr>
            <a:xfrm>
              <a:off x="719932" y="719932"/>
              <a:ext cx="720724" cy="720724"/>
            </a:xfrm>
            <a:prstGeom prst="rect">
              <a:avLst/>
            </a:prstGeom>
          </p:spPr>
        </p:pic>
        <p:pic>
          <p:nvPicPr>
            <p:cNvPr id="52" name="Balance [1]" hidden="1">
              <a:extLst>
                <a:ext uri="{FF2B5EF4-FFF2-40B4-BE49-F238E27FC236}">
                  <a16:creationId xmlns:a16="http://schemas.microsoft.com/office/drawing/2014/main" id="{7956FCB4-64E2-A9CE-DD03-B44DE7955002}"/>
                </a:ext>
              </a:extLst>
            </p:cNvPr>
            <p:cNvPicPr>
              <a:picLocks noChangeAspect="1"/>
            </p:cNvPicPr>
            <p:nvPr>
              <p:custDataLst>
                <p:tags r:id="rId19"/>
              </p:custDataLst>
            </p:nvPr>
          </p:nvPicPr>
          <p:blipFill>
            <a:blip r:embed="rId59">
              <a:extLst>
                <a:ext uri="{96DAC541-7B7A-43D3-8B79-37D633B846F1}">
                  <asvg:svgBlip xmlns:asvg="http://schemas.microsoft.com/office/drawing/2016/SVG/main" r:embed="rId60"/>
                </a:ext>
              </a:extLst>
            </a:blip>
            <a:srcRect/>
            <a:stretch/>
          </p:blipFill>
          <p:spPr>
            <a:xfrm>
              <a:off x="719932" y="719932"/>
              <a:ext cx="720724" cy="720724"/>
            </a:xfrm>
            <a:prstGeom prst="rect">
              <a:avLst/>
            </a:prstGeom>
          </p:spPr>
        </p:pic>
      </p:grpSp>
      <p:grpSp>
        <p:nvGrpSpPr>
          <p:cNvPr id="37" name="Groupe 36">
            <a:extLst>
              <a:ext uri="{FF2B5EF4-FFF2-40B4-BE49-F238E27FC236}">
                <a16:creationId xmlns:a16="http://schemas.microsoft.com/office/drawing/2014/main" id="{CA6A0001-BF90-4047-0A4C-40CCCEF989C4}"/>
              </a:ext>
              <a:ext uri="{C183D7F6-B498-43B3-948B-1728B52AA6E4}">
                <adec:decorative xmlns:adec="http://schemas.microsoft.com/office/drawing/2017/decorative" val="1"/>
              </a:ext>
            </a:extLst>
          </p:cNvPr>
          <p:cNvGrpSpPr>
            <a:grpSpLocks noChangeAspect="1"/>
          </p:cNvGrpSpPr>
          <p:nvPr>
            <p:custDataLst>
              <p:tags r:id="rId12"/>
            </p:custDataLst>
          </p:nvPr>
        </p:nvGrpSpPr>
        <p:grpSpPr>
          <a:xfrm>
            <a:off x="1624366" y="6139629"/>
            <a:ext cx="288000" cy="288000"/>
            <a:chOff x="719932" y="719932"/>
            <a:chExt cx="720724" cy="720724"/>
          </a:xfrm>
        </p:grpSpPr>
        <p:pic>
          <p:nvPicPr>
            <p:cNvPr id="38" name="Balance [0]">
              <a:extLst>
                <a:ext uri="{FF2B5EF4-FFF2-40B4-BE49-F238E27FC236}">
                  <a16:creationId xmlns:a16="http://schemas.microsoft.com/office/drawing/2014/main" id="{4D172D15-AC11-D61F-1259-54854C767240}"/>
                </a:ext>
              </a:extLst>
            </p:cNvPr>
            <p:cNvPicPr>
              <a:picLocks noChangeAspect="1"/>
            </p:cNvPicPr>
            <p:nvPr>
              <p:custDataLst>
                <p:tags r:id="rId16"/>
              </p:custDataLst>
            </p:nvPr>
          </p:nvPicPr>
          <p:blipFill>
            <a:blip r:embed="rId66">
              <a:extLst>
                <a:ext uri="{96DAC541-7B7A-43D3-8B79-37D633B846F1}">
                  <asvg:svgBlip xmlns:asvg="http://schemas.microsoft.com/office/drawing/2016/SVG/main" r:embed="rId67"/>
                </a:ext>
              </a:extLst>
            </a:blip>
            <a:srcRect/>
            <a:stretch/>
          </p:blipFill>
          <p:spPr>
            <a:xfrm>
              <a:off x="719932" y="719932"/>
              <a:ext cx="720724" cy="720724"/>
            </a:xfrm>
            <a:prstGeom prst="rect">
              <a:avLst/>
            </a:prstGeom>
          </p:spPr>
        </p:pic>
        <p:pic>
          <p:nvPicPr>
            <p:cNvPr id="39" name="Balance [1]" hidden="1">
              <a:extLst>
                <a:ext uri="{FF2B5EF4-FFF2-40B4-BE49-F238E27FC236}">
                  <a16:creationId xmlns:a16="http://schemas.microsoft.com/office/drawing/2014/main" id="{EACFB9C3-A93B-E63D-EA79-86554A0F0575}"/>
                </a:ext>
              </a:extLst>
            </p:cNvPr>
            <p:cNvPicPr>
              <a:picLocks noChangeAspect="1"/>
            </p:cNvPicPr>
            <p:nvPr>
              <p:custDataLst>
                <p:tags r:id="rId17"/>
              </p:custDataLst>
            </p:nvPr>
          </p:nvPicPr>
          <p:blipFill>
            <a:blip r:embed="rId68">
              <a:extLst>
                <a:ext uri="{96DAC541-7B7A-43D3-8B79-37D633B846F1}">
                  <asvg:svgBlip xmlns:asvg="http://schemas.microsoft.com/office/drawing/2016/SVG/main" r:embed="rId69"/>
                </a:ext>
              </a:extLst>
            </a:blip>
            <a:srcRect/>
            <a:stretch/>
          </p:blipFill>
          <p:spPr>
            <a:xfrm>
              <a:off x="719932" y="719932"/>
              <a:ext cx="720724" cy="720724"/>
            </a:xfrm>
            <a:prstGeom prst="rect">
              <a:avLst/>
            </a:prstGeom>
          </p:spPr>
        </p:pic>
      </p:grpSp>
      <p:grpSp>
        <p:nvGrpSpPr>
          <p:cNvPr id="56" name="Groupe 55">
            <a:extLst>
              <a:ext uri="{FF2B5EF4-FFF2-40B4-BE49-F238E27FC236}">
                <a16:creationId xmlns:a16="http://schemas.microsoft.com/office/drawing/2014/main" id="{9B2EF855-059E-F743-9EBF-0A0978BB70D5}"/>
              </a:ext>
              <a:ext uri="{C183D7F6-B498-43B3-948B-1728B52AA6E4}">
                <adec:decorative xmlns:adec="http://schemas.microsoft.com/office/drawing/2017/decorative" val="1"/>
              </a:ext>
            </a:extLst>
          </p:cNvPr>
          <p:cNvGrpSpPr>
            <a:grpSpLocks noChangeAspect="1"/>
          </p:cNvGrpSpPr>
          <p:nvPr>
            <p:custDataLst>
              <p:tags r:id="rId13"/>
            </p:custDataLst>
          </p:nvPr>
        </p:nvGrpSpPr>
        <p:grpSpPr>
          <a:xfrm>
            <a:off x="4263795" y="4476039"/>
            <a:ext cx="288000" cy="288000"/>
            <a:chOff x="719932" y="719932"/>
            <a:chExt cx="720724" cy="720724"/>
          </a:xfrm>
        </p:grpSpPr>
        <p:pic>
          <p:nvPicPr>
            <p:cNvPr id="57" name="Balance [0]">
              <a:extLst>
                <a:ext uri="{FF2B5EF4-FFF2-40B4-BE49-F238E27FC236}">
                  <a16:creationId xmlns:a16="http://schemas.microsoft.com/office/drawing/2014/main" id="{3DF5D275-A6BE-3997-791F-0C03EBA49AF4}"/>
                </a:ext>
              </a:extLst>
            </p:cNvPr>
            <p:cNvPicPr>
              <a:picLocks noChangeAspect="1"/>
            </p:cNvPicPr>
            <p:nvPr>
              <p:custDataLst>
                <p:tags r:id="rId14"/>
              </p:custDataLst>
            </p:nvPr>
          </p:nvPicPr>
          <p:blipFill>
            <a:blip r:embed="rId57">
              <a:extLst>
                <a:ext uri="{96DAC541-7B7A-43D3-8B79-37D633B846F1}">
                  <asvg:svgBlip xmlns:asvg="http://schemas.microsoft.com/office/drawing/2016/SVG/main" r:embed="rId58"/>
                </a:ext>
              </a:extLst>
            </a:blip>
            <a:srcRect/>
            <a:stretch/>
          </p:blipFill>
          <p:spPr>
            <a:xfrm>
              <a:off x="719932" y="719932"/>
              <a:ext cx="720724" cy="720724"/>
            </a:xfrm>
            <a:prstGeom prst="rect">
              <a:avLst/>
            </a:prstGeom>
          </p:spPr>
        </p:pic>
        <p:pic>
          <p:nvPicPr>
            <p:cNvPr id="58" name="Balance [1]" hidden="1">
              <a:extLst>
                <a:ext uri="{FF2B5EF4-FFF2-40B4-BE49-F238E27FC236}">
                  <a16:creationId xmlns:a16="http://schemas.microsoft.com/office/drawing/2014/main" id="{9A95E851-859A-7A5A-F880-3D46071E9415}"/>
                </a:ext>
              </a:extLst>
            </p:cNvPr>
            <p:cNvPicPr>
              <a:picLocks noChangeAspect="1"/>
            </p:cNvPicPr>
            <p:nvPr>
              <p:custDataLst>
                <p:tags r:id="rId15"/>
              </p:custDataLst>
            </p:nvPr>
          </p:nvPicPr>
          <p:blipFill>
            <a:blip r:embed="rId59">
              <a:extLst>
                <a:ext uri="{96DAC541-7B7A-43D3-8B79-37D633B846F1}">
                  <asvg:svgBlip xmlns:asvg="http://schemas.microsoft.com/office/drawing/2016/SVG/main" r:embed="rId60"/>
                </a:ext>
              </a:extLst>
            </a:blip>
            <a:srcRect/>
            <a:stretch/>
          </p:blipFill>
          <p:spPr>
            <a:xfrm>
              <a:off x="719932" y="719932"/>
              <a:ext cx="720724" cy="720724"/>
            </a:xfrm>
            <a:prstGeom prst="rect">
              <a:avLst/>
            </a:prstGeom>
          </p:spPr>
        </p:pic>
      </p:grpSp>
    </p:spTree>
    <p:extLst>
      <p:ext uri="{BB962C8B-B14F-4D97-AF65-F5344CB8AC3E}">
        <p14:creationId xmlns:p14="http://schemas.microsoft.com/office/powerpoint/2010/main" val="2887261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AA6858C2-D2AE-E948-1009-E9BBF8DA4023}"/>
              </a:ext>
              <a:ext uri="{C183D7F6-B498-43B3-948B-1728B52AA6E4}">
                <adec:decorative xmlns:adec="http://schemas.microsoft.com/office/drawing/2017/decorative" val="1"/>
              </a:ext>
            </a:extLst>
          </p:cNvPr>
          <p:cNvSpPr>
            <a:spLocks noGrp="1"/>
          </p:cNvSpPr>
          <p:nvPr>
            <p:ph type="body" sz="quarter" idx="13"/>
          </p:nvPr>
        </p:nvSpPr>
        <p:spPr/>
        <p:txBody>
          <a:bodyPr/>
          <a:lstStyle/>
          <a:p>
            <a:r>
              <a:rPr lang="fr-FR">
                <a:latin typeface="+mn-lt"/>
              </a:rPr>
              <a:t>INTRODUCTION A LA REC</a:t>
            </a:r>
          </a:p>
        </p:txBody>
      </p:sp>
      <p:sp>
        <p:nvSpPr>
          <p:cNvPr id="3" name="Espace réservé du texte 2">
            <a:extLst>
              <a:ext uri="{FF2B5EF4-FFF2-40B4-BE49-F238E27FC236}">
                <a16:creationId xmlns:a16="http://schemas.microsoft.com/office/drawing/2014/main" id="{DA2BCE31-6918-6876-D776-AE8ED1F424B5}"/>
              </a:ext>
              <a:ext uri="{C183D7F6-B498-43B3-948B-1728B52AA6E4}">
                <adec:decorative xmlns:adec="http://schemas.microsoft.com/office/drawing/2017/decorative" val="1"/>
              </a:ext>
            </a:extLst>
          </p:cNvPr>
          <p:cNvSpPr>
            <a:spLocks noGrp="1"/>
          </p:cNvSpPr>
          <p:nvPr>
            <p:ph type="body" sz="quarter" idx="58"/>
          </p:nvPr>
        </p:nvSpPr>
        <p:spPr/>
        <p:txBody>
          <a:bodyPr/>
          <a:lstStyle/>
          <a:p>
            <a:endParaRPr lang="en-GB"/>
          </a:p>
        </p:txBody>
      </p:sp>
      <p:sp>
        <p:nvSpPr>
          <p:cNvPr id="11" name="Title 10">
            <a:extLst>
              <a:ext uri="{FF2B5EF4-FFF2-40B4-BE49-F238E27FC236}">
                <a16:creationId xmlns:a16="http://schemas.microsoft.com/office/drawing/2014/main" id="{0AE8768F-E33D-D213-F1FD-798D50DDFB56}"/>
              </a:ext>
            </a:extLst>
          </p:cNvPr>
          <p:cNvSpPr>
            <a:spLocks noGrp="1"/>
          </p:cNvSpPr>
          <p:nvPr>
            <p:ph type="title"/>
          </p:nvPr>
        </p:nvSpPr>
        <p:spPr/>
        <p:txBody>
          <a:bodyPr/>
          <a:lstStyle/>
          <a:p>
            <a:r>
              <a:rPr lang="fr-FR"/>
              <a:t>Synthèse des obligations détaillées pour la mise en conformité à la REC française</a:t>
            </a:r>
            <a:endParaRPr lang="en-GB"/>
          </a:p>
        </p:txBody>
      </p:sp>
      <p:sp>
        <p:nvSpPr>
          <p:cNvPr id="14" name="Text Placeholder 13">
            <a:extLst>
              <a:ext uri="{FF2B5EF4-FFF2-40B4-BE49-F238E27FC236}">
                <a16:creationId xmlns:a16="http://schemas.microsoft.com/office/drawing/2014/main" id="{44EEBAA2-3D33-1EF4-5068-CBA0ABCF7670}"/>
              </a:ext>
            </a:extLst>
          </p:cNvPr>
          <p:cNvSpPr>
            <a:spLocks noGrp="1"/>
          </p:cNvSpPr>
          <p:nvPr>
            <p:ph type="body" sz="quarter" idx="59"/>
          </p:nvPr>
        </p:nvSpPr>
        <p:spPr>
          <a:xfrm>
            <a:off x="423863" y="1047752"/>
            <a:ext cx="3142599" cy="1098860"/>
          </a:xfrm>
        </p:spPr>
        <p:txBody>
          <a:bodyPr/>
          <a:lstStyle/>
          <a:p>
            <a:pPr algn="ctr" eaLnBrk="0" hangingPunct="0"/>
            <a:r>
              <a:rPr lang="fr-FR" sz="1400" b="1" noProof="1">
                <a:solidFill>
                  <a:schemeClr val="bg1"/>
                </a:solidFill>
                <a:latin typeface="+mn-lt"/>
              </a:rPr>
              <a:t>Analyse de risque et des dépendances</a:t>
            </a:r>
          </a:p>
        </p:txBody>
      </p:sp>
      <p:sp>
        <p:nvSpPr>
          <p:cNvPr id="15" name="Text Placeholder 14">
            <a:extLst>
              <a:ext uri="{FF2B5EF4-FFF2-40B4-BE49-F238E27FC236}">
                <a16:creationId xmlns:a16="http://schemas.microsoft.com/office/drawing/2014/main" id="{7FC2EDD7-D3CB-165E-94FE-861815A75337}"/>
              </a:ext>
            </a:extLst>
          </p:cNvPr>
          <p:cNvSpPr>
            <a:spLocks noGrp="1"/>
          </p:cNvSpPr>
          <p:nvPr>
            <p:ph type="body" sz="quarter" idx="60"/>
          </p:nvPr>
        </p:nvSpPr>
        <p:spPr>
          <a:xfrm>
            <a:off x="3875088" y="1047751"/>
            <a:ext cx="7405209" cy="1098864"/>
          </a:xfrm>
        </p:spPr>
        <p:txBody>
          <a:bodyPr/>
          <a:lstStyle/>
          <a:p>
            <a:pPr marL="0" lvl="1" indent="0">
              <a:buNone/>
            </a:pPr>
            <a:r>
              <a:rPr lang="fr-FR" sz="1200" b="1"/>
              <a:t>Réalisation d’une analyse de risque</a:t>
            </a:r>
          </a:p>
          <a:p>
            <a:pPr marL="355600" lvl="2">
              <a:spcBef>
                <a:spcPts val="0"/>
              </a:spcBef>
              <a:buFont typeface="Arial" panose="020B0604020202020204" pitchFamily="34" charset="0"/>
              <a:buChar char="•"/>
            </a:pPr>
            <a:r>
              <a:rPr lang="fr-FR" sz="1100"/>
              <a:t>L’analyse de risque doit couvrir une variété de scénarios (catastrophe naturelle, terrorisme…) pertinente au contexte de l’organisation sous 9 mois puis tous les 4 ans</a:t>
            </a:r>
          </a:p>
          <a:p>
            <a:pPr marL="0" lvl="1" indent="0">
              <a:buNone/>
            </a:pPr>
            <a:r>
              <a:rPr lang="fr-FR" sz="1200" b="1"/>
              <a:t>Réalisation d’une analyse des dépendances</a:t>
            </a:r>
          </a:p>
          <a:p>
            <a:pPr marL="355600" lvl="2">
              <a:spcBef>
                <a:spcPts val="0"/>
              </a:spcBef>
              <a:buFont typeface="Arial" panose="020B0604020202020204" pitchFamily="34" charset="0"/>
              <a:buChar char="•"/>
            </a:pPr>
            <a:r>
              <a:rPr lang="fr-FR" sz="1100"/>
              <a:t>L’analyse de la dépendances doit couvrir la dépendance envers des tiers et la dépendance envers la chaîne d’approvisionnement</a:t>
            </a:r>
          </a:p>
        </p:txBody>
      </p:sp>
      <p:sp>
        <p:nvSpPr>
          <p:cNvPr id="16" name="Text Placeholder 15">
            <a:extLst>
              <a:ext uri="{FF2B5EF4-FFF2-40B4-BE49-F238E27FC236}">
                <a16:creationId xmlns:a16="http://schemas.microsoft.com/office/drawing/2014/main" id="{963E2C78-8D86-9DF6-CFDE-E195BC04CDF3}"/>
              </a:ext>
            </a:extLst>
          </p:cNvPr>
          <p:cNvSpPr>
            <a:spLocks noGrp="1"/>
          </p:cNvSpPr>
          <p:nvPr>
            <p:ph type="body" sz="quarter" idx="61"/>
          </p:nvPr>
        </p:nvSpPr>
        <p:spPr>
          <a:xfrm>
            <a:off x="423862" y="2514259"/>
            <a:ext cx="3142599" cy="792581"/>
          </a:xfrm>
        </p:spPr>
        <p:txBody>
          <a:bodyPr/>
          <a:lstStyle/>
          <a:p>
            <a:pPr algn="ctr" eaLnBrk="0" hangingPunct="0"/>
            <a:r>
              <a:rPr lang="fr-FR" sz="1400" b="1" noProof="1">
                <a:solidFill>
                  <a:schemeClr val="bg1"/>
                </a:solidFill>
                <a:latin typeface="+mn-lt"/>
              </a:rPr>
              <a:t>Définition de la stratégie de résilience</a:t>
            </a:r>
          </a:p>
        </p:txBody>
      </p:sp>
      <p:sp>
        <p:nvSpPr>
          <p:cNvPr id="18" name="Text Placeholder 17">
            <a:extLst>
              <a:ext uri="{FF2B5EF4-FFF2-40B4-BE49-F238E27FC236}">
                <a16:creationId xmlns:a16="http://schemas.microsoft.com/office/drawing/2014/main" id="{3D222827-92EA-E135-D9C4-BA9A488EB294}"/>
              </a:ext>
            </a:extLst>
          </p:cNvPr>
          <p:cNvSpPr>
            <a:spLocks noGrp="1"/>
          </p:cNvSpPr>
          <p:nvPr>
            <p:ph type="body" sz="quarter" idx="63"/>
          </p:nvPr>
        </p:nvSpPr>
        <p:spPr>
          <a:xfrm>
            <a:off x="423863" y="3613149"/>
            <a:ext cx="3142599" cy="946150"/>
          </a:xfrm>
        </p:spPr>
        <p:txBody>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fr-FR" sz="1400" b="1" i="0" u="none" strike="noStrike" kern="1200" cap="none" spc="0" normalizeH="0" baseline="0" noProof="1">
                <a:ln>
                  <a:noFill/>
                </a:ln>
                <a:solidFill>
                  <a:srgbClr val="FFFFFF"/>
                </a:solidFill>
                <a:effectLst/>
                <a:uLnTx/>
                <a:uFillTx/>
                <a:latin typeface="Aptos"/>
                <a:ea typeface="+mn-ea"/>
                <a:cs typeface="+mn-cs"/>
              </a:rPr>
              <a:t>Mesures de conformité organisationnelle</a:t>
            </a:r>
          </a:p>
        </p:txBody>
      </p:sp>
      <p:sp>
        <p:nvSpPr>
          <p:cNvPr id="20" name="Text Placeholder 19">
            <a:extLst>
              <a:ext uri="{FF2B5EF4-FFF2-40B4-BE49-F238E27FC236}">
                <a16:creationId xmlns:a16="http://schemas.microsoft.com/office/drawing/2014/main" id="{E7354873-1BE9-06C6-5296-A02F7121CCB1}"/>
              </a:ext>
            </a:extLst>
          </p:cNvPr>
          <p:cNvSpPr>
            <a:spLocks noGrp="1"/>
          </p:cNvSpPr>
          <p:nvPr>
            <p:ph type="body" sz="quarter" idx="65"/>
          </p:nvPr>
        </p:nvSpPr>
        <p:spPr>
          <a:xfrm>
            <a:off x="423863" y="4836970"/>
            <a:ext cx="3142599" cy="1418171"/>
          </a:xfrm>
        </p:spPr>
        <p:txBody>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fr-FR" sz="1400" b="1" i="0" u="none" strike="noStrike" kern="1200" cap="none" spc="0" normalizeH="0" baseline="0" noProof="1">
                <a:ln>
                  <a:noFill/>
                </a:ln>
                <a:solidFill>
                  <a:srgbClr val="FFFFFF"/>
                </a:solidFill>
                <a:effectLst/>
                <a:uLnTx/>
                <a:uFillTx/>
                <a:latin typeface="Aptos"/>
                <a:ea typeface="+mn-ea"/>
                <a:cs typeface="+mn-cs"/>
              </a:rPr>
              <a:t>Mesures de conformité technique</a:t>
            </a:r>
          </a:p>
        </p:txBody>
      </p:sp>
      <p:sp>
        <p:nvSpPr>
          <p:cNvPr id="9" name="Text Placeholder 14">
            <a:extLst>
              <a:ext uri="{FF2B5EF4-FFF2-40B4-BE49-F238E27FC236}">
                <a16:creationId xmlns:a16="http://schemas.microsoft.com/office/drawing/2014/main" id="{8AFE3A29-8E93-41E9-AE85-0578B9D300E1}"/>
              </a:ext>
            </a:extLst>
          </p:cNvPr>
          <p:cNvSpPr txBox="1">
            <a:spLocks/>
          </p:cNvSpPr>
          <p:nvPr/>
        </p:nvSpPr>
        <p:spPr>
          <a:xfrm>
            <a:off x="3875087" y="2514260"/>
            <a:ext cx="7405209" cy="792581"/>
          </a:xfrm>
          <a:prstGeom prst="rect">
            <a:avLst/>
          </a:prstGeom>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0" lvl="1" indent="0">
              <a:buNone/>
            </a:pPr>
            <a:r>
              <a:rPr lang="fr-FR" sz="1200" b="1"/>
              <a:t>Définition de la stratégie de résilience de l’opérateur</a:t>
            </a:r>
          </a:p>
          <a:p>
            <a:pPr marL="355600" lvl="2">
              <a:spcBef>
                <a:spcPts val="0"/>
              </a:spcBef>
              <a:buFont typeface="Arial" panose="020B0604020202020204" pitchFamily="34" charset="0"/>
              <a:buChar char="•"/>
            </a:pPr>
            <a:r>
              <a:rPr lang="fr-FR" sz="1100"/>
              <a:t>Rédaction d’un document décrivant les mesures de résilience de l’opérateur (PRO)</a:t>
            </a:r>
          </a:p>
          <a:p>
            <a:pPr marL="0" lvl="1" indent="0">
              <a:buNone/>
            </a:pPr>
            <a:r>
              <a:rPr lang="fr-FR" sz="1200" b="1"/>
              <a:t>Définition de la stratégie de résilience de l’OIV</a:t>
            </a:r>
          </a:p>
          <a:p>
            <a:pPr marL="355600" lvl="2">
              <a:spcBef>
                <a:spcPts val="0"/>
              </a:spcBef>
              <a:buFont typeface="Arial" panose="020B0604020202020204" pitchFamily="34" charset="0"/>
              <a:buChar char="•"/>
            </a:pPr>
            <a:r>
              <a:rPr lang="fr-FR" sz="1100"/>
              <a:t>Rédaction d’un document reprenant la structure d’un PRO et décrivant les mesures de résilience sur un PIV (PPR)</a:t>
            </a:r>
          </a:p>
        </p:txBody>
      </p:sp>
      <p:sp>
        <p:nvSpPr>
          <p:cNvPr id="23" name="Text Placeholder 14">
            <a:extLst>
              <a:ext uri="{FF2B5EF4-FFF2-40B4-BE49-F238E27FC236}">
                <a16:creationId xmlns:a16="http://schemas.microsoft.com/office/drawing/2014/main" id="{7AF6267F-6040-F201-5813-3067C3BD4F1D}"/>
              </a:ext>
            </a:extLst>
          </p:cNvPr>
          <p:cNvSpPr txBox="1">
            <a:spLocks/>
          </p:cNvSpPr>
          <p:nvPr/>
        </p:nvSpPr>
        <p:spPr>
          <a:xfrm>
            <a:off x="3875087" y="3613149"/>
            <a:ext cx="7405209" cy="946149"/>
          </a:xfrm>
          <a:prstGeom prst="rect">
            <a:avLst/>
          </a:prstGeom>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0" lvl="1" indent="0">
              <a:buNone/>
            </a:pPr>
            <a:r>
              <a:rPr lang="fr-FR" sz="1200" b="1"/>
              <a:t>Mise en œuvre des mesures organisationnelles/gouvernance de résilience à la REC</a:t>
            </a:r>
          </a:p>
          <a:p>
            <a:pPr marL="355600" lvl="2">
              <a:spcBef>
                <a:spcPts val="0"/>
              </a:spcBef>
              <a:buFont typeface="Arial" panose="020B0604020202020204" pitchFamily="34" charset="0"/>
              <a:buChar char="•"/>
            </a:pPr>
            <a:r>
              <a:rPr lang="fr-FR" sz="1100"/>
              <a:t>Formation et sensibilisation du personnel</a:t>
            </a:r>
          </a:p>
          <a:p>
            <a:pPr marL="355600" lvl="2">
              <a:spcBef>
                <a:spcPts val="0"/>
              </a:spcBef>
              <a:buFont typeface="Arial" panose="020B0604020202020204" pitchFamily="34" charset="0"/>
              <a:buChar char="•"/>
            </a:pPr>
            <a:r>
              <a:rPr lang="fr-FR" sz="1100"/>
              <a:t>Formalisation des mesures organisationnelles de résilience (rédaction de PCA, PRO, PPR…)</a:t>
            </a:r>
          </a:p>
          <a:p>
            <a:pPr marL="355600" lvl="2">
              <a:spcBef>
                <a:spcPts val="0"/>
              </a:spcBef>
              <a:buFont typeface="Arial" panose="020B0604020202020204" pitchFamily="34" charset="0"/>
              <a:buChar char="•"/>
            </a:pPr>
            <a:r>
              <a:rPr lang="fr-FR" sz="1100"/>
              <a:t>Définition et mise en œuvre d’un processus de notification des incidents</a:t>
            </a:r>
          </a:p>
          <a:p>
            <a:pPr marL="0" lvl="1" indent="0">
              <a:buNone/>
            </a:pPr>
            <a:r>
              <a:rPr lang="fr-FR" sz="1200" b="1"/>
              <a:t>Mise en œuvre des mesures organisationnelles/gouvernance de la NIS 2</a:t>
            </a:r>
          </a:p>
        </p:txBody>
      </p:sp>
      <p:sp>
        <p:nvSpPr>
          <p:cNvPr id="24" name="Text Placeholder 14">
            <a:extLst>
              <a:ext uri="{FF2B5EF4-FFF2-40B4-BE49-F238E27FC236}">
                <a16:creationId xmlns:a16="http://schemas.microsoft.com/office/drawing/2014/main" id="{7B0605DF-95DF-C9F4-C81F-CF0C2A827557}"/>
              </a:ext>
            </a:extLst>
          </p:cNvPr>
          <p:cNvSpPr txBox="1">
            <a:spLocks/>
          </p:cNvSpPr>
          <p:nvPr/>
        </p:nvSpPr>
        <p:spPr>
          <a:xfrm>
            <a:off x="3875087" y="4836970"/>
            <a:ext cx="7405209" cy="1418171"/>
          </a:xfrm>
          <a:prstGeom prst="rect">
            <a:avLst/>
          </a:prstGeom>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marL="0" lvl="1" indent="0">
              <a:buNone/>
            </a:pPr>
            <a:r>
              <a:rPr lang="fr-FR" sz="1200" b="1"/>
              <a:t>Mise en conformité des SI</a:t>
            </a:r>
          </a:p>
          <a:p>
            <a:pPr marL="355600" lvl="2">
              <a:spcBef>
                <a:spcPts val="0"/>
              </a:spcBef>
              <a:buFont typeface="Arial" panose="020B0604020202020204" pitchFamily="34" charset="0"/>
              <a:buChar char="•"/>
            </a:pPr>
            <a:r>
              <a:rPr lang="fr-FR" sz="1100"/>
              <a:t>Mise en conformité des SIIV à la NIS 2 + mesures spécifiques (premier ministre = LPM ?)</a:t>
            </a:r>
          </a:p>
          <a:p>
            <a:pPr marL="355600" lvl="2">
              <a:spcBef>
                <a:spcPts val="0"/>
              </a:spcBef>
              <a:buFont typeface="Arial" panose="020B0604020202020204" pitchFamily="34" charset="0"/>
              <a:buChar char="•"/>
            </a:pPr>
            <a:r>
              <a:rPr lang="fr-FR" sz="1100"/>
              <a:t>Mise en conformité des SI non SIIV à la NIS 2</a:t>
            </a:r>
          </a:p>
          <a:p>
            <a:pPr marL="0" lvl="1" indent="0">
              <a:buNone/>
            </a:pPr>
            <a:r>
              <a:rPr lang="fr-FR" sz="1200" b="1"/>
              <a:t>Mise en œuvre des mesures technique de résilience à la REC</a:t>
            </a:r>
          </a:p>
          <a:p>
            <a:pPr marL="355600" lvl="2">
              <a:spcBef>
                <a:spcPts val="0"/>
              </a:spcBef>
              <a:buFont typeface="Arial" panose="020B0604020202020204" pitchFamily="34" charset="0"/>
              <a:buChar char="•"/>
            </a:pPr>
            <a:r>
              <a:rPr lang="fr-FR" sz="1100"/>
              <a:t>Sécurisation des PIV au moyen de dispositifs de protection physique et de redondance</a:t>
            </a:r>
          </a:p>
          <a:p>
            <a:pPr marL="0" lvl="1" indent="0">
              <a:buNone/>
            </a:pPr>
            <a:r>
              <a:rPr lang="fr-FR" sz="1200" b="1"/>
              <a:t>Mise en œuvre des mesures de sécurité sur les systèmes de protection physiques</a:t>
            </a:r>
          </a:p>
          <a:p>
            <a:pPr marL="355600" lvl="2">
              <a:spcBef>
                <a:spcPts val="0"/>
              </a:spcBef>
              <a:buFont typeface="Arial" panose="020B0604020202020204" pitchFamily="34" charset="0"/>
              <a:buChar char="•"/>
            </a:pPr>
            <a:r>
              <a:rPr lang="fr-FR" sz="1100"/>
              <a:t>Sécurisation des SI de sécurité physique et de BMS (cloisonnement, </a:t>
            </a:r>
            <a:r>
              <a:rPr lang="fr-FR" sz="1100" err="1"/>
              <a:t>hardening</a:t>
            </a:r>
            <a:r>
              <a:rPr lang="fr-FR" sz="1100"/>
              <a:t>)</a:t>
            </a:r>
          </a:p>
        </p:txBody>
      </p:sp>
    </p:spTree>
    <p:custDataLst>
      <p:tags r:id="rId1"/>
    </p:custDataLst>
    <p:extLst>
      <p:ext uri="{BB962C8B-B14F-4D97-AF65-F5344CB8AC3E}">
        <p14:creationId xmlns:p14="http://schemas.microsoft.com/office/powerpoint/2010/main" val="1063882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152207-48B2-F940-2214-78AC337D36CD}"/>
              </a:ext>
            </a:extLst>
          </p:cNvPr>
          <p:cNvSpPr>
            <a:spLocks noGrp="1"/>
          </p:cNvSpPr>
          <p:nvPr>
            <p:ph type="title"/>
          </p:nvPr>
        </p:nvSpPr>
        <p:spPr>
          <a:xfrm>
            <a:off x="425354" y="404666"/>
            <a:ext cx="7302779" cy="936773"/>
          </a:xfrm>
        </p:spPr>
        <p:txBody>
          <a:bodyPr/>
          <a:lstStyle/>
          <a:p>
            <a:r>
              <a:rPr lang="fr-FR"/>
              <a:t>Les secteurs d’activités éligibles et secteurs additionnels pressentis</a:t>
            </a:r>
          </a:p>
        </p:txBody>
      </p:sp>
      <p:sp>
        <p:nvSpPr>
          <p:cNvPr id="3" name="Espace réservé du texte 2">
            <a:extLst>
              <a:ext uri="{FF2B5EF4-FFF2-40B4-BE49-F238E27FC236}">
                <a16:creationId xmlns:a16="http://schemas.microsoft.com/office/drawing/2014/main" id="{FCCAF93F-4750-9015-B517-6C3ABBD72EBE}"/>
              </a:ext>
            </a:extLst>
          </p:cNvPr>
          <p:cNvSpPr>
            <a:spLocks noGrp="1"/>
          </p:cNvSpPr>
          <p:nvPr>
            <p:ph type="body" sz="quarter" idx="13"/>
          </p:nvPr>
        </p:nvSpPr>
        <p:spPr/>
        <p:txBody>
          <a:bodyPr/>
          <a:lstStyle/>
          <a:p>
            <a:r>
              <a:rPr lang="fr-FR">
                <a:latin typeface="+mn-lt"/>
              </a:rPr>
              <a:t>INTRODUCTION A LA REC</a:t>
            </a:r>
          </a:p>
        </p:txBody>
      </p:sp>
      <p:sp>
        <p:nvSpPr>
          <p:cNvPr id="5" name="Rectangle 4">
            <a:extLst>
              <a:ext uri="{FF2B5EF4-FFF2-40B4-BE49-F238E27FC236}">
                <a16:creationId xmlns:a16="http://schemas.microsoft.com/office/drawing/2014/main" id="{745F53CC-827D-6B83-5826-261AF7ABACEC}"/>
              </a:ext>
            </a:extLst>
          </p:cNvPr>
          <p:cNvSpPr>
            <a:spLocks/>
          </p:cNvSpPr>
          <p:nvPr/>
        </p:nvSpPr>
        <p:spPr>
          <a:xfrm>
            <a:off x="7747000" y="1"/>
            <a:ext cx="4445000" cy="3798775"/>
          </a:xfrm>
          <a:prstGeom prst="rect">
            <a:avLst/>
          </a:prstGeom>
          <a:gradFill flip="none" rotWithShape="1">
            <a:gsLst>
              <a:gs pos="0">
                <a:schemeClr val="accent3"/>
              </a:gs>
              <a:gs pos="100000">
                <a:schemeClr val="accent3">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a:spcBef>
                <a:spcPts val="600"/>
              </a:spcBef>
            </a:pPr>
            <a:endParaRPr lang="fr-FR" sz="1400" b="1">
              <a:solidFill>
                <a:schemeClr val="accent1"/>
              </a:solidFill>
              <a:latin typeface="Aptos" panose="020B0004020202020204" pitchFamily="34" charset="0"/>
            </a:endParaRPr>
          </a:p>
        </p:txBody>
      </p:sp>
      <p:grpSp>
        <p:nvGrpSpPr>
          <p:cNvPr id="6" name="Groupe 5">
            <a:extLst>
              <a:ext uri="{FF2B5EF4-FFF2-40B4-BE49-F238E27FC236}">
                <a16:creationId xmlns:a16="http://schemas.microsoft.com/office/drawing/2014/main" id="{FD244CCC-5A49-2A51-C2ED-7085A91E2E39}"/>
              </a:ext>
            </a:extLst>
          </p:cNvPr>
          <p:cNvGrpSpPr>
            <a:grpSpLocks/>
          </p:cNvGrpSpPr>
          <p:nvPr/>
        </p:nvGrpSpPr>
        <p:grpSpPr>
          <a:xfrm>
            <a:off x="7885930" y="718240"/>
            <a:ext cx="3798169" cy="934640"/>
            <a:chOff x="7363323" y="1045059"/>
            <a:chExt cx="3798169" cy="934640"/>
          </a:xfrm>
        </p:grpSpPr>
        <p:grpSp>
          <p:nvGrpSpPr>
            <p:cNvPr id="7" name="Group 15">
              <a:extLst>
                <a:ext uri="{FF2B5EF4-FFF2-40B4-BE49-F238E27FC236}">
                  <a16:creationId xmlns:a16="http://schemas.microsoft.com/office/drawing/2014/main" id="{CA9E2B35-2B70-449D-1248-4F06CEC2084D}"/>
                </a:ext>
              </a:extLst>
            </p:cNvPr>
            <p:cNvGrpSpPr>
              <a:grpSpLocks/>
            </p:cNvGrpSpPr>
            <p:nvPr>
              <p:custDataLst>
                <p:tags r:id="rId10"/>
              </p:custDataLst>
            </p:nvPr>
          </p:nvGrpSpPr>
          <p:grpSpPr>
            <a:xfrm>
              <a:off x="7363323" y="1218549"/>
              <a:ext cx="849645" cy="761150"/>
              <a:chOff x="-650843" y="-265335"/>
              <a:chExt cx="2011386" cy="1801889"/>
            </a:xfrm>
          </p:grpSpPr>
          <p:pic>
            <p:nvPicPr>
              <p:cNvPr id="9" name="Graphic 2 [3]" hidden="1">
                <a:extLst>
                  <a:ext uri="{FF2B5EF4-FFF2-40B4-BE49-F238E27FC236}">
                    <a16:creationId xmlns:a16="http://schemas.microsoft.com/office/drawing/2014/main" id="{2B18D949-FCF1-7A44-70E7-8CA8B82D31B3}"/>
                  </a:ext>
                </a:extLst>
              </p:cNvPr>
              <p:cNvPicPr>
                <a:picLocks noChangeAspect="1"/>
              </p:cNvPicPr>
              <p:nvPr>
                <p:custDataLst>
                  <p:tags r:id="rId12"/>
                </p:custDataLst>
              </p:nvPr>
            </p:nvPicPr>
            <p:blipFill>
              <a:blip r:embed="rId18">
                <a:extLst>
                  <a:ext uri="{96DAC541-7B7A-43D3-8B79-37D633B846F1}">
                    <asvg:svgBlip xmlns:asvg="http://schemas.microsoft.com/office/drawing/2016/SVG/main" r:embed="rId19"/>
                  </a:ext>
                </a:extLst>
              </a:blip>
              <a:stretch>
                <a:fillRect/>
              </a:stretch>
            </p:blipFill>
            <p:spPr>
              <a:xfrm>
                <a:off x="-650843" y="-82696"/>
                <a:ext cx="1619250" cy="1619250"/>
              </a:xfrm>
              <a:prstGeom prst="rect">
                <a:avLst/>
              </a:prstGeom>
            </p:spPr>
          </p:pic>
          <p:pic>
            <p:nvPicPr>
              <p:cNvPr id="10" name="Graphic 4 [2]" hidden="1">
                <a:extLst>
                  <a:ext uri="{FF2B5EF4-FFF2-40B4-BE49-F238E27FC236}">
                    <a16:creationId xmlns:a16="http://schemas.microsoft.com/office/drawing/2014/main" id="{5A04EB78-FD81-BB48-AD21-020D17A62520}"/>
                  </a:ext>
                </a:extLst>
              </p:cNvPr>
              <p:cNvPicPr>
                <a:picLocks noChangeAspect="1"/>
              </p:cNvPicPr>
              <p:nvPr>
                <p:custDataLst>
                  <p:tags r:id="rId13"/>
                </p:custDataLst>
              </p:nvPr>
            </p:nvPicPr>
            <p:blipFill>
              <a:blip r:embed="rId20">
                <a:extLst>
                  <a:ext uri="{96DAC541-7B7A-43D3-8B79-37D633B846F1}">
                    <asvg:svgBlip xmlns:asvg="http://schemas.microsoft.com/office/drawing/2016/SVG/main" r:embed="rId21"/>
                  </a:ext>
                </a:extLst>
              </a:blip>
              <a:stretch>
                <a:fillRect/>
              </a:stretch>
            </p:blipFill>
            <p:spPr>
              <a:xfrm>
                <a:off x="-650843" y="-82696"/>
                <a:ext cx="1619250" cy="1619250"/>
              </a:xfrm>
              <a:prstGeom prst="rect">
                <a:avLst/>
              </a:prstGeom>
            </p:spPr>
          </p:pic>
          <p:pic>
            <p:nvPicPr>
              <p:cNvPr id="11" name="Graphic 8 [1]">
                <a:extLst>
                  <a:ext uri="{FF2B5EF4-FFF2-40B4-BE49-F238E27FC236}">
                    <a16:creationId xmlns:a16="http://schemas.microsoft.com/office/drawing/2014/main" id="{BB7359FB-B649-0030-3876-51EE7C576E25}"/>
                  </a:ext>
                </a:extLst>
              </p:cNvPr>
              <p:cNvPicPr>
                <a:picLocks noChangeAspect="1"/>
              </p:cNvPicPr>
              <p:nvPr>
                <p:custDataLst>
                  <p:tags r:id="rId14"/>
                </p:custDataLst>
              </p:nvPr>
            </p:nvPicPr>
            <p:blipFill>
              <a:blip r:embed="rId22">
                <a:extLst>
                  <a:ext uri="{96DAC541-7B7A-43D3-8B79-37D633B846F1}">
                    <asvg:svgBlip xmlns:asvg="http://schemas.microsoft.com/office/drawing/2016/SVG/main" r:embed="rId23"/>
                  </a:ext>
                </a:extLst>
              </a:blip>
              <a:stretch>
                <a:fillRect/>
              </a:stretch>
            </p:blipFill>
            <p:spPr>
              <a:xfrm>
                <a:off x="252635" y="-265335"/>
                <a:ext cx="1107908" cy="1107908"/>
              </a:xfrm>
              <a:prstGeom prst="rect">
                <a:avLst/>
              </a:prstGeom>
            </p:spPr>
          </p:pic>
          <p:pic>
            <p:nvPicPr>
              <p:cNvPr id="12" name="Graphic 12 [0]" hidden="1">
                <a:extLst>
                  <a:ext uri="{FF2B5EF4-FFF2-40B4-BE49-F238E27FC236}">
                    <a16:creationId xmlns:a16="http://schemas.microsoft.com/office/drawing/2014/main" id="{A19BEABB-FC4A-582C-B4EC-BABA4FA1B490}"/>
                  </a:ext>
                </a:extLst>
              </p:cNvPr>
              <p:cNvPicPr>
                <a:picLocks noChangeAspect="1"/>
              </p:cNvPicPr>
              <p:nvPr>
                <p:custDataLst>
                  <p:tags r:id="rId15"/>
                </p:custDataLst>
              </p:nvPr>
            </p:nvPicPr>
            <p:blipFill>
              <a:blip r:embed="rId24">
                <a:extLst>
                  <a:ext uri="{96DAC541-7B7A-43D3-8B79-37D633B846F1}">
                    <asvg:svgBlip xmlns:asvg="http://schemas.microsoft.com/office/drawing/2016/SVG/main" r:embed="rId25"/>
                  </a:ext>
                </a:extLst>
              </a:blip>
              <a:stretch>
                <a:fillRect/>
              </a:stretch>
            </p:blipFill>
            <p:spPr>
              <a:xfrm>
                <a:off x="-650843" y="-82696"/>
                <a:ext cx="1619250" cy="1619250"/>
              </a:xfrm>
              <a:prstGeom prst="rect">
                <a:avLst/>
              </a:prstGeom>
            </p:spPr>
          </p:pic>
        </p:grpSp>
        <p:sp>
          <p:nvSpPr>
            <p:cNvPr id="8" name="Rectangle 7" descr="----">
              <a:extLst>
                <a:ext uri="{FF2B5EF4-FFF2-40B4-BE49-F238E27FC236}">
                  <a16:creationId xmlns:a16="http://schemas.microsoft.com/office/drawing/2014/main" id="{92A5D1DD-AE6C-AB4C-2A74-B39076098D9E}"/>
                </a:ext>
              </a:extLst>
            </p:cNvPr>
            <p:cNvSpPr>
              <a:spLocks/>
            </p:cNvSpPr>
            <p:nvPr>
              <p:custDataLst>
                <p:tags r:id="rId11"/>
              </p:custDataLst>
            </p:nvPr>
          </p:nvSpPr>
          <p:spPr>
            <a:xfrm>
              <a:off x="7374264" y="1045059"/>
              <a:ext cx="3787228" cy="814981"/>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0" tIns="72000" rIns="108000" bIns="720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FFFFFF"/>
                  </a:solidFill>
                  <a:effectLst/>
                  <a:uLnTx/>
                  <a:uFillTx/>
                  <a:ea typeface="+mn-ea"/>
                  <a:cs typeface="+mn-cs"/>
                </a:rPr>
                <a:t>La REC identifie des secteurs essentiels sur lesquels des entités critiques opèrent.</a:t>
              </a:r>
              <a:endParaRPr kumimoji="0" lang="fr-FR" sz="1100" b="0" i="0" u="none" strike="noStrike" kern="1200" cap="none" spc="0" normalizeH="0" baseline="0" noProof="0">
                <a:ln>
                  <a:noFill/>
                </a:ln>
                <a:solidFill>
                  <a:schemeClr val="accent1">
                    <a:lumMod val="100000"/>
                  </a:schemeClr>
                </a:solidFill>
                <a:effectLst/>
                <a:uLnTx/>
                <a:uFillTx/>
                <a:ea typeface="+mn-ea"/>
                <a:cs typeface="+mn-cs"/>
              </a:endParaRPr>
            </a:p>
          </p:txBody>
        </p:sp>
      </p:grpSp>
      <p:sp>
        <p:nvSpPr>
          <p:cNvPr id="13" name="ZoneTexte 12">
            <a:extLst>
              <a:ext uri="{FF2B5EF4-FFF2-40B4-BE49-F238E27FC236}">
                <a16:creationId xmlns:a16="http://schemas.microsoft.com/office/drawing/2014/main" id="{3D4D92F8-36E5-FC04-F801-043748B43868}"/>
              </a:ext>
            </a:extLst>
          </p:cNvPr>
          <p:cNvSpPr txBox="1"/>
          <p:nvPr/>
        </p:nvSpPr>
        <p:spPr>
          <a:xfrm>
            <a:off x="7789427" y="1599742"/>
            <a:ext cx="4395508" cy="1974900"/>
          </a:xfrm>
          <a:prstGeom prst="rect">
            <a:avLst/>
          </a:prstGeom>
          <a:noFill/>
        </p:spPr>
        <p:txBody>
          <a:bodyPr wrap="square" lIns="132923" rIns="132923" rtlCol="0">
            <a:spAutoFit/>
          </a:bodyPr>
          <a:lstStyle/>
          <a:p>
            <a:pPr marL="255329" indent="-211021">
              <a:spcBef>
                <a:spcPts val="738"/>
              </a:spcBef>
              <a:spcAft>
                <a:spcPts val="738"/>
              </a:spcAft>
              <a:buFont typeface="Tahoma" panose="020B0604030504040204" pitchFamily="34" charset="0"/>
              <a:buChar char="⁄"/>
            </a:pPr>
            <a:r>
              <a:rPr lang="fr-FR" sz="1100">
                <a:solidFill>
                  <a:schemeClr val="bg1">
                    <a:lumMod val="100000"/>
                  </a:schemeClr>
                </a:solidFill>
              </a:rPr>
              <a:t>En France, les entités critiques sont les OIV, désignés par l’Etat sur le fondement de leur participation à des activités d’importance vitale</a:t>
            </a:r>
          </a:p>
          <a:p>
            <a:pPr marL="255329" indent="-211021">
              <a:spcBef>
                <a:spcPts val="738"/>
              </a:spcBef>
              <a:spcAft>
                <a:spcPts val="738"/>
              </a:spcAft>
              <a:buFont typeface="Tahoma" panose="020B0604030504040204" pitchFamily="34" charset="0"/>
              <a:buChar char="⁄"/>
            </a:pPr>
            <a:r>
              <a:rPr lang="fr-FR" sz="1100">
                <a:solidFill>
                  <a:srgbClr val="FFFFFF"/>
                </a:solidFill>
              </a:rPr>
              <a:t>Les OIV de ces secteurs doivent appliquer sur tous leurs SI non SIIV et SIIV la règlementation NIS2, et les mesures spécifiques de la REC sur leurs SIIV.</a:t>
            </a:r>
            <a:endParaRPr lang="fr-FR" sz="1100">
              <a:solidFill>
                <a:schemeClr val="bg1">
                  <a:lumMod val="100000"/>
                </a:schemeClr>
              </a:solidFill>
            </a:endParaRPr>
          </a:p>
          <a:p>
            <a:pPr marL="255329" indent="-211021">
              <a:spcBef>
                <a:spcPts val="738"/>
              </a:spcBef>
              <a:spcAft>
                <a:spcPts val="738"/>
              </a:spcAft>
              <a:buFont typeface="Tahoma" panose="020B0604030504040204" pitchFamily="34" charset="0"/>
              <a:buChar char="⁄"/>
            </a:pPr>
            <a:r>
              <a:rPr lang="fr-FR" sz="1100" kern="0">
                <a:solidFill>
                  <a:schemeClr val="bg1"/>
                </a:solidFill>
                <a:ea typeface="Calibri" panose="020F0502020204030204" pitchFamily="34" charset="0"/>
                <a:cs typeface="Arial" panose="020B0604020202020204" pitchFamily="34" charset="0"/>
              </a:rPr>
              <a:t>U</a:t>
            </a:r>
            <a:r>
              <a:rPr kumimoji="0" lang="fr-FR" sz="1100" i="0" u="none" strike="noStrike" kern="0" cap="none" spc="0" normalizeH="0" baseline="0" noProof="0">
                <a:ln>
                  <a:noFill/>
                </a:ln>
                <a:solidFill>
                  <a:schemeClr val="bg1"/>
                </a:solidFill>
                <a:effectLst/>
                <a:uLnTx/>
                <a:uFillTx/>
                <a:ea typeface="Calibri" panose="020F0502020204030204" pitchFamily="34" charset="0"/>
                <a:cs typeface="Arial" panose="020B0604020202020204" pitchFamily="34" charset="0"/>
              </a:rPr>
              <a:t>n flou règlementaire</a:t>
            </a:r>
            <a:r>
              <a:rPr lang="fr-FR" sz="1100" kern="0">
                <a:solidFill>
                  <a:schemeClr val="bg1"/>
                </a:solidFill>
                <a:ea typeface="Calibri" panose="020F0502020204030204" pitchFamily="34" charset="0"/>
                <a:cs typeface="Arial" panose="020B0604020202020204" pitchFamily="34" charset="0"/>
              </a:rPr>
              <a:t> va persister plusieurs mois après la transposition de la NIS2 en ce qui concerne les interactions entre la REC, la NIS2 et la LPM</a:t>
            </a:r>
            <a:endParaRPr lang="fr-FR" sz="1100">
              <a:solidFill>
                <a:schemeClr val="bg1">
                  <a:lumMod val="100000"/>
                </a:schemeClr>
              </a:solidFill>
            </a:endParaRPr>
          </a:p>
        </p:txBody>
      </p:sp>
      <p:sp>
        <p:nvSpPr>
          <p:cNvPr id="49" name="TextBox 182" descr="&#10;">
            <a:extLst>
              <a:ext uri="{FF2B5EF4-FFF2-40B4-BE49-F238E27FC236}">
                <a16:creationId xmlns:a16="http://schemas.microsoft.com/office/drawing/2014/main" id="{C38CF38F-83BA-F694-1C90-9E37ED3692FB}"/>
              </a:ext>
            </a:extLst>
          </p:cNvPr>
          <p:cNvSpPr txBox="1">
            <a:spLocks/>
          </p:cNvSpPr>
          <p:nvPr/>
        </p:nvSpPr>
        <p:spPr>
          <a:xfrm>
            <a:off x="560815" y="6256115"/>
            <a:ext cx="6660000" cy="425946"/>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r>
              <a:rPr lang="fr-FR" sz="1000"/>
              <a:t>*La REC ne donne pas de détails sur les sous-secteurs essentiels. La NIS 2 peut donner des éléments de compréhensions additionnels sur ce qui pourrait être le périmètre visé. </a:t>
            </a:r>
          </a:p>
        </p:txBody>
      </p:sp>
      <p:grpSp>
        <p:nvGrpSpPr>
          <p:cNvPr id="15" name="Groupe 14">
            <a:extLst>
              <a:ext uri="{FF2B5EF4-FFF2-40B4-BE49-F238E27FC236}">
                <a16:creationId xmlns:a16="http://schemas.microsoft.com/office/drawing/2014/main" id="{C2666D62-FD6A-4064-30B8-656482D957A7}"/>
              </a:ext>
            </a:extLst>
          </p:cNvPr>
          <p:cNvGrpSpPr/>
          <p:nvPr/>
        </p:nvGrpSpPr>
        <p:grpSpPr>
          <a:xfrm>
            <a:off x="507901" y="1142913"/>
            <a:ext cx="4680000" cy="2655863"/>
            <a:chOff x="1817065" y="1097829"/>
            <a:chExt cx="4680000" cy="2655863"/>
          </a:xfrm>
        </p:grpSpPr>
        <p:sp>
          <p:nvSpPr>
            <p:cNvPr id="35" name="Rectangle 34">
              <a:extLst>
                <a:ext uri="{FF2B5EF4-FFF2-40B4-BE49-F238E27FC236}">
                  <a16:creationId xmlns:a16="http://schemas.microsoft.com/office/drawing/2014/main" id="{7E3EAD40-AAF7-08C5-86B4-DC773F0BC169}"/>
                </a:ext>
              </a:extLst>
            </p:cNvPr>
            <p:cNvSpPr>
              <a:spLocks/>
            </p:cNvSpPr>
            <p:nvPr/>
          </p:nvSpPr>
          <p:spPr>
            <a:xfrm>
              <a:off x="1826064" y="1097829"/>
              <a:ext cx="4626000" cy="487220"/>
            </a:xfrm>
            <a:prstGeom prst="rect">
              <a:avLst/>
            </a:prstGeom>
            <a:solidFill>
              <a:schemeClr val="accent4">
                <a:lumMod val="10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r>
                <a:rPr lang="fr-FR" sz="1200" b="1"/>
                <a:t>Secteurs essentiels</a:t>
              </a:r>
            </a:p>
          </p:txBody>
        </p:sp>
        <p:pic>
          <p:nvPicPr>
            <p:cNvPr id="233" name="Image 232">
              <a:extLst>
                <a:ext uri="{FF2B5EF4-FFF2-40B4-BE49-F238E27FC236}">
                  <a16:creationId xmlns:a16="http://schemas.microsoft.com/office/drawing/2014/main" id="{EA305C88-B7F7-8D81-4531-0B80F23F4B2D}"/>
                </a:ext>
              </a:extLst>
            </p:cNvPr>
            <p:cNvPicPr>
              <a:picLocks noChangeAspect="1"/>
            </p:cNvPicPr>
            <p:nvPr/>
          </p:nvPicPr>
          <p:blipFill>
            <a:blip r:embed="rId26"/>
            <a:stretch>
              <a:fillRect/>
            </a:stretch>
          </p:blipFill>
          <p:spPr>
            <a:xfrm>
              <a:off x="1817065" y="1585049"/>
              <a:ext cx="4680000" cy="2168643"/>
            </a:xfrm>
            <a:prstGeom prst="rect">
              <a:avLst/>
            </a:prstGeom>
          </p:spPr>
        </p:pic>
      </p:grpSp>
      <p:grpSp>
        <p:nvGrpSpPr>
          <p:cNvPr id="36" name="Groupe 35">
            <a:extLst>
              <a:ext uri="{FF2B5EF4-FFF2-40B4-BE49-F238E27FC236}">
                <a16:creationId xmlns:a16="http://schemas.microsoft.com/office/drawing/2014/main" id="{9E91A29F-13DC-6782-C063-AC7D1D6FFE5C}"/>
              </a:ext>
            </a:extLst>
          </p:cNvPr>
          <p:cNvGrpSpPr/>
          <p:nvPr/>
        </p:nvGrpSpPr>
        <p:grpSpPr>
          <a:xfrm>
            <a:off x="526954" y="3904560"/>
            <a:ext cx="6669313" cy="2318625"/>
            <a:chOff x="526954" y="3904560"/>
            <a:chExt cx="6669313" cy="2318625"/>
          </a:xfrm>
        </p:grpSpPr>
        <p:sp>
          <p:nvSpPr>
            <p:cNvPr id="47" name="Rectangle 46">
              <a:extLst>
                <a:ext uri="{FF2B5EF4-FFF2-40B4-BE49-F238E27FC236}">
                  <a16:creationId xmlns:a16="http://schemas.microsoft.com/office/drawing/2014/main" id="{1C538044-1D36-80CB-F08F-CF2CF1AEEFFC}"/>
                </a:ext>
              </a:extLst>
            </p:cNvPr>
            <p:cNvSpPr>
              <a:spLocks/>
            </p:cNvSpPr>
            <p:nvPr/>
          </p:nvSpPr>
          <p:spPr>
            <a:xfrm>
              <a:off x="526954" y="3904560"/>
              <a:ext cx="6660000" cy="487220"/>
            </a:xfrm>
            <a:prstGeom prst="rect">
              <a:avLst/>
            </a:prstGeom>
            <a:solidFill>
              <a:schemeClr val="accent4">
                <a:lumMod val="10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r>
                <a:rPr lang="fr-FR" sz="1200" b="1"/>
                <a:t>Secteurs et sous-secteurs essentiels selon la NIS 2*</a:t>
              </a:r>
            </a:p>
          </p:txBody>
        </p:sp>
        <p:pic>
          <p:nvPicPr>
            <p:cNvPr id="14" name="Image 13">
              <a:extLst>
                <a:ext uri="{FF2B5EF4-FFF2-40B4-BE49-F238E27FC236}">
                  <a16:creationId xmlns:a16="http://schemas.microsoft.com/office/drawing/2014/main" id="{8F439A00-A51B-724B-DD87-C991C2AF2D55}"/>
                </a:ext>
              </a:extLst>
            </p:cNvPr>
            <p:cNvPicPr>
              <a:picLocks noChangeAspect="1"/>
            </p:cNvPicPr>
            <p:nvPr/>
          </p:nvPicPr>
          <p:blipFill>
            <a:blip r:embed="rId27"/>
            <a:stretch>
              <a:fillRect/>
            </a:stretch>
          </p:blipFill>
          <p:spPr>
            <a:xfrm>
              <a:off x="532761" y="4424709"/>
              <a:ext cx="6663506" cy="1798476"/>
            </a:xfrm>
            <a:prstGeom prst="rect">
              <a:avLst/>
            </a:prstGeom>
          </p:spPr>
        </p:pic>
      </p:grpSp>
      <p:grpSp>
        <p:nvGrpSpPr>
          <p:cNvPr id="206" name="Groupe 205">
            <a:extLst>
              <a:ext uri="{FF2B5EF4-FFF2-40B4-BE49-F238E27FC236}">
                <a16:creationId xmlns:a16="http://schemas.microsoft.com/office/drawing/2014/main" id="{1A8BE410-1637-3C51-A353-8E52F60CDECC}"/>
              </a:ext>
            </a:extLst>
          </p:cNvPr>
          <p:cNvGrpSpPr/>
          <p:nvPr/>
        </p:nvGrpSpPr>
        <p:grpSpPr>
          <a:xfrm>
            <a:off x="8456202" y="4312964"/>
            <a:ext cx="3061957" cy="1700309"/>
            <a:chOff x="7789427" y="4555806"/>
            <a:chExt cx="3061957" cy="1700309"/>
          </a:xfrm>
        </p:grpSpPr>
        <p:grpSp>
          <p:nvGrpSpPr>
            <p:cNvPr id="50" name="Groupe 49">
              <a:extLst>
                <a:ext uri="{FF2B5EF4-FFF2-40B4-BE49-F238E27FC236}">
                  <a16:creationId xmlns:a16="http://schemas.microsoft.com/office/drawing/2014/main" id="{53257EC3-0431-BF05-B9B9-0471CB30D470}"/>
                </a:ext>
              </a:extLst>
            </p:cNvPr>
            <p:cNvGrpSpPr/>
            <p:nvPr/>
          </p:nvGrpSpPr>
          <p:grpSpPr>
            <a:xfrm>
              <a:off x="7789427" y="5110892"/>
              <a:ext cx="3061956" cy="1145223"/>
              <a:chOff x="7044785" y="3823763"/>
              <a:chExt cx="3061956" cy="1145223"/>
            </a:xfrm>
          </p:grpSpPr>
          <p:grpSp>
            <p:nvGrpSpPr>
              <p:cNvPr id="52" name="Groupe 51">
                <a:extLst>
                  <a:ext uri="{FF2B5EF4-FFF2-40B4-BE49-F238E27FC236}">
                    <a16:creationId xmlns:a16="http://schemas.microsoft.com/office/drawing/2014/main" id="{B2247173-32FB-E374-48DC-7967761DFCDE}"/>
                  </a:ext>
                </a:extLst>
              </p:cNvPr>
              <p:cNvGrpSpPr/>
              <p:nvPr/>
            </p:nvGrpSpPr>
            <p:grpSpPr>
              <a:xfrm>
                <a:off x="7044785" y="3823765"/>
                <a:ext cx="972000" cy="1145221"/>
                <a:chOff x="1259333" y="3816142"/>
                <a:chExt cx="972000" cy="1145221"/>
              </a:xfrm>
            </p:grpSpPr>
            <p:sp>
              <p:nvSpPr>
                <p:cNvPr id="203" name="Rectangle 202">
                  <a:extLst>
                    <a:ext uri="{FF2B5EF4-FFF2-40B4-BE49-F238E27FC236}">
                      <a16:creationId xmlns:a16="http://schemas.microsoft.com/office/drawing/2014/main" id="{0AB63FE1-DD78-5DC6-A5C8-1B0E6D6C1F2B}"/>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204" name="ZoneTexte 203">
                  <a:extLst>
                    <a:ext uri="{FF2B5EF4-FFF2-40B4-BE49-F238E27FC236}">
                      <a16:creationId xmlns:a16="http://schemas.microsoft.com/office/drawing/2014/main" id="{9E7B11F5-6102-53E3-D243-149102D6E3A5}"/>
                    </a:ext>
                  </a:extLst>
                </p:cNvPr>
                <p:cNvSpPr txBox="1"/>
                <p:nvPr/>
              </p:nvSpPr>
              <p:spPr>
                <a:xfrm>
                  <a:off x="1304582" y="3936149"/>
                  <a:ext cx="864000" cy="557451"/>
                </a:xfrm>
                <a:prstGeom prst="rect">
                  <a:avLst/>
                </a:prstGeom>
                <a:noFill/>
              </p:spPr>
              <p:txBody>
                <a:bodyPr wrap="square" lIns="0" tIns="36000" rIns="0" bIns="36000" rtlCol="0">
                  <a:spAutoFit/>
                </a:bodyPr>
                <a:lstStyle/>
                <a:p>
                  <a:pPr algn="ctr">
                    <a:spcBef>
                      <a:spcPts val="600"/>
                    </a:spcBef>
                  </a:pPr>
                  <a:r>
                    <a:rPr lang="fr-FR" sz="1050">
                      <a:solidFill>
                        <a:schemeClr val="bg2"/>
                      </a:solidFill>
                    </a:rPr>
                    <a:t>Activités militaires de l’Etat</a:t>
                  </a:r>
                </a:p>
              </p:txBody>
            </p:sp>
          </p:grpSp>
          <p:grpSp>
            <p:nvGrpSpPr>
              <p:cNvPr id="57" name="Groupe 56">
                <a:extLst>
                  <a:ext uri="{FF2B5EF4-FFF2-40B4-BE49-F238E27FC236}">
                    <a16:creationId xmlns:a16="http://schemas.microsoft.com/office/drawing/2014/main" id="{9DDE34A4-BB6F-E078-B2FD-AC1F5499FDD4}"/>
                  </a:ext>
                  <a:ext uri="{C183D7F6-B498-43B3-948B-1728B52AA6E4}">
                    <adec:decorative xmlns:adec="http://schemas.microsoft.com/office/drawing/2017/decorative" val="1"/>
                  </a:ext>
                </a:extLst>
              </p:cNvPr>
              <p:cNvGrpSpPr>
                <a:grpSpLocks noChangeAspect="1"/>
              </p:cNvGrpSpPr>
              <p:nvPr>
                <p:custDataLst>
                  <p:tags r:id="rId1"/>
                </p:custDataLst>
              </p:nvPr>
            </p:nvGrpSpPr>
            <p:grpSpPr>
              <a:xfrm>
                <a:off x="7414034" y="4569089"/>
                <a:ext cx="216000" cy="216000"/>
                <a:chOff x="722313" y="722313"/>
                <a:chExt cx="715962" cy="715962"/>
              </a:xfrm>
            </p:grpSpPr>
            <p:pic>
              <p:nvPicPr>
                <p:cNvPr id="201" name="Graphic 7 [0]">
                  <a:extLst>
                    <a:ext uri="{FF2B5EF4-FFF2-40B4-BE49-F238E27FC236}">
                      <a16:creationId xmlns:a16="http://schemas.microsoft.com/office/drawing/2014/main" id="{67CC37E0-E993-913D-A56D-95C983A2AC82}"/>
                    </a:ext>
                  </a:extLst>
                </p:cNvPr>
                <p:cNvPicPr>
                  <a:picLocks noChangeAspect="1"/>
                </p:cNvPicPr>
                <p:nvPr>
                  <p:custDataLst>
                    <p:tags r:id="rId8"/>
                  </p:custDataLst>
                </p:nvPr>
              </p:nvPicPr>
              <p:blipFill>
                <a:blip r:embed="rId28">
                  <a:extLst>
                    <a:ext uri="{96DAC541-7B7A-43D3-8B79-37D633B846F1}">
                      <asvg:svgBlip xmlns:asvg="http://schemas.microsoft.com/office/drawing/2016/SVG/main" r:embed="rId29"/>
                    </a:ext>
                  </a:extLst>
                </a:blip>
                <a:srcRect/>
                <a:stretch/>
              </p:blipFill>
              <p:spPr>
                <a:xfrm>
                  <a:off x="722313" y="722313"/>
                  <a:ext cx="715962" cy="715962"/>
                </a:xfrm>
                <a:prstGeom prst="rect">
                  <a:avLst/>
                </a:prstGeom>
              </p:spPr>
            </p:pic>
            <p:pic>
              <p:nvPicPr>
                <p:cNvPr id="202" name="Graphic 7 [1]" hidden="1">
                  <a:extLst>
                    <a:ext uri="{FF2B5EF4-FFF2-40B4-BE49-F238E27FC236}">
                      <a16:creationId xmlns:a16="http://schemas.microsoft.com/office/drawing/2014/main" id="{D44D3876-AD0A-0510-F2F1-14561F7BB51D}"/>
                    </a:ext>
                  </a:extLst>
                </p:cNvPr>
                <p:cNvPicPr>
                  <a:picLocks noChangeAspect="1"/>
                </p:cNvPicPr>
                <p:nvPr>
                  <p:custDataLst>
                    <p:tags r:id="rId9"/>
                  </p:custDataLst>
                </p:nvPr>
              </p:nvPicPr>
              <p:blipFill>
                <a:blip r:embed="rId30">
                  <a:extLst>
                    <a:ext uri="{96DAC541-7B7A-43D3-8B79-37D633B846F1}">
                      <asvg:svgBlip xmlns:asvg="http://schemas.microsoft.com/office/drawing/2016/SVG/main" r:embed="rId31"/>
                    </a:ext>
                  </a:extLst>
                </a:blip>
                <a:srcRect/>
                <a:stretch/>
              </p:blipFill>
              <p:spPr>
                <a:xfrm>
                  <a:off x="722313" y="722313"/>
                  <a:ext cx="715962" cy="715962"/>
                </a:xfrm>
                <a:prstGeom prst="rect">
                  <a:avLst/>
                </a:prstGeom>
              </p:spPr>
            </p:pic>
          </p:grpSp>
          <p:grpSp>
            <p:nvGrpSpPr>
              <p:cNvPr id="58" name="Groupe 57">
                <a:extLst>
                  <a:ext uri="{FF2B5EF4-FFF2-40B4-BE49-F238E27FC236}">
                    <a16:creationId xmlns:a16="http://schemas.microsoft.com/office/drawing/2014/main" id="{1E80C221-15C0-3BC6-CDBE-2B5EF27CA6A3}"/>
                  </a:ext>
                </a:extLst>
              </p:cNvPr>
              <p:cNvGrpSpPr/>
              <p:nvPr/>
            </p:nvGrpSpPr>
            <p:grpSpPr>
              <a:xfrm>
                <a:off x="9134741" y="3823763"/>
                <a:ext cx="972000" cy="1145221"/>
                <a:chOff x="7036034" y="5048832"/>
                <a:chExt cx="972000" cy="1145221"/>
              </a:xfrm>
            </p:grpSpPr>
            <p:grpSp>
              <p:nvGrpSpPr>
                <p:cNvPr id="195" name="Groupe 194">
                  <a:extLst>
                    <a:ext uri="{FF2B5EF4-FFF2-40B4-BE49-F238E27FC236}">
                      <a16:creationId xmlns:a16="http://schemas.microsoft.com/office/drawing/2014/main" id="{E87F0A6C-DE06-B6EB-B7D5-3D67ED41BF9C}"/>
                    </a:ext>
                  </a:extLst>
                </p:cNvPr>
                <p:cNvGrpSpPr/>
                <p:nvPr/>
              </p:nvGrpSpPr>
              <p:grpSpPr>
                <a:xfrm>
                  <a:off x="7036034" y="5048832"/>
                  <a:ext cx="972000" cy="1145221"/>
                  <a:chOff x="1259333" y="3816142"/>
                  <a:chExt cx="972000" cy="1145221"/>
                </a:xfrm>
              </p:grpSpPr>
              <p:sp>
                <p:nvSpPr>
                  <p:cNvPr id="199" name="Rectangle 198">
                    <a:extLst>
                      <a:ext uri="{FF2B5EF4-FFF2-40B4-BE49-F238E27FC236}">
                        <a16:creationId xmlns:a16="http://schemas.microsoft.com/office/drawing/2014/main" id="{CFD13E20-7F57-453A-53E4-CF3937DBE242}"/>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200" name="ZoneTexte 199">
                    <a:extLst>
                      <a:ext uri="{FF2B5EF4-FFF2-40B4-BE49-F238E27FC236}">
                        <a16:creationId xmlns:a16="http://schemas.microsoft.com/office/drawing/2014/main" id="{A403C4FD-755E-0499-49C5-2BABA57A7AB7}"/>
                      </a:ext>
                    </a:extLst>
                  </p:cNvPr>
                  <p:cNvSpPr txBox="1"/>
                  <p:nvPr/>
                </p:nvSpPr>
                <p:spPr>
                  <a:xfrm>
                    <a:off x="1304582" y="3936149"/>
                    <a:ext cx="864000" cy="234286"/>
                  </a:xfrm>
                  <a:prstGeom prst="rect">
                    <a:avLst/>
                  </a:prstGeom>
                  <a:noFill/>
                </p:spPr>
                <p:txBody>
                  <a:bodyPr wrap="square" lIns="0" tIns="36000" rIns="0" bIns="36000" rtlCol="0">
                    <a:spAutoFit/>
                  </a:bodyPr>
                  <a:lstStyle/>
                  <a:p>
                    <a:pPr algn="ctr">
                      <a:spcBef>
                        <a:spcPts val="600"/>
                      </a:spcBef>
                    </a:pPr>
                    <a:r>
                      <a:rPr lang="fr-FR" sz="1050">
                        <a:solidFill>
                          <a:schemeClr val="bg2"/>
                        </a:solidFill>
                      </a:rPr>
                      <a:t>Industrie</a:t>
                    </a:r>
                  </a:p>
                </p:txBody>
              </p:sp>
            </p:grpSp>
            <p:grpSp>
              <p:nvGrpSpPr>
                <p:cNvPr id="196" name="Groupe 195">
                  <a:extLst>
                    <a:ext uri="{FF2B5EF4-FFF2-40B4-BE49-F238E27FC236}">
                      <a16:creationId xmlns:a16="http://schemas.microsoft.com/office/drawing/2014/main" id="{FA2618A0-7FC5-7521-5EBF-DE2414084615}"/>
                    </a:ext>
                    <a:ext uri="{C183D7F6-B498-43B3-948B-1728B52AA6E4}">
                      <adec:decorative xmlns:adec="http://schemas.microsoft.com/office/drawing/2017/decorative" val="1"/>
                    </a:ext>
                  </a:extLst>
                </p:cNvPr>
                <p:cNvGrpSpPr>
                  <a:grpSpLocks noChangeAspect="1"/>
                </p:cNvGrpSpPr>
                <p:nvPr>
                  <p:custDataLst>
                    <p:tags r:id="rId5"/>
                  </p:custDataLst>
                </p:nvPr>
              </p:nvGrpSpPr>
              <p:grpSpPr>
                <a:xfrm>
                  <a:off x="7414034" y="5729934"/>
                  <a:ext cx="216000" cy="216000"/>
                  <a:chOff x="722313" y="722313"/>
                  <a:chExt cx="715962" cy="715962"/>
                </a:xfrm>
              </p:grpSpPr>
              <p:pic>
                <p:nvPicPr>
                  <p:cNvPr id="197" name="Graphic - Builings [0]">
                    <a:extLst>
                      <a:ext uri="{FF2B5EF4-FFF2-40B4-BE49-F238E27FC236}">
                        <a16:creationId xmlns:a16="http://schemas.microsoft.com/office/drawing/2014/main" id="{C8097246-C1C8-F335-7617-BA724CC7E953}"/>
                      </a:ext>
                    </a:extLst>
                  </p:cNvPr>
                  <p:cNvPicPr>
                    <a:picLocks noChangeAspect="1"/>
                  </p:cNvPicPr>
                  <p:nvPr>
                    <p:custDataLst>
                      <p:tags r:id="rId6"/>
                    </p:custDataLst>
                  </p:nvPr>
                </p:nvPicPr>
                <p:blipFill>
                  <a:blip r:embed="rId32">
                    <a:extLst>
                      <a:ext uri="{96DAC541-7B7A-43D3-8B79-37D633B846F1}">
                        <asvg:svgBlip xmlns:asvg="http://schemas.microsoft.com/office/drawing/2016/SVG/main" r:embed="rId33"/>
                      </a:ext>
                    </a:extLst>
                  </a:blip>
                  <a:stretch>
                    <a:fillRect/>
                  </a:stretch>
                </p:blipFill>
                <p:spPr>
                  <a:xfrm>
                    <a:off x="722313" y="722313"/>
                    <a:ext cx="715962" cy="715962"/>
                  </a:xfrm>
                  <a:prstGeom prst="rect">
                    <a:avLst/>
                  </a:prstGeom>
                </p:spPr>
              </p:pic>
              <p:pic>
                <p:nvPicPr>
                  <p:cNvPr id="198" name="Graphic - Builings [1]" hidden="1">
                    <a:extLst>
                      <a:ext uri="{FF2B5EF4-FFF2-40B4-BE49-F238E27FC236}">
                        <a16:creationId xmlns:a16="http://schemas.microsoft.com/office/drawing/2014/main" id="{63205168-979B-661E-6ECA-3548C4284B06}"/>
                      </a:ext>
                    </a:extLst>
                  </p:cNvPr>
                  <p:cNvPicPr>
                    <a:picLocks noChangeAspect="1"/>
                  </p:cNvPicPr>
                  <p:nvPr>
                    <p:custDataLst>
                      <p:tags r:id="rId7"/>
                    </p:custDataLst>
                  </p:nvPr>
                </p:nvPicPr>
                <p:blipFill>
                  <a:blip r:embed="rId34">
                    <a:extLst>
                      <a:ext uri="{96DAC541-7B7A-43D3-8B79-37D633B846F1}">
                        <asvg:svgBlip xmlns:asvg="http://schemas.microsoft.com/office/drawing/2016/SVG/main" r:embed="rId35"/>
                      </a:ext>
                    </a:extLst>
                  </a:blip>
                  <a:stretch>
                    <a:fillRect/>
                  </a:stretch>
                </p:blipFill>
                <p:spPr>
                  <a:xfrm>
                    <a:off x="722313" y="722313"/>
                    <a:ext cx="715962" cy="715962"/>
                  </a:xfrm>
                  <a:prstGeom prst="rect">
                    <a:avLst/>
                  </a:prstGeom>
                </p:spPr>
              </p:pic>
            </p:grpSp>
          </p:grpSp>
          <p:grpSp>
            <p:nvGrpSpPr>
              <p:cNvPr id="60" name="Groupe 59">
                <a:extLst>
                  <a:ext uri="{FF2B5EF4-FFF2-40B4-BE49-F238E27FC236}">
                    <a16:creationId xmlns:a16="http://schemas.microsoft.com/office/drawing/2014/main" id="{2EBC176E-78D0-DFB6-CB0C-AAEC41977192}"/>
                  </a:ext>
                </a:extLst>
              </p:cNvPr>
              <p:cNvGrpSpPr/>
              <p:nvPr/>
            </p:nvGrpSpPr>
            <p:grpSpPr>
              <a:xfrm>
                <a:off x="8087675" y="3823764"/>
                <a:ext cx="972000" cy="1145221"/>
                <a:chOff x="8087675" y="3823764"/>
                <a:chExt cx="972000" cy="1145221"/>
              </a:xfrm>
            </p:grpSpPr>
            <p:grpSp>
              <p:nvGrpSpPr>
                <p:cNvPr id="61" name="Groupe 60">
                  <a:extLst>
                    <a:ext uri="{FF2B5EF4-FFF2-40B4-BE49-F238E27FC236}">
                      <a16:creationId xmlns:a16="http://schemas.microsoft.com/office/drawing/2014/main" id="{349D7CBF-80AE-488E-8CDC-7ECC1E843887}"/>
                    </a:ext>
                  </a:extLst>
                </p:cNvPr>
                <p:cNvGrpSpPr/>
                <p:nvPr/>
              </p:nvGrpSpPr>
              <p:grpSpPr>
                <a:xfrm>
                  <a:off x="8087675" y="3823764"/>
                  <a:ext cx="972000" cy="1145221"/>
                  <a:chOff x="1259333" y="3816142"/>
                  <a:chExt cx="972000" cy="1145221"/>
                </a:xfrm>
              </p:grpSpPr>
              <p:sp>
                <p:nvSpPr>
                  <p:cNvPr id="193" name="Rectangle 192">
                    <a:extLst>
                      <a:ext uri="{FF2B5EF4-FFF2-40B4-BE49-F238E27FC236}">
                        <a16:creationId xmlns:a16="http://schemas.microsoft.com/office/drawing/2014/main" id="{BB8C64EC-1691-3CF7-CDDD-041A91DAB322}"/>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194" name="ZoneTexte 193">
                    <a:extLst>
                      <a:ext uri="{FF2B5EF4-FFF2-40B4-BE49-F238E27FC236}">
                        <a16:creationId xmlns:a16="http://schemas.microsoft.com/office/drawing/2014/main" id="{378EFE6F-F530-AFAB-1BAD-A3DEA16274EA}"/>
                      </a:ext>
                    </a:extLst>
                  </p:cNvPr>
                  <p:cNvSpPr txBox="1"/>
                  <p:nvPr/>
                </p:nvSpPr>
                <p:spPr>
                  <a:xfrm>
                    <a:off x="1304582" y="3936149"/>
                    <a:ext cx="864000" cy="234286"/>
                  </a:xfrm>
                  <a:prstGeom prst="rect">
                    <a:avLst/>
                  </a:prstGeom>
                  <a:noFill/>
                </p:spPr>
                <p:txBody>
                  <a:bodyPr wrap="square" lIns="0" tIns="36000" rIns="0" bIns="36000" rtlCol="0">
                    <a:spAutoFit/>
                  </a:bodyPr>
                  <a:lstStyle/>
                  <a:p>
                    <a:pPr algn="ctr">
                      <a:spcBef>
                        <a:spcPts val="600"/>
                      </a:spcBef>
                    </a:pPr>
                    <a:r>
                      <a:rPr lang="fr-FR" sz="1050">
                        <a:solidFill>
                          <a:schemeClr val="bg2"/>
                        </a:solidFill>
                      </a:rPr>
                      <a:t>Recherche</a:t>
                    </a:r>
                  </a:p>
                </p:txBody>
              </p:sp>
            </p:grpSp>
            <p:grpSp>
              <p:nvGrpSpPr>
                <p:cNvPr id="62" name="Groupe 61">
                  <a:extLst>
                    <a:ext uri="{FF2B5EF4-FFF2-40B4-BE49-F238E27FC236}">
                      <a16:creationId xmlns:a16="http://schemas.microsoft.com/office/drawing/2014/main" id="{17428468-A185-B1D9-C419-39C3D8413D32}"/>
                    </a:ext>
                    <a:ext uri="{C183D7F6-B498-43B3-948B-1728B52AA6E4}">
                      <adec:decorative xmlns:adec="http://schemas.microsoft.com/office/drawing/2017/decorative" val="1"/>
                    </a:ext>
                  </a:extLst>
                </p:cNvPr>
                <p:cNvGrpSpPr>
                  <a:grpSpLocks noChangeAspect="1"/>
                </p:cNvGrpSpPr>
                <p:nvPr>
                  <p:custDataLst>
                    <p:tags r:id="rId2"/>
                  </p:custDataLst>
                </p:nvPr>
              </p:nvGrpSpPr>
              <p:grpSpPr>
                <a:xfrm>
                  <a:off x="8465675" y="4536656"/>
                  <a:ext cx="216000" cy="216000"/>
                  <a:chOff x="719932" y="719932"/>
                  <a:chExt cx="720724" cy="720724"/>
                </a:xfrm>
              </p:grpSpPr>
              <p:pic>
                <p:nvPicPr>
                  <p:cNvPr id="63" name="Balance [0]">
                    <a:extLst>
                      <a:ext uri="{FF2B5EF4-FFF2-40B4-BE49-F238E27FC236}">
                        <a16:creationId xmlns:a16="http://schemas.microsoft.com/office/drawing/2014/main" id="{13CA0329-EBFE-CA3D-30B1-1941C68E0DCD}"/>
                      </a:ext>
                    </a:extLst>
                  </p:cNvPr>
                  <p:cNvPicPr>
                    <a:picLocks noChangeAspect="1"/>
                  </p:cNvPicPr>
                  <p:nvPr>
                    <p:custDataLst>
                      <p:tags r:id="rId3"/>
                    </p:custDataLst>
                  </p:nvPr>
                </p:nvPicPr>
                <p:blipFill>
                  <a:blip r:embed="rId36">
                    <a:extLst>
                      <a:ext uri="{96DAC541-7B7A-43D3-8B79-37D633B846F1}">
                        <asvg:svgBlip xmlns:asvg="http://schemas.microsoft.com/office/drawing/2016/SVG/main" r:embed="rId37"/>
                      </a:ext>
                    </a:extLst>
                  </a:blip>
                  <a:srcRect/>
                  <a:stretch/>
                </p:blipFill>
                <p:spPr>
                  <a:xfrm>
                    <a:off x="719932" y="719932"/>
                    <a:ext cx="720724" cy="720724"/>
                  </a:xfrm>
                  <a:prstGeom prst="rect">
                    <a:avLst/>
                  </a:prstGeom>
                </p:spPr>
              </p:pic>
              <p:pic>
                <p:nvPicPr>
                  <p:cNvPr id="192" name="Balance [1]" hidden="1">
                    <a:extLst>
                      <a:ext uri="{FF2B5EF4-FFF2-40B4-BE49-F238E27FC236}">
                        <a16:creationId xmlns:a16="http://schemas.microsoft.com/office/drawing/2014/main" id="{A94E4FEE-3DC5-A565-9398-F362F5FCE2DF}"/>
                      </a:ext>
                    </a:extLst>
                  </p:cNvPr>
                  <p:cNvPicPr>
                    <a:picLocks noChangeAspect="1"/>
                  </p:cNvPicPr>
                  <p:nvPr>
                    <p:custDataLst>
                      <p:tags r:id="rId4"/>
                    </p:custDataLst>
                  </p:nvPr>
                </p:nvPicPr>
                <p:blipFill>
                  <a:blip r:embed="rId38">
                    <a:extLst>
                      <a:ext uri="{96DAC541-7B7A-43D3-8B79-37D633B846F1}">
                        <asvg:svgBlip xmlns:asvg="http://schemas.microsoft.com/office/drawing/2016/SVG/main" r:embed="rId39"/>
                      </a:ext>
                    </a:extLst>
                  </a:blip>
                  <a:srcRect/>
                  <a:stretch/>
                </p:blipFill>
                <p:spPr>
                  <a:xfrm>
                    <a:off x="719932" y="719932"/>
                    <a:ext cx="720724" cy="720724"/>
                  </a:xfrm>
                  <a:prstGeom prst="rect">
                    <a:avLst/>
                  </a:prstGeom>
                </p:spPr>
              </p:pic>
            </p:grpSp>
          </p:grpSp>
        </p:grpSp>
        <p:sp>
          <p:nvSpPr>
            <p:cNvPr id="205" name="Rectangle 204">
              <a:extLst>
                <a:ext uri="{FF2B5EF4-FFF2-40B4-BE49-F238E27FC236}">
                  <a16:creationId xmlns:a16="http://schemas.microsoft.com/office/drawing/2014/main" id="{38571747-EEDF-2CAF-CEAC-0ECAE031E789}"/>
                </a:ext>
              </a:extLst>
            </p:cNvPr>
            <p:cNvSpPr>
              <a:spLocks/>
            </p:cNvSpPr>
            <p:nvPr/>
          </p:nvSpPr>
          <p:spPr>
            <a:xfrm>
              <a:off x="7789428" y="4555806"/>
              <a:ext cx="3061956" cy="487220"/>
            </a:xfrm>
            <a:prstGeom prst="rect">
              <a:avLst/>
            </a:prstGeom>
            <a:solidFill>
              <a:schemeClr val="accent4">
                <a:lumMod val="10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algn="ctr"/>
              <a:r>
                <a:rPr lang="fr-FR" sz="1200" b="1"/>
                <a:t>Secteurs LPM supplémentaires susceptibles d’être éligibles REC</a:t>
              </a:r>
            </a:p>
          </p:txBody>
        </p:sp>
      </p:grpSp>
    </p:spTree>
    <p:extLst>
      <p:ext uri="{BB962C8B-B14F-4D97-AF65-F5344CB8AC3E}">
        <p14:creationId xmlns:p14="http://schemas.microsoft.com/office/powerpoint/2010/main" val="2085847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53C21C-4EE3-6D25-5A08-08E932CD370A}"/>
              </a:ext>
            </a:extLst>
          </p:cNvPr>
          <p:cNvSpPr>
            <a:spLocks noGrp="1"/>
          </p:cNvSpPr>
          <p:nvPr>
            <p:ph type="title"/>
          </p:nvPr>
        </p:nvSpPr>
        <p:spPr/>
        <p:txBody>
          <a:bodyPr/>
          <a:lstStyle/>
          <a:p>
            <a:r>
              <a:rPr lang="fr-FR"/>
              <a:t>AGENDA</a:t>
            </a:r>
          </a:p>
        </p:txBody>
      </p:sp>
      <p:grpSp>
        <p:nvGrpSpPr>
          <p:cNvPr id="232" name="SP Agenda Section">
            <a:extLst>
              <a:ext uri="{FF2B5EF4-FFF2-40B4-BE49-F238E27FC236}">
                <a16:creationId xmlns:a16="http://schemas.microsoft.com/office/drawing/2014/main" id="{A28AFE4D-216D-F267-6C98-2A0604ED84C7}"/>
              </a:ext>
            </a:extLst>
          </p:cNvPr>
          <p:cNvGrpSpPr>
            <a:grpSpLocks/>
          </p:cNvGrpSpPr>
          <p:nvPr/>
        </p:nvGrpSpPr>
        <p:grpSpPr>
          <a:xfrm>
            <a:off x="466609" y="1295400"/>
            <a:ext cx="11258782" cy="552002"/>
            <a:chOff x="350973" y="1196307"/>
            <a:chExt cx="6173651" cy="552002"/>
          </a:xfrm>
        </p:grpSpPr>
        <p:sp>
          <p:nvSpPr>
            <p:cNvPr id="233" name="Rectangle 232">
              <a:hlinkClick r:id="rId2" action="ppaction://hlinksldjump"/>
              <a:extLst>
                <a:ext uri="{FF2B5EF4-FFF2-40B4-BE49-F238E27FC236}">
                  <a16:creationId xmlns:a16="http://schemas.microsoft.com/office/drawing/2014/main" id="{AFA94E19-1454-C12F-76EA-E33AB7CAFC8F}"/>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1</a:t>
              </a:r>
            </a:p>
          </p:txBody>
        </p:sp>
        <p:sp>
          <p:nvSpPr>
            <p:cNvPr id="234" name="Rectangle 233">
              <a:hlinkClick r:id="rId2" action="ppaction://hlinksldjump"/>
              <a:extLst>
                <a:ext uri="{FF2B5EF4-FFF2-40B4-BE49-F238E27FC236}">
                  <a16:creationId xmlns:a16="http://schemas.microsoft.com/office/drawing/2014/main" id="{3BB7612C-F357-E6BE-33F5-2FF527BC85EF}"/>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Introduction à la REC</a:t>
              </a:r>
            </a:p>
          </p:txBody>
        </p:sp>
        <p:sp>
          <p:nvSpPr>
            <p:cNvPr id="235" name="Rectangle 234">
              <a:hlinkClick r:id="rId2" action="ppaction://hlinksldjump"/>
              <a:extLst>
                <a:ext uri="{FF2B5EF4-FFF2-40B4-BE49-F238E27FC236}">
                  <a16:creationId xmlns:a16="http://schemas.microsoft.com/office/drawing/2014/main" id="{22103738-A82A-69FC-4DFF-C080862C510D}"/>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4</a:t>
              </a:r>
            </a:p>
          </p:txBody>
        </p:sp>
      </p:grpSp>
      <p:grpSp>
        <p:nvGrpSpPr>
          <p:cNvPr id="236" name="SP Agenda Section Highlight">
            <a:extLst>
              <a:ext uri="{FF2B5EF4-FFF2-40B4-BE49-F238E27FC236}">
                <a16:creationId xmlns:a16="http://schemas.microsoft.com/office/drawing/2014/main" id="{B9A0A7E8-9CE2-B6EF-D841-8D772AC05694}"/>
              </a:ext>
            </a:extLst>
          </p:cNvPr>
          <p:cNvGrpSpPr>
            <a:grpSpLocks/>
          </p:cNvGrpSpPr>
          <p:nvPr/>
        </p:nvGrpSpPr>
        <p:grpSpPr>
          <a:xfrm>
            <a:off x="466610" y="1828800"/>
            <a:ext cx="11258783" cy="552002"/>
            <a:chOff x="350973" y="1196307"/>
            <a:chExt cx="6173652" cy="552002"/>
          </a:xfrm>
        </p:grpSpPr>
        <p:sp>
          <p:nvSpPr>
            <p:cNvPr id="237" name="Rectangle 236">
              <a:hlinkClick r:id="rId3" action="ppaction://hlinksldjump"/>
              <a:extLst>
                <a:ext uri="{FF2B5EF4-FFF2-40B4-BE49-F238E27FC236}">
                  <a16:creationId xmlns:a16="http://schemas.microsoft.com/office/drawing/2014/main" id="{66148463-F086-77DC-393D-E5DB6564DA65}"/>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2</a:t>
              </a:r>
            </a:p>
          </p:txBody>
        </p:sp>
        <p:sp>
          <p:nvSpPr>
            <p:cNvPr id="238" name="Rectangle 237">
              <a:hlinkClick r:id="rId3" action="ppaction://hlinksldjump"/>
              <a:extLst>
                <a:ext uri="{FF2B5EF4-FFF2-40B4-BE49-F238E27FC236}">
                  <a16:creationId xmlns:a16="http://schemas.microsoft.com/office/drawing/2014/main" id="{AC51CD0F-0BCF-3F4B-B840-53FA07DD459C}"/>
                </a:ext>
              </a:extLst>
            </p:cNvPr>
            <p:cNvSpPr>
              <a:spLocks/>
            </p:cNvSpPr>
            <p:nvPr userDrawn="1"/>
          </p:nvSpPr>
          <p:spPr>
            <a:xfrm>
              <a:off x="891565"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b="1" i="0" kern="1200" cap="none" baseline="0" noProof="0">
                  <a:solidFill>
                    <a:schemeClr val="bg2"/>
                  </a:solidFill>
                  <a:latin typeface="+mn-lt"/>
                  <a:ea typeface="+mn-ea"/>
                  <a:cs typeface="+mn-cs"/>
                </a:rPr>
                <a:t>Périmètre d'application</a:t>
              </a:r>
            </a:p>
          </p:txBody>
        </p:sp>
        <p:sp>
          <p:nvSpPr>
            <p:cNvPr id="239" name="Rectangle 238">
              <a:hlinkClick r:id="rId3" action="ppaction://hlinksldjump"/>
              <a:extLst>
                <a:ext uri="{FF2B5EF4-FFF2-40B4-BE49-F238E27FC236}">
                  <a16:creationId xmlns:a16="http://schemas.microsoft.com/office/drawing/2014/main" id="{9D178665-BF83-EA4F-52AF-B29CA8582F16}"/>
                </a:ext>
              </a:extLst>
            </p:cNvPr>
            <p:cNvSpPr>
              <a:spLocks/>
            </p:cNvSpPr>
            <p:nvPr userDrawn="1"/>
          </p:nvSpPr>
          <p:spPr>
            <a:xfrm>
              <a:off x="6009095" y="1196308"/>
              <a:ext cx="51553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13</a:t>
              </a:r>
            </a:p>
          </p:txBody>
        </p:sp>
      </p:grpSp>
      <p:grpSp>
        <p:nvGrpSpPr>
          <p:cNvPr id="240" name="SP Agenda Section">
            <a:extLst>
              <a:ext uri="{FF2B5EF4-FFF2-40B4-BE49-F238E27FC236}">
                <a16:creationId xmlns:a16="http://schemas.microsoft.com/office/drawing/2014/main" id="{DD46DA64-B684-DB68-8255-D683938DD2A7}"/>
              </a:ext>
            </a:extLst>
          </p:cNvPr>
          <p:cNvGrpSpPr>
            <a:grpSpLocks/>
          </p:cNvGrpSpPr>
          <p:nvPr/>
        </p:nvGrpSpPr>
        <p:grpSpPr>
          <a:xfrm>
            <a:off x="466609" y="2362200"/>
            <a:ext cx="11258782" cy="552002"/>
            <a:chOff x="350973" y="1196307"/>
            <a:chExt cx="6173651" cy="552002"/>
          </a:xfrm>
        </p:grpSpPr>
        <p:sp>
          <p:nvSpPr>
            <p:cNvPr id="241" name="Rectangle 240">
              <a:hlinkClick r:id="rId4" action="ppaction://hlinksldjump"/>
              <a:extLst>
                <a:ext uri="{FF2B5EF4-FFF2-40B4-BE49-F238E27FC236}">
                  <a16:creationId xmlns:a16="http://schemas.microsoft.com/office/drawing/2014/main" id="{8C256745-E05C-AC0B-AF7B-BF829FB561D0}"/>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3</a:t>
              </a:r>
            </a:p>
          </p:txBody>
        </p:sp>
        <p:sp>
          <p:nvSpPr>
            <p:cNvPr id="242" name="Rectangle 241">
              <a:hlinkClick r:id="rId4" action="ppaction://hlinksldjump"/>
              <a:extLst>
                <a:ext uri="{FF2B5EF4-FFF2-40B4-BE49-F238E27FC236}">
                  <a16:creationId xmlns:a16="http://schemas.microsoft.com/office/drawing/2014/main" id="{198B5FC7-62C6-0917-95BA-0EE32794CE0B}"/>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Mise en conformité à la NIS 2</a:t>
              </a:r>
            </a:p>
          </p:txBody>
        </p:sp>
        <p:sp>
          <p:nvSpPr>
            <p:cNvPr id="243" name="Rectangle 242">
              <a:hlinkClick r:id="rId4" action="ppaction://hlinksldjump"/>
              <a:extLst>
                <a:ext uri="{FF2B5EF4-FFF2-40B4-BE49-F238E27FC236}">
                  <a16:creationId xmlns:a16="http://schemas.microsoft.com/office/drawing/2014/main" id="{17028F06-9CBD-18EB-E84B-C146350179EA}"/>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14</a:t>
              </a:r>
            </a:p>
          </p:txBody>
        </p:sp>
      </p:grpSp>
      <p:grpSp>
        <p:nvGrpSpPr>
          <p:cNvPr id="244" name="SP Agenda Section">
            <a:extLst>
              <a:ext uri="{FF2B5EF4-FFF2-40B4-BE49-F238E27FC236}">
                <a16:creationId xmlns:a16="http://schemas.microsoft.com/office/drawing/2014/main" id="{ABACAC0E-CF30-A295-16E4-A867BF1B8219}"/>
              </a:ext>
            </a:extLst>
          </p:cNvPr>
          <p:cNvGrpSpPr>
            <a:grpSpLocks/>
          </p:cNvGrpSpPr>
          <p:nvPr/>
        </p:nvGrpSpPr>
        <p:grpSpPr>
          <a:xfrm>
            <a:off x="466609" y="2895600"/>
            <a:ext cx="11258782" cy="552002"/>
            <a:chOff x="350973" y="1196307"/>
            <a:chExt cx="6173651" cy="552002"/>
          </a:xfrm>
        </p:grpSpPr>
        <p:sp>
          <p:nvSpPr>
            <p:cNvPr id="245" name="Rectangle 244">
              <a:hlinkClick r:id="rId5" action="ppaction://hlinksldjump"/>
              <a:extLst>
                <a:ext uri="{FF2B5EF4-FFF2-40B4-BE49-F238E27FC236}">
                  <a16:creationId xmlns:a16="http://schemas.microsoft.com/office/drawing/2014/main" id="{52DAA395-3E8E-C136-0034-B4277851C6C0}"/>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4</a:t>
              </a:r>
            </a:p>
          </p:txBody>
        </p:sp>
        <p:sp>
          <p:nvSpPr>
            <p:cNvPr id="246" name="Rectangle 245">
              <a:hlinkClick r:id="rId5" action="ppaction://hlinksldjump"/>
              <a:extLst>
                <a:ext uri="{FF2B5EF4-FFF2-40B4-BE49-F238E27FC236}">
                  <a16:creationId xmlns:a16="http://schemas.microsoft.com/office/drawing/2014/main" id="{C69D4BB4-B4D5-F798-7D70-D38D120FCC17}"/>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Protection des SIIV</a:t>
              </a:r>
            </a:p>
          </p:txBody>
        </p:sp>
        <p:sp>
          <p:nvSpPr>
            <p:cNvPr id="247" name="Rectangle 246">
              <a:hlinkClick r:id="rId5" action="ppaction://hlinksldjump"/>
              <a:extLst>
                <a:ext uri="{FF2B5EF4-FFF2-40B4-BE49-F238E27FC236}">
                  <a16:creationId xmlns:a16="http://schemas.microsoft.com/office/drawing/2014/main" id="{B81D6FD3-956A-C81A-E996-51222E8F6C9B}"/>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16</a:t>
              </a:r>
            </a:p>
          </p:txBody>
        </p:sp>
      </p:grpSp>
      <p:grpSp>
        <p:nvGrpSpPr>
          <p:cNvPr id="248" name="SP Agenda Section">
            <a:extLst>
              <a:ext uri="{FF2B5EF4-FFF2-40B4-BE49-F238E27FC236}">
                <a16:creationId xmlns:a16="http://schemas.microsoft.com/office/drawing/2014/main" id="{D5A248BE-CE9F-A883-9B4C-59E16220F48C}"/>
              </a:ext>
            </a:extLst>
          </p:cNvPr>
          <p:cNvGrpSpPr>
            <a:grpSpLocks/>
          </p:cNvGrpSpPr>
          <p:nvPr/>
        </p:nvGrpSpPr>
        <p:grpSpPr>
          <a:xfrm>
            <a:off x="466609" y="3429000"/>
            <a:ext cx="11258782" cy="552002"/>
            <a:chOff x="350973" y="1196307"/>
            <a:chExt cx="6173651" cy="552002"/>
          </a:xfrm>
        </p:grpSpPr>
        <p:sp>
          <p:nvSpPr>
            <p:cNvPr id="249" name="Rectangle 248">
              <a:hlinkClick r:id="rId6" action="ppaction://hlinksldjump"/>
              <a:extLst>
                <a:ext uri="{FF2B5EF4-FFF2-40B4-BE49-F238E27FC236}">
                  <a16:creationId xmlns:a16="http://schemas.microsoft.com/office/drawing/2014/main" id="{6337D96A-D0A7-4A5E-9BF4-FEEEF1E42166}"/>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5</a:t>
              </a:r>
            </a:p>
          </p:txBody>
        </p:sp>
        <p:sp>
          <p:nvSpPr>
            <p:cNvPr id="250" name="Rectangle 249">
              <a:hlinkClick r:id="rId6" action="ppaction://hlinksldjump"/>
              <a:extLst>
                <a:ext uri="{FF2B5EF4-FFF2-40B4-BE49-F238E27FC236}">
                  <a16:creationId xmlns:a16="http://schemas.microsoft.com/office/drawing/2014/main" id="{5CCC77E9-E360-2EB7-02DD-4D3E986FB787}"/>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Protection des PIV</a:t>
              </a:r>
            </a:p>
          </p:txBody>
        </p:sp>
        <p:sp>
          <p:nvSpPr>
            <p:cNvPr id="251" name="Rectangle 250">
              <a:hlinkClick r:id="rId6" action="ppaction://hlinksldjump"/>
              <a:extLst>
                <a:ext uri="{FF2B5EF4-FFF2-40B4-BE49-F238E27FC236}">
                  <a16:creationId xmlns:a16="http://schemas.microsoft.com/office/drawing/2014/main" id="{A92F12D7-8648-C2A9-6124-40C59E402630}"/>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18</a:t>
              </a:r>
            </a:p>
          </p:txBody>
        </p:sp>
      </p:grpSp>
      <p:grpSp>
        <p:nvGrpSpPr>
          <p:cNvPr id="252" name="SP Agenda Section">
            <a:extLst>
              <a:ext uri="{FF2B5EF4-FFF2-40B4-BE49-F238E27FC236}">
                <a16:creationId xmlns:a16="http://schemas.microsoft.com/office/drawing/2014/main" id="{E45A7497-FDE0-EC6A-8D29-A0F7530A8475}"/>
              </a:ext>
            </a:extLst>
          </p:cNvPr>
          <p:cNvGrpSpPr>
            <a:grpSpLocks/>
          </p:cNvGrpSpPr>
          <p:nvPr/>
        </p:nvGrpSpPr>
        <p:grpSpPr>
          <a:xfrm>
            <a:off x="466609" y="3962400"/>
            <a:ext cx="11258782" cy="552002"/>
            <a:chOff x="350973" y="1196307"/>
            <a:chExt cx="6173651" cy="552002"/>
          </a:xfrm>
        </p:grpSpPr>
        <p:sp>
          <p:nvSpPr>
            <p:cNvPr id="253" name="Rectangle 252">
              <a:hlinkClick r:id="rId7" action="ppaction://hlinksldjump"/>
              <a:extLst>
                <a:ext uri="{FF2B5EF4-FFF2-40B4-BE49-F238E27FC236}">
                  <a16:creationId xmlns:a16="http://schemas.microsoft.com/office/drawing/2014/main" id="{7FEB790A-4C55-B570-AF01-C9861BD86DDC}"/>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6</a:t>
              </a:r>
            </a:p>
          </p:txBody>
        </p:sp>
        <p:sp>
          <p:nvSpPr>
            <p:cNvPr id="254" name="Rectangle 253">
              <a:hlinkClick r:id="rId7" action="ppaction://hlinksldjump"/>
              <a:extLst>
                <a:ext uri="{FF2B5EF4-FFF2-40B4-BE49-F238E27FC236}">
                  <a16:creationId xmlns:a16="http://schemas.microsoft.com/office/drawing/2014/main" id="{CDFFB84E-B1AD-97CE-D548-FDBCDDDC59BF}"/>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Annexe</a:t>
              </a:r>
            </a:p>
          </p:txBody>
        </p:sp>
        <p:sp>
          <p:nvSpPr>
            <p:cNvPr id="255" name="Rectangle 254">
              <a:hlinkClick r:id="rId7" action="ppaction://hlinksldjump"/>
              <a:extLst>
                <a:ext uri="{FF2B5EF4-FFF2-40B4-BE49-F238E27FC236}">
                  <a16:creationId xmlns:a16="http://schemas.microsoft.com/office/drawing/2014/main" id="{1CA05BA8-10C9-DF40-ACA1-4784AB0FBF94}"/>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24</a:t>
              </a:r>
            </a:p>
          </p:txBody>
        </p:sp>
      </p:grpSp>
    </p:spTree>
    <p:extLst>
      <p:ext uri="{BB962C8B-B14F-4D97-AF65-F5344CB8AC3E}">
        <p14:creationId xmlns:p14="http://schemas.microsoft.com/office/powerpoint/2010/main" val="4062694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659AD67-5428-B51D-3119-4771DDFDF286}"/>
              </a:ext>
            </a:extLst>
          </p:cNvPr>
          <p:cNvSpPr>
            <a:spLocks noGrp="1"/>
          </p:cNvSpPr>
          <p:nvPr>
            <p:ph type="body" sz="quarter" idx="13"/>
          </p:nvPr>
        </p:nvSpPr>
        <p:spPr/>
        <p:txBody>
          <a:bodyPr/>
          <a:lstStyle/>
          <a:p>
            <a:r>
              <a:rPr lang="fr-FR"/>
              <a:t>PERIMETRE D’APPLICATION</a:t>
            </a:r>
          </a:p>
        </p:txBody>
      </p:sp>
      <p:sp>
        <p:nvSpPr>
          <p:cNvPr id="3" name="Espace réservé du texte 2">
            <a:extLst>
              <a:ext uri="{FF2B5EF4-FFF2-40B4-BE49-F238E27FC236}">
                <a16:creationId xmlns:a16="http://schemas.microsoft.com/office/drawing/2014/main" id="{9D6319FC-F6CF-BE2A-4295-27DD6C872E1C}"/>
              </a:ext>
            </a:extLst>
          </p:cNvPr>
          <p:cNvSpPr>
            <a:spLocks noGrp="1"/>
          </p:cNvSpPr>
          <p:nvPr>
            <p:ph type="body" sz="quarter" idx="15"/>
          </p:nvPr>
        </p:nvSpPr>
        <p:spPr/>
        <p:txBody>
          <a:bodyPr/>
          <a:lstStyle/>
          <a:p>
            <a:endParaRPr lang="fr-FR"/>
          </a:p>
        </p:txBody>
      </p:sp>
      <p:sp>
        <p:nvSpPr>
          <p:cNvPr id="4" name="Titre 3">
            <a:extLst>
              <a:ext uri="{FF2B5EF4-FFF2-40B4-BE49-F238E27FC236}">
                <a16:creationId xmlns:a16="http://schemas.microsoft.com/office/drawing/2014/main" id="{0DA18744-829E-0D02-BD3B-751155C5FEC0}"/>
              </a:ext>
            </a:extLst>
          </p:cNvPr>
          <p:cNvSpPr>
            <a:spLocks noGrp="1"/>
          </p:cNvSpPr>
          <p:nvPr>
            <p:ph type="title"/>
          </p:nvPr>
        </p:nvSpPr>
        <p:spPr/>
        <p:txBody>
          <a:bodyPr/>
          <a:lstStyle/>
          <a:p>
            <a:r>
              <a:rPr lang="fr-FR"/>
              <a:t>Périmètre d’application de la REC sur le plan cyber</a:t>
            </a:r>
          </a:p>
        </p:txBody>
      </p:sp>
      <p:pic>
        <p:nvPicPr>
          <p:cNvPr id="8" name="Graphic - Builings [1]" hidden="1">
            <a:extLst>
              <a:ext uri="{FF2B5EF4-FFF2-40B4-BE49-F238E27FC236}">
                <a16:creationId xmlns:a16="http://schemas.microsoft.com/office/drawing/2014/main" id="{677F61AF-7476-D960-CEB6-D36503163A71}"/>
              </a:ext>
            </a:extLst>
          </p:cNvPr>
          <p:cNvPicPr>
            <a:picLocks noChangeAspect="1"/>
          </p:cNvPicPr>
          <p:nvPr>
            <p:custDataLst>
              <p:tags r:id="rId1"/>
            </p:custDataLst>
          </p:nvPr>
        </p:nvPicPr>
        <p:blipFill>
          <a:blip r:embed="rId6">
            <a:extLst>
              <a:ext uri="{96DAC541-7B7A-43D3-8B79-37D633B846F1}">
                <asvg:svgBlip xmlns:asvg="http://schemas.microsoft.com/office/drawing/2016/SVG/main" r:embed="rId7"/>
              </a:ext>
            </a:extLst>
          </a:blip>
          <a:stretch>
            <a:fillRect/>
          </a:stretch>
        </p:blipFill>
        <p:spPr>
          <a:xfrm>
            <a:off x="2480959" y="1005959"/>
            <a:ext cx="360000" cy="360000"/>
          </a:xfrm>
          <a:prstGeom prst="rect">
            <a:avLst/>
          </a:prstGeom>
        </p:spPr>
      </p:pic>
      <p:grpSp>
        <p:nvGrpSpPr>
          <p:cNvPr id="159" name="Group 1">
            <a:extLst>
              <a:ext uri="{FF2B5EF4-FFF2-40B4-BE49-F238E27FC236}">
                <a16:creationId xmlns:a16="http://schemas.microsoft.com/office/drawing/2014/main" id="{039B99B8-6E14-EB6E-2F29-63A510A60C09}"/>
              </a:ext>
            </a:extLst>
          </p:cNvPr>
          <p:cNvGrpSpPr/>
          <p:nvPr/>
        </p:nvGrpSpPr>
        <p:grpSpPr>
          <a:xfrm>
            <a:off x="1490296" y="1890168"/>
            <a:ext cx="8746445" cy="3480304"/>
            <a:chOff x="567804" y="1752604"/>
            <a:chExt cx="8746445" cy="3480304"/>
          </a:xfrm>
        </p:grpSpPr>
        <p:sp>
          <p:nvSpPr>
            <p:cNvPr id="160" name="Oval 4">
              <a:extLst>
                <a:ext uri="{FF2B5EF4-FFF2-40B4-BE49-F238E27FC236}">
                  <a16:creationId xmlns:a16="http://schemas.microsoft.com/office/drawing/2014/main" id="{A0EE7430-C47D-805F-9904-9CBA00488191}"/>
                </a:ext>
              </a:extLst>
            </p:cNvPr>
            <p:cNvSpPr/>
            <p:nvPr/>
          </p:nvSpPr>
          <p:spPr>
            <a:xfrm>
              <a:off x="3276604" y="1752604"/>
              <a:ext cx="3352792" cy="335279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en-GB" sz="2000">
                <a:solidFill>
                  <a:schemeClr val="bg2"/>
                </a:solidFill>
                <a:ea typeface="+mj-ea"/>
                <a:cs typeface="+mj-cs"/>
              </a:endParaRPr>
            </a:p>
          </p:txBody>
        </p:sp>
        <p:cxnSp>
          <p:nvCxnSpPr>
            <p:cNvPr id="161" name="Straight Connector 4">
              <a:extLst>
                <a:ext uri="{FF2B5EF4-FFF2-40B4-BE49-F238E27FC236}">
                  <a16:creationId xmlns:a16="http://schemas.microsoft.com/office/drawing/2014/main" id="{F1B3E7C3-24E3-660F-0B0F-A633C6071F98}"/>
                </a:ext>
              </a:extLst>
            </p:cNvPr>
            <p:cNvCxnSpPr>
              <a:cxnSpLocks/>
            </p:cNvCxnSpPr>
            <p:nvPr/>
          </p:nvCxnSpPr>
          <p:spPr>
            <a:xfrm>
              <a:off x="5791200" y="2095384"/>
              <a:ext cx="952500" cy="0"/>
            </a:xfrm>
            <a:prstGeom prst="line">
              <a:avLst/>
            </a:prstGeom>
            <a:ln w="28575"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
          <p:nvSpPr>
            <p:cNvPr id="162" name="TextBox 4">
              <a:extLst>
                <a:ext uri="{FF2B5EF4-FFF2-40B4-BE49-F238E27FC236}">
                  <a16:creationId xmlns:a16="http://schemas.microsoft.com/office/drawing/2014/main" id="{F203BFCC-F9E0-B41A-D3AE-D11B0AC53FB4}"/>
                </a:ext>
              </a:extLst>
            </p:cNvPr>
            <p:cNvSpPr txBox="1">
              <a:spLocks/>
            </p:cNvSpPr>
            <p:nvPr/>
          </p:nvSpPr>
          <p:spPr>
            <a:xfrm>
              <a:off x="6921717" y="1966698"/>
              <a:ext cx="2392532" cy="538609"/>
            </a:xfrm>
            <a:prstGeom prst="rect">
              <a:avLst/>
            </a:prstGeom>
            <a:noFill/>
          </p:spPr>
          <p:txBody>
            <a:bodyPr wrap="square" lIns="0" tIns="0" rIns="0" bIns="0" rtlCol="0">
              <a:spAutoFit/>
            </a:bodyPr>
            <a:lstStyle/>
            <a:p>
              <a:pPr>
                <a:spcAft>
                  <a:spcPts val="600"/>
                </a:spcAft>
              </a:pPr>
              <a:r>
                <a:rPr lang="en-GB" b="1">
                  <a:solidFill>
                    <a:schemeClr val="accent3"/>
                  </a:solidFill>
                </a:rPr>
                <a:t>SIE/SII non SIR</a:t>
              </a:r>
            </a:p>
            <a:p>
              <a:pPr>
                <a:spcAft>
                  <a:spcPts val="600"/>
                </a:spcAft>
              </a:pPr>
              <a:r>
                <a:rPr lang="en-GB" sz="1200"/>
                <a:t>Pas d’exigences de </a:t>
              </a:r>
              <a:r>
                <a:rPr lang="en-GB" sz="1200" err="1"/>
                <a:t>conformité</a:t>
              </a:r>
              <a:endParaRPr lang="en-GB" sz="1200"/>
            </a:p>
          </p:txBody>
        </p:sp>
        <p:sp>
          <p:nvSpPr>
            <p:cNvPr id="163" name="Oval 3">
              <a:extLst>
                <a:ext uri="{FF2B5EF4-FFF2-40B4-BE49-F238E27FC236}">
                  <a16:creationId xmlns:a16="http://schemas.microsoft.com/office/drawing/2014/main" id="{5104DA1D-87BD-4F21-EDEE-2B48AC0F412F}"/>
                </a:ext>
              </a:extLst>
            </p:cNvPr>
            <p:cNvSpPr/>
            <p:nvPr/>
          </p:nvSpPr>
          <p:spPr>
            <a:xfrm>
              <a:off x="3573197" y="2049197"/>
              <a:ext cx="2759606" cy="27596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en-GB" sz="2000">
                <a:solidFill>
                  <a:schemeClr val="bg2"/>
                </a:solidFill>
                <a:ea typeface="+mj-ea"/>
                <a:cs typeface="+mj-cs"/>
              </a:endParaRPr>
            </a:p>
          </p:txBody>
        </p:sp>
        <p:cxnSp>
          <p:nvCxnSpPr>
            <p:cNvPr id="164" name="Straight Connector 3">
              <a:extLst>
                <a:ext uri="{FF2B5EF4-FFF2-40B4-BE49-F238E27FC236}">
                  <a16:creationId xmlns:a16="http://schemas.microsoft.com/office/drawing/2014/main" id="{08F5D7C6-14B6-A9EE-B5EB-23238A3E7DEA}"/>
                </a:ext>
              </a:extLst>
            </p:cNvPr>
            <p:cNvCxnSpPr>
              <a:cxnSpLocks/>
            </p:cNvCxnSpPr>
            <p:nvPr/>
          </p:nvCxnSpPr>
          <p:spPr>
            <a:xfrm>
              <a:off x="3145529" y="2621015"/>
              <a:ext cx="903553" cy="0"/>
            </a:xfrm>
            <a:prstGeom prst="line">
              <a:avLst/>
            </a:prstGeom>
            <a:ln w="28575"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
          <p:nvSpPr>
            <p:cNvPr id="165" name="TextBox 3">
              <a:extLst>
                <a:ext uri="{FF2B5EF4-FFF2-40B4-BE49-F238E27FC236}">
                  <a16:creationId xmlns:a16="http://schemas.microsoft.com/office/drawing/2014/main" id="{A7DF2D2E-3DDB-49A8-66D2-55FB791104C6}"/>
                </a:ext>
              </a:extLst>
            </p:cNvPr>
            <p:cNvSpPr txBox="1">
              <a:spLocks/>
            </p:cNvSpPr>
            <p:nvPr/>
          </p:nvSpPr>
          <p:spPr>
            <a:xfrm>
              <a:off x="567804" y="2492329"/>
              <a:ext cx="2392532" cy="723275"/>
            </a:xfrm>
            <a:prstGeom prst="rect">
              <a:avLst/>
            </a:prstGeom>
            <a:noFill/>
          </p:spPr>
          <p:txBody>
            <a:bodyPr wrap="square" lIns="0" tIns="0" rIns="0" bIns="0" rtlCol="0">
              <a:spAutoFit/>
            </a:bodyPr>
            <a:lstStyle/>
            <a:p>
              <a:pPr algn="r">
                <a:spcAft>
                  <a:spcPts val="600"/>
                </a:spcAft>
              </a:pPr>
              <a:r>
                <a:rPr lang="en-GB" b="1">
                  <a:solidFill>
                    <a:schemeClr val="accent3"/>
                  </a:solidFill>
                </a:rPr>
                <a:t>SIE/SII non SIIV (SIR)</a:t>
              </a:r>
            </a:p>
            <a:p>
              <a:pPr algn="r">
                <a:spcAft>
                  <a:spcPts val="600"/>
                </a:spcAft>
              </a:pPr>
              <a:r>
                <a:rPr lang="fr-FR" sz="1200"/>
                <a:t>Mise en conformité des SIE/SII à la NIS 2</a:t>
              </a:r>
            </a:p>
          </p:txBody>
        </p:sp>
        <p:sp>
          <p:nvSpPr>
            <p:cNvPr id="166" name="Oval 2">
              <a:extLst>
                <a:ext uri="{FF2B5EF4-FFF2-40B4-BE49-F238E27FC236}">
                  <a16:creationId xmlns:a16="http://schemas.microsoft.com/office/drawing/2014/main" id="{022A058F-577C-27B2-8EBE-2B3630DAFB68}"/>
                </a:ext>
              </a:extLst>
            </p:cNvPr>
            <p:cNvSpPr/>
            <p:nvPr/>
          </p:nvSpPr>
          <p:spPr>
            <a:xfrm>
              <a:off x="3902029" y="2378029"/>
              <a:ext cx="2101943" cy="210194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en-GB" sz="2000">
                <a:solidFill>
                  <a:schemeClr val="bg2"/>
                </a:solidFill>
                <a:ea typeface="+mj-ea"/>
                <a:cs typeface="+mj-cs"/>
              </a:endParaRPr>
            </a:p>
          </p:txBody>
        </p:sp>
        <p:cxnSp>
          <p:nvCxnSpPr>
            <p:cNvPr id="167" name="Straight Connector 2">
              <a:extLst>
                <a:ext uri="{FF2B5EF4-FFF2-40B4-BE49-F238E27FC236}">
                  <a16:creationId xmlns:a16="http://schemas.microsoft.com/office/drawing/2014/main" id="{982AD281-5353-1282-4A1F-70713B9D2E0F}"/>
                </a:ext>
              </a:extLst>
            </p:cNvPr>
            <p:cNvCxnSpPr>
              <a:cxnSpLocks/>
            </p:cNvCxnSpPr>
            <p:nvPr/>
          </p:nvCxnSpPr>
          <p:spPr>
            <a:xfrm>
              <a:off x="3178827" y="4268987"/>
              <a:ext cx="1565580" cy="0"/>
            </a:xfrm>
            <a:prstGeom prst="line">
              <a:avLst/>
            </a:prstGeom>
            <a:ln w="28575"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
          <p:nvSpPr>
            <p:cNvPr id="168" name="TextBox 2">
              <a:extLst>
                <a:ext uri="{FF2B5EF4-FFF2-40B4-BE49-F238E27FC236}">
                  <a16:creationId xmlns:a16="http://schemas.microsoft.com/office/drawing/2014/main" id="{D6B2C6C7-0434-8ACA-FB87-A5772C15A4FD}"/>
                </a:ext>
              </a:extLst>
            </p:cNvPr>
            <p:cNvSpPr txBox="1">
              <a:spLocks/>
            </p:cNvSpPr>
            <p:nvPr/>
          </p:nvSpPr>
          <p:spPr>
            <a:xfrm>
              <a:off x="623165" y="4140301"/>
              <a:ext cx="2392532" cy="1092607"/>
            </a:xfrm>
            <a:prstGeom prst="rect">
              <a:avLst/>
            </a:prstGeom>
            <a:noFill/>
          </p:spPr>
          <p:txBody>
            <a:bodyPr wrap="square" lIns="0" tIns="0" rIns="0" bIns="0" rtlCol="0">
              <a:spAutoFit/>
            </a:bodyPr>
            <a:lstStyle/>
            <a:p>
              <a:pPr algn="r">
                <a:spcAft>
                  <a:spcPts val="600"/>
                </a:spcAft>
              </a:pPr>
              <a:r>
                <a:rPr lang="en-GB" b="1">
                  <a:solidFill>
                    <a:schemeClr val="accent3"/>
                  </a:solidFill>
                </a:rPr>
                <a:t>SI de </a:t>
              </a:r>
              <a:r>
                <a:rPr lang="fr-FR" b="1">
                  <a:solidFill>
                    <a:schemeClr val="accent3"/>
                  </a:solidFill>
                </a:rPr>
                <a:t>sureté</a:t>
              </a:r>
              <a:r>
                <a:rPr lang="en-GB" b="1">
                  <a:solidFill>
                    <a:schemeClr val="accent3"/>
                  </a:solidFill>
                </a:rPr>
                <a:t>/sécurité</a:t>
              </a:r>
            </a:p>
            <a:p>
              <a:pPr algn="r">
                <a:spcAft>
                  <a:spcPts val="600"/>
                </a:spcAft>
              </a:pPr>
              <a:r>
                <a:rPr lang="fr-FR" sz="1200"/>
                <a:t>Mise en conformité des systèmes de sécurité/sureté à la LPM et NIS 2 (si SIIV), à la NIS 2 dans les autres cas</a:t>
              </a:r>
            </a:p>
          </p:txBody>
        </p:sp>
        <p:sp>
          <p:nvSpPr>
            <p:cNvPr id="169" name="Oval 1 center">
              <a:extLst>
                <a:ext uri="{FF2B5EF4-FFF2-40B4-BE49-F238E27FC236}">
                  <a16:creationId xmlns:a16="http://schemas.microsoft.com/office/drawing/2014/main" id="{E5E3B8B3-69D5-AE72-32BB-3B00A48A91C8}"/>
                </a:ext>
              </a:extLst>
            </p:cNvPr>
            <p:cNvSpPr/>
            <p:nvPr/>
          </p:nvSpPr>
          <p:spPr>
            <a:xfrm>
              <a:off x="4211517" y="2687517"/>
              <a:ext cx="1482966" cy="148296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lnSpc>
                  <a:spcPct val="120000"/>
                </a:lnSpc>
                <a:spcAft>
                  <a:spcPts val="1200"/>
                </a:spcAft>
              </a:pPr>
              <a:endParaRPr lang="en-GB" sz="2000">
                <a:solidFill>
                  <a:schemeClr val="bg2"/>
                </a:solidFill>
                <a:ea typeface="+mj-ea"/>
                <a:cs typeface="+mj-cs"/>
              </a:endParaRPr>
            </a:p>
          </p:txBody>
        </p:sp>
        <p:cxnSp>
          <p:nvCxnSpPr>
            <p:cNvPr id="170" name="Straight Connector 1">
              <a:extLst>
                <a:ext uri="{FF2B5EF4-FFF2-40B4-BE49-F238E27FC236}">
                  <a16:creationId xmlns:a16="http://schemas.microsoft.com/office/drawing/2014/main" id="{06C8A5BF-C9D7-CCF1-52AC-4C77DF2F32E7}"/>
                </a:ext>
              </a:extLst>
            </p:cNvPr>
            <p:cNvCxnSpPr>
              <a:cxnSpLocks/>
            </p:cNvCxnSpPr>
            <p:nvPr/>
          </p:nvCxnSpPr>
          <p:spPr>
            <a:xfrm>
              <a:off x="5353050" y="3671986"/>
              <a:ext cx="1390650" cy="0"/>
            </a:xfrm>
            <a:prstGeom prst="line">
              <a:avLst/>
            </a:prstGeom>
            <a:ln w="28575" cap="rnd">
              <a:solidFill>
                <a:schemeClr val="accent1"/>
              </a:solidFill>
              <a:prstDash val="sysDot"/>
              <a:round/>
            </a:ln>
          </p:spPr>
          <p:style>
            <a:lnRef idx="1">
              <a:schemeClr val="accent1"/>
            </a:lnRef>
            <a:fillRef idx="0">
              <a:schemeClr val="accent1"/>
            </a:fillRef>
            <a:effectRef idx="0">
              <a:schemeClr val="accent1"/>
            </a:effectRef>
            <a:fontRef idx="minor">
              <a:schemeClr val="tx1"/>
            </a:fontRef>
          </p:style>
        </p:cxnSp>
        <p:sp>
          <p:nvSpPr>
            <p:cNvPr id="171" name="TextBox 1">
              <a:extLst>
                <a:ext uri="{FF2B5EF4-FFF2-40B4-BE49-F238E27FC236}">
                  <a16:creationId xmlns:a16="http://schemas.microsoft.com/office/drawing/2014/main" id="{64C4AF70-E54C-6F39-6F9C-9C1683E52F5B}"/>
                </a:ext>
              </a:extLst>
            </p:cNvPr>
            <p:cNvSpPr txBox="1">
              <a:spLocks/>
            </p:cNvSpPr>
            <p:nvPr/>
          </p:nvSpPr>
          <p:spPr>
            <a:xfrm>
              <a:off x="6921717" y="3543300"/>
              <a:ext cx="2392532" cy="1169551"/>
            </a:xfrm>
            <a:prstGeom prst="rect">
              <a:avLst/>
            </a:prstGeom>
            <a:noFill/>
          </p:spPr>
          <p:txBody>
            <a:bodyPr wrap="square" lIns="0" tIns="0" rIns="0" bIns="0" rtlCol="0">
              <a:spAutoFit/>
            </a:bodyPr>
            <a:lstStyle/>
            <a:p>
              <a:pPr>
                <a:spcAft>
                  <a:spcPts val="600"/>
                </a:spcAft>
              </a:pPr>
              <a:r>
                <a:rPr lang="en-GB" b="1">
                  <a:solidFill>
                    <a:schemeClr val="accent3"/>
                  </a:solidFill>
                </a:rPr>
                <a:t>SIIV</a:t>
              </a:r>
            </a:p>
            <a:p>
              <a:pPr>
                <a:spcAft>
                  <a:spcPts val="600"/>
                </a:spcAft>
              </a:pPr>
              <a:r>
                <a:rPr lang="fr-FR" sz="1200"/>
                <a:t>Mise en conformité des SIIV à la NIS 2 et aux règles additionnelles du premier ministre (</a:t>
              </a:r>
              <a:r>
                <a:rPr lang="fr-FR" sz="1200">
                  <a:highlight>
                    <a:srgbClr val="FFFF00"/>
                  </a:highlight>
                </a:rPr>
                <a:t>LPM ?</a:t>
              </a:r>
              <a:r>
                <a:rPr lang="fr-FR" sz="1200"/>
                <a:t>) </a:t>
              </a:r>
            </a:p>
            <a:p>
              <a:pPr>
                <a:spcAft>
                  <a:spcPts val="600"/>
                </a:spcAft>
              </a:pPr>
              <a:endParaRPr lang="fr-FR" sz="1200"/>
            </a:p>
          </p:txBody>
        </p:sp>
      </p:grpSp>
      <p:grpSp>
        <p:nvGrpSpPr>
          <p:cNvPr id="173" name="Groupe 172">
            <a:extLst>
              <a:ext uri="{FF2B5EF4-FFF2-40B4-BE49-F238E27FC236}">
                <a16:creationId xmlns:a16="http://schemas.microsoft.com/office/drawing/2014/main" id="{F688E4B3-6EAA-6397-38F0-1765D218C3F1}"/>
              </a:ext>
              <a:ext uri="{C183D7F6-B498-43B3-948B-1728B52AA6E4}">
                <adec:decorative xmlns:adec="http://schemas.microsoft.com/office/drawing/2017/decorative" val="1"/>
              </a:ext>
            </a:extLst>
          </p:cNvPr>
          <p:cNvGrpSpPr>
            <a:grpSpLocks noChangeAspect="1"/>
          </p:cNvGrpSpPr>
          <p:nvPr>
            <p:custDataLst>
              <p:tags r:id="rId2"/>
            </p:custDataLst>
          </p:nvPr>
        </p:nvGrpSpPr>
        <p:grpSpPr>
          <a:xfrm>
            <a:off x="7812795" y="4699272"/>
            <a:ext cx="180000" cy="241873"/>
            <a:chOff x="804646" y="709893"/>
            <a:chExt cx="551296" cy="740802"/>
          </a:xfrm>
        </p:grpSpPr>
        <p:pic>
          <p:nvPicPr>
            <p:cNvPr id="174" name="Graphic 9 [0]">
              <a:extLst>
                <a:ext uri="{FF2B5EF4-FFF2-40B4-BE49-F238E27FC236}">
                  <a16:creationId xmlns:a16="http://schemas.microsoft.com/office/drawing/2014/main" id="{84FD67C3-C73C-CFE3-F106-4B64566A55C4}"/>
                </a:ext>
              </a:extLst>
            </p:cNvPr>
            <p:cNvPicPr>
              <a:picLocks noChangeAspect="1"/>
            </p:cNvPicPr>
            <p:nvPr>
              <p:custDataLst>
                <p:tags r:id="rId3"/>
              </p:custDataLst>
            </p:nvPr>
          </p:nvPicPr>
          <p:blipFill>
            <a:blip r:embed="rId8">
              <a:extLst>
                <a:ext uri="{96DAC541-7B7A-43D3-8B79-37D633B846F1}">
                  <asvg:svgBlip xmlns:asvg="http://schemas.microsoft.com/office/drawing/2016/SVG/main" r:embed="rId9"/>
                </a:ext>
              </a:extLst>
            </a:blip>
            <a:stretch>
              <a:fillRect/>
            </a:stretch>
          </p:blipFill>
          <p:spPr>
            <a:xfrm>
              <a:off x="804646" y="709893"/>
              <a:ext cx="551296" cy="740802"/>
            </a:xfrm>
            <a:prstGeom prst="rect">
              <a:avLst/>
            </a:prstGeom>
          </p:spPr>
        </p:pic>
        <p:pic>
          <p:nvPicPr>
            <p:cNvPr id="175" name="Graphic 9 [1]" hidden="1">
              <a:extLst>
                <a:ext uri="{FF2B5EF4-FFF2-40B4-BE49-F238E27FC236}">
                  <a16:creationId xmlns:a16="http://schemas.microsoft.com/office/drawing/2014/main" id="{F2581231-0192-FD8A-E312-D191B644692C}"/>
                </a:ext>
              </a:extLst>
            </p:cNvPr>
            <p:cNvPicPr>
              <a:picLocks noChangeAspect="1"/>
            </p:cNvPicPr>
            <p:nvPr>
              <p:custDataLst>
                <p:tags r:id="rId4"/>
              </p:custDataLst>
            </p:nvPr>
          </p:nvPicPr>
          <p:blipFill>
            <a:blip r:embed="rId10">
              <a:extLst>
                <a:ext uri="{96DAC541-7B7A-43D3-8B79-37D633B846F1}">
                  <asvg:svgBlip xmlns:asvg="http://schemas.microsoft.com/office/drawing/2016/SVG/main" r:embed="rId11"/>
                </a:ext>
              </a:extLst>
            </a:blip>
            <a:stretch>
              <a:fillRect/>
            </a:stretch>
          </p:blipFill>
          <p:spPr>
            <a:xfrm>
              <a:off x="804646" y="709893"/>
              <a:ext cx="551296" cy="740802"/>
            </a:xfrm>
            <a:prstGeom prst="rect">
              <a:avLst/>
            </a:prstGeom>
          </p:spPr>
        </p:pic>
      </p:grpSp>
      <p:sp>
        <p:nvSpPr>
          <p:cNvPr id="176" name="TextBox 1">
            <a:extLst>
              <a:ext uri="{FF2B5EF4-FFF2-40B4-BE49-F238E27FC236}">
                <a16:creationId xmlns:a16="http://schemas.microsoft.com/office/drawing/2014/main" id="{2980FAFA-4D2B-CC81-1274-16DC79504512}"/>
              </a:ext>
            </a:extLst>
          </p:cNvPr>
          <p:cNvSpPr txBox="1">
            <a:spLocks/>
          </p:cNvSpPr>
          <p:nvPr/>
        </p:nvSpPr>
        <p:spPr>
          <a:xfrm>
            <a:off x="8136530" y="4699272"/>
            <a:ext cx="2949558" cy="1184940"/>
          </a:xfrm>
          <a:prstGeom prst="rect">
            <a:avLst/>
          </a:prstGeom>
          <a:noFill/>
        </p:spPr>
        <p:txBody>
          <a:bodyPr wrap="square" lIns="0" tIns="0" rIns="0" bIns="0" rtlCol="0">
            <a:spAutoFit/>
          </a:bodyPr>
          <a:lstStyle/>
          <a:p>
            <a:pPr>
              <a:spcAft>
                <a:spcPts val="600"/>
              </a:spcAft>
            </a:pPr>
            <a:r>
              <a:rPr lang="fr-FR" sz="1200"/>
              <a:t>Le périmètre des SIIV est susceptible d’évoluer avec le prisme pris par la REC dans la résilience des activités métiers, notamment de la chaîne d’approvisionnement</a:t>
            </a:r>
          </a:p>
          <a:p>
            <a:pPr>
              <a:spcAft>
                <a:spcPts val="600"/>
              </a:spcAft>
            </a:pPr>
            <a:endParaRPr lang="fr-FR" sz="1200"/>
          </a:p>
        </p:txBody>
      </p:sp>
    </p:spTree>
    <p:extLst>
      <p:ext uri="{BB962C8B-B14F-4D97-AF65-F5344CB8AC3E}">
        <p14:creationId xmlns:p14="http://schemas.microsoft.com/office/powerpoint/2010/main" val="1993551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3F9EF1-8530-B983-A291-768CE4731D4D}"/>
              </a:ext>
            </a:extLst>
          </p:cNvPr>
          <p:cNvSpPr>
            <a:spLocks noGrp="1"/>
          </p:cNvSpPr>
          <p:nvPr>
            <p:ph type="title"/>
          </p:nvPr>
        </p:nvSpPr>
        <p:spPr/>
        <p:txBody>
          <a:bodyPr/>
          <a:lstStyle/>
          <a:p>
            <a:r>
              <a:rPr lang="fr-FR"/>
              <a:t>AGENDA</a:t>
            </a:r>
          </a:p>
        </p:txBody>
      </p:sp>
      <p:grpSp>
        <p:nvGrpSpPr>
          <p:cNvPr id="232" name="SP Agenda Section">
            <a:extLst>
              <a:ext uri="{FF2B5EF4-FFF2-40B4-BE49-F238E27FC236}">
                <a16:creationId xmlns:a16="http://schemas.microsoft.com/office/drawing/2014/main" id="{0C5EA881-1E28-2464-DDF6-914A6869BF67}"/>
              </a:ext>
            </a:extLst>
          </p:cNvPr>
          <p:cNvGrpSpPr>
            <a:grpSpLocks/>
          </p:cNvGrpSpPr>
          <p:nvPr/>
        </p:nvGrpSpPr>
        <p:grpSpPr>
          <a:xfrm>
            <a:off x="466609" y="1295400"/>
            <a:ext cx="11258782" cy="552002"/>
            <a:chOff x="350973" y="1196307"/>
            <a:chExt cx="6173651" cy="552002"/>
          </a:xfrm>
        </p:grpSpPr>
        <p:sp>
          <p:nvSpPr>
            <p:cNvPr id="233" name="Rectangle 232">
              <a:hlinkClick r:id="rId2" action="ppaction://hlinksldjump"/>
              <a:extLst>
                <a:ext uri="{FF2B5EF4-FFF2-40B4-BE49-F238E27FC236}">
                  <a16:creationId xmlns:a16="http://schemas.microsoft.com/office/drawing/2014/main" id="{82F4161E-B405-B62D-D624-98C7F7E2DF38}"/>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1</a:t>
              </a:r>
            </a:p>
          </p:txBody>
        </p:sp>
        <p:sp>
          <p:nvSpPr>
            <p:cNvPr id="234" name="Rectangle 233">
              <a:hlinkClick r:id="rId2" action="ppaction://hlinksldjump"/>
              <a:extLst>
                <a:ext uri="{FF2B5EF4-FFF2-40B4-BE49-F238E27FC236}">
                  <a16:creationId xmlns:a16="http://schemas.microsoft.com/office/drawing/2014/main" id="{1CC1BAF1-1B4B-4924-F874-26D653D8F37E}"/>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Introduction à la REC</a:t>
              </a:r>
            </a:p>
          </p:txBody>
        </p:sp>
        <p:sp>
          <p:nvSpPr>
            <p:cNvPr id="235" name="Rectangle 234">
              <a:hlinkClick r:id="rId2" action="ppaction://hlinksldjump"/>
              <a:extLst>
                <a:ext uri="{FF2B5EF4-FFF2-40B4-BE49-F238E27FC236}">
                  <a16:creationId xmlns:a16="http://schemas.microsoft.com/office/drawing/2014/main" id="{24727063-9763-1E43-EFF1-DEF2AD59DA5F}"/>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4</a:t>
              </a:r>
            </a:p>
          </p:txBody>
        </p:sp>
      </p:grpSp>
      <p:grpSp>
        <p:nvGrpSpPr>
          <p:cNvPr id="236" name="SP Agenda Section">
            <a:extLst>
              <a:ext uri="{FF2B5EF4-FFF2-40B4-BE49-F238E27FC236}">
                <a16:creationId xmlns:a16="http://schemas.microsoft.com/office/drawing/2014/main" id="{857FAF28-67A1-67F5-126F-AEB983DA3D3E}"/>
              </a:ext>
            </a:extLst>
          </p:cNvPr>
          <p:cNvGrpSpPr>
            <a:grpSpLocks/>
          </p:cNvGrpSpPr>
          <p:nvPr/>
        </p:nvGrpSpPr>
        <p:grpSpPr>
          <a:xfrm>
            <a:off x="466609" y="1828800"/>
            <a:ext cx="11258782" cy="552002"/>
            <a:chOff x="350973" y="1196307"/>
            <a:chExt cx="6173651" cy="552002"/>
          </a:xfrm>
        </p:grpSpPr>
        <p:sp>
          <p:nvSpPr>
            <p:cNvPr id="237" name="Rectangle 236">
              <a:hlinkClick r:id="rId3" action="ppaction://hlinksldjump"/>
              <a:extLst>
                <a:ext uri="{FF2B5EF4-FFF2-40B4-BE49-F238E27FC236}">
                  <a16:creationId xmlns:a16="http://schemas.microsoft.com/office/drawing/2014/main" id="{61754F35-F6CE-5EAC-4F68-0E51234C4645}"/>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2</a:t>
              </a:r>
            </a:p>
          </p:txBody>
        </p:sp>
        <p:sp>
          <p:nvSpPr>
            <p:cNvPr id="238" name="Rectangle 237">
              <a:hlinkClick r:id="rId3" action="ppaction://hlinksldjump"/>
              <a:extLst>
                <a:ext uri="{FF2B5EF4-FFF2-40B4-BE49-F238E27FC236}">
                  <a16:creationId xmlns:a16="http://schemas.microsoft.com/office/drawing/2014/main" id="{9CB9E8A4-A3B9-48AD-6B54-32F2AABA86CD}"/>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Périmètre d'application</a:t>
              </a:r>
            </a:p>
          </p:txBody>
        </p:sp>
        <p:sp>
          <p:nvSpPr>
            <p:cNvPr id="239" name="Rectangle 238">
              <a:hlinkClick r:id="rId3" action="ppaction://hlinksldjump"/>
              <a:extLst>
                <a:ext uri="{FF2B5EF4-FFF2-40B4-BE49-F238E27FC236}">
                  <a16:creationId xmlns:a16="http://schemas.microsoft.com/office/drawing/2014/main" id="{B3DC87EE-1C8B-C412-5B9D-C3721163C032}"/>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13</a:t>
              </a:r>
            </a:p>
          </p:txBody>
        </p:sp>
      </p:grpSp>
      <p:grpSp>
        <p:nvGrpSpPr>
          <p:cNvPr id="240" name="SP Agenda Section Highlight">
            <a:extLst>
              <a:ext uri="{FF2B5EF4-FFF2-40B4-BE49-F238E27FC236}">
                <a16:creationId xmlns:a16="http://schemas.microsoft.com/office/drawing/2014/main" id="{58AD746E-0A0F-0CE0-4F74-8172D210DDD3}"/>
              </a:ext>
            </a:extLst>
          </p:cNvPr>
          <p:cNvGrpSpPr>
            <a:grpSpLocks/>
          </p:cNvGrpSpPr>
          <p:nvPr/>
        </p:nvGrpSpPr>
        <p:grpSpPr>
          <a:xfrm>
            <a:off x="466610" y="2362200"/>
            <a:ext cx="11258783" cy="552002"/>
            <a:chOff x="350973" y="1196307"/>
            <a:chExt cx="6173652" cy="552002"/>
          </a:xfrm>
        </p:grpSpPr>
        <p:sp>
          <p:nvSpPr>
            <p:cNvPr id="241" name="Rectangle 240">
              <a:hlinkClick r:id="rId4" action="ppaction://hlinksldjump"/>
              <a:extLst>
                <a:ext uri="{FF2B5EF4-FFF2-40B4-BE49-F238E27FC236}">
                  <a16:creationId xmlns:a16="http://schemas.microsoft.com/office/drawing/2014/main" id="{C664B123-F01C-23BD-B9D1-B4C289BFF3FC}"/>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3</a:t>
              </a:r>
            </a:p>
          </p:txBody>
        </p:sp>
        <p:sp>
          <p:nvSpPr>
            <p:cNvPr id="242" name="Rectangle 241">
              <a:hlinkClick r:id="rId4" action="ppaction://hlinksldjump"/>
              <a:extLst>
                <a:ext uri="{FF2B5EF4-FFF2-40B4-BE49-F238E27FC236}">
                  <a16:creationId xmlns:a16="http://schemas.microsoft.com/office/drawing/2014/main" id="{239095E3-54AB-59A5-1DB6-6ACA3148EBAC}"/>
                </a:ext>
              </a:extLst>
            </p:cNvPr>
            <p:cNvSpPr>
              <a:spLocks/>
            </p:cNvSpPr>
            <p:nvPr userDrawn="1"/>
          </p:nvSpPr>
          <p:spPr>
            <a:xfrm>
              <a:off x="891565"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b="1" i="0" kern="1200" cap="none" baseline="0" noProof="0">
                  <a:solidFill>
                    <a:schemeClr val="bg2"/>
                  </a:solidFill>
                  <a:latin typeface="+mn-lt"/>
                  <a:ea typeface="+mn-ea"/>
                  <a:cs typeface="+mn-cs"/>
                </a:rPr>
                <a:t>Mise en conformité à la NIS 2</a:t>
              </a:r>
            </a:p>
          </p:txBody>
        </p:sp>
        <p:sp>
          <p:nvSpPr>
            <p:cNvPr id="243" name="Rectangle 242">
              <a:hlinkClick r:id="rId4" action="ppaction://hlinksldjump"/>
              <a:extLst>
                <a:ext uri="{FF2B5EF4-FFF2-40B4-BE49-F238E27FC236}">
                  <a16:creationId xmlns:a16="http://schemas.microsoft.com/office/drawing/2014/main" id="{65BB08F4-F109-F059-5E89-F06CAEEE1AFB}"/>
                </a:ext>
              </a:extLst>
            </p:cNvPr>
            <p:cNvSpPr>
              <a:spLocks/>
            </p:cNvSpPr>
            <p:nvPr userDrawn="1"/>
          </p:nvSpPr>
          <p:spPr>
            <a:xfrm>
              <a:off x="6009095" y="1196308"/>
              <a:ext cx="51553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14</a:t>
              </a:r>
            </a:p>
          </p:txBody>
        </p:sp>
      </p:grpSp>
      <p:grpSp>
        <p:nvGrpSpPr>
          <p:cNvPr id="244" name="SP Agenda Section">
            <a:extLst>
              <a:ext uri="{FF2B5EF4-FFF2-40B4-BE49-F238E27FC236}">
                <a16:creationId xmlns:a16="http://schemas.microsoft.com/office/drawing/2014/main" id="{A89455A6-3FA2-495A-3BE3-9FADD2D0ABBF}"/>
              </a:ext>
            </a:extLst>
          </p:cNvPr>
          <p:cNvGrpSpPr>
            <a:grpSpLocks/>
          </p:cNvGrpSpPr>
          <p:nvPr/>
        </p:nvGrpSpPr>
        <p:grpSpPr>
          <a:xfrm>
            <a:off x="466609" y="2895600"/>
            <a:ext cx="11258782" cy="552002"/>
            <a:chOff x="350973" y="1196307"/>
            <a:chExt cx="6173651" cy="552002"/>
          </a:xfrm>
        </p:grpSpPr>
        <p:sp>
          <p:nvSpPr>
            <p:cNvPr id="245" name="Rectangle 244">
              <a:hlinkClick r:id="rId5" action="ppaction://hlinksldjump"/>
              <a:extLst>
                <a:ext uri="{FF2B5EF4-FFF2-40B4-BE49-F238E27FC236}">
                  <a16:creationId xmlns:a16="http://schemas.microsoft.com/office/drawing/2014/main" id="{9FEEDB6A-FBB0-59B4-5F0B-9DDF51BBA31E}"/>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4</a:t>
              </a:r>
            </a:p>
          </p:txBody>
        </p:sp>
        <p:sp>
          <p:nvSpPr>
            <p:cNvPr id="246" name="Rectangle 245">
              <a:hlinkClick r:id="rId5" action="ppaction://hlinksldjump"/>
              <a:extLst>
                <a:ext uri="{FF2B5EF4-FFF2-40B4-BE49-F238E27FC236}">
                  <a16:creationId xmlns:a16="http://schemas.microsoft.com/office/drawing/2014/main" id="{671508EC-1345-D92A-A1C8-7C78EAAA2AE1}"/>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Protection des SIIV</a:t>
              </a:r>
            </a:p>
          </p:txBody>
        </p:sp>
        <p:sp>
          <p:nvSpPr>
            <p:cNvPr id="247" name="Rectangle 246">
              <a:hlinkClick r:id="rId5" action="ppaction://hlinksldjump"/>
              <a:extLst>
                <a:ext uri="{FF2B5EF4-FFF2-40B4-BE49-F238E27FC236}">
                  <a16:creationId xmlns:a16="http://schemas.microsoft.com/office/drawing/2014/main" id="{F4C178A5-7C71-C332-FF47-BFD5AE1A8BF9}"/>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16</a:t>
              </a:r>
            </a:p>
          </p:txBody>
        </p:sp>
      </p:grpSp>
      <p:grpSp>
        <p:nvGrpSpPr>
          <p:cNvPr id="248" name="SP Agenda Section">
            <a:extLst>
              <a:ext uri="{FF2B5EF4-FFF2-40B4-BE49-F238E27FC236}">
                <a16:creationId xmlns:a16="http://schemas.microsoft.com/office/drawing/2014/main" id="{D845F648-9A7F-2518-B167-71E36FB6AC77}"/>
              </a:ext>
            </a:extLst>
          </p:cNvPr>
          <p:cNvGrpSpPr>
            <a:grpSpLocks/>
          </p:cNvGrpSpPr>
          <p:nvPr/>
        </p:nvGrpSpPr>
        <p:grpSpPr>
          <a:xfrm>
            <a:off x="466609" y="3429000"/>
            <a:ext cx="11258782" cy="552002"/>
            <a:chOff x="350973" y="1196307"/>
            <a:chExt cx="6173651" cy="552002"/>
          </a:xfrm>
        </p:grpSpPr>
        <p:sp>
          <p:nvSpPr>
            <p:cNvPr id="249" name="Rectangle 248">
              <a:hlinkClick r:id="rId6" action="ppaction://hlinksldjump"/>
              <a:extLst>
                <a:ext uri="{FF2B5EF4-FFF2-40B4-BE49-F238E27FC236}">
                  <a16:creationId xmlns:a16="http://schemas.microsoft.com/office/drawing/2014/main" id="{AA59BF8F-27C5-0160-B913-6843FD0F625F}"/>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5</a:t>
              </a:r>
            </a:p>
          </p:txBody>
        </p:sp>
        <p:sp>
          <p:nvSpPr>
            <p:cNvPr id="250" name="Rectangle 249">
              <a:hlinkClick r:id="rId6" action="ppaction://hlinksldjump"/>
              <a:extLst>
                <a:ext uri="{FF2B5EF4-FFF2-40B4-BE49-F238E27FC236}">
                  <a16:creationId xmlns:a16="http://schemas.microsoft.com/office/drawing/2014/main" id="{5F46813B-15CD-68A0-2FE6-8A58E3FF84F6}"/>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Protection des PIV</a:t>
              </a:r>
            </a:p>
          </p:txBody>
        </p:sp>
        <p:sp>
          <p:nvSpPr>
            <p:cNvPr id="251" name="Rectangle 250">
              <a:hlinkClick r:id="rId6" action="ppaction://hlinksldjump"/>
              <a:extLst>
                <a:ext uri="{FF2B5EF4-FFF2-40B4-BE49-F238E27FC236}">
                  <a16:creationId xmlns:a16="http://schemas.microsoft.com/office/drawing/2014/main" id="{B2F41DF9-EF73-E171-C8D1-2D38ADEAF1D0}"/>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18</a:t>
              </a:r>
            </a:p>
          </p:txBody>
        </p:sp>
      </p:grpSp>
      <p:grpSp>
        <p:nvGrpSpPr>
          <p:cNvPr id="252" name="SP Agenda Section">
            <a:extLst>
              <a:ext uri="{FF2B5EF4-FFF2-40B4-BE49-F238E27FC236}">
                <a16:creationId xmlns:a16="http://schemas.microsoft.com/office/drawing/2014/main" id="{771EAE23-D0F9-6854-B42F-BE7D94E6FDB5}"/>
              </a:ext>
            </a:extLst>
          </p:cNvPr>
          <p:cNvGrpSpPr>
            <a:grpSpLocks/>
          </p:cNvGrpSpPr>
          <p:nvPr/>
        </p:nvGrpSpPr>
        <p:grpSpPr>
          <a:xfrm>
            <a:off x="466609" y="3962400"/>
            <a:ext cx="11258782" cy="552002"/>
            <a:chOff x="350973" y="1196307"/>
            <a:chExt cx="6173651" cy="552002"/>
          </a:xfrm>
        </p:grpSpPr>
        <p:sp>
          <p:nvSpPr>
            <p:cNvPr id="253" name="Rectangle 252">
              <a:hlinkClick r:id="rId7" action="ppaction://hlinksldjump"/>
              <a:extLst>
                <a:ext uri="{FF2B5EF4-FFF2-40B4-BE49-F238E27FC236}">
                  <a16:creationId xmlns:a16="http://schemas.microsoft.com/office/drawing/2014/main" id="{5044B139-DF74-55C1-9A5D-8412A560EA83}"/>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6</a:t>
              </a:r>
            </a:p>
          </p:txBody>
        </p:sp>
        <p:sp>
          <p:nvSpPr>
            <p:cNvPr id="254" name="Rectangle 253">
              <a:hlinkClick r:id="rId7" action="ppaction://hlinksldjump"/>
              <a:extLst>
                <a:ext uri="{FF2B5EF4-FFF2-40B4-BE49-F238E27FC236}">
                  <a16:creationId xmlns:a16="http://schemas.microsoft.com/office/drawing/2014/main" id="{F3850D46-EF7E-1A00-4BC3-02D4C26D8D8D}"/>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Annexe</a:t>
              </a:r>
            </a:p>
          </p:txBody>
        </p:sp>
        <p:sp>
          <p:nvSpPr>
            <p:cNvPr id="255" name="Rectangle 254">
              <a:hlinkClick r:id="rId7" action="ppaction://hlinksldjump"/>
              <a:extLst>
                <a:ext uri="{FF2B5EF4-FFF2-40B4-BE49-F238E27FC236}">
                  <a16:creationId xmlns:a16="http://schemas.microsoft.com/office/drawing/2014/main" id="{0AB7F6A4-20AB-EACD-5364-9140364FD906}"/>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24</a:t>
              </a:r>
            </a:p>
          </p:txBody>
        </p:sp>
      </p:grpSp>
    </p:spTree>
    <p:extLst>
      <p:ext uri="{BB962C8B-B14F-4D97-AF65-F5344CB8AC3E}">
        <p14:creationId xmlns:p14="http://schemas.microsoft.com/office/powerpoint/2010/main" val="164147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FD15A2-A9DA-CDE8-55C4-EA78223E0549}"/>
              </a:ext>
            </a:extLst>
          </p:cNvPr>
          <p:cNvSpPr>
            <a:spLocks noGrp="1"/>
          </p:cNvSpPr>
          <p:nvPr>
            <p:ph type="title"/>
          </p:nvPr>
        </p:nvSpPr>
        <p:spPr/>
        <p:txBody>
          <a:bodyPr/>
          <a:lstStyle/>
          <a:p>
            <a:r>
              <a:rPr lang="fr-FR"/>
              <a:t>Vue d’ensemble des 20 objectifs de sécurité NIS 2 </a:t>
            </a:r>
            <a:endParaRPr lang="en-US"/>
          </a:p>
        </p:txBody>
      </p:sp>
      <p:sp>
        <p:nvSpPr>
          <p:cNvPr id="3" name="Espace réservé du texte 2">
            <a:extLst>
              <a:ext uri="{FF2B5EF4-FFF2-40B4-BE49-F238E27FC236}">
                <a16:creationId xmlns:a16="http://schemas.microsoft.com/office/drawing/2014/main" id="{87D8C91C-4930-715A-30F9-9E82614F5131}"/>
              </a:ext>
            </a:extLst>
          </p:cNvPr>
          <p:cNvSpPr>
            <a:spLocks noGrp="1"/>
          </p:cNvSpPr>
          <p:nvPr>
            <p:ph type="body" sz="quarter" idx="13"/>
          </p:nvPr>
        </p:nvSpPr>
        <p:spPr/>
        <p:txBody>
          <a:bodyPr/>
          <a:lstStyle/>
          <a:p>
            <a:r>
              <a:rPr lang="fr-FR"/>
              <a:t>MISE EN CONFORMITE A LA NIS 2</a:t>
            </a:r>
          </a:p>
        </p:txBody>
      </p:sp>
      <p:sp>
        <p:nvSpPr>
          <p:cNvPr id="79" name="Rectangle : coins arrondis 78">
            <a:extLst>
              <a:ext uri="{FF2B5EF4-FFF2-40B4-BE49-F238E27FC236}">
                <a16:creationId xmlns:a16="http://schemas.microsoft.com/office/drawing/2014/main" id="{00FF5497-55C1-2214-9FA0-1A09BFFAA339}"/>
              </a:ext>
            </a:extLst>
          </p:cNvPr>
          <p:cNvSpPr>
            <a:spLocks/>
          </p:cNvSpPr>
          <p:nvPr/>
        </p:nvSpPr>
        <p:spPr>
          <a:xfrm>
            <a:off x="175723" y="1334515"/>
            <a:ext cx="6580001" cy="4458839"/>
          </a:xfrm>
          <a:prstGeom prst="roundRect">
            <a:avLst/>
          </a:prstGeom>
          <a:gradFill flip="none" rotWithShape="1">
            <a:gsLst>
              <a:gs pos="0">
                <a:schemeClr val="accent3"/>
              </a:gs>
              <a:gs pos="100000">
                <a:schemeClr val="accent3">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a:spcBef>
                <a:spcPts val="600"/>
              </a:spcBef>
            </a:pPr>
            <a:endParaRPr lang="en-US" sz="1400" b="1">
              <a:solidFill>
                <a:schemeClr val="accent1"/>
              </a:solidFill>
              <a:latin typeface="Aptos" panose="020B0004020202020204" pitchFamily="34" charset="0"/>
            </a:endParaRPr>
          </a:p>
        </p:txBody>
      </p:sp>
      <p:grpSp>
        <p:nvGrpSpPr>
          <p:cNvPr id="80" name="Groupe 79">
            <a:extLst>
              <a:ext uri="{FF2B5EF4-FFF2-40B4-BE49-F238E27FC236}">
                <a16:creationId xmlns:a16="http://schemas.microsoft.com/office/drawing/2014/main" id="{1BC3DDEB-BE60-F253-2ADC-C6ECF6ED6440}"/>
              </a:ext>
            </a:extLst>
          </p:cNvPr>
          <p:cNvGrpSpPr/>
          <p:nvPr/>
        </p:nvGrpSpPr>
        <p:grpSpPr>
          <a:xfrm>
            <a:off x="5611765" y="361486"/>
            <a:ext cx="6404511" cy="6422752"/>
            <a:chOff x="4502168" y="952744"/>
            <a:chExt cx="4789906" cy="4986331"/>
          </a:xfrm>
          <a:effectLst>
            <a:outerShdw blurRad="393700" dist="38100" dir="2820000" sx="103000" sy="103000" algn="tl" rotWithShape="0">
              <a:prstClr val="black">
                <a:alpha val="40000"/>
              </a:prstClr>
            </a:outerShdw>
          </a:effectLst>
        </p:grpSpPr>
        <p:sp>
          <p:nvSpPr>
            <p:cNvPr id="81" name="Secteurs 60">
              <a:extLst>
                <a:ext uri="{FF2B5EF4-FFF2-40B4-BE49-F238E27FC236}">
                  <a16:creationId xmlns:a16="http://schemas.microsoft.com/office/drawing/2014/main" id="{02536D9C-0F60-CA21-9FC7-B55835F83C14}"/>
                </a:ext>
              </a:extLst>
            </p:cNvPr>
            <p:cNvSpPr/>
            <p:nvPr/>
          </p:nvSpPr>
          <p:spPr>
            <a:xfrm>
              <a:off x="4502698" y="961260"/>
              <a:ext cx="4775901" cy="4961684"/>
            </a:xfrm>
            <a:prstGeom prst="pie">
              <a:avLst>
                <a:gd name="adj1" fmla="val 18987750"/>
                <a:gd name="adj2" fmla="val 20855442"/>
              </a:avLst>
            </a:prstGeom>
            <a:solidFill>
              <a:schemeClr val="accent3">
                <a:lumMod val="100000"/>
              </a:schemeClr>
            </a:solidFill>
            <a:ln w="28575" cap="flat" cmpd="sng" algn="ctr">
              <a:solidFill>
                <a:sysClr val="window" lastClr="FFFFFF"/>
              </a:solidFill>
              <a:prstDash val="solid"/>
            </a:ln>
            <a:effectLst/>
          </p:spPr>
          <p:txBody>
            <a:bodyPr lIns="0" tIns="0" rIns="0" bIns="0" rtlCol="0" anchor="ctr"/>
            <a:lstStyle/>
            <a:p>
              <a:pPr algn="ctr" fontAlgn="base">
                <a:spcBef>
                  <a:spcPct val="0"/>
                </a:spcBef>
                <a:spcAft>
                  <a:spcPct val="0"/>
                </a:spcAft>
              </a:pPr>
              <a:endParaRPr lang="fr-FR" sz="1108" b="1" i="1" kern="0">
                <a:solidFill>
                  <a:srgbClr val="FFFFFF">
                    <a:lumMod val="100000"/>
                  </a:srgbClr>
                </a:solidFill>
              </a:endParaRPr>
            </a:p>
          </p:txBody>
        </p:sp>
        <p:sp>
          <p:nvSpPr>
            <p:cNvPr id="82" name="Secteurs 60">
              <a:extLst>
                <a:ext uri="{FF2B5EF4-FFF2-40B4-BE49-F238E27FC236}">
                  <a16:creationId xmlns:a16="http://schemas.microsoft.com/office/drawing/2014/main" id="{A2B43CF7-FFBC-9BDE-30BF-A678973D74C6}"/>
                </a:ext>
              </a:extLst>
            </p:cNvPr>
            <p:cNvSpPr/>
            <p:nvPr/>
          </p:nvSpPr>
          <p:spPr>
            <a:xfrm>
              <a:off x="4502698" y="964028"/>
              <a:ext cx="4775901" cy="4961684"/>
            </a:xfrm>
            <a:prstGeom prst="pie">
              <a:avLst>
                <a:gd name="adj1" fmla="val 16201143"/>
                <a:gd name="adj2" fmla="val 18187857"/>
              </a:avLst>
            </a:prstGeom>
            <a:solidFill>
              <a:schemeClr val="accent3">
                <a:lumMod val="100000"/>
              </a:schemeClr>
            </a:solidFill>
            <a:ln w="28575" cap="flat" cmpd="sng" algn="ctr">
              <a:solidFill>
                <a:srgbClr val="FFFFFF"/>
              </a:solidFill>
              <a:prstDash val="solid"/>
              <a:round/>
              <a:headEnd type="none" w="med" len="med"/>
              <a:tailEnd type="none" w="med" len="med"/>
            </a:ln>
            <a:effectLst/>
          </p:spPr>
          <p:txBody>
            <a:bodyPr lIns="0" tIns="0" rIns="0" bIns="0" rtlCol="0" anchor="ctr"/>
            <a:lstStyle/>
            <a:p>
              <a:pPr algn="ctr" defTabSz="1125444" fontAlgn="base">
                <a:spcBef>
                  <a:spcPct val="0"/>
                </a:spcBef>
                <a:spcAft>
                  <a:spcPct val="0"/>
                </a:spcAft>
                <a:defRPr/>
              </a:pPr>
              <a:endParaRPr lang="fr-FR" sz="1108" b="1" i="1" kern="0">
                <a:solidFill>
                  <a:srgbClr val="FFFFFF">
                    <a:lumMod val="100000"/>
                  </a:srgbClr>
                </a:solidFill>
              </a:endParaRPr>
            </a:p>
          </p:txBody>
        </p:sp>
        <p:sp>
          <p:nvSpPr>
            <p:cNvPr id="83" name="Secteurs 60">
              <a:extLst>
                <a:ext uri="{FF2B5EF4-FFF2-40B4-BE49-F238E27FC236}">
                  <a16:creationId xmlns:a16="http://schemas.microsoft.com/office/drawing/2014/main" id="{978DB663-5DB4-00F8-5854-1DC9972EB5C1}"/>
                </a:ext>
              </a:extLst>
            </p:cNvPr>
            <p:cNvSpPr/>
            <p:nvPr/>
          </p:nvSpPr>
          <p:spPr>
            <a:xfrm>
              <a:off x="4502698" y="961260"/>
              <a:ext cx="4775901" cy="4961684"/>
            </a:xfrm>
            <a:prstGeom prst="pie">
              <a:avLst>
                <a:gd name="adj1" fmla="val 17707188"/>
                <a:gd name="adj2" fmla="val 18978749"/>
              </a:avLst>
            </a:prstGeom>
            <a:solidFill>
              <a:schemeClr val="accent3">
                <a:lumMod val="100000"/>
              </a:schemeClr>
            </a:solidFill>
            <a:ln w="28575" cap="flat" cmpd="sng" algn="ctr">
              <a:solidFill>
                <a:sysClr val="window" lastClr="FFFFFF"/>
              </a:solidFill>
              <a:prstDash val="solid"/>
            </a:ln>
            <a:effectLst/>
          </p:spPr>
          <p:txBody>
            <a:bodyPr lIns="0" tIns="0" rIns="0" bIns="0" rtlCol="0" anchor="ctr"/>
            <a:lstStyle/>
            <a:p>
              <a:pPr algn="ctr" fontAlgn="base">
                <a:spcBef>
                  <a:spcPct val="0"/>
                </a:spcBef>
                <a:spcAft>
                  <a:spcPct val="0"/>
                </a:spcAft>
              </a:pPr>
              <a:endParaRPr lang="fr-FR" sz="1108" b="1" i="1" kern="0">
                <a:solidFill>
                  <a:srgbClr val="FFFFFF">
                    <a:lumMod val="100000"/>
                  </a:srgbClr>
                </a:solidFill>
              </a:endParaRPr>
            </a:p>
          </p:txBody>
        </p:sp>
        <p:sp>
          <p:nvSpPr>
            <p:cNvPr id="84" name="Secteurs 60">
              <a:extLst>
                <a:ext uri="{FF2B5EF4-FFF2-40B4-BE49-F238E27FC236}">
                  <a16:creationId xmlns:a16="http://schemas.microsoft.com/office/drawing/2014/main" id="{93A18D0C-1CBB-3191-519F-3876626E5F8E}"/>
                </a:ext>
              </a:extLst>
            </p:cNvPr>
            <p:cNvSpPr/>
            <p:nvPr/>
          </p:nvSpPr>
          <p:spPr>
            <a:xfrm>
              <a:off x="4502698" y="961260"/>
              <a:ext cx="4775901" cy="4961684"/>
            </a:xfrm>
            <a:prstGeom prst="pie">
              <a:avLst>
                <a:gd name="adj1" fmla="val 20180853"/>
                <a:gd name="adj2" fmla="val 21326630"/>
              </a:avLst>
            </a:prstGeom>
            <a:solidFill>
              <a:schemeClr val="accent3">
                <a:lumMod val="100000"/>
              </a:schemeClr>
            </a:solidFill>
            <a:ln w="28575" cap="flat" cmpd="sng" algn="ctr">
              <a:solidFill>
                <a:sysClr val="window" lastClr="FFFFFF"/>
              </a:solidFill>
              <a:prstDash val="solid"/>
            </a:ln>
            <a:effectLst/>
          </p:spPr>
          <p:txBody>
            <a:bodyPr lIns="0" tIns="0" rIns="0" bIns="0" rtlCol="0" anchor="ctr"/>
            <a:lstStyle/>
            <a:p>
              <a:pPr algn="ctr" fontAlgn="base">
                <a:spcBef>
                  <a:spcPct val="0"/>
                </a:spcBef>
                <a:spcAft>
                  <a:spcPct val="0"/>
                </a:spcAft>
              </a:pPr>
              <a:endParaRPr lang="fr-FR" sz="1108" b="1" i="1" kern="0">
                <a:solidFill>
                  <a:srgbClr val="FFFFFF">
                    <a:lumMod val="100000"/>
                  </a:srgbClr>
                </a:solidFill>
              </a:endParaRPr>
            </a:p>
          </p:txBody>
        </p:sp>
        <p:sp>
          <p:nvSpPr>
            <p:cNvPr id="85" name="Secteurs 60">
              <a:extLst>
                <a:ext uri="{FF2B5EF4-FFF2-40B4-BE49-F238E27FC236}">
                  <a16:creationId xmlns:a16="http://schemas.microsoft.com/office/drawing/2014/main" id="{9C432E95-0C1D-8A43-7AD7-75C20A39203E}"/>
                </a:ext>
              </a:extLst>
            </p:cNvPr>
            <p:cNvSpPr/>
            <p:nvPr/>
          </p:nvSpPr>
          <p:spPr>
            <a:xfrm>
              <a:off x="4502698" y="961260"/>
              <a:ext cx="4775901" cy="4961684"/>
            </a:xfrm>
            <a:prstGeom prst="pie">
              <a:avLst>
                <a:gd name="adj1" fmla="val 21287126"/>
                <a:gd name="adj2" fmla="val 1185315"/>
              </a:avLst>
            </a:prstGeom>
            <a:solidFill>
              <a:schemeClr val="accent3">
                <a:lumMod val="100000"/>
              </a:schemeClr>
            </a:solidFill>
            <a:ln w="28575" cap="flat" cmpd="sng" algn="ctr">
              <a:solidFill>
                <a:sysClr val="window" lastClr="FFFFFF"/>
              </a:solidFill>
              <a:prstDash val="solid"/>
            </a:ln>
            <a:effectLst/>
          </p:spPr>
          <p:txBody>
            <a:bodyPr lIns="0" tIns="0" rIns="0" bIns="0" rtlCol="0" anchor="ctr"/>
            <a:lstStyle/>
            <a:p>
              <a:pPr algn="ctr" fontAlgn="base">
                <a:spcBef>
                  <a:spcPct val="0"/>
                </a:spcBef>
                <a:spcAft>
                  <a:spcPct val="0"/>
                </a:spcAft>
              </a:pPr>
              <a:endParaRPr lang="fr-FR" sz="1108" b="1" i="1" kern="0">
                <a:solidFill>
                  <a:srgbClr val="FFFFFF">
                    <a:lumMod val="100000"/>
                  </a:srgbClr>
                </a:solidFill>
              </a:endParaRPr>
            </a:p>
          </p:txBody>
        </p:sp>
        <p:sp>
          <p:nvSpPr>
            <p:cNvPr id="86" name="Secteurs 60">
              <a:extLst>
                <a:ext uri="{FF2B5EF4-FFF2-40B4-BE49-F238E27FC236}">
                  <a16:creationId xmlns:a16="http://schemas.microsoft.com/office/drawing/2014/main" id="{95D94890-93CE-F1EB-10C2-7B0E1447C51E}"/>
                </a:ext>
              </a:extLst>
            </p:cNvPr>
            <p:cNvSpPr/>
            <p:nvPr/>
          </p:nvSpPr>
          <p:spPr>
            <a:xfrm>
              <a:off x="4502698" y="961260"/>
              <a:ext cx="4775901" cy="4961684"/>
            </a:xfrm>
            <a:prstGeom prst="pie">
              <a:avLst>
                <a:gd name="adj1" fmla="val 963947"/>
                <a:gd name="adj2" fmla="val 2117172"/>
              </a:avLst>
            </a:prstGeom>
            <a:solidFill>
              <a:schemeClr val="accent3">
                <a:lumMod val="100000"/>
              </a:schemeClr>
            </a:solidFill>
            <a:ln w="28575" cap="flat" cmpd="sng" algn="ctr">
              <a:solidFill>
                <a:sysClr val="window" lastClr="FFFFFF"/>
              </a:solidFill>
              <a:prstDash val="solid"/>
            </a:ln>
            <a:effectLst/>
          </p:spPr>
          <p:txBody>
            <a:bodyPr lIns="0" tIns="0" rIns="0" bIns="0" rtlCol="0" anchor="ctr"/>
            <a:lstStyle/>
            <a:p>
              <a:pPr algn="ctr" fontAlgn="base">
                <a:spcBef>
                  <a:spcPct val="0"/>
                </a:spcBef>
                <a:spcAft>
                  <a:spcPct val="0"/>
                </a:spcAft>
              </a:pPr>
              <a:endParaRPr lang="fr-FR" sz="1108" b="1" i="1" kern="0">
                <a:solidFill>
                  <a:srgbClr val="FFFFFF">
                    <a:lumMod val="100000"/>
                  </a:srgbClr>
                </a:solidFill>
              </a:endParaRPr>
            </a:p>
          </p:txBody>
        </p:sp>
        <p:sp>
          <p:nvSpPr>
            <p:cNvPr id="87" name="Secteurs 60">
              <a:extLst>
                <a:ext uri="{FF2B5EF4-FFF2-40B4-BE49-F238E27FC236}">
                  <a16:creationId xmlns:a16="http://schemas.microsoft.com/office/drawing/2014/main" id="{05E0E325-0984-B7C3-D214-0453DAA09C3D}"/>
                </a:ext>
              </a:extLst>
            </p:cNvPr>
            <p:cNvSpPr/>
            <p:nvPr/>
          </p:nvSpPr>
          <p:spPr>
            <a:xfrm>
              <a:off x="4502698" y="961260"/>
              <a:ext cx="4775901" cy="4961684"/>
            </a:xfrm>
            <a:prstGeom prst="pie">
              <a:avLst>
                <a:gd name="adj1" fmla="val 2109768"/>
                <a:gd name="adj2" fmla="val 3051838"/>
              </a:avLst>
            </a:prstGeom>
            <a:solidFill>
              <a:schemeClr val="accent1">
                <a:lumMod val="10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defRPr/>
              </a:pPr>
              <a:endParaRPr lang="fr-FR" sz="1108" b="1" i="1" kern="0">
                <a:solidFill>
                  <a:srgbClr val="FFFFFF">
                    <a:lumMod val="100000"/>
                  </a:srgbClr>
                </a:solidFill>
              </a:endParaRPr>
            </a:p>
          </p:txBody>
        </p:sp>
        <p:sp>
          <p:nvSpPr>
            <p:cNvPr id="88" name="Secteurs 60">
              <a:extLst>
                <a:ext uri="{FF2B5EF4-FFF2-40B4-BE49-F238E27FC236}">
                  <a16:creationId xmlns:a16="http://schemas.microsoft.com/office/drawing/2014/main" id="{6EC2F9F9-BA6A-320A-6581-A536C9429ADD}"/>
                </a:ext>
              </a:extLst>
            </p:cNvPr>
            <p:cNvSpPr/>
            <p:nvPr/>
          </p:nvSpPr>
          <p:spPr>
            <a:xfrm>
              <a:off x="4502698" y="961260"/>
              <a:ext cx="4775901" cy="4961684"/>
            </a:xfrm>
            <a:prstGeom prst="pie">
              <a:avLst>
                <a:gd name="adj1" fmla="val 3046139"/>
                <a:gd name="adj2" fmla="val 3867790"/>
              </a:avLst>
            </a:prstGeom>
            <a:solidFill>
              <a:schemeClr val="accent1">
                <a:lumMod val="10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89" name="Secteurs 60">
              <a:extLst>
                <a:ext uri="{FF2B5EF4-FFF2-40B4-BE49-F238E27FC236}">
                  <a16:creationId xmlns:a16="http://schemas.microsoft.com/office/drawing/2014/main" id="{614B292D-8910-0916-59B8-B404C28E1991}"/>
                </a:ext>
              </a:extLst>
            </p:cNvPr>
            <p:cNvSpPr/>
            <p:nvPr/>
          </p:nvSpPr>
          <p:spPr>
            <a:xfrm>
              <a:off x="4502698" y="961260"/>
              <a:ext cx="4775901" cy="4961684"/>
            </a:xfrm>
            <a:prstGeom prst="pie">
              <a:avLst>
                <a:gd name="adj1" fmla="val 3837506"/>
                <a:gd name="adj2" fmla="val 4928737"/>
              </a:avLst>
            </a:prstGeom>
            <a:solidFill>
              <a:schemeClr val="accent1">
                <a:lumMod val="10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90" name="Secteurs 60">
              <a:extLst>
                <a:ext uri="{FF2B5EF4-FFF2-40B4-BE49-F238E27FC236}">
                  <a16:creationId xmlns:a16="http://schemas.microsoft.com/office/drawing/2014/main" id="{51F9C564-1197-92F0-7D04-B6EA2CEC79B7}"/>
                </a:ext>
              </a:extLst>
            </p:cNvPr>
            <p:cNvSpPr/>
            <p:nvPr/>
          </p:nvSpPr>
          <p:spPr>
            <a:xfrm flipH="1">
              <a:off x="4502168" y="969390"/>
              <a:ext cx="4775371" cy="4952042"/>
            </a:xfrm>
            <a:prstGeom prst="pie">
              <a:avLst>
                <a:gd name="adj1" fmla="val 15854432"/>
                <a:gd name="adj2" fmla="val 17129421"/>
              </a:avLst>
            </a:prstGeom>
            <a:solidFill>
              <a:schemeClr val="accent5">
                <a:lumMod val="20000"/>
                <a:lumOff val="8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91" name="Secteurs 60">
              <a:extLst>
                <a:ext uri="{FF2B5EF4-FFF2-40B4-BE49-F238E27FC236}">
                  <a16:creationId xmlns:a16="http://schemas.microsoft.com/office/drawing/2014/main" id="{865595FA-4DC5-E484-23E6-ECFE1542601F}"/>
                </a:ext>
              </a:extLst>
            </p:cNvPr>
            <p:cNvSpPr/>
            <p:nvPr/>
          </p:nvSpPr>
          <p:spPr>
            <a:xfrm flipH="1">
              <a:off x="4502698" y="961260"/>
              <a:ext cx="4775371" cy="4961684"/>
            </a:xfrm>
            <a:prstGeom prst="pie">
              <a:avLst>
                <a:gd name="adj1" fmla="val 17116956"/>
                <a:gd name="adj2" fmla="val 18076473"/>
              </a:avLst>
            </a:prstGeom>
            <a:solidFill>
              <a:schemeClr val="accent5">
                <a:lumMod val="20000"/>
                <a:lumOff val="8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92" name="Secteurs 60">
              <a:extLst>
                <a:ext uri="{FF2B5EF4-FFF2-40B4-BE49-F238E27FC236}">
                  <a16:creationId xmlns:a16="http://schemas.microsoft.com/office/drawing/2014/main" id="{48B45789-6F3D-69F6-6BED-E6B0CD40C511}"/>
                </a:ext>
              </a:extLst>
            </p:cNvPr>
            <p:cNvSpPr/>
            <p:nvPr/>
          </p:nvSpPr>
          <p:spPr>
            <a:xfrm flipH="1">
              <a:off x="4516703" y="952744"/>
              <a:ext cx="4775371" cy="4961684"/>
            </a:xfrm>
            <a:prstGeom prst="pie">
              <a:avLst>
                <a:gd name="adj1" fmla="val 18077116"/>
                <a:gd name="adj2" fmla="val 18995952"/>
              </a:avLst>
            </a:prstGeom>
            <a:solidFill>
              <a:schemeClr val="accent5">
                <a:lumMod val="20000"/>
                <a:lumOff val="8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defRPr/>
              </a:pPr>
              <a:endParaRPr lang="fr-FR" sz="1108" b="1" i="1" kern="0">
                <a:solidFill>
                  <a:srgbClr val="FFFFFF">
                    <a:lumMod val="100000"/>
                  </a:srgbClr>
                </a:solidFill>
              </a:endParaRPr>
            </a:p>
          </p:txBody>
        </p:sp>
        <p:sp>
          <p:nvSpPr>
            <p:cNvPr id="93" name="Secteurs 60">
              <a:extLst>
                <a:ext uri="{FF2B5EF4-FFF2-40B4-BE49-F238E27FC236}">
                  <a16:creationId xmlns:a16="http://schemas.microsoft.com/office/drawing/2014/main" id="{4C5F597D-0786-F4AC-5D00-4B526F0C9F3D}"/>
                </a:ext>
              </a:extLst>
            </p:cNvPr>
            <p:cNvSpPr/>
            <p:nvPr/>
          </p:nvSpPr>
          <p:spPr>
            <a:xfrm flipH="1">
              <a:off x="4502168" y="952744"/>
              <a:ext cx="4775371" cy="4961684"/>
            </a:xfrm>
            <a:prstGeom prst="pie">
              <a:avLst>
                <a:gd name="adj1" fmla="val 18987750"/>
                <a:gd name="adj2" fmla="val 19948533"/>
              </a:avLst>
            </a:prstGeom>
            <a:solidFill>
              <a:schemeClr val="bg2">
                <a:lumMod val="10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94" name="Secteurs 60">
              <a:extLst>
                <a:ext uri="{FF2B5EF4-FFF2-40B4-BE49-F238E27FC236}">
                  <a16:creationId xmlns:a16="http://schemas.microsoft.com/office/drawing/2014/main" id="{DE6E18EB-53C1-19E2-EE7C-67861F71218E}"/>
                </a:ext>
              </a:extLst>
            </p:cNvPr>
            <p:cNvSpPr/>
            <p:nvPr/>
          </p:nvSpPr>
          <p:spPr>
            <a:xfrm flipH="1">
              <a:off x="4502698" y="961260"/>
              <a:ext cx="4775371" cy="4961684"/>
            </a:xfrm>
            <a:prstGeom prst="pie">
              <a:avLst>
                <a:gd name="adj1" fmla="val 19950320"/>
                <a:gd name="adj2" fmla="val 21124580"/>
              </a:avLst>
            </a:prstGeom>
            <a:solidFill>
              <a:schemeClr val="bg2">
                <a:lumMod val="10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95" name="Secteurs 60">
              <a:extLst>
                <a:ext uri="{FF2B5EF4-FFF2-40B4-BE49-F238E27FC236}">
                  <a16:creationId xmlns:a16="http://schemas.microsoft.com/office/drawing/2014/main" id="{1D06B255-FB62-17EE-64D1-35D67DF89C60}"/>
                </a:ext>
              </a:extLst>
            </p:cNvPr>
            <p:cNvSpPr/>
            <p:nvPr/>
          </p:nvSpPr>
          <p:spPr>
            <a:xfrm flipH="1">
              <a:off x="4502698" y="961260"/>
              <a:ext cx="4775371" cy="4961684"/>
            </a:xfrm>
            <a:prstGeom prst="pie">
              <a:avLst>
                <a:gd name="adj1" fmla="val 20889265"/>
                <a:gd name="adj2" fmla="val 665221"/>
              </a:avLst>
            </a:prstGeom>
            <a:solidFill>
              <a:schemeClr val="bg2">
                <a:lumMod val="10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defRPr/>
              </a:pPr>
              <a:endParaRPr lang="fr-FR" sz="1108" b="1" i="1" kern="0">
                <a:solidFill>
                  <a:srgbClr val="FFFFFF">
                    <a:lumMod val="100000"/>
                  </a:srgbClr>
                </a:solidFill>
              </a:endParaRPr>
            </a:p>
          </p:txBody>
        </p:sp>
        <p:sp>
          <p:nvSpPr>
            <p:cNvPr id="96" name="Secteurs 60">
              <a:extLst>
                <a:ext uri="{FF2B5EF4-FFF2-40B4-BE49-F238E27FC236}">
                  <a16:creationId xmlns:a16="http://schemas.microsoft.com/office/drawing/2014/main" id="{257A7B71-0E24-FE4C-A80D-0E118DED672E}"/>
                </a:ext>
              </a:extLst>
            </p:cNvPr>
            <p:cNvSpPr/>
            <p:nvPr/>
          </p:nvSpPr>
          <p:spPr>
            <a:xfrm flipH="1">
              <a:off x="4502698" y="961260"/>
              <a:ext cx="4775371" cy="4961684"/>
            </a:xfrm>
            <a:prstGeom prst="pie">
              <a:avLst>
                <a:gd name="adj1" fmla="val 531333"/>
                <a:gd name="adj2" fmla="val 2117172"/>
              </a:avLst>
            </a:prstGeom>
            <a:solidFill>
              <a:schemeClr val="accent1">
                <a:lumMod val="10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97" name="Secteurs 60">
              <a:extLst>
                <a:ext uri="{FF2B5EF4-FFF2-40B4-BE49-F238E27FC236}">
                  <a16:creationId xmlns:a16="http://schemas.microsoft.com/office/drawing/2014/main" id="{D689ADF4-026A-EC20-7672-54A56260DF58}"/>
                </a:ext>
              </a:extLst>
            </p:cNvPr>
            <p:cNvSpPr/>
            <p:nvPr/>
          </p:nvSpPr>
          <p:spPr>
            <a:xfrm flipH="1">
              <a:off x="4502698" y="961260"/>
              <a:ext cx="4775371" cy="4961684"/>
            </a:xfrm>
            <a:prstGeom prst="pie">
              <a:avLst>
                <a:gd name="adj1" fmla="val 1768085"/>
                <a:gd name="adj2" fmla="val 3051838"/>
              </a:avLst>
            </a:prstGeom>
            <a:solidFill>
              <a:schemeClr val="accent1">
                <a:lumMod val="10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98" name="Secteurs 60">
              <a:extLst>
                <a:ext uri="{FF2B5EF4-FFF2-40B4-BE49-F238E27FC236}">
                  <a16:creationId xmlns:a16="http://schemas.microsoft.com/office/drawing/2014/main" id="{8B76B23C-0A41-A387-FA16-862CA5ED40E8}"/>
                </a:ext>
              </a:extLst>
            </p:cNvPr>
            <p:cNvSpPr/>
            <p:nvPr/>
          </p:nvSpPr>
          <p:spPr>
            <a:xfrm flipH="1">
              <a:off x="4502698" y="961260"/>
              <a:ext cx="4775371" cy="4961684"/>
            </a:xfrm>
            <a:prstGeom prst="pie">
              <a:avLst>
                <a:gd name="adj1" fmla="val 2897782"/>
                <a:gd name="adj2" fmla="val 3995835"/>
              </a:avLst>
            </a:prstGeom>
            <a:solidFill>
              <a:schemeClr val="accent1">
                <a:lumMod val="10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99" name="Secteurs 60">
              <a:extLst>
                <a:ext uri="{FF2B5EF4-FFF2-40B4-BE49-F238E27FC236}">
                  <a16:creationId xmlns:a16="http://schemas.microsoft.com/office/drawing/2014/main" id="{DFC65865-11DF-6C27-EA45-237780830E78}"/>
                </a:ext>
              </a:extLst>
            </p:cNvPr>
            <p:cNvSpPr/>
            <p:nvPr/>
          </p:nvSpPr>
          <p:spPr>
            <a:xfrm flipH="1">
              <a:off x="4502698" y="961260"/>
              <a:ext cx="4775371" cy="4961684"/>
            </a:xfrm>
            <a:prstGeom prst="pie">
              <a:avLst>
                <a:gd name="adj1" fmla="val 4006626"/>
                <a:gd name="adj2" fmla="val 4928737"/>
              </a:avLst>
            </a:prstGeom>
            <a:solidFill>
              <a:schemeClr val="accent1">
                <a:lumMod val="10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100" name="Secteurs 60">
              <a:extLst>
                <a:ext uri="{FF2B5EF4-FFF2-40B4-BE49-F238E27FC236}">
                  <a16:creationId xmlns:a16="http://schemas.microsoft.com/office/drawing/2014/main" id="{0777039B-8659-12EA-AB99-571B147DF15A}"/>
                </a:ext>
              </a:extLst>
            </p:cNvPr>
            <p:cNvSpPr/>
            <p:nvPr/>
          </p:nvSpPr>
          <p:spPr>
            <a:xfrm flipH="1">
              <a:off x="4502168" y="961260"/>
              <a:ext cx="4775371" cy="4961684"/>
            </a:xfrm>
            <a:prstGeom prst="pie">
              <a:avLst>
                <a:gd name="adj1" fmla="val 4932791"/>
                <a:gd name="adj2" fmla="val 5870264"/>
              </a:avLst>
            </a:prstGeom>
            <a:solidFill>
              <a:schemeClr val="accent1">
                <a:lumMod val="10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101" name="Secteurs 6">
              <a:extLst>
                <a:ext uri="{FF2B5EF4-FFF2-40B4-BE49-F238E27FC236}">
                  <a16:creationId xmlns:a16="http://schemas.microsoft.com/office/drawing/2014/main" id="{90A05CAB-0B01-E8F6-3804-EB102607C688}"/>
                </a:ext>
              </a:extLst>
            </p:cNvPr>
            <p:cNvSpPr/>
            <p:nvPr/>
          </p:nvSpPr>
          <p:spPr>
            <a:xfrm>
              <a:off x="6039149" y="2558093"/>
              <a:ext cx="1701817" cy="1768018"/>
            </a:xfrm>
            <a:prstGeom prst="pie">
              <a:avLst>
                <a:gd name="adj1" fmla="val 16372357"/>
                <a:gd name="adj2" fmla="val 2082102"/>
              </a:avLst>
            </a:prstGeom>
            <a:solidFill>
              <a:schemeClr val="accent3">
                <a:lumMod val="100000"/>
              </a:schemeClr>
            </a:solidFill>
            <a:ln w="28575" cap="flat" cmpd="sng" algn="ctr">
              <a:solidFill>
                <a:sysClr val="window" lastClr="FFFFFF"/>
              </a:solidFill>
              <a:prstDash val="solid"/>
            </a:ln>
            <a:effectLst/>
          </p:spPr>
          <p:txBody>
            <a:bodyPr lIns="0" tIns="0" rIns="0" bIns="0" rtlCol="0" anchor="ctr"/>
            <a:lstStyle/>
            <a:p>
              <a:pPr algn="ctr" fontAlgn="base">
                <a:spcBef>
                  <a:spcPct val="0"/>
                </a:spcBef>
                <a:spcAft>
                  <a:spcPct val="0"/>
                </a:spcAft>
              </a:pPr>
              <a:endParaRPr lang="fr-FR" sz="1108" b="1" i="1" kern="0">
                <a:solidFill>
                  <a:srgbClr val="FFFFFF">
                    <a:lumMod val="100000"/>
                  </a:srgbClr>
                </a:solidFill>
              </a:endParaRPr>
            </a:p>
          </p:txBody>
        </p:sp>
        <p:sp>
          <p:nvSpPr>
            <p:cNvPr id="102" name="Secteurs 6">
              <a:extLst>
                <a:ext uri="{FF2B5EF4-FFF2-40B4-BE49-F238E27FC236}">
                  <a16:creationId xmlns:a16="http://schemas.microsoft.com/office/drawing/2014/main" id="{7EB2BBAE-51E0-A6FC-4FF8-100255D7FAFB}"/>
                </a:ext>
              </a:extLst>
            </p:cNvPr>
            <p:cNvSpPr/>
            <p:nvPr/>
          </p:nvSpPr>
          <p:spPr>
            <a:xfrm>
              <a:off x="6039149" y="2558093"/>
              <a:ext cx="1701817" cy="1768018"/>
            </a:xfrm>
            <a:prstGeom prst="pie">
              <a:avLst>
                <a:gd name="adj1" fmla="val 2103890"/>
                <a:gd name="adj2" fmla="val 10591347"/>
              </a:avLst>
            </a:prstGeom>
            <a:solidFill>
              <a:schemeClr val="accent1">
                <a:lumMod val="10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103" name="Secteurs 6">
              <a:extLst>
                <a:ext uri="{FF2B5EF4-FFF2-40B4-BE49-F238E27FC236}">
                  <a16:creationId xmlns:a16="http://schemas.microsoft.com/office/drawing/2014/main" id="{5D210181-F7FF-9EE9-8F3E-87C605118BA5}"/>
                </a:ext>
              </a:extLst>
            </p:cNvPr>
            <p:cNvSpPr/>
            <p:nvPr/>
          </p:nvSpPr>
          <p:spPr>
            <a:xfrm>
              <a:off x="6029552" y="2558093"/>
              <a:ext cx="1711415" cy="1768018"/>
            </a:xfrm>
            <a:prstGeom prst="pie">
              <a:avLst>
                <a:gd name="adj1" fmla="val 10256605"/>
                <a:gd name="adj2" fmla="val 13392717"/>
              </a:avLst>
            </a:prstGeom>
            <a:solidFill>
              <a:schemeClr val="bg2">
                <a:lumMod val="10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104" name="Secteurs 6">
              <a:extLst>
                <a:ext uri="{FF2B5EF4-FFF2-40B4-BE49-F238E27FC236}">
                  <a16:creationId xmlns:a16="http://schemas.microsoft.com/office/drawing/2014/main" id="{E43F54AD-9344-CFF2-D458-D4352452FD68}"/>
                </a:ext>
              </a:extLst>
            </p:cNvPr>
            <p:cNvSpPr/>
            <p:nvPr/>
          </p:nvSpPr>
          <p:spPr>
            <a:xfrm>
              <a:off x="6038739" y="2558093"/>
              <a:ext cx="1701817" cy="1768018"/>
            </a:xfrm>
            <a:prstGeom prst="pie">
              <a:avLst>
                <a:gd name="adj1" fmla="val 13388667"/>
                <a:gd name="adj2" fmla="val 16542687"/>
              </a:avLst>
            </a:prstGeom>
            <a:solidFill>
              <a:schemeClr val="accent5">
                <a:lumMod val="20000"/>
                <a:lumOff val="80000"/>
              </a:schemeClr>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pPr>
              <a:endParaRPr lang="fr-FR" sz="1108" b="1" i="1" kern="0">
                <a:solidFill>
                  <a:srgbClr val="FFFFFF">
                    <a:lumMod val="100000"/>
                  </a:srgbClr>
                </a:solidFill>
              </a:endParaRPr>
            </a:p>
          </p:txBody>
        </p:sp>
        <p:sp>
          <p:nvSpPr>
            <p:cNvPr id="105" name="ZoneTexte 104">
              <a:extLst>
                <a:ext uri="{FF2B5EF4-FFF2-40B4-BE49-F238E27FC236}">
                  <a16:creationId xmlns:a16="http://schemas.microsoft.com/office/drawing/2014/main" id="{F5CEB0A5-8214-A4E0-F8A6-328667AE2D9F}"/>
                </a:ext>
              </a:extLst>
            </p:cNvPr>
            <p:cNvSpPr txBox="1"/>
            <p:nvPr/>
          </p:nvSpPr>
          <p:spPr>
            <a:xfrm rot="3924895">
              <a:off x="6914215" y="3110621"/>
              <a:ext cx="956350" cy="210715"/>
            </a:xfrm>
            <a:prstGeom prst="rect">
              <a:avLst/>
            </a:prstGeom>
            <a:noFill/>
          </p:spPr>
          <p:txBody>
            <a:bodyPr wrap="none" lIns="132923" rIns="132923" rtlCol="0">
              <a:spAutoFit/>
            </a:bodyPr>
            <a:lstStyle/>
            <a:p>
              <a:pPr defTabSz="1125444">
                <a:defRPr/>
              </a:pPr>
              <a:r>
                <a:rPr lang="fr-FR" sz="1231" b="1" kern="0">
                  <a:solidFill>
                    <a:srgbClr val="FFFFFF"/>
                  </a:solidFill>
                </a:rPr>
                <a:t>Gouvernance</a:t>
              </a:r>
            </a:p>
          </p:txBody>
        </p:sp>
        <p:sp>
          <p:nvSpPr>
            <p:cNvPr id="106" name="ZoneTexte 105">
              <a:extLst>
                <a:ext uri="{FF2B5EF4-FFF2-40B4-BE49-F238E27FC236}">
                  <a16:creationId xmlns:a16="http://schemas.microsoft.com/office/drawing/2014/main" id="{94802E0E-550A-12DC-CE86-53CC787B539B}"/>
                </a:ext>
              </a:extLst>
            </p:cNvPr>
            <p:cNvSpPr txBox="1"/>
            <p:nvPr/>
          </p:nvSpPr>
          <p:spPr>
            <a:xfrm rot="755459">
              <a:off x="6318384" y="3939241"/>
              <a:ext cx="916104" cy="218733"/>
            </a:xfrm>
            <a:prstGeom prst="rect">
              <a:avLst/>
            </a:prstGeom>
            <a:noFill/>
          </p:spPr>
          <p:txBody>
            <a:bodyPr wrap="square" lIns="132923" rIns="132923" rtlCol="0">
              <a:spAutoFit/>
            </a:bodyPr>
            <a:lstStyle/>
            <a:p>
              <a:pPr algn="ctr" defTabSz="1125444">
                <a:defRPr/>
              </a:pPr>
              <a:r>
                <a:rPr lang="fr-FR" sz="1231" b="1" kern="0">
                  <a:solidFill>
                    <a:srgbClr val="FFFFFF"/>
                  </a:solidFill>
                </a:rPr>
                <a:t>Protection</a:t>
              </a:r>
            </a:p>
          </p:txBody>
        </p:sp>
        <p:sp>
          <p:nvSpPr>
            <p:cNvPr id="107" name="ZoneTexte 106">
              <a:extLst>
                <a:ext uri="{FF2B5EF4-FFF2-40B4-BE49-F238E27FC236}">
                  <a16:creationId xmlns:a16="http://schemas.microsoft.com/office/drawing/2014/main" id="{3345C679-750A-C551-8897-32C857C575A9}"/>
                </a:ext>
              </a:extLst>
            </p:cNvPr>
            <p:cNvSpPr txBox="1"/>
            <p:nvPr/>
          </p:nvSpPr>
          <p:spPr>
            <a:xfrm rot="17365307">
              <a:off x="5914296" y="3116108"/>
              <a:ext cx="805338" cy="210715"/>
            </a:xfrm>
            <a:prstGeom prst="rect">
              <a:avLst/>
            </a:prstGeom>
            <a:noFill/>
          </p:spPr>
          <p:txBody>
            <a:bodyPr wrap="square" lIns="132923" rIns="132923" rtlCol="0">
              <a:spAutoFit/>
            </a:bodyPr>
            <a:lstStyle/>
            <a:p>
              <a:pPr defTabSz="1125444">
                <a:defRPr/>
              </a:pPr>
              <a:r>
                <a:rPr lang="fr-FR" sz="1231" b="1" kern="0">
                  <a:solidFill>
                    <a:srgbClr val="FFFFFF"/>
                  </a:solidFill>
                </a:rPr>
                <a:t>Défense</a:t>
              </a:r>
            </a:p>
          </p:txBody>
        </p:sp>
        <p:sp>
          <p:nvSpPr>
            <p:cNvPr id="108" name="ZoneTexte 107">
              <a:extLst>
                <a:ext uri="{FF2B5EF4-FFF2-40B4-BE49-F238E27FC236}">
                  <a16:creationId xmlns:a16="http://schemas.microsoft.com/office/drawing/2014/main" id="{9E604103-AFFB-A33D-247D-E91687A99A2F}"/>
                </a:ext>
              </a:extLst>
            </p:cNvPr>
            <p:cNvSpPr txBox="1"/>
            <p:nvPr/>
          </p:nvSpPr>
          <p:spPr>
            <a:xfrm rot="20517910">
              <a:off x="6317292" y="2732025"/>
              <a:ext cx="707893" cy="204048"/>
            </a:xfrm>
            <a:prstGeom prst="rect">
              <a:avLst/>
            </a:prstGeom>
            <a:noFill/>
          </p:spPr>
          <p:txBody>
            <a:bodyPr wrap="none" lIns="132923" rIns="132923" rtlCol="0">
              <a:spAutoFit/>
            </a:bodyPr>
            <a:lstStyle/>
            <a:p>
              <a:pPr defTabSz="1125444">
                <a:defRPr/>
              </a:pPr>
              <a:r>
                <a:rPr lang="fr-FR" sz="1108" b="1" kern="0">
                  <a:solidFill>
                    <a:srgbClr val="FFFFFF"/>
                  </a:solidFill>
                </a:rPr>
                <a:t>Résilience</a:t>
              </a:r>
            </a:p>
          </p:txBody>
        </p:sp>
        <p:sp>
          <p:nvSpPr>
            <p:cNvPr id="109" name="ZoneTexte 108">
              <a:extLst>
                <a:ext uri="{FF2B5EF4-FFF2-40B4-BE49-F238E27FC236}">
                  <a16:creationId xmlns:a16="http://schemas.microsoft.com/office/drawing/2014/main" id="{811AD0C0-5273-CFE1-1C1C-550CCDE4040B}"/>
                </a:ext>
              </a:extLst>
            </p:cNvPr>
            <p:cNvSpPr txBox="1"/>
            <p:nvPr/>
          </p:nvSpPr>
          <p:spPr>
            <a:xfrm rot="17064416">
              <a:off x="6560987" y="1850062"/>
              <a:ext cx="1544540" cy="207166"/>
            </a:xfrm>
            <a:prstGeom prst="rect">
              <a:avLst/>
            </a:prstGeom>
            <a:noFill/>
          </p:spPr>
          <p:txBody>
            <a:bodyPr wrap="square" lIns="132923" rIns="132923" rtlCol="0">
              <a:spAutoFit/>
            </a:bodyPr>
            <a:lstStyle/>
            <a:p>
              <a:pPr algn="r" defTabSz="1125444">
                <a:defRPr/>
              </a:pPr>
              <a:r>
                <a:rPr lang="fr-FR" sz="1200" kern="0">
                  <a:solidFill>
                    <a:srgbClr val="FFFFFF">
                      <a:lumMod val="100000"/>
                    </a:srgbClr>
                  </a:solidFill>
                </a:rPr>
                <a:t>Recensement des SI</a:t>
              </a:r>
            </a:p>
          </p:txBody>
        </p:sp>
        <p:sp>
          <p:nvSpPr>
            <p:cNvPr id="110" name="ZoneTexte 109">
              <a:extLst>
                <a:ext uri="{FF2B5EF4-FFF2-40B4-BE49-F238E27FC236}">
                  <a16:creationId xmlns:a16="http://schemas.microsoft.com/office/drawing/2014/main" id="{23CD329A-7CCC-8A83-0E7E-6C25E4A1E5E1}"/>
                </a:ext>
              </a:extLst>
            </p:cNvPr>
            <p:cNvSpPr txBox="1"/>
            <p:nvPr/>
          </p:nvSpPr>
          <p:spPr>
            <a:xfrm rot="18436824">
              <a:off x="7094155" y="1962083"/>
              <a:ext cx="1519710" cy="345277"/>
            </a:xfrm>
            <a:prstGeom prst="rect">
              <a:avLst/>
            </a:prstGeom>
            <a:noFill/>
          </p:spPr>
          <p:txBody>
            <a:bodyPr wrap="square" lIns="132923" rIns="132923" rtlCol="0">
              <a:spAutoFit/>
            </a:bodyPr>
            <a:lstStyle/>
            <a:p>
              <a:pPr algn="r" defTabSz="1125444">
                <a:defRPr/>
              </a:pPr>
              <a:r>
                <a:rPr lang="fr-FR" sz="1200" kern="0">
                  <a:solidFill>
                    <a:srgbClr val="FFFFFF">
                      <a:lumMod val="100000"/>
                    </a:srgbClr>
                  </a:solidFill>
                </a:rPr>
                <a:t>Organisation cyber et conformité</a:t>
              </a:r>
            </a:p>
          </p:txBody>
        </p:sp>
        <p:sp>
          <p:nvSpPr>
            <p:cNvPr id="111" name="ZoneTexte 110">
              <a:extLst>
                <a:ext uri="{FF2B5EF4-FFF2-40B4-BE49-F238E27FC236}">
                  <a16:creationId xmlns:a16="http://schemas.microsoft.com/office/drawing/2014/main" id="{486AC810-5345-51EE-1CDB-D2FEE63329DD}"/>
                </a:ext>
              </a:extLst>
            </p:cNvPr>
            <p:cNvSpPr txBox="1"/>
            <p:nvPr/>
          </p:nvSpPr>
          <p:spPr>
            <a:xfrm rot="19561034">
              <a:off x="7534782" y="2431571"/>
              <a:ext cx="1446619" cy="215049"/>
            </a:xfrm>
            <a:prstGeom prst="rect">
              <a:avLst/>
            </a:prstGeom>
            <a:noFill/>
          </p:spPr>
          <p:txBody>
            <a:bodyPr wrap="square" lIns="132923" rIns="132923" rtlCol="0">
              <a:spAutoFit/>
            </a:bodyPr>
            <a:lstStyle/>
            <a:p>
              <a:pPr algn="r" defTabSz="1125444">
                <a:defRPr/>
              </a:pPr>
              <a:r>
                <a:rPr lang="fr-FR" sz="1200" kern="0">
                  <a:solidFill>
                    <a:srgbClr val="FFFFFF">
                      <a:lumMod val="100000"/>
                    </a:srgbClr>
                  </a:solidFill>
                </a:rPr>
                <a:t>Approche par les risques</a:t>
              </a:r>
            </a:p>
          </p:txBody>
        </p:sp>
        <p:sp>
          <p:nvSpPr>
            <p:cNvPr id="112" name="ZoneTexte 111">
              <a:extLst>
                <a:ext uri="{FF2B5EF4-FFF2-40B4-BE49-F238E27FC236}">
                  <a16:creationId xmlns:a16="http://schemas.microsoft.com/office/drawing/2014/main" id="{2C73052C-44F5-F2B7-786C-CE8A14385B6B}"/>
                </a:ext>
              </a:extLst>
            </p:cNvPr>
            <p:cNvSpPr txBox="1"/>
            <p:nvPr/>
          </p:nvSpPr>
          <p:spPr>
            <a:xfrm rot="20976491">
              <a:off x="7699844" y="2929071"/>
              <a:ext cx="1577919" cy="215049"/>
            </a:xfrm>
            <a:prstGeom prst="rect">
              <a:avLst/>
            </a:prstGeom>
            <a:noFill/>
          </p:spPr>
          <p:txBody>
            <a:bodyPr wrap="square" lIns="132923" rIns="132923" rtlCol="0">
              <a:spAutoFit/>
            </a:bodyPr>
            <a:lstStyle/>
            <a:p>
              <a:pPr algn="ctr" defTabSz="1125444">
                <a:defRPr/>
              </a:pPr>
              <a:r>
                <a:rPr lang="fr-FR" sz="1200" kern="0">
                  <a:solidFill>
                    <a:srgbClr val="FFFFFF">
                      <a:lumMod val="100000"/>
                    </a:srgbClr>
                  </a:solidFill>
                </a:rPr>
                <a:t>Gestion des tiers </a:t>
              </a:r>
            </a:p>
          </p:txBody>
        </p:sp>
        <p:sp>
          <p:nvSpPr>
            <p:cNvPr id="113" name="Ellipse 112">
              <a:extLst>
                <a:ext uri="{FF2B5EF4-FFF2-40B4-BE49-F238E27FC236}">
                  <a16:creationId xmlns:a16="http://schemas.microsoft.com/office/drawing/2014/main" id="{209B8D3B-A4A4-5CC0-D3CC-E1EA14C23D37}"/>
                </a:ext>
              </a:extLst>
            </p:cNvPr>
            <p:cNvSpPr/>
            <p:nvPr/>
          </p:nvSpPr>
          <p:spPr>
            <a:xfrm>
              <a:off x="6524181" y="3132257"/>
              <a:ext cx="696610" cy="723707"/>
            </a:xfrm>
            <a:prstGeom prst="ellipse">
              <a:avLst/>
            </a:prstGeom>
            <a:solidFill>
              <a:sysClr val="window" lastClr="FFFFFF"/>
            </a:solidFill>
            <a:ln w="28575" cap="flat" cmpd="sng" algn="ctr">
              <a:solidFill>
                <a:sysClr val="window" lastClr="FFFFFF"/>
              </a:solidFill>
              <a:prstDash val="solid"/>
            </a:ln>
            <a:effectLst/>
          </p:spPr>
          <p:txBody>
            <a:bodyPr lIns="0" tIns="0" rIns="0" bIns="0" rtlCol="0" anchor="ctr"/>
            <a:lstStyle/>
            <a:p>
              <a:pPr algn="ctr" defTabSz="1125444" fontAlgn="base">
                <a:spcBef>
                  <a:spcPct val="0"/>
                </a:spcBef>
                <a:spcAft>
                  <a:spcPct val="0"/>
                </a:spcAft>
                <a:defRPr/>
              </a:pPr>
              <a:endParaRPr lang="fr-FR" sz="862" b="1" i="1" kern="0">
                <a:solidFill>
                  <a:srgbClr val="FFFFFF">
                    <a:lumMod val="100000"/>
                  </a:srgbClr>
                </a:solidFill>
              </a:endParaRPr>
            </a:p>
          </p:txBody>
        </p:sp>
        <p:sp>
          <p:nvSpPr>
            <p:cNvPr id="114" name="ZoneTexte 113">
              <a:extLst>
                <a:ext uri="{FF2B5EF4-FFF2-40B4-BE49-F238E27FC236}">
                  <a16:creationId xmlns:a16="http://schemas.microsoft.com/office/drawing/2014/main" id="{BABCDC96-FF17-E980-C846-AE1729E8C2C0}"/>
                </a:ext>
              </a:extLst>
            </p:cNvPr>
            <p:cNvSpPr txBox="1"/>
            <p:nvPr/>
          </p:nvSpPr>
          <p:spPr>
            <a:xfrm rot="626638">
              <a:off x="7113013" y="3366049"/>
              <a:ext cx="1717439" cy="215049"/>
            </a:xfrm>
            <a:prstGeom prst="rect">
              <a:avLst/>
            </a:prstGeom>
            <a:noFill/>
          </p:spPr>
          <p:txBody>
            <a:bodyPr wrap="square" lIns="132923" rIns="132923" rtlCol="0">
              <a:spAutoFit/>
            </a:bodyPr>
            <a:lstStyle/>
            <a:p>
              <a:pPr algn="r" defTabSz="1125444">
                <a:defRPr/>
              </a:pPr>
              <a:r>
                <a:rPr lang="fr-FR" sz="1200" kern="0">
                  <a:solidFill>
                    <a:srgbClr val="FFFFFF">
                      <a:lumMod val="100000"/>
                    </a:srgbClr>
                  </a:solidFill>
                </a:rPr>
                <a:t>Audits </a:t>
              </a:r>
            </a:p>
          </p:txBody>
        </p:sp>
        <p:sp>
          <p:nvSpPr>
            <p:cNvPr id="115" name="ZoneTexte 114">
              <a:extLst>
                <a:ext uri="{FF2B5EF4-FFF2-40B4-BE49-F238E27FC236}">
                  <a16:creationId xmlns:a16="http://schemas.microsoft.com/office/drawing/2014/main" id="{0CAE9E7E-1CEE-4308-736B-4069B448E0FA}"/>
                </a:ext>
              </a:extLst>
            </p:cNvPr>
            <p:cNvSpPr txBox="1"/>
            <p:nvPr/>
          </p:nvSpPr>
          <p:spPr>
            <a:xfrm rot="1562911">
              <a:off x="7720310" y="4042882"/>
              <a:ext cx="1384441" cy="358416"/>
            </a:xfrm>
            <a:prstGeom prst="rect">
              <a:avLst/>
            </a:prstGeom>
            <a:noFill/>
          </p:spPr>
          <p:txBody>
            <a:bodyPr wrap="square" lIns="132923" rIns="132923" rtlCol="0">
              <a:spAutoFit/>
            </a:bodyPr>
            <a:lstStyle/>
            <a:p>
              <a:pPr algn="r" defTabSz="1125444">
                <a:defRPr/>
              </a:pPr>
              <a:r>
                <a:rPr lang="fr-FR" sz="1200" kern="0">
                  <a:solidFill>
                    <a:srgbClr val="FFFFFF">
                      <a:lumMod val="100000"/>
                    </a:srgbClr>
                  </a:solidFill>
                </a:rPr>
                <a:t>Sécurité numérique des RH </a:t>
              </a:r>
            </a:p>
          </p:txBody>
        </p:sp>
        <p:sp>
          <p:nvSpPr>
            <p:cNvPr id="116" name="ZoneTexte 115">
              <a:extLst>
                <a:ext uri="{FF2B5EF4-FFF2-40B4-BE49-F238E27FC236}">
                  <a16:creationId xmlns:a16="http://schemas.microsoft.com/office/drawing/2014/main" id="{DC583737-0E99-641F-4D7B-D5C2D3C0678F}"/>
                </a:ext>
              </a:extLst>
            </p:cNvPr>
            <p:cNvSpPr txBox="1"/>
            <p:nvPr/>
          </p:nvSpPr>
          <p:spPr>
            <a:xfrm rot="2636489">
              <a:off x="7363232" y="4422543"/>
              <a:ext cx="1481761" cy="358416"/>
            </a:xfrm>
            <a:prstGeom prst="rect">
              <a:avLst/>
            </a:prstGeom>
            <a:noFill/>
          </p:spPr>
          <p:txBody>
            <a:bodyPr wrap="square" lIns="132923" rIns="132923" rtlCol="0">
              <a:spAutoFit/>
            </a:bodyPr>
            <a:lstStyle/>
            <a:p>
              <a:pPr algn="r" defTabSz="1125444">
                <a:defRPr/>
              </a:pPr>
              <a:r>
                <a:rPr lang="fr-FR" sz="1200" kern="0">
                  <a:solidFill>
                    <a:srgbClr val="FFFFFF">
                      <a:lumMod val="100000"/>
                    </a:srgbClr>
                  </a:solidFill>
                </a:rPr>
                <a:t>Cartographie et MCO/MCS </a:t>
              </a:r>
            </a:p>
          </p:txBody>
        </p:sp>
        <p:sp>
          <p:nvSpPr>
            <p:cNvPr id="117" name="ZoneTexte 116">
              <a:extLst>
                <a:ext uri="{FF2B5EF4-FFF2-40B4-BE49-F238E27FC236}">
                  <a16:creationId xmlns:a16="http://schemas.microsoft.com/office/drawing/2014/main" id="{91DDC6D2-9210-B2D0-B2E7-C81AD0CEC55A}"/>
                </a:ext>
              </a:extLst>
            </p:cNvPr>
            <p:cNvSpPr txBox="1"/>
            <p:nvPr/>
          </p:nvSpPr>
          <p:spPr>
            <a:xfrm rot="3562523">
              <a:off x="6947954" y="4679269"/>
              <a:ext cx="1585261" cy="345277"/>
            </a:xfrm>
            <a:prstGeom prst="rect">
              <a:avLst/>
            </a:prstGeom>
            <a:noFill/>
          </p:spPr>
          <p:txBody>
            <a:bodyPr wrap="square" lIns="132923" rIns="132923" rtlCol="0">
              <a:spAutoFit/>
            </a:bodyPr>
            <a:lstStyle/>
            <a:p>
              <a:pPr algn="r" defTabSz="1125444">
                <a:defRPr/>
              </a:pPr>
              <a:r>
                <a:rPr lang="fr-FR" sz="1200" kern="0">
                  <a:solidFill>
                    <a:srgbClr val="FFFFFF">
                      <a:lumMod val="100000"/>
                    </a:srgbClr>
                  </a:solidFill>
                </a:rPr>
                <a:t>Maîtriser des accès physiques</a:t>
              </a:r>
            </a:p>
          </p:txBody>
        </p:sp>
        <p:sp>
          <p:nvSpPr>
            <p:cNvPr id="118" name="ZoneTexte 117">
              <a:extLst>
                <a:ext uri="{FF2B5EF4-FFF2-40B4-BE49-F238E27FC236}">
                  <a16:creationId xmlns:a16="http://schemas.microsoft.com/office/drawing/2014/main" id="{646594E3-4955-2D1A-6BA9-B918427C9764}"/>
                </a:ext>
              </a:extLst>
            </p:cNvPr>
            <p:cNvSpPr txBox="1"/>
            <p:nvPr/>
          </p:nvSpPr>
          <p:spPr>
            <a:xfrm rot="4447354">
              <a:off x="6571597" y="4994528"/>
              <a:ext cx="1606098" cy="207166"/>
            </a:xfrm>
            <a:prstGeom prst="rect">
              <a:avLst/>
            </a:prstGeom>
            <a:noFill/>
          </p:spPr>
          <p:txBody>
            <a:bodyPr wrap="square" lIns="132923" rIns="132923" rtlCol="0">
              <a:spAutoFit/>
            </a:bodyPr>
            <a:lstStyle/>
            <a:p>
              <a:pPr algn="ctr" defTabSz="1125444">
                <a:defRPr/>
              </a:pPr>
              <a:r>
                <a:rPr lang="fr-FR" sz="1200" kern="0">
                  <a:solidFill>
                    <a:srgbClr val="FFFFFF">
                      <a:lumMod val="100000"/>
                    </a:srgbClr>
                  </a:solidFill>
                </a:rPr>
                <a:t>Cloisonnement et filtrage</a:t>
              </a:r>
            </a:p>
          </p:txBody>
        </p:sp>
        <p:sp>
          <p:nvSpPr>
            <p:cNvPr id="119" name="ZoneTexte 118">
              <a:extLst>
                <a:ext uri="{FF2B5EF4-FFF2-40B4-BE49-F238E27FC236}">
                  <a16:creationId xmlns:a16="http://schemas.microsoft.com/office/drawing/2014/main" id="{F5A05652-5FEE-FDFE-507C-5F9816FCC90E}"/>
                </a:ext>
              </a:extLst>
            </p:cNvPr>
            <p:cNvSpPr txBox="1"/>
            <p:nvPr/>
          </p:nvSpPr>
          <p:spPr>
            <a:xfrm rot="5400000">
              <a:off x="6239707" y="5120336"/>
              <a:ext cx="1292201" cy="345277"/>
            </a:xfrm>
            <a:prstGeom prst="rect">
              <a:avLst/>
            </a:prstGeom>
            <a:noFill/>
          </p:spPr>
          <p:txBody>
            <a:bodyPr wrap="square" lIns="132923" rIns="132923" rtlCol="0">
              <a:spAutoFit/>
            </a:bodyPr>
            <a:lstStyle/>
            <a:p>
              <a:pPr algn="r" defTabSz="1125444">
                <a:defRPr/>
              </a:pPr>
              <a:r>
                <a:rPr lang="fr-FR" sz="1200" kern="0">
                  <a:solidFill>
                    <a:srgbClr val="FFFFFF">
                      <a:lumMod val="100000"/>
                    </a:srgbClr>
                  </a:solidFill>
                </a:rPr>
                <a:t> Maîtrise des accès distants</a:t>
              </a:r>
            </a:p>
          </p:txBody>
        </p:sp>
        <p:sp>
          <p:nvSpPr>
            <p:cNvPr id="120" name="ZoneTexte 119">
              <a:extLst>
                <a:ext uri="{FF2B5EF4-FFF2-40B4-BE49-F238E27FC236}">
                  <a16:creationId xmlns:a16="http://schemas.microsoft.com/office/drawing/2014/main" id="{BFC8C77C-CF78-3B78-81DF-264FDBF03F0C}"/>
                </a:ext>
              </a:extLst>
            </p:cNvPr>
            <p:cNvSpPr txBox="1"/>
            <p:nvPr/>
          </p:nvSpPr>
          <p:spPr>
            <a:xfrm rot="17227773">
              <a:off x="5673514" y="4921263"/>
              <a:ext cx="1573755" cy="345277"/>
            </a:xfrm>
            <a:prstGeom prst="rect">
              <a:avLst/>
            </a:prstGeom>
            <a:noFill/>
          </p:spPr>
          <p:txBody>
            <a:bodyPr wrap="square" lIns="132923" rIns="132923" rtlCol="0">
              <a:spAutoFit/>
            </a:bodyPr>
            <a:lstStyle>
              <a:defPPr>
                <a:defRPr lang="en-US"/>
              </a:defPPr>
              <a:lvl1pPr algn="ctr">
                <a:defRPr sz="750" kern="0">
                  <a:solidFill>
                    <a:srgbClr val="FFFFFF"/>
                  </a:solidFill>
                </a:defRPr>
              </a:lvl1pPr>
            </a:lstStyle>
            <a:p>
              <a:pPr algn="l" defTabSz="1125444">
                <a:defRPr/>
              </a:pPr>
              <a:r>
                <a:rPr lang="fr-FR" sz="1200">
                  <a:solidFill>
                    <a:srgbClr val="FFFFFF">
                      <a:lumMod val="100000"/>
                    </a:srgbClr>
                  </a:solidFill>
                </a:rPr>
                <a:t>Protection codes malveillants</a:t>
              </a:r>
            </a:p>
          </p:txBody>
        </p:sp>
        <p:sp>
          <p:nvSpPr>
            <p:cNvPr id="121" name="ZoneTexte 120">
              <a:extLst>
                <a:ext uri="{FF2B5EF4-FFF2-40B4-BE49-F238E27FC236}">
                  <a16:creationId xmlns:a16="http://schemas.microsoft.com/office/drawing/2014/main" id="{2F1D9DE0-098B-EC6D-192B-0D32692FAB90}"/>
                </a:ext>
              </a:extLst>
            </p:cNvPr>
            <p:cNvSpPr txBox="1"/>
            <p:nvPr/>
          </p:nvSpPr>
          <p:spPr>
            <a:xfrm rot="18116541">
              <a:off x="5241796" y="4715010"/>
              <a:ext cx="1541652" cy="345277"/>
            </a:xfrm>
            <a:prstGeom prst="rect">
              <a:avLst/>
            </a:prstGeom>
            <a:noFill/>
          </p:spPr>
          <p:txBody>
            <a:bodyPr wrap="square" lIns="132923" rIns="132923" rtlCol="0">
              <a:spAutoFit/>
            </a:bodyPr>
            <a:lstStyle>
              <a:defPPr>
                <a:defRPr lang="en-US"/>
              </a:defPPr>
              <a:lvl1pPr algn="ctr">
                <a:defRPr sz="750" kern="0">
                  <a:solidFill>
                    <a:srgbClr val="FFFFFF"/>
                  </a:solidFill>
                </a:defRPr>
              </a:lvl1pPr>
            </a:lstStyle>
            <a:p>
              <a:pPr algn="l" defTabSz="1125444">
                <a:defRPr/>
              </a:pPr>
              <a:r>
                <a:rPr lang="fr-FR" sz="1200">
                  <a:solidFill>
                    <a:srgbClr val="FFFFFF">
                      <a:lumMod val="100000"/>
                    </a:srgbClr>
                  </a:solidFill>
                </a:rPr>
                <a:t>Configuration des ressources </a:t>
              </a:r>
            </a:p>
          </p:txBody>
        </p:sp>
        <p:sp>
          <p:nvSpPr>
            <p:cNvPr id="122" name="ZoneTexte 121">
              <a:extLst>
                <a:ext uri="{FF2B5EF4-FFF2-40B4-BE49-F238E27FC236}">
                  <a16:creationId xmlns:a16="http://schemas.microsoft.com/office/drawing/2014/main" id="{EB7F7E72-EEE6-AB7D-9FA6-DBB1205A1048}"/>
                </a:ext>
              </a:extLst>
            </p:cNvPr>
            <p:cNvSpPr txBox="1"/>
            <p:nvPr/>
          </p:nvSpPr>
          <p:spPr>
            <a:xfrm rot="19217350">
              <a:off x="5051571" y="4224674"/>
              <a:ext cx="1516388" cy="215049"/>
            </a:xfrm>
            <a:prstGeom prst="rect">
              <a:avLst/>
            </a:prstGeom>
            <a:noFill/>
          </p:spPr>
          <p:txBody>
            <a:bodyPr wrap="square" lIns="132923" rIns="132923" rtlCol="0">
              <a:spAutoFit/>
            </a:bodyPr>
            <a:lstStyle>
              <a:defPPr>
                <a:defRPr lang="en-US"/>
              </a:defPPr>
              <a:lvl1pPr algn="ctr">
                <a:defRPr sz="750" kern="0">
                  <a:solidFill>
                    <a:srgbClr val="FFFFFF"/>
                  </a:solidFill>
                </a:defRPr>
              </a:lvl1pPr>
            </a:lstStyle>
            <a:p>
              <a:pPr algn="l" defTabSz="1125444">
                <a:defRPr/>
              </a:pPr>
              <a:r>
                <a:rPr lang="fr-FR" sz="1200">
                  <a:solidFill>
                    <a:srgbClr val="FFFFFF">
                      <a:lumMod val="100000"/>
                    </a:srgbClr>
                  </a:solidFill>
                </a:rPr>
                <a:t>IAM </a:t>
              </a:r>
            </a:p>
          </p:txBody>
        </p:sp>
        <p:sp>
          <p:nvSpPr>
            <p:cNvPr id="123" name="ZoneTexte 122">
              <a:extLst>
                <a:ext uri="{FF2B5EF4-FFF2-40B4-BE49-F238E27FC236}">
                  <a16:creationId xmlns:a16="http://schemas.microsoft.com/office/drawing/2014/main" id="{864ACA62-F690-50E9-F08F-438C21A65390}"/>
                </a:ext>
              </a:extLst>
            </p:cNvPr>
            <p:cNvSpPr txBox="1"/>
            <p:nvPr/>
          </p:nvSpPr>
          <p:spPr>
            <a:xfrm rot="20125714">
              <a:off x="4598744" y="3866904"/>
              <a:ext cx="1499829" cy="358416"/>
            </a:xfrm>
            <a:prstGeom prst="rect">
              <a:avLst/>
            </a:prstGeom>
            <a:noFill/>
          </p:spPr>
          <p:txBody>
            <a:bodyPr wrap="square" lIns="132923" rIns="132923" rtlCol="0">
              <a:spAutoFit/>
            </a:bodyPr>
            <a:lstStyle>
              <a:defPPr>
                <a:defRPr lang="en-US"/>
              </a:defPPr>
              <a:lvl1pPr algn="ctr">
                <a:defRPr sz="750" kern="0">
                  <a:solidFill>
                    <a:srgbClr val="FFFFFF"/>
                  </a:solidFill>
                </a:defRPr>
              </a:lvl1pPr>
            </a:lstStyle>
            <a:p>
              <a:pPr algn="l" defTabSz="1125444">
                <a:defRPr/>
              </a:pPr>
              <a:r>
                <a:rPr lang="fr-FR" sz="1200">
                  <a:solidFill>
                    <a:srgbClr val="FFFFFF">
                      <a:lumMod val="100000"/>
                    </a:srgbClr>
                  </a:solidFill>
                </a:rPr>
                <a:t>Maîtrise des comptes admin.</a:t>
              </a:r>
            </a:p>
          </p:txBody>
        </p:sp>
        <p:sp>
          <p:nvSpPr>
            <p:cNvPr id="124" name="ZoneTexte 123">
              <a:extLst>
                <a:ext uri="{FF2B5EF4-FFF2-40B4-BE49-F238E27FC236}">
                  <a16:creationId xmlns:a16="http://schemas.microsoft.com/office/drawing/2014/main" id="{03937A1A-A631-D55C-3A4D-2157C1D44895}"/>
                </a:ext>
              </a:extLst>
            </p:cNvPr>
            <p:cNvSpPr txBox="1"/>
            <p:nvPr/>
          </p:nvSpPr>
          <p:spPr>
            <a:xfrm>
              <a:off x="4568107" y="3294626"/>
              <a:ext cx="1536080" cy="215049"/>
            </a:xfrm>
            <a:prstGeom prst="rect">
              <a:avLst/>
            </a:prstGeom>
            <a:noFill/>
          </p:spPr>
          <p:txBody>
            <a:bodyPr wrap="square" lIns="132923" rIns="132923" rtlCol="0">
              <a:spAutoFit/>
            </a:bodyPr>
            <a:lstStyle>
              <a:defPPr>
                <a:defRPr lang="en-US"/>
              </a:defPPr>
              <a:lvl1pPr algn="ctr">
                <a:defRPr sz="750" kern="0">
                  <a:solidFill>
                    <a:srgbClr val="FFFFFF"/>
                  </a:solidFill>
                </a:defRPr>
              </a:lvl1pPr>
            </a:lstStyle>
            <a:p>
              <a:pPr algn="l" defTabSz="1125444">
                <a:defRPr/>
              </a:pPr>
              <a:r>
                <a:rPr lang="fr-FR" sz="1200">
                  <a:solidFill>
                    <a:srgbClr val="FFFFFF">
                      <a:lumMod val="100000"/>
                    </a:srgbClr>
                  </a:solidFill>
                </a:rPr>
                <a:t>SI d’admin. </a:t>
              </a:r>
            </a:p>
          </p:txBody>
        </p:sp>
        <p:sp>
          <p:nvSpPr>
            <p:cNvPr id="125" name="ZoneTexte 124">
              <a:extLst>
                <a:ext uri="{FF2B5EF4-FFF2-40B4-BE49-F238E27FC236}">
                  <a16:creationId xmlns:a16="http://schemas.microsoft.com/office/drawing/2014/main" id="{6DF71D2D-19A4-22B4-FAE8-7DAC16A56711}"/>
                </a:ext>
              </a:extLst>
            </p:cNvPr>
            <p:cNvSpPr txBox="1"/>
            <p:nvPr/>
          </p:nvSpPr>
          <p:spPr>
            <a:xfrm rot="1125173">
              <a:off x="4657419" y="2808225"/>
              <a:ext cx="1572485" cy="215049"/>
            </a:xfrm>
            <a:prstGeom prst="rect">
              <a:avLst/>
            </a:prstGeom>
            <a:noFill/>
          </p:spPr>
          <p:txBody>
            <a:bodyPr wrap="square" lIns="132923" rIns="132923" rtlCol="0">
              <a:spAutoFit/>
            </a:bodyPr>
            <a:lstStyle>
              <a:defPPr>
                <a:defRPr lang="en-US"/>
              </a:defPPr>
              <a:lvl1pPr algn="ctr">
                <a:defRPr sz="750" kern="0">
                  <a:solidFill>
                    <a:srgbClr val="FFFFFF"/>
                  </a:solidFill>
                </a:defRPr>
              </a:lvl1pPr>
            </a:lstStyle>
            <a:p>
              <a:pPr algn="l" defTabSz="1125444">
                <a:defRPr/>
              </a:pPr>
              <a:r>
                <a:rPr lang="fr-FR" sz="1200">
                  <a:solidFill>
                    <a:srgbClr val="FFFFFF">
                      <a:lumMod val="100000"/>
                    </a:srgbClr>
                  </a:solidFill>
                </a:rPr>
                <a:t>Détection</a:t>
              </a:r>
            </a:p>
          </p:txBody>
        </p:sp>
        <p:sp>
          <p:nvSpPr>
            <p:cNvPr id="126" name="ZoneTexte 125">
              <a:extLst>
                <a:ext uri="{FF2B5EF4-FFF2-40B4-BE49-F238E27FC236}">
                  <a16:creationId xmlns:a16="http://schemas.microsoft.com/office/drawing/2014/main" id="{DF707342-94DD-C0A8-F122-EC7057ED45EA}"/>
                </a:ext>
              </a:extLst>
            </p:cNvPr>
            <p:cNvSpPr txBox="1"/>
            <p:nvPr/>
          </p:nvSpPr>
          <p:spPr>
            <a:xfrm rot="2184518">
              <a:off x="4846750" y="2317730"/>
              <a:ext cx="1398632" cy="215049"/>
            </a:xfrm>
            <a:prstGeom prst="rect">
              <a:avLst/>
            </a:prstGeom>
            <a:noFill/>
          </p:spPr>
          <p:txBody>
            <a:bodyPr wrap="square" lIns="132923" rIns="132923" rtlCol="0">
              <a:spAutoFit/>
            </a:bodyPr>
            <a:lstStyle>
              <a:defPPr>
                <a:defRPr lang="en-US"/>
              </a:defPPr>
              <a:lvl1pPr algn="ctr">
                <a:defRPr sz="750" kern="0">
                  <a:solidFill>
                    <a:srgbClr val="FFFFFF"/>
                  </a:solidFill>
                </a:defRPr>
              </a:lvl1pPr>
            </a:lstStyle>
            <a:p>
              <a:pPr algn="l" defTabSz="1125444">
                <a:defRPr/>
              </a:pPr>
              <a:r>
                <a:rPr lang="fr-FR" sz="1200">
                  <a:solidFill>
                    <a:srgbClr val="FFFFFF">
                      <a:lumMod val="100000"/>
                    </a:srgbClr>
                  </a:solidFill>
                </a:rPr>
                <a:t>Réaction aux incidents</a:t>
              </a:r>
            </a:p>
          </p:txBody>
        </p:sp>
        <p:sp>
          <p:nvSpPr>
            <p:cNvPr id="127" name="ZoneTexte 126">
              <a:extLst>
                <a:ext uri="{FF2B5EF4-FFF2-40B4-BE49-F238E27FC236}">
                  <a16:creationId xmlns:a16="http://schemas.microsoft.com/office/drawing/2014/main" id="{41B2CB8D-95D1-DB5C-60A3-6856BDEB3768}"/>
                </a:ext>
              </a:extLst>
            </p:cNvPr>
            <p:cNvSpPr txBox="1"/>
            <p:nvPr/>
          </p:nvSpPr>
          <p:spPr>
            <a:xfrm rot="3044878">
              <a:off x="5115490" y="2067699"/>
              <a:ext cx="1561533" cy="207166"/>
            </a:xfrm>
            <a:prstGeom prst="rect">
              <a:avLst/>
            </a:prstGeom>
            <a:noFill/>
          </p:spPr>
          <p:txBody>
            <a:bodyPr wrap="square" lIns="132923" rIns="132923" rtlCol="0">
              <a:spAutoFit/>
            </a:bodyPr>
            <a:lstStyle>
              <a:defPPr>
                <a:defRPr lang="en-US"/>
              </a:defPPr>
              <a:lvl1pPr algn="ctr">
                <a:defRPr sz="750" kern="0">
                  <a:solidFill>
                    <a:srgbClr val="FFFFFF"/>
                  </a:solidFill>
                </a:defRPr>
              </a:lvl1pPr>
            </a:lstStyle>
            <a:p>
              <a:pPr algn="l" defTabSz="1125444">
                <a:defRPr/>
              </a:pPr>
              <a:r>
                <a:rPr lang="fr-FR" sz="1200">
                  <a:solidFill>
                    <a:srgbClr val="FFFFFF">
                      <a:lumMod val="100000"/>
                    </a:srgbClr>
                  </a:solidFill>
                </a:rPr>
                <a:t>PCA et PRA</a:t>
              </a:r>
            </a:p>
          </p:txBody>
        </p:sp>
        <p:sp>
          <p:nvSpPr>
            <p:cNvPr id="128" name="ZoneTexte 127">
              <a:extLst>
                <a:ext uri="{FF2B5EF4-FFF2-40B4-BE49-F238E27FC236}">
                  <a16:creationId xmlns:a16="http://schemas.microsoft.com/office/drawing/2014/main" id="{34CA2D00-3BB8-9CE9-805F-368FACF16B37}"/>
                </a:ext>
              </a:extLst>
            </p:cNvPr>
            <p:cNvSpPr txBox="1"/>
            <p:nvPr/>
          </p:nvSpPr>
          <p:spPr>
            <a:xfrm rot="3899533">
              <a:off x="5473087" y="1837758"/>
              <a:ext cx="1595912" cy="207166"/>
            </a:xfrm>
            <a:prstGeom prst="rect">
              <a:avLst/>
            </a:prstGeom>
            <a:noFill/>
          </p:spPr>
          <p:txBody>
            <a:bodyPr wrap="square" lIns="132923" rIns="132923" rtlCol="0">
              <a:spAutoFit/>
            </a:bodyPr>
            <a:lstStyle>
              <a:defPPr>
                <a:defRPr lang="en-US"/>
              </a:defPPr>
              <a:lvl1pPr algn="ctr">
                <a:defRPr sz="750" kern="0">
                  <a:solidFill>
                    <a:srgbClr val="FFFFFF"/>
                  </a:solidFill>
                </a:defRPr>
              </a:lvl1pPr>
            </a:lstStyle>
            <a:p>
              <a:pPr algn="l" defTabSz="1125444">
                <a:defRPr/>
              </a:pPr>
              <a:r>
                <a:rPr lang="fr-FR" sz="1200">
                  <a:solidFill>
                    <a:srgbClr val="FFFFFF">
                      <a:lumMod val="100000"/>
                    </a:srgbClr>
                  </a:solidFill>
                </a:rPr>
                <a:t>Gestion de crise </a:t>
              </a:r>
            </a:p>
          </p:txBody>
        </p:sp>
        <p:sp>
          <p:nvSpPr>
            <p:cNvPr id="129" name="ZoneTexte 128">
              <a:extLst>
                <a:ext uri="{FF2B5EF4-FFF2-40B4-BE49-F238E27FC236}">
                  <a16:creationId xmlns:a16="http://schemas.microsoft.com/office/drawing/2014/main" id="{30BFD6A4-EBF9-826B-4343-3D82A1A9CBBE}"/>
                </a:ext>
              </a:extLst>
            </p:cNvPr>
            <p:cNvSpPr txBox="1"/>
            <p:nvPr/>
          </p:nvSpPr>
          <p:spPr>
            <a:xfrm rot="5206549">
              <a:off x="5978762" y="1763544"/>
              <a:ext cx="1602700" cy="207166"/>
            </a:xfrm>
            <a:prstGeom prst="rect">
              <a:avLst/>
            </a:prstGeom>
            <a:noFill/>
          </p:spPr>
          <p:txBody>
            <a:bodyPr wrap="square" lIns="132923" rIns="132923" rtlCol="0">
              <a:spAutoFit/>
            </a:bodyPr>
            <a:lstStyle>
              <a:defPPr>
                <a:defRPr lang="en-US"/>
              </a:defPPr>
              <a:lvl1pPr algn="ctr">
                <a:defRPr sz="750" kern="0">
                  <a:solidFill>
                    <a:srgbClr val="FFFFFF"/>
                  </a:solidFill>
                </a:defRPr>
              </a:lvl1pPr>
            </a:lstStyle>
            <a:p>
              <a:pPr algn="l" defTabSz="1125444">
                <a:defRPr/>
              </a:pPr>
              <a:r>
                <a:rPr lang="fr-FR" sz="1200">
                  <a:solidFill>
                    <a:srgbClr val="FFFFFF">
                      <a:lumMod val="100000"/>
                    </a:srgbClr>
                  </a:solidFill>
                </a:rPr>
                <a:t>Exercice de crise</a:t>
              </a:r>
            </a:p>
          </p:txBody>
        </p:sp>
        <p:sp>
          <p:nvSpPr>
            <p:cNvPr id="130" name="Ellipse 129">
              <a:extLst>
                <a:ext uri="{FF2B5EF4-FFF2-40B4-BE49-F238E27FC236}">
                  <a16:creationId xmlns:a16="http://schemas.microsoft.com/office/drawing/2014/main" id="{629C17CB-CD42-93DA-4250-90455765AA0D}"/>
                </a:ext>
              </a:extLst>
            </p:cNvPr>
            <p:cNvSpPr/>
            <p:nvPr/>
          </p:nvSpPr>
          <p:spPr>
            <a:xfrm>
              <a:off x="7027072" y="2469690"/>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1</a:t>
              </a:r>
            </a:p>
          </p:txBody>
        </p:sp>
        <p:sp>
          <p:nvSpPr>
            <p:cNvPr id="131" name="Ellipse 130">
              <a:extLst>
                <a:ext uri="{FF2B5EF4-FFF2-40B4-BE49-F238E27FC236}">
                  <a16:creationId xmlns:a16="http://schemas.microsoft.com/office/drawing/2014/main" id="{C760F192-3AB0-3E71-CD51-5327B2CCA0C2}"/>
                </a:ext>
              </a:extLst>
            </p:cNvPr>
            <p:cNvSpPr/>
            <p:nvPr/>
          </p:nvSpPr>
          <p:spPr>
            <a:xfrm>
              <a:off x="6093342" y="2834906"/>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17</a:t>
              </a:r>
            </a:p>
          </p:txBody>
        </p:sp>
        <p:sp>
          <p:nvSpPr>
            <p:cNvPr id="132" name="Ellipse 131">
              <a:extLst>
                <a:ext uri="{FF2B5EF4-FFF2-40B4-BE49-F238E27FC236}">
                  <a16:creationId xmlns:a16="http://schemas.microsoft.com/office/drawing/2014/main" id="{2C273C6D-119E-1DF2-E87D-3679566712FA}"/>
                </a:ext>
              </a:extLst>
            </p:cNvPr>
            <p:cNvSpPr/>
            <p:nvPr/>
          </p:nvSpPr>
          <p:spPr>
            <a:xfrm>
              <a:off x="5989806" y="3633557"/>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14</a:t>
              </a:r>
            </a:p>
          </p:txBody>
        </p:sp>
        <p:sp>
          <p:nvSpPr>
            <p:cNvPr id="133" name="Ellipse 132">
              <a:extLst>
                <a:ext uri="{FF2B5EF4-FFF2-40B4-BE49-F238E27FC236}">
                  <a16:creationId xmlns:a16="http://schemas.microsoft.com/office/drawing/2014/main" id="{998163D5-AD38-1471-5B5E-9D4F1B234561}"/>
                </a:ext>
              </a:extLst>
            </p:cNvPr>
            <p:cNvSpPr/>
            <p:nvPr/>
          </p:nvSpPr>
          <p:spPr>
            <a:xfrm>
              <a:off x="6128229" y="3904571"/>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13</a:t>
              </a:r>
            </a:p>
          </p:txBody>
        </p:sp>
        <p:sp>
          <p:nvSpPr>
            <p:cNvPr id="134" name="Ellipse 133">
              <a:extLst>
                <a:ext uri="{FF2B5EF4-FFF2-40B4-BE49-F238E27FC236}">
                  <a16:creationId xmlns:a16="http://schemas.microsoft.com/office/drawing/2014/main" id="{250794A4-B68D-35BC-87BA-5875C9760E41}"/>
                </a:ext>
              </a:extLst>
            </p:cNvPr>
            <p:cNvSpPr/>
            <p:nvPr/>
          </p:nvSpPr>
          <p:spPr>
            <a:xfrm>
              <a:off x="7302820" y="2634900"/>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2</a:t>
              </a:r>
            </a:p>
          </p:txBody>
        </p:sp>
        <p:sp>
          <p:nvSpPr>
            <p:cNvPr id="135" name="Ellipse 134">
              <a:extLst>
                <a:ext uri="{FF2B5EF4-FFF2-40B4-BE49-F238E27FC236}">
                  <a16:creationId xmlns:a16="http://schemas.microsoft.com/office/drawing/2014/main" id="{932F5723-F4B5-7C1F-AAFE-5729A405D944}"/>
                </a:ext>
              </a:extLst>
            </p:cNvPr>
            <p:cNvSpPr/>
            <p:nvPr/>
          </p:nvSpPr>
          <p:spPr>
            <a:xfrm>
              <a:off x="7617402" y="3130455"/>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4</a:t>
              </a:r>
            </a:p>
          </p:txBody>
        </p:sp>
        <p:sp>
          <p:nvSpPr>
            <p:cNvPr id="136" name="Ellipse 135">
              <a:extLst>
                <a:ext uri="{FF2B5EF4-FFF2-40B4-BE49-F238E27FC236}">
                  <a16:creationId xmlns:a16="http://schemas.microsoft.com/office/drawing/2014/main" id="{0DF4F9EE-7E94-B592-6F9C-AA2CF54DF812}"/>
                </a:ext>
              </a:extLst>
            </p:cNvPr>
            <p:cNvSpPr/>
            <p:nvPr/>
          </p:nvSpPr>
          <p:spPr>
            <a:xfrm>
              <a:off x="7562574" y="3724141"/>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6</a:t>
              </a:r>
            </a:p>
          </p:txBody>
        </p:sp>
        <p:sp>
          <p:nvSpPr>
            <p:cNvPr id="137" name="Ellipse 136">
              <a:extLst>
                <a:ext uri="{FF2B5EF4-FFF2-40B4-BE49-F238E27FC236}">
                  <a16:creationId xmlns:a16="http://schemas.microsoft.com/office/drawing/2014/main" id="{29091E37-E4A3-4D56-A74F-CE773E705A2C}"/>
                </a:ext>
              </a:extLst>
            </p:cNvPr>
            <p:cNvSpPr/>
            <p:nvPr/>
          </p:nvSpPr>
          <p:spPr>
            <a:xfrm>
              <a:off x="7419024" y="3937352"/>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7</a:t>
              </a:r>
            </a:p>
          </p:txBody>
        </p:sp>
        <p:sp>
          <p:nvSpPr>
            <p:cNvPr id="138" name="Ellipse 137">
              <a:extLst>
                <a:ext uri="{FF2B5EF4-FFF2-40B4-BE49-F238E27FC236}">
                  <a16:creationId xmlns:a16="http://schemas.microsoft.com/office/drawing/2014/main" id="{C7287AC9-BF04-C15E-EBD2-AE1E9AFD4D26}"/>
                </a:ext>
              </a:extLst>
            </p:cNvPr>
            <p:cNvSpPr/>
            <p:nvPr/>
          </p:nvSpPr>
          <p:spPr>
            <a:xfrm>
              <a:off x="7261070" y="4066166"/>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8</a:t>
              </a:r>
            </a:p>
          </p:txBody>
        </p:sp>
        <p:sp>
          <p:nvSpPr>
            <p:cNvPr id="139" name="Ellipse 138">
              <a:extLst>
                <a:ext uri="{FF2B5EF4-FFF2-40B4-BE49-F238E27FC236}">
                  <a16:creationId xmlns:a16="http://schemas.microsoft.com/office/drawing/2014/main" id="{7C7E0417-5A78-0FB6-8EEB-7EA6D2808D82}"/>
                </a:ext>
              </a:extLst>
            </p:cNvPr>
            <p:cNvSpPr/>
            <p:nvPr/>
          </p:nvSpPr>
          <p:spPr>
            <a:xfrm>
              <a:off x="6565095" y="4186091"/>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11</a:t>
              </a:r>
            </a:p>
          </p:txBody>
        </p:sp>
        <p:sp>
          <p:nvSpPr>
            <p:cNvPr id="140" name="Ellipse 139">
              <a:extLst>
                <a:ext uri="{FF2B5EF4-FFF2-40B4-BE49-F238E27FC236}">
                  <a16:creationId xmlns:a16="http://schemas.microsoft.com/office/drawing/2014/main" id="{1D6AD82E-D28A-DF2B-D0CE-C160C5576FF0}"/>
                </a:ext>
              </a:extLst>
            </p:cNvPr>
            <p:cNvSpPr/>
            <p:nvPr/>
          </p:nvSpPr>
          <p:spPr>
            <a:xfrm>
              <a:off x="6810994" y="4224870"/>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10</a:t>
              </a:r>
            </a:p>
          </p:txBody>
        </p:sp>
        <p:sp>
          <p:nvSpPr>
            <p:cNvPr id="141" name="Ellipse 140">
              <a:extLst>
                <a:ext uri="{FF2B5EF4-FFF2-40B4-BE49-F238E27FC236}">
                  <a16:creationId xmlns:a16="http://schemas.microsoft.com/office/drawing/2014/main" id="{EA42FE17-20DE-E164-A6B0-355EC52EDBF4}"/>
                </a:ext>
              </a:extLst>
            </p:cNvPr>
            <p:cNvSpPr/>
            <p:nvPr/>
          </p:nvSpPr>
          <p:spPr>
            <a:xfrm>
              <a:off x="7056892" y="4179407"/>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9</a:t>
              </a:r>
            </a:p>
          </p:txBody>
        </p:sp>
        <p:sp>
          <p:nvSpPr>
            <p:cNvPr id="142" name="Ellipse 141">
              <a:extLst>
                <a:ext uri="{FF2B5EF4-FFF2-40B4-BE49-F238E27FC236}">
                  <a16:creationId xmlns:a16="http://schemas.microsoft.com/office/drawing/2014/main" id="{68220FD5-6A11-D725-676F-A7E2016C1EF8}"/>
                </a:ext>
              </a:extLst>
            </p:cNvPr>
            <p:cNvSpPr/>
            <p:nvPr/>
          </p:nvSpPr>
          <p:spPr>
            <a:xfrm>
              <a:off x="6237938" y="2650926"/>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18</a:t>
              </a:r>
            </a:p>
          </p:txBody>
        </p:sp>
        <p:sp>
          <p:nvSpPr>
            <p:cNvPr id="143" name="Ellipse 142">
              <a:extLst>
                <a:ext uri="{FF2B5EF4-FFF2-40B4-BE49-F238E27FC236}">
                  <a16:creationId xmlns:a16="http://schemas.microsoft.com/office/drawing/2014/main" id="{1FBD85FC-EE23-A467-D319-DCEA3EE9EEDE}"/>
                </a:ext>
              </a:extLst>
            </p:cNvPr>
            <p:cNvSpPr/>
            <p:nvPr/>
          </p:nvSpPr>
          <p:spPr>
            <a:xfrm>
              <a:off x="6450127" y="2533912"/>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19</a:t>
              </a:r>
            </a:p>
          </p:txBody>
        </p:sp>
        <p:sp>
          <p:nvSpPr>
            <p:cNvPr id="144" name="Ellipse 143">
              <a:extLst>
                <a:ext uri="{FF2B5EF4-FFF2-40B4-BE49-F238E27FC236}">
                  <a16:creationId xmlns:a16="http://schemas.microsoft.com/office/drawing/2014/main" id="{86729C56-414D-8395-1BD2-0B8D9B4E51BE}"/>
                </a:ext>
              </a:extLst>
            </p:cNvPr>
            <p:cNvSpPr/>
            <p:nvPr/>
          </p:nvSpPr>
          <p:spPr>
            <a:xfrm>
              <a:off x="6726385" y="2463480"/>
              <a:ext cx="194900" cy="202482"/>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20</a:t>
              </a:r>
            </a:p>
          </p:txBody>
        </p:sp>
        <p:sp>
          <p:nvSpPr>
            <p:cNvPr id="145" name="Rectangle 144">
              <a:extLst>
                <a:ext uri="{FF2B5EF4-FFF2-40B4-BE49-F238E27FC236}">
                  <a16:creationId xmlns:a16="http://schemas.microsoft.com/office/drawing/2014/main" id="{7BC8105F-F67C-AF0D-A0E0-E9DF77B5BDFC}"/>
                </a:ext>
              </a:extLst>
            </p:cNvPr>
            <p:cNvSpPr/>
            <p:nvPr/>
          </p:nvSpPr>
          <p:spPr>
            <a:xfrm>
              <a:off x="6495806" y="3293896"/>
              <a:ext cx="744743" cy="424623"/>
            </a:xfrm>
            <a:prstGeom prst="rect">
              <a:avLst/>
            </a:prstGeom>
          </p:spPr>
          <p:txBody>
            <a:bodyPr wrap="none">
              <a:spAutoFit/>
            </a:bodyPr>
            <a:lstStyle/>
            <a:p>
              <a:pPr algn="ctr" fontAlgn="base">
                <a:spcBef>
                  <a:spcPct val="0"/>
                </a:spcBef>
                <a:spcAft>
                  <a:spcPct val="0"/>
                </a:spcAft>
                <a:defRPr/>
              </a:pPr>
              <a:r>
                <a:rPr lang="fr-FR" sz="1477" b="1" i="1" kern="0">
                  <a:solidFill>
                    <a:schemeClr val="bg2">
                      <a:lumMod val="100000"/>
                    </a:schemeClr>
                  </a:solidFill>
                </a:rPr>
                <a:t>Objectifs</a:t>
              </a:r>
            </a:p>
            <a:p>
              <a:pPr algn="ctr" fontAlgn="base">
                <a:spcBef>
                  <a:spcPct val="0"/>
                </a:spcBef>
                <a:spcAft>
                  <a:spcPct val="0"/>
                </a:spcAft>
                <a:defRPr/>
              </a:pPr>
              <a:r>
                <a:rPr lang="fr-FR" sz="1477" b="1" i="1" kern="0">
                  <a:solidFill>
                    <a:schemeClr val="bg2">
                      <a:lumMod val="100000"/>
                    </a:schemeClr>
                  </a:solidFill>
                </a:rPr>
                <a:t>NIS 2</a:t>
              </a:r>
            </a:p>
          </p:txBody>
        </p:sp>
        <p:sp>
          <p:nvSpPr>
            <p:cNvPr id="146" name="Ellipse 139">
              <a:extLst>
                <a:ext uri="{FF2B5EF4-FFF2-40B4-BE49-F238E27FC236}">
                  <a16:creationId xmlns:a16="http://schemas.microsoft.com/office/drawing/2014/main" id="{A279196B-14D1-49D4-0C82-8930B4409E58}"/>
                </a:ext>
              </a:extLst>
            </p:cNvPr>
            <p:cNvSpPr>
              <a:spLocks/>
            </p:cNvSpPr>
            <p:nvPr/>
          </p:nvSpPr>
          <p:spPr>
            <a:xfrm>
              <a:off x="7634952" y="3446734"/>
              <a:ext cx="200634" cy="208437"/>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5</a:t>
              </a:r>
            </a:p>
          </p:txBody>
        </p:sp>
        <p:sp>
          <p:nvSpPr>
            <p:cNvPr id="147" name="Ellipse 139">
              <a:extLst>
                <a:ext uri="{FF2B5EF4-FFF2-40B4-BE49-F238E27FC236}">
                  <a16:creationId xmlns:a16="http://schemas.microsoft.com/office/drawing/2014/main" id="{6DD32367-AEDC-6FA3-75DE-E7933C89BA93}"/>
                </a:ext>
              </a:extLst>
            </p:cNvPr>
            <p:cNvSpPr>
              <a:spLocks/>
            </p:cNvSpPr>
            <p:nvPr/>
          </p:nvSpPr>
          <p:spPr>
            <a:xfrm>
              <a:off x="6327801" y="4075780"/>
              <a:ext cx="200634" cy="208437"/>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12</a:t>
              </a:r>
            </a:p>
          </p:txBody>
        </p:sp>
        <p:sp>
          <p:nvSpPr>
            <p:cNvPr id="148" name="Ellipse 139">
              <a:extLst>
                <a:ext uri="{FF2B5EF4-FFF2-40B4-BE49-F238E27FC236}">
                  <a16:creationId xmlns:a16="http://schemas.microsoft.com/office/drawing/2014/main" id="{2A185B0E-DA76-13DA-5C6C-8F3B6DE82A1D}"/>
                </a:ext>
              </a:extLst>
            </p:cNvPr>
            <p:cNvSpPr>
              <a:spLocks/>
            </p:cNvSpPr>
            <p:nvPr/>
          </p:nvSpPr>
          <p:spPr>
            <a:xfrm>
              <a:off x="7500036" y="2855927"/>
              <a:ext cx="200634" cy="208437"/>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3</a:t>
              </a:r>
            </a:p>
          </p:txBody>
        </p:sp>
        <p:sp>
          <p:nvSpPr>
            <p:cNvPr id="149" name="Ellipse 139">
              <a:extLst>
                <a:ext uri="{FF2B5EF4-FFF2-40B4-BE49-F238E27FC236}">
                  <a16:creationId xmlns:a16="http://schemas.microsoft.com/office/drawing/2014/main" id="{2D7D3E4E-0D4D-E6FC-56A0-6C352C4C6031}"/>
                </a:ext>
              </a:extLst>
            </p:cNvPr>
            <p:cNvSpPr>
              <a:spLocks/>
            </p:cNvSpPr>
            <p:nvPr/>
          </p:nvSpPr>
          <p:spPr>
            <a:xfrm>
              <a:off x="5947166" y="3336806"/>
              <a:ext cx="200634" cy="208437"/>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15</a:t>
              </a:r>
            </a:p>
          </p:txBody>
        </p:sp>
        <p:sp>
          <p:nvSpPr>
            <p:cNvPr id="150" name="Ellipse 139">
              <a:extLst>
                <a:ext uri="{FF2B5EF4-FFF2-40B4-BE49-F238E27FC236}">
                  <a16:creationId xmlns:a16="http://schemas.microsoft.com/office/drawing/2014/main" id="{CA95E567-E773-4509-CAB1-9DA1E2A1153A}"/>
                </a:ext>
              </a:extLst>
            </p:cNvPr>
            <p:cNvSpPr>
              <a:spLocks/>
            </p:cNvSpPr>
            <p:nvPr/>
          </p:nvSpPr>
          <p:spPr>
            <a:xfrm>
              <a:off x="5977711" y="3043475"/>
              <a:ext cx="200634" cy="208437"/>
            </a:xfrm>
            <a:prstGeom prst="ellipse">
              <a:avLst/>
            </a:prstGeom>
            <a:solidFill>
              <a:schemeClr val="tx1">
                <a:lumMod val="20000"/>
                <a:lumOff val="80000"/>
              </a:schemeClr>
            </a:solidFill>
            <a:ln w="12700" cap="flat" cmpd="sng" algn="ctr">
              <a:solidFill>
                <a:srgbClr val="F4F3F0">
                  <a:lumMod val="100000"/>
                </a:srgbClr>
              </a:solid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125444">
                <a:defRPr/>
              </a:pPr>
              <a:r>
                <a:rPr lang="fr-FR" sz="1108" kern="0">
                  <a:solidFill>
                    <a:schemeClr val="bg2">
                      <a:lumMod val="100000"/>
                    </a:schemeClr>
                  </a:solidFill>
                </a:rPr>
                <a:t>16</a:t>
              </a:r>
            </a:p>
          </p:txBody>
        </p:sp>
      </p:grpSp>
      <p:sp>
        <p:nvSpPr>
          <p:cNvPr id="151" name="ZoneTexte 150">
            <a:extLst>
              <a:ext uri="{FF2B5EF4-FFF2-40B4-BE49-F238E27FC236}">
                <a16:creationId xmlns:a16="http://schemas.microsoft.com/office/drawing/2014/main" id="{E5697834-CA75-E320-5008-E5FDB4D98EDE}"/>
              </a:ext>
            </a:extLst>
          </p:cNvPr>
          <p:cNvSpPr txBox="1">
            <a:spLocks/>
          </p:cNvSpPr>
          <p:nvPr/>
        </p:nvSpPr>
        <p:spPr>
          <a:xfrm>
            <a:off x="468186" y="1683932"/>
            <a:ext cx="5306661" cy="3760004"/>
          </a:xfrm>
          <a:prstGeom prst="rect">
            <a:avLst/>
          </a:prstGeom>
          <a:noFill/>
        </p:spPr>
        <p:txBody>
          <a:bodyPr wrap="square" lIns="132923" tIns="45720" rIns="132923" bIns="45720" rtlCol="0" anchor="t">
            <a:spAutoFit/>
          </a:bodyPr>
          <a:lstStyle/>
          <a:p>
            <a:pPr marL="210820" indent="-210820">
              <a:spcBef>
                <a:spcPts val="738"/>
              </a:spcBef>
              <a:spcAft>
                <a:spcPts val="738"/>
              </a:spcAft>
              <a:buFont typeface="Tahoma" panose="020B0604030504040204" pitchFamily="34" charset="0"/>
              <a:buChar char="⁄"/>
            </a:pPr>
            <a:r>
              <a:rPr lang="fr-FR" sz="1200">
                <a:solidFill>
                  <a:schemeClr val="bg1">
                    <a:lumMod val="100000"/>
                  </a:schemeClr>
                </a:solidFill>
              </a:rPr>
              <a:t>Les mesures de sécurité sont présentées sous forme de </a:t>
            </a:r>
            <a:r>
              <a:rPr lang="fr-FR" sz="1200" b="1">
                <a:solidFill>
                  <a:schemeClr val="accent1">
                    <a:lumMod val="100000"/>
                  </a:schemeClr>
                </a:solidFill>
              </a:rPr>
              <a:t>20 objectifs de sécurité</a:t>
            </a:r>
            <a:r>
              <a:rPr lang="fr-FR" sz="1200">
                <a:solidFill>
                  <a:schemeClr val="accent1">
                    <a:lumMod val="100000"/>
                  </a:schemeClr>
                </a:solidFill>
              </a:rPr>
              <a:t> (</a:t>
            </a:r>
            <a:r>
              <a:rPr lang="fr-FR" sz="1200" b="1">
                <a:solidFill>
                  <a:schemeClr val="accent1">
                    <a:lumMod val="100000"/>
                  </a:schemeClr>
                </a:solidFill>
              </a:rPr>
              <a:t>vs. 23 règles de sécurité dans la NIS1</a:t>
            </a:r>
            <a:r>
              <a:rPr lang="fr-FR" sz="1200">
                <a:solidFill>
                  <a:schemeClr val="accent1">
                    <a:lumMod val="100000"/>
                  </a:schemeClr>
                </a:solidFill>
              </a:rPr>
              <a:t>). </a:t>
            </a:r>
            <a:endParaRPr lang="fr-FR"/>
          </a:p>
          <a:p>
            <a:pPr algn="ctr">
              <a:spcBef>
                <a:spcPts val="738"/>
              </a:spcBef>
              <a:spcAft>
                <a:spcPts val="738"/>
              </a:spcAft>
            </a:pPr>
            <a:r>
              <a:rPr lang="fr-FR" sz="1200" i="1">
                <a:solidFill>
                  <a:schemeClr val="bg1">
                    <a:lumMod val="100000"/>
                  </a:schemeClr>
                </a:solidFill>
              </a:rPr>
              <a:t>Exemple :  « Objectif de sécurité 1 : L’entité recense ses systèmes d’information »</a:t>
            </a:r>
          </a:p>
          <a:p>
            <a:pPr marL="210820" indent="-210820">
              <a:spcBef>
                <a:spcPts val="738"/>
              </a:spcBef>
              <a:spcAft>
                <a:spcPts val="738"/>
              </a:spcAft>
              <a:buFont typeface="Tahoma" panose="020B0604030504040204" pitchFamily="34" charset="0"/>
              <a:buChar char="⁄"/>
            </a:pPr>
            <a:r>
              <a:rPr lang="fr-FR" sz="1200">
                <a:solidFill>
                  <a:schemeClr val="bg1">
                    <a:lumMod val="100000"/>
                  </a:schemeClr>
                </a:solidFill>
              </a:rPr>
              <a:t>Chaque objectif de sécurité comprend un descriptif de l’objectif, une </a:t>
            </a:r>
            <a:r>
              <a:rPr lang="fr-FR" sz="1200" b="1">
                <a:solidFill>
                  <a:schemeClr val="accent1">
                    <a:lumMod val="100000"/>
                  </a:schemeClr>
                </a:solidFill>
              </a:rPr>
              <a:t>justification et les risques associés </a:t>
            </a:r>
            <a:r>
              <a:rPr lang="fr-FR" sz="1200">
                <a:solidFill>
                  <a:schemeClr val="bg1">
                    <a:lumMod val="100000"/>
                  </a:schemeClr>
                </a:solidFill>
              </a:rPr>
              <a:t>(communiqués à titre pédagogique) et un </a:t>
            </a:r>
            <a:r>
              <a:rPr lang="fr-FR" sz="1200" b="1">
                <a:solidFill>
                  <a:schemeClr val="accent1">
                    <a:lumMod val="100000"/>
                  </a:schemeClr>
                </a:solidFill>
              </a:rPr>
              <a:t>ensemble de mesures de sécurité </a:t>
            </a:r>
            <a:r>
              <a:rPr lang="fr-FR" sz="1200">
                <a:solidFill>
                  <a:schemeClr val="bg1">
                    <a:lumMod val="100000"/>
                  </a:schemeClr>
                </a:solidFill>
              </a:rPr>
              <a:t>recommandées par l’ANSSI (appelées « moyens de sécurité acceptables de conformité »)</a:t>
            </a:r>
          </a:p>
          <a:p>
            <a:pPr marL="210820" marR="0" lvl="0" indent="-210820" algn="l" defTabSz="914400" rtl="0" eaLnBrk="1" fontAlgn="auto" latinLnBrk="0" hangingPunct="1">
              <a:lnSpc>
                <a:spcPct val="100000"/>
              </a:lnSpc>
              <a:spcBef>
                <a:spcPts val="738"/>
              </a:spcBef>
              <a:spcAft>
                <a:spcPts val="738"/>
              </a:spcAft>
              <a:buClrTx/>
              <a:buSzTx/>
              <a:buFont typeface="Tahoma" panose="020B0604030504040204" pitchFamily="34" charset="0"/>
              <a:buChar char="⁄"/>
              <a:tabLst/>
              <a:defRPr/>
            </a:pPr>
            <a:r>
              <a:rPr kumimoji="0" lang="fr-FR" sz="1200" b="0" i="0" u="none" strike="noStrike" kern="1200" cap="none" spc="0" normalizeH="0" baseline="0" noProof="0">
                <a:ln>
                  <a:noFill/>
                </a:ln>
                <a:solidFill>
                  <a:schemeClr val="bg1">
                    <a:lumMod val="100000"/>
                  </a:schemeClr>
                </a:solidFill>
                <a:effectLst/>
                <a:uLnTx/>
                <a:uFillTx/>
                <a:ea typeface="+mn-ea"/>
                <a:cs typeface="+mn-cs"/>
              </a:rPr>
              <a:t>Au total, il y a </a:t>
            </a:r>
            <a:r>
              <a:rPr kumimoji="0" lang="fr-FR" sz="1200" b="1" i="0" u="none" strike="noStrike" kern="1200" cap="none" spc="0" normalizeH="0" baseline="0" noProof="0">
                <a:ln>
                  <a:noFill/>
                </a:ln>
                <a:solidFill>
                  <a:schemeClr val="accent1">
                    <a:lumMod val="100000"/>
                  </a:schemeClr>
                </a:solidFill>
                <a:effectLst/>
                <a:uLnTx/>
                <a:uFillTx/>
                <a:ea typeface="+mn-ea"/>
                <a:cs typeface="+mn-cs"/>
              </a:rPr>
              <a:t>160 mesures de sécurité</a:t>
            </a:r>
            <a:r>
              <a:rPr lang="fr-FR" sz="1200" b="1">
                <a:solidFill>
                  <a:schemeClr val="accent1">
                    <a:lumMod val="100000"/>
                  </a:schemeClr>
                </a:solidFill>
              </a:rPr>
              <a:t>. </a:t>
            </a:r>
            <a:r>
              <a:rPr kumimoji="0" lang="fr-FR" sz="1200" b="0" i="0" u="none" strike="noStrike" kern="1200" cap="none" spc="0" normalizeH="0" baseline="0" noProof="0">
                <a:ln>
                  <a:noFill/>
                </a:ln>
                <a:solidFill>
                  <a:schemeClr val="bg1">
                    <a:lumMod val="100000"/>
                  </a:schemeClr>
                </a:solidFill>
                <a:effectLst/>
                <a:uLnTx/>
                <a:uFillTx/>
                <a:ea typeface="+mn-ea"/>
                <a:cs typeface="+mn-cs"/>
              </a:rPr>
              <a:t>L’entité peut proposer d’autres mesures de sécurité à condition de prouver que l’objectif a été atteint.</a:t>
            </a:r>
            <a:endParaRPr lang="fr-FR" sz="1200" b="0" i="0" u="none" strike="noStrike" kern="1200" cap="none" spc="0" normalizeH="0" baseline="0" noProof="0">
              <a:ln>
                <a:noFill/>
              </a:ln>
              <a:solidFill>
                <a:schemeClr val="bg1">
                  <a:lumMod val="100000"/>
                </a:schemeClr>
              </a:solidFill>
              <a:effectLst/>
              <a:uLnTx/>
              <a:uFillTx/>
            </a:endParaRPr>
          </a:p>
          <a:p>
            <a:pPr marL="210820" marR="0" lvl="0" indent="-210820" algn="l" defTabSz="914400" rtl="0" eaLnBrk="1" fontAlgn="auto" latinLnBrk="0" hangingPunct="1">
              <a:lnSpc>
                <a:spcPct val="100000"/>
              </a:lnSpc>
              <a:spcBef>
                <a:spcPts val="738"/>
              </a:spcBef>
              <a:spcAft>
                <a:spcPts val="738"/>
              </a:spcAft>
              <a:buClrTx/>
              <a:buSzTx/>
              <a:buFont typeface="Tahoma" panose="020B0604030504040204" pitchFamily="34" charset="0"/>
              <a:buChar char="⁄"/>
              <a:tabLst/>
              <a:defRPr/>
            </a:pPr>
            <a:r>
              <a:rPr kumimoji="0" lang="fr-FR" sz="1200" b="0" i="0" u="none" strike="noStrike" kern="1200" cap="none" spc="0" normalizeH="0" baseline="0" noProof="0">
                <a:ln>
                  <a:noFill/>
                </a:ln>
                <a:solidFill>
                  <a:schemeClr val="bg1">
                    <a:lumMod val="100000"/>
                  </a:schemeClr>
                </a:solidFill>
                <a:effectLst/>
                <a:uLnTx/>
                <a:uFillTx/>
                <a:ea typeface="+mn-ea"/>
                <a:cs typeface="+mn-cs"/>
              </a:rPr>
              <a:t>Les mesures de sécurité sont toutes applicables </a:t>
            </a:r>
            <a:r>
              <a:rPr lang="fr-FR" sz="1200">
                <a:solidFill>
                  <a:schemeClr val="bg1">
                    <a:lumMod val="100000"/>
                  </a:schemeClr>
                </a:solidFill>
              </a:rPr>
              <a:t>aux Entités Essentielles (EE) mais </a:t>
            </a:r>
            <a:r>
              <a:rPr lang="fr-FR" sz="1200" b="1">
                <a:solidFill>
                  <a:schemeClr val="accent1">
                    <a:lumMod val="100000"/>
                  </a:schemeClr>
                </a:solidFill>
              </a:rPr>
              <a:t>certaines ne sont pas applicables aux Entités Importantes (EI).</a:t>
            </a:r>
          </a:p>
          <a:p>
            <a:pPr marL="210820" indent="-210820">
              <a:spcBef>
                <a:spcPts val="738"/>
              </a:spcBef>
              <a:spcAft>
                <a:spcPts val="738"/>
              </a:spcAft>
              <a:buFont typeface="Tahoma" panose="020B0604030504040204" pitchFamily="34" charset="0"/>
              <a:buChar char="⁄"/>
            </a:pPr>
            <a:r>
              <a:rPr lang="fr-FR" sz="1200">
                <a:solidFill>
                  <a:schemeClr val="bg1">
                    <a:lumMod val="100000"/>
                  </a:schemeClr>
                </a:solidFill>
              </a:rPr>
              <a:t>Les objectifs peuvent être regroupés en </a:t>
            </a:r>
            <a:r>
              <a:rPr lang="fr-FR" sz="1200" b="1">
                <a:solidFill>
                  <a:schemeClr val="accent1">
                    <a:lumMod val="100000"/>
                  </a:schemeClr>
                </a:solidFill>
              </a:rPr>
              <a:t>4 thématiques : Gouvernance, Protection, Défense et Résilience</a:t>
            </a:r>
          </a:p>
        </p:txBody>
      </p:sp>
    </p:spTree>
    <p:extLst>
      <p:ext uri="{BB962C8B-B14F-4D97-AF65-F5344CB8AC3E}">
        <p14:creationId xmlns:p14="http://schemas.microsoft.com/office/powerpoint/2010/main" val="966196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113">
            <a:extLst>
              <a:ext uri="{FF2B5EF4-FFF2-40B4-BE49-F238E27FC236}">
                <a16:creationId xmlns:a16="http://schemas.microsoft.com/office/drawing/2014/main" id="{CDE0883F-CC0A-5867-F13E-92ED87B77625}"/>
              </a:ext>
            </a:extLst>
          </p:cNvPr>
          <p:cNvSpPr/>
          <p:nvPr/>
        </p:nvSpPr>
        <p:spPr>
          <a:xfrm>
            <a:off x="10982325" y="6624828"/>
            <a:ext cx="1209675" cy="2273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72000" rIns="108000" bIns="7200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451DC7"/>
              </a:solidFill>
              <a:effectLst/>
              <a:uLnTx/>
              <a:uFillTx/>
              <a:latin typeface="Aptos"/>
              <a:ea typeface="+mn-ea"/>
              <a:cs typeface="+mn-cs"/>
            </a:endParaRPr>
          </a:p>
        </p:txBody>
      </p:sp>
      <p:sp>
        <p:nvSpPr>
          <p:cNvPr id="2" name="Titre 1">
            <a:extLst>
              <a:ext uri="{FF2B5EF4-FFF2-40B4-BE49-F238E27FC236}">
                <a16:creationId xmlns:a16="http://schemas.microsoft.com/office/drawing/2014/main" id="{51FD15A2-A9DA-CDE8-55C4-EA78223E0549}"/>
              </a:ext>
            </a:extLst>
          </p:cNvPr>
          <p:cNvSpPr>
            <a:spLocks noGrp="1"/>
          </p:cNvSpPr>
          <p:nvPr>
            <p:ph type="title"/>
          </p:nvPr>
        </p:nvSpPr>
        <p:spPr/>
        <p:txBody>
          <a:bodyPr/>
          <a:lstStyle/>
          <a:p>
            <a:r>
              <a:rPr lang="fr-FR"/>
              <a:t>Gouvernance - Objectifs 1/2</a:t>
            </a:r>
            <a:endParaRPr lang="en-US"/>
          </a:p>
        </p:txBody>
      </p:sp>
      <p:sp>
        <p:nvSpPr>
          <p:cNvPr id="56" name="ZoneTexte 25">
            <a:extLst>
              <a:ext uri="{FF2B5EF4-FFF2-40B4-BE49-F238E27FC236}">
                <a16:creationId xmlns:a16="http://schemas.microsoft.com/office/drawing/2014/main" id="{C42B84AC-4EDB-132D-30C6-80F99401517A}"/>
              </a:ext>
            </a:extLst>
          </p:cNvPr>
          <p:cNvSpPr txBox="1">
            <a:spLocks/>
          </p:cNvSpPr>
          <p:nvPr/>
        </p:nvSpPr>
        <p:spPr>
          <a:xfrm>
            <a:off x="423877" y="878387"/>
            <a:ext cx="9276683" cy="307777"/>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1 : </a:t>
            </a:r>
            <a:r>
              <a:rPr kumimoji="0" lang="fr-FR" sz="1400" b="1" i="0" u="none" strike="noStrike" kern="1200" cap="none" spc="0" normalizeH="0" baseline="0" noProof="0">
                <a:ln>
                  <a:noFill/>
                </a:ln>
                <a:solidFill>
                  <a:srgbClr val="451DC7"/>
                </a:solidFill>
                <a:effectLst/>
                <a:uLnTx/>
                <a:uFillTx/>
                <a:latin typeface="Aptos"/>
                <a:ea typeface="+mn-ea"/>
                <a:cs typeface="+mn-cs"/>
              </a:rPr>
              <a:t>L’entité recense ses Systèmes d’Information Règlementés (SIR)  </a:t>
            </a:r>
          </a:p>
        </p:txBody>
      </p:sp>
      <p:sp>
        <p:nvSpPr>
          <p:cNvPr id="57" name="Text Box 217">
            <a:extLst>
              <a:ext uri="{FF2B5EF4-FFF2-40B4-BE49-F238E27FC236}">
                <a16:creationId xmlns:a16="http://schemas.microsoft.com/office/drawing/2014/main" id="{C3DEA176-1DF6-F652-11E2-BDBF7D67DCF5}"/>
              </a:ext>
            </a:extLst>
          </p:cNvPr>
          <p:cNvSpPr txBox="1">
            <a:spLocks noChangeArrowheads="1"/>
          </p:cNvSpPr>
          <p:nvPr/>
        </p:nvSpPr>
        <p:spPr bwMode="gray">
          <a:xfrm>
            <a:off x="5393380" y="2331760"/>
            <a:ext cx="5918235" cy="1246495"/>
          </a:xfrm>
          <a:prstGeom prst="rect">
            <a:avLst/>
          </a:prstGeom>
          <a:noFill/>
          <a:ln>
            <a:noFill/>
          </a:ln>
          <a:extLst>
            <a:ext uri="{909E8E84-426E-40DD-AFC4-6F175D3DCCD1}">
              <a14:hiddenFill xmlns:a14="http://schemas.microsoft.com/office/drawing/2010/main">
                <a:gradFill rotWithShape="1">
                  <a:gsLst>
                    <a:gs pos="0">
                      <a:schemeClr val="folHlink"/>
                    </a:gs>
                    <a:gs pos="100000">
                      <a:schemeClr val="folHlink">
                        <a:gamma/>
                        <a:tint val="0"/>
                        <a:invGamma/>
                      </a:schemeClr>
                    </a:gs>
                  </a:gsLst>
                  <a:lin ang="5400000" scaled="1"/>
                </a:gra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000" marR="0" lvl="0" indent="0" algn="just" defTabSz="914400" rtl="0" eaLnBrk="1" fontAlgn="auto" latinLnBrk="0" hangingPunct="1">
              <a:lnSpc>
                <a:spcPct val="100000"/>
              </a:lnSpc>
              <a:spcBef>
                <a:spcPct val="20000"/>
              </a:spcBef>
              <a:spcAft>
                <a:spcPts val="0"/>
              </a:spcAft>
              <a:buClrTx/>
              <a:buSzTx/>
              <a:buFontTx/>
              <a:buNone/>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Exclusion possible au cas par cas et avec justification des SI </a:t>
            </a:r>
            <a:r>
              <a:rPr kumimoji="0" lang="fr-FR" sz="1100" b="0" i="0" u="none" strike="noStrike" kern="1200" cap="none" spc="0" normalizeH="0" baseline="0" noProof="0">
                <a:ln>
                  <a:noFill/>
                </a:ln>
                <a:solidFill>
                  <a:srgbClr val="5F5F5F"/>
                </a:solidFill>
                <a:effectLst/>
                <a:uLnTx/>
                <a:uFillTx/>
                <a:latin typeface="Aptos"/>
                <a:ea typeface="+mn-ea"/>
                <a:cs typeface="+mn-cs"/>
              </a:rPr>
              <a:t>qui ne sont porteurs d’aucun risque susceptible d’entrainer sur les activités de l’entité (SI non règlementés)   </a:t>
            </a:r>
          </a:p>
          <a:p>
            <a:pPr marL="465438" marR="0" lvl="3" indent="-176213" algn="just" defTabSz="914400" rtl="0" eaLnBrk="1" fontAlgn="auto" latinLnBrk="0" hangingPunct="1">
              <a:lnSpc>
                <a:spcPct val="100000"/>
              </a:lnSpc>
              <a:spcBef>
                <a:spcPts val="0"/>
              </a:spcBef>
              <a:spcAft>
                <a:spcPts val="600"/>
              </a:spcAft>
              <a:buClrTx/>
              <a:buSzTx/>
              <a:buFont typeface="Aptos" panose="020B000402020202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Dégradation ou interruption des activités</a:t>
            </a:r>
          </a:p>
          <a:p>
            <a:pPr marL="465438" marR="0" lvl="3" indent="-176213" algn="just" defTabSz="914400" rtl="0" eaLnBrk="1" fontAlgn="auto" latinLnBrk="0" hangingPunct="1">
              <a:lnSpc>
                <a:spcPct val="100000"/>
              </a:lnSpc>
              <a:spcBef>
                <a:spcPts val="0"/>
              </a:spcBef>
              <a:spcAft>
                <a:spcPts val="600"/>
              </a:spcAft>
              <a:buClrTx/>
              <a:buSzTx/>
              <a:buFont typeface="Aptos" panose="020B000402020202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Divulgation à des personnes non autorisées d’informations sensibles traitées par l’entité</a:t>
            </a:r>
          </a:p>
          <a:p>
            <a:pPr marL="465438" marR="0" lvl="3" indent="-176213" algn="just" defTabSz="914400" rtl="0" eaLnBrk="1" fontAlgn="auto" latinLnBrk="0" hangingPunct="1">
              <a:lnSpc>
                <a:spcPct val="100000"/>
              </a:lnSpc>
              <a:spcBef>
                <a:spcPts val="0"/>
              </a:spcBef>
              <a:spcAft>
                <a:spcPts val="600"/>
              </a:spcAft>
              <a:buClrTx/>
              <a:buSzTx/>
              <a:buFont typeface="Aptos" panose="020B000402020202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Altération des informations nécessaires aux activités de l’entité</a:t>
            </a:r>
          </a:p>
          <a:p>
            <a:pPr marL="289225" marR="0" lvl="3" indent="0" algn="just" defTabSz="914400" rtl="0" eaLnBrk="1" fontAlgn="auto" latinLnBrk="0" hangingPunct="1">
              <a:lnSpc>
                <a:spcPct val="100000"/>
              </a:lnSpc>
              <a:spcBef>
                <a:spcPts val="0"/>
              </a:spcBef>
              <a:spcAft>
                <a:spcPts val="600"/>
              </a:spcAft>
              <a:buClrTx/>
              <a:buSzTx/>
              <a:buFontTx/>
              <a:buNone/>
              <a:tabLst/>
              <a:defRPr/>
            </a:pPr>
            <a:r>
              <a:rPr kumimoji="0" lang="fr-FR" altLang="de-DE" sz="1100" b="1" i="0" u="none" strike="noStrike" kern="1200" cap="none" spc="0" normalizeH="0" baseline="0" noProof="0">
                <a:ln>
                  <a:noFill/>
                </a:ln>
                <a:solidFill>
                  <a:srgbClr val="451DC7">
                    <a:lumMod val="100000"/>
                  </a:srgbClr>
                </a:solidFill>
                <a:effectLst/>
                <a:uLnTx/>
                <a:uFillTx/>
                <a:latin typeface="Aptos"/>
                <a:ea typeface="+mn-ea"/>
                <a:cs typeface="+mn-cs"/>
              </a:rPr>
              <a:t>Revue annuelle </a:t>
            </a:r>
            <a:r>
              <a:rPr kumimoji="0" lang="fr-FR" altLang="de-DE" sz="1100" b="0" i="0" u="none" strike="noStrike" kern="1200" cap="none" spc="0" normalizeH="0" baseline="0" noProof="0">
                <a:ln>
                  <a:noFill/>
                </a:ln>
                <a:solidFill>
                  <a:srgbClr val="5F5F5F"/>
                </a:solidFill>
                <a:effectLst/>
                <a:uLnTx/>
                <a:uFillTx/>
                <a:latin typeface="Aptos"/>
                <a:ea typeface="+mn-ea"/>
                <a:cs typeface="+mn-cs"/>
              </a:rPr>
              <a:t>de la liste des exclusions (et des SIR) en cas d’évolution</a:t>
            </a:r>
            <a:endParaRPr kumimoji="0" lang="en-GB" altLang="de-DE" sz="1100" b="0" i="0" u="none" strike="noStrike" kern="1200" cap="none" spc="0" normalizeH="0" baseline="0" noProof="0">
              <a:ln>
                <a:noFill/>
              </a:ln>
              <a:solidFill>
                <a:srgbClr val="5F5F5F"/>
              </a:solidFill>
              <a:effectLst/>
              <a:uLnTx/>
              <a:uFillTx/>
              <a:latin typeface="Aptos"/>
              <a:ea typeface="+mn-ea"/>
              <a:cs typeface="Arial" panose="020B0604020202020204" pitchFamily="34" charset="0"/>
            </a:endParaRPr>
          </a:p>
        </p:txBody>
      </p:sp>
      <p:sp>
        <p:nvSpPr>
          <p:cNvPr id="58" name="ZoneTexte 65">
            <a:extLst>
              <a:ext uri="{FF2B5EF4-FFF2-40B4-BE49-F238E27FC236}">
                <a16:creationId xmlns:a16="http://schemas.microsoft.com/office/drawing/2014/main" id="{97A7D3B0-D0CA-EE10-3034-D9EA0FFE56A3}"/>
              </a:ext>
            </a:extLst>
          </p:cNvPr>
          <p:cNvSpPr txBox="1"/>
          <p:nvPr/>
        </p:nvSpPr>
        <p:spPr>
          <a:xfrm>
            <a:off x="5393382" y="1654891"/>
            <a:ext cx="5918234" cy="430887"/>
          </a:xfrm>
          <a:prstGeom prst="rect">
            <a:avLst/>
          </a:prstGeom>
          <a:solidFill>
            <a:schemeClr val="bg1"/>
          </a:solidFill>
          <a:effectLst>
            <a:outerShdw blurRad="50800" dist="38100" dir="5400000" algn="t" rotWithShape="0">
              <a:prstClr val="black">
                <a:alpha val="40000"/>
              </a:prstClr>
            </a:outerShdw>
          </a:effectLst>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Contrairement à la NIS 1 qui était détourée uniquement sur les SI essentiels, la NIS 2 s’applique aux </a:t>
            </a:r>
            <a:r>
              <a:rPr kumimoji="0" lang="fr-FR" sz="1100" b="1" i="0" u="sng" strike="noStrike" kern="1200" cap="none" spc="0" normalizeH="0" baseline="0" noProof="0">
                <a:ln>
                  <a:noFill/>
                </a:ln>
                <a:solidFill>
                  <a:srgbClr val="451DC7">
                    <a:lumMod val="100000"/>
                  </a:srgbClr>
                </a:solidFill>
                <a:effectLst/>
                <a:uLnTx/>
                <a:uFillTx/>
                <a:latin typeface="Aptos"/>
                <a:ea typeface="+mn-ea"/>
                <a:cs typeface="+mn-cs"/>
              </a:rPr>
              <a:t>SI règlementés</a:t>
            </a:r>
            <a:r>
              <a:rPr kumimoji="0" lang="fr-FR" sz="1100" b="0" i="0" u="none" strike="noStrike" kern="1200" cap="none" spc="0" normalizeH="0" baseline="0" noProof="0">
                <a:ln>
                  <a:noFill/>
                </a:ln>
                <a:solidFill>
                  <a:srgbClr val="5F5F5F"/>
                </a:solidFill>
                <a:effectLst/>
                <a:uLnTx/>
                <a:uFillTx/>
                <a:latin typeface="Aptos"/>
                <a:ea typeface="+mn-ea"/>
                <a:cs typeface="+mn-cs"/>
              </a:rPr>
              <a:t>. Cela élargit le périmètre d’application.</a:t>
            </a:r>
          </a:p>
        </p:txBody>
      </p:sp>
      <p:sp>
        <p:nvSpPr>
          <p:cNvPr id="63" name="ZoneTexte 44">
            <a:extLst>
              <a:ext uri="{FF2B5EF4-FFF2-40B4-BE49-F238E27FC236}">
                <a16:creationId xmlns:a16="http://schemas.microsoft.com/office/drawing/2014/main" id="{7065ED67-ACB7-A01F-1086-EF36DB90D673}"/>
              </a:ext>
            </a:extLst>
          </p:cNvPr>
          <p:cNvSpPr txBox="1"/>
          <p:nvPr/>
        </p:nvSpPr>
        <p:spPr>
          <a:xfrm rot="20392206">
            <a:off x="336830" y="722200"/>
            <a:ext cx="685367" cy="21544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600"/>
              </a:spcBef>
              <a:spcAft>
                <a:spcPts val="300"/>
              </a:spcAft>
              <a:buClrTx/>
              <a:buSzTx/>
              <a:buFontTx/>
              <a:buNone/>
              <a:tabLst/>
              <a:defRPr/>
            </a:pPr>
            <a:r>
              <a:rPr kumimoji="0" lang="fr-FR" sz="800" b="1" i="0" u="none" strike="noStrike" kern="1200" cap="none" spc="0" normalizeH="0" baseline="0" noProof="0">
                <a:ln>
                  <a:noFill/>
                </a:ln>
                <a:solidFill>
                  <a:srgbClr val="B24669"/>
                </a:solidFill>
                <a:effectLst/>
                <a:uLnTx/>
                <a:uFillTx/>
                <a:latin typeface="Aptos SemiBold"/>
                <a:ea typeface="+mn-ea"/>
                <a:cs typeface="+mn-cs"/>
              </a:rPr>
              <a:t>[NEW]</a:t>
            </a:r>
          </a:p>
        </p:txBody>
      </p:sp>
      <p:sp>
        <p:nvSpPr>
          <p:cNvPr id="64" name="Rectangle 63">
            <a:extLst>
              <a:ext uri="{FF2B5EF4-FFF2-40B4-BE49-F238E27FC236}">
                <a16:creationId xmlns:a16="http://schemas.microsoft.com/office/drawing/2014/main" id="{AEE2A820-A4E7-42FD-8C11-1B93BDEF19F5}"/>
              </a:ext>
            </a:extLst>
          </p:cNvPr>
          <p:cNvSpPr/>
          <p:nvPr/>
        </p:nvSpPr>
        <p:spPr>
          <a:xfrm>
            <a:off x="1062523" y="1388783"/>
            <a:ext cx="2376000" cy="216000"/>
          </a:xfrm>
          <a:prstGeom prst="rect">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72001" rIns="108000" bIns="72001"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1" i="0" u="none" strike="noStrike" kern="1200" cap="none" spc="0" normalizeH="0" baseline="0" noProof="0">
                <a:ln>
                  <a:noFill/>
                </a:ln>
                <a:solidFill>
                  <a:srgbClr val="FFFFFF"/>
                </a:solidFill>
                <a:effectLst/>
                <a:uLnTx/>
                <a:uFillTx/>
                <a:latin typeface="Aptos"/>
                <a:ea typeface="+mn-ea"/>
                <a:cs typeface="+mn-cs"/>
              </a:rPr>
              <a:t>Méthodologie d’identification des SIR</a:t>
            </a:r>
          </a:p>
        </p:txBody>
      </p:sp>
      <p:grpSp>
        <p:nvGrpSpPr>
          <p:cNvPr id="65" name="Groupe 64">
            <a:extLst>
              <a:ext uri="{FF2B5EF4-FFF2-40B4-BE49-F238E27FC236}">
                <a16:creationId xmlns:a16="http://schemas.microsoft.com/office/drawing/2014/main" id="{7F9F92FD-8B47-12B3-A954-FDDEF6128BE5}"/>
              </a:ext>
            </a:extLst>
          </p:cNvPr>
          <p:cNvGrpSpPr/>
          <p:nvPr/>
        </p:nvGrpSpPr>
        <p:grpSpPr>
          <a:xfrm>
            <a:off x="880383" y="1699216"/>
            <a:ext cx="4335357" cy="2215710"/>
            <a:chOff x="656668" y="1435450"/>
            <a:chExt cx="3124507" cy="2215710"/>
          </a:xfrm>
        </p:grpSpPr>
        <p:sp>
          <p:nvSpPr>
            <p:cNvPr id="92" name="Line 218">
              <a:extLst>
                <a:ext uri="{FF2B5EF4-FFF2-40B4-BE49-F238E27FC236}">
                  <a16:creationId xmlns:a16="http://schemas.microsoft.com/office/drawing/2014/main" id="{546B43F6-C710-462B-10EC-554BBB192BBC}"/>
                </a:ext>
              </a:extLst>
            </p:cNvPr>
            <p:cNvSpPr>
              <a:spLocks noChangeShapeType="1"/>
            </p:cNvSpPr>
            <p:nvPr/>
          </p:nvSpPr>
          <p:spPr bwMode="gray">
            <a:xfrm rot="16965626" flipH="1" flipV="1">
              <a:off x="2683215" y="1859203"/>
              <a:ext cx="526021" cy="1669898"/>
            </a:xfrm>
            <a:prstGeom prst="line">
              <a:avLst/>
            </a:prstGeom>
            <a:noFill/>
            <a:ln w="9525">
              <a:solidFill>
                <a:schemeClr val="bg2"/>
              </a:solidFill>
              <a:prstDash val="dash"/>
              <a:round/>
              <a:headEnd type="oval"/>
              <a:tailEnd type="none"/>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SemiBold"/>
                <a:ea typeface="+mn-ea"/>
                <a:cs typeface="+mn-cs"/>
              </a:endParaRPr>
            </a:p>
          </p:txBody>
        </p:sp>
        <p:sp>
          <p:nvSpPr>
            <p:cNvPr id="93" name="Organigramme : Opération manuelle 83">
              <a:extLst>
                <a:ext uri="{FF2B5EF4-FFF2-40B4-BE49-F238E27FC236}">
                  <a16:creationId xmlns:a16="http://schemas.microsoft.com/office/drawing/2014/main" id="{0FBDAF35-9A88-BC65-1737-139E731A057F}"/>
                </a:ext>
              </a:extLst>
            </p:cNvPr>
            <p:cNvSpPr>
              <a:spLocks/>
            </p:cNvSpPr>
            <p:nvPr/>
          </p:nvSpPr>
          <p:spPr>
            <a:xfrm>
              <a:off x="656668" y="1435450"/>
              <a:ext cx="1974932" cy="2215710"/>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296 w 10000"/>
                <a:gd name="connsiteY2" fmla="*/ 9954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296 w 10000"/>
                <a:gd name="connsiteY2" fmla="*/ 9954 h 10000"/>
                <a:gd name="connsiteX3" fmla="*/ 1704 w 10000"/>
                <a:gd name="connsiteY3" fmla="*/ 10000 h 10000"/>
                <a:gd name="connsiteX4" fmla="*/ 0 w 10000"/>
                <a:gd name="connsiteY4" fmla="*/ 0 h 10000"/>
                <a:gd name="connsiteX0" fmla="*/ 0 w 10000"/>
                <a:gd name="connsiteY0" fmla="*/ 0 h 10318"/>
                <a:gd name="connsiteX1" fmla="*/ 10000 w 10000"/>
                <a:gd name="connsiteY1" fmla="*/ 0 h 10318"/>
                <a:gd name="connsiteX2" fmla="*/ 8296 w 10000"/>
                <a:gd name="connsiteY2" fmla="*/ 9954 h 10318"/>
                <a:gd name="connsiteX3" fmla="*/ 1531 w 10000"/>
                <a:gd name="connsiteY3" fmla="*/ 10318 h 10318"/>
                <a:gd name="connsiteX4" fmla="*/ 0 w 10000"/>
                <a:gd name="connsiteY4" fmla="*/ 0 h 10318"/>
                <a:gd name="connsiteX0" fmla="*/ 0 w 10000"/>
                <a:gd name="connsiteY0" fmla="*/ 0 h 10318"/>
                <a:gd name="connsiteX1" fmla="*/ 10000 w 10000"/>
                <a:gd name="connsiteY1" fmla="*/ 0 h 10318"/>
                <a:gd name="connsiteX2" fmla="*/ 8426 w 10000"/>
                <a:gd name="connsiteY2" fmla="*/ 10312 h 10318"/>
                <a:gd name="connsiteX3" fmla="*/ 1531 w 10000"/>
                <a:gd name="connsiteY3" fmla="*/ 10318 h 10318"/>
                <a:gd name="connsiteX4" fmla="*/ 0 w 10000"/>
                <a:gd name="connsiteY4" fmla="*/ 0 h 103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318">
                  <a:moveTo>
                    <a:pt x="0" y="0"/>
                  </a:moveTo>
                  <a:lnTo>
                    <a:pt x="10000" y="0"/>
                  </a:lnTo>
                  <a:lnTo>
                    <a:pt x="8426" y="10312"/>
                  </a:lnTo>
                  <a:lnTo>
                    <a:pt x="1531" y="10318"/>
                  </a:lnTo>
                  <a:lnTo>
                    <a:pt x="0" y="0"/>
                  </a:lnTo>
                  <a:close/>
                </a:path>
              </a:pathLst>
            </a:custGeom>
            <a:solidFill>
              <a:schemeClr val="bg1"/>
            </a:solid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72000" rIns="108000" bIns="7200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451DC7"/>
                </a:solidFill>
                <a:effectLst/>
                <a:uLnTx/>
                <a:uFillTx/>
                <a:latin typeface="Aptos"/>
                <a:ea typeface="+mn-ea"/>
                <a:cs typeface="+mn-cs"/>
              </a:endParaRPr>
            </a:p>
          </p:txBody>
        </p:sp>
        <p:grpSp>
          <p:nvGrpSpPr>
            <p:cNvPr id="94" name="Groupe 93">
              <a:extLst>
                <a:ext uri="{FF2B5EF4-FFF2-40B4-BE49-F238E27FC236}">
                  <a16:creationId xmlns:a16="http://schemas.microsoft.com/office/drawing/2014/main" id="{E66F738B-E755-9DE3-157B-1737605B3868}"/>
                </a:ext>
              </a:extLst>
            </p:cNvPr>
            <p:cNvGrpSpPr/>
            <p:nvPr/>
          </p:nvGrpSpPr>
          <p:grpSpPr>
            <a:xfrm>
              <a:off x="656668" y="1447653"/>
              <a:ext cx="1974930" cy="2058673"/>
              <a:chOff x="284396" y="1491425"/>
              <a:chExt cx="1974930" cy="2058673"/>
            </a:xfrm>
          </p:grpSpPr>
          <p:sp>
            <p:nvSpPr>
              <p:cNvPr id="95" name="ZoneTexte 1">
                <a:extLst>
                  <a:ext uri="{FF2B5EF4-FFF2-40B4-BE49-F238E27FC236}">
                    <a16:creationId xmlns:a16="http://schemas.microsoft.com/office/drawing/2014/main" id="{9A5511E8-96A1-D21F-6EDA-4AA5A468944D}"/>
                  </a:ext>
                </a:extLst>
              </p:cNvPr>
              <p:cNvSpPr txBox="1"/>
              <p:nvPr/>
            </p:nvSpPr>
            <p:spPr>
              <a:xfrm>
                <a:off x="284396" y="1491425"/>
                <a:ext cx="1974930" cy="430887"/>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Identification des activités et services métiers </a:t>
                </a:r>
              </a:p>
            </p:txBody>
          </p:sp>
          <p:grpSp>
            <p:nvGrpSpPr>
              <p:cNvPr id="96" name="Groupe 95">
                <a:extLst>
                  <a:ext uri="{FF2B5EF4-FFF2-40B4-BE49-F238E27FC236}">
                    <a16:creationId xmlns:a16="http://schemas.microsoft.com/office/drawing/2014/main" id="{B07BEEB0-5959-F452-7DF5-235A1ADE1068}"/>
                  </a:ext>
                </a:extLst>
              </p:cNvPr>
              <p:cNvGrpSpPr/>
              <p:nvPr/>
            </p:nvGrpSpPr>
            <p:grpSpPr>
              <a:xfrm>
                <a:off x="398234" y="1860757"/>
                <a:ext cx="1681747" cy="1689341"/>
                <a:chOff x="398234" y="1860757"/>
                <a:chExt cx="1681747" cy="1689341"/>
              </a:xfrm>
            </p:grpSpPr>
            <p:sp>
              <p:nvSpPr>
                <p:cNvPr id="97" name="ZoneTexte 12">
                  <a:extLst>
                    <a:ext uri="{FF2B5EF4-FFF2-40B4-BE49-F238E27FC236}">
                      <a16:creationId xmlns:a16="http://schemas.microsoft.com/office/drawing/2014/main" id="{7446E2BF-AFC7-F078-5B57-29DB72AC91F6}"/>
                    </a:ext>
                  </a:extLst>
                </p:cNvPr>
                <p:cNvSpPr txBox="1"/>
                <p:nvPr/>
              </p:nvSpPr>
              <p:spPr>
                <a:xfrm>
                  <a:off x="699438" y="3288488"/>
                  <a:ext cx="1144847" cy="261610"/>
                </a:xfrm>
                <a:prstGeom prst="rect">
                  <a:avLst/>
                </a:prstGeom>
                <a:solidFill>
                  <a:schemeClr val="bg1">
                    <a:alpha val="30000"/>
                  </a:schemeClr>
                </a:solidFill>
                <a:ln w="9525" cap="flat" cmpd="sng" algn="ctr">
                  <a:solidFill>
                    <a:schemeClr val="bg2">
                      <a:lumMod val="100000"/>
                    </a:schemeClr>
                  </a:solid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108000" tIns="45720" rIns="10800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Liste des SIR </a:t>
                  </a:r>
                </a:p>
              </p:txBody>
            </p:sp>
            <p:cxnSp>
              <p:nvCxnSpPr>
                <p:cNvPr id="98" name="Connecteur droit avec flèche 97">
                  <a:extLst>
                    <a:ext uri="{FF2B5EF4-FFF2-40B4-BE49-F238E27FC236}">
                      <a16:creationId xmlns:a16="http://schemas.microsoft.com/office/drawing/2014/main" id="{B96FB55F-F392-4325-261B-BEBB4EC753CE}"/>
                    </a:ext>
                  </a:extLst>
                </p:cNvPr>
                <p:cNvCxnSpPr>
                  <a:cxnSpLocks/>
                </p:cNvCxnSpPr>
                <p:nvPr/>
              </p:nvCxnSpPr>
              <p:spPr>
                <a:xfrm>
                  <a:off x="1238269" y="2416072"/>
                  <a:ext cx="0" cy="195315"/>
                </a:xfrm>
                <a:prstGeom prst="straightConnector1">
                  <a:avLst/>
                </a:prstGeom>
                <a:ln w="9525" cap="flat" cmpd="sng" algn="ctr">
                  <a:solidFill>
                    <a:schemeClr val="bg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Connecteur droit avec flèche 98">
                  <a:extLst>
                    <a:ext uri="{FF2B5EF4-FFF2-40B4-BE49-F238E27FC236}">
                      <a16:creationId xmlns:a16="http://schemas.microsoft.com/office/drawing/2014/main" id="{3ED39E6D-BBDD-7B11-638A-34A7A6F02E9A}"/>
                    </a:ext>
                  </a:extLst>
                </p:cNvPr>
                <p:cNvCxnSpPr>
                  <a:cxnSpLocks/>
                </p:cNvCxnSpPr>
                <p:nvPr/>
              </p:nvCxnSpPr>
              <p:spPr>
                <a:xfrm>
                  <a:off x="1238269" y="1860757"/>
                  <a:ext cx="0" cy="195315"/>
                </a:xfrm>
                <a:prstGeom prst="straightConnector1">
                  <a:avLst/>
                </a:prstGeom>
                <a:ln w="9525" cap="flat" cmpd="sng" algn="ctr">
                  <a:solidFill>
                    <a:schemeClr val="bg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Connecteur droit avec flèche 99">
                  <a:extLst>
                    <a:ext uri="{FF2B5EF4-FFF2-40B4-BE49-F238E27FC236}">
                      <a16:creationId xmlns:a16="http://schemas.microsoft.com/office/drawing/2014/main" id="{E66D05C7-E214-0465-AA1C-C2649B32A41C}"/>
                    </a:ext>
                  </a:extLst>
                </p:cNvPr>
                <p:cNvCxnSpPr>
                  <a:cxnSpLocks/>
                </p:cNvCxnSpPr>
                <p:nvPr/>
              </p:nvCxnSpPr>
              <p:spPr>
                <a:xfrm>
                  <a:off x="1244014" y="2971388"/>
                  <a:ext cx="0" cy="195315"/>
                </a:xfrm>
                <a:prstGeom prst="straightConnector1">
                  <a:avLst/>
                </a:prstGeom>
                <a:ln w="19050" cap="flat" cmpd="sng" algn="ctr">
                  <a:solidFill>
                    <a:schemeClr val="bg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1" name="ZoneTexte 7">
                  <a:extLst>
                    <a:ext uri="{FF2B5EF4-FFF2-40B4-BE49-F238E27FC236}">
                      <a16:creationId xmlns:a16="http://schemas.microsoft.com/office/drawing/2014/main" id="{F986CA57-08FD-391A-49B5-67CB69186284}"/>
                    </a:ext>
                  </a:extLst>
                </p:cNvPr>
                <p:cNvSpPr txBox="1"/>
                <p:nvPr/>
              </p:nvSpPr>
              <p:spPr>
                <a:xfrm>
                  <a:off x="493818" y="2605818"/>
                  <a:ext cx="1516261" cy="430887"/>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Exclusion possible des </a:t>
                  </a:r>
                  <a:r>
                    <a:rPr kumimoji="0" lang="fr-FR" sz="1100" b="1" i="0" u="sng" strike="noStrike" kern="1200" cap="none" spc="0" normalizeH="0" baseline="0" noProof="0">
                      <a:ln>
                        <a:noFill/>
                      </a:ln>
                      <a:solidFill>
                        <a:srgbClr val="451DC7">
                          <a:lumMod val="100000"/>
                        </a:srgbClr>
                      </a:solidFill>
                      <a:effectLst/>
                      <a:uLnTx/>
                      <a:uFillTx/>
                      <a:latin typeface="Aptos"/>
                      <a:ea typeface="+mn-ea"/>
                      <a:cs typeface="+mn-cs"/>
                    </a:rPr>
                    <a:t>SI non règlementés </a:t>
                  </a:r>
                </a:p>
              </p:txBody>
            </p:sp>
            <p:sp>
              <p:nvSpPr>
                <p:cNvPr id="102" name="ZoneTexte 14">
                  <a:extLst>
                    <a:ext uri="{FF2B5EF4-FFF2-40B4-BE49-F238E27FC236}">
                      <a16:creationId xmlns:a16="http://schemas.microsoft.com/office/drawing/2014/main" id="{6F120757-9B6D-06B8-5E36-1976F538358F}"/>
                    </a:ext>
                  </a:extLst>
                </p:cNvPr>
                <p:cNvSpPr txBox="1"/>
                <p:nvPr/>
              </p:nvSpPr>
              <p:spPr>
                <a:xfrm>
                  <a:off x="398234" y="2039910"/>
                  <a:ext cx="1681747" cy="261610"/>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Identification des SI les supportant</a:t>
                  </a:r>
                </a:p>
              </p:txBody>
            </p:sp>
          </p:grpSp>
        </p:grpSp>
      </p:grpSp>
      <p:sp>
        <p:nvSpPr>
          <p:cNvPr id="69" name="ZoneTexte 87">
            <a:extLst>
              <a:ext uri="{FF2B5EF4-FFF2-40B4-BE49-F238E27FC236}">
                <a16:creationId xmlns:a16="http://schemas.microsoft.com/office/drawing/2014/main" id="{B842A362-98CE-71B3-7955-049B0F777170}"/>
              </a:ext>
            </a:extLst>
          </p:cNvPr>
          <p:cNvSpPr txBox="1">
            <a:spLocks/>
          </p:cNvSpPr>
          <p:nvPr/>
        </p:nvSpPr>
        <p:spPr>
          <a:xfrm>
            <a:off x="423877" y="4128199"/>
            <a:ext cx="9276683" cy="307777"/>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2 : </a:t>
            </a:r>
            <a:r>
              <a:rPr kumimoji="0" lang="fr-FR" sz="1400" b="1" i="0" u="none" strike="noStrike" kern="1200" cap="none" spc="0" normalizeH="0" baseline="0" noProof="0">
                <a:ln>
                  <a:noFill/>
                </a:ln>
                <a:solidFill>
                  <a:srgbClr val="451DC7"/>
                </a:solidFill>
                <a:effectLst/>
                <a:uLnTx/>
                <a:uFillTx/>
                <a:latin typeface="Aptos"/>
                <a:ea typeface="+mn-ea"/>
                <a:cs typeface="+mn-cs"/>
              </a:rPr>
              <a:t>L’entité dispose d’un cadre de gouvernance de la sécurité numérique </a:t>
            </a:r>
          </a:p>
        </p:txBody>
      </p:sp>
      <p:grpSp>
        <p:nvGrpSpPr>
          <p:cNvPr id="15" name="Groupe 14">
            <a:extLst>
              <a:ext uri="{FF2B5EF4-FFF2-40B4-BE49-F238E27FC236}">
                <a16:creationId xmlns:a16="http://schemas.microsoft.com/office/drawing/2014/main" id="{B1EB8F2A-3F81-DFDC-F16A-0911600AAB23}"/>
              </a:ext>
            </a:extLst>
          </p:cNvPr>
          <p:cNvGrpSpPr/>
          <p:nvPr/>
        </p:nvGrpSpPr>
        <p:grpSpPr>
          <a:xfrm>
            <a:off x="8968517" y="185504"/>
            <a:ext cx="2372228" cy="453642"/>
            <a:chOff x="8968517" y="185504"/>
            <a:chExt cx="2372228" cy="453642"/>
          </a:xfrm>
        </p:grpSpPr>
        <p:grpSp>
          <p:nvGrpSpPr>
            <p:cNvPr id="109" name="Groupe 108">
              <a:extLst>
                <a:ext uri="{FF2B5EF4-FFF2-40B4-BE49-F238E27FC236}">
                  <a16:creationId xmlns:a16="http://schemas.microsoft.com/office/drawing/2014/main" id="{740E5F56-F7AE-4A7E-5CF4-525EE9EB42AD}"/>
                </a:ext>
              </a:extLst>
            </p:cNvPr>
            <p:cNvGrpSpPr>
              <a:grpSpLocks/>
            </p:cNvGrpSpPr>
            <p:nvPr/>
          </p:nvGrpSpPr>
          <p:grpSpPr>
            <a:xfrm>
              <a:off x="9050180" y="280235"/>
              <a:ext cx="259207" cy="264179"/>
              <a:chOff x="177275" y="6410013"/>
              <a:chExt cx="210606" cy="214645"/>
            </a:xfrm>
            <a:solidFill>
              <a:srgbClr val="546B8C"/>
            </a:solidFill>
          </p:grpSpPr>
          <p:sp>
            <p:nvSpPr>
              <p:cNvPr id="112" name="Ellipse 139">
                <a:extLst>
                  <a:ext uri="{FF2B5EF4-FFF2-40B4-BE49-F238E27FC236}">
                    <a16:creationId xmlns:a16="http://schemas.microsoft.com/office/drawing/2014/main" id="{22A61B70-96FC-B5BA-7912-51559E63455A}"/>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113" name="Connecteur droit 112">
                <a:extLst>
                  <a:ext uri="{FF2B5EF4-FFF2-40B4-BE49-F238E27FC236}">
                    <a16:creationId xmlns:a16="http://schemas.microsoft.com/office/drawing/2014/main" id="{BDD70C46-AABB-6730-2163-B78C010DD097}"/>
                  </a:ext>
                </a:extLst>
              </p:cNvPr>
              <p:cNvCxnSpPr>
                <a:stCxn id="112" idx="7"/>
                <a:endCxn id="112" idx="3"/>
              </p:cNvCxnSpPr>
              <p:nvPr/>
            </p:nvCxnSpPr>
            <p:spPr>
              <a:xfrm flipH="1">
                <a:off x="208118" y="6441447"/>
                <a:ext cx="148921"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0" name="TextBox 302">
              <a:extLst>
                <a:ext uri="{FF2B5EF4-FFF2-40B4-BE49-F238E27FC236}">
                  <a16:creationId xmlns:a16="http://schemas.microsoft.com/office/drawing/2014/main" id="{122C90E4-CBDB-CDEF-B9DF-FD30448A2B5C}"/>
                </a:ext>
              </a:extLst>
            </p:cNvPr>
            <p:cNvSpPr txBox="1">
              <a:spLocks/>
            </p:cNvSpPr>
            <p:nvPr/>
          </p:nvSpPr>
          <p:spPr>
            <a:xfrm>
              <a:off x="9203296" y="279714"/>
              <a:ext cx="2137449" cy="265221"/>
            </a:xfrm>
            <a:prstGeom prst="rect">
              <a:avLst/>
            </a:prstGeom>
            <a:noFill/>
          </p:spPr>
          <p:txBody>
            <a:bodyPr wrap="square" lIns="132923" tIns="56271" rIns="132923" bIns="56271"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85" b="0" i="0" u="none" strike="noStrike" kern="1200" cap="none" spc="0" normalizeH="0" baseline="0" noProof="0">
                  <a:ln>
                    <a:noFill/>
                  </a:ln>
                  <a:solidFill>
                    <a:srgbClr val="451DC7">
                      <a:lumMod val="100000"/>
                    </a:srgbClr>
                  </a:solidFill>
                  <a:effectLst/>
                  <a:uLnTx/>
                  <a:uFillTx/>
                  <a:latin typeface="Aptos"/>
                  <a:ea typeface="+mn-ea"/>
                  <a:cs typeface="+mn-cs"/>
                </a:rPr>
                <a:t>Objectif ne s’appliquant qu’aux EE</a:t>
              </a:r>
              <a:endParaRPr kumimoji="0" lang="fr-FR" sz="985" b="0" i="0" u="none" strike="noStrike" kern="1200" cap="none" spc="0" normalizeH="0" baseline="0" noProof="0">
                <a:ln>
                  <a:noFill/>
                </a:ln>
                <a:solidFill>
                  <a:srgbClr val="451DC7">
                    <a:lumMod val="100000"/>
                  </a:srgbClr>
                </a:solidFill>
                <a:effectLst/>
                <a:uLnTx/>
                <a:uFillTx/>
                <a:latin typeface="Aptos"/>
                <a:ea typeface="Tahoma"/>
                <a:cs typeface="Tahoma"/>
              </a:endParaRPr>
            </a:p>
          </p:txBody>
        </p:sp>
        <p:sp>
          <p:nvSpPr>
            <p:cNvPr id="111" name="Rectangle 110">
              <a:extLst>
                <a:ext uri="{FF2B5EF4-FFF2-40B4-BE49-F238E27FC236}">
                  <a16:creationId xmlns:a16="http://schemas.microsoft.com/office/drawing/2014/main" id="{B98660F2-1692-CAFA-3818-BBAE26660FF2}"/>
                </a:ext>
              </a:extLst>
            </p:cNvPr>
            <p:cNvSpPr>
              <a:spLocks/>
            </p:cNvSpPr>
            <p:nvPr/>
          </p:nvSpPr>
          <p:spPr>
            <a:xfrm>
              <a:off x="8968517" y="185504"/>
              <a:ext cx="2270983" cy="453642"/>
            </a:xfrm>
            <a:prstGeom prst="rect">
              <a:avLst/>
            </a:prstGeom>
            <a:noFill/>
            <a:ln w="12700" cap="flat" cmpd="sng" algn="ctr">
              <a:solidFill>
                <a:schemeClr val="tx1">
                  <a:lumMod val="100000"/>
                </a:schemeClr>
              </a:solidFill>
              <a:prstDash val="sys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451DC7"/>
                </a:solidFill>
                <a:effectLst/>
                <a:uLnTx/>
                <a:uFillTx/>
                <a:latin typeface="Aptos"/>
                <a:ea typeface="+mn-ea"/>
                <a:cs typeface="+mn-cs"/>
              </a:endParaRPr>
            </a:p>
          </p:txBody>
        </p:sp>
      </p:grpSp>
      <p:sp>
        <p:nvSpPr>
          <p:cNvPr id="4" name="Rectangle 3">
            <a:extLst>
              <a:ext uri="{FF2B5EF4-FFF2-40B4-BE49-F238E27FC236}">
                <a16:creationId xmlns:a16="http://schemas.microsoft.com/office/drawing/2014/main" id="{F9BC477A-7601-84A0-6535-6387232E7F1A}"/>
              </a:ext>
            </a:extLst>
          </p:cNvPr>
          <p:cNvSpPr>
            <a:spLocks/>
          </p:cNvSpPr>
          <p:nvPr/>
        </p:nvSpPr>
        <p:spPr>
          <a:xfrm>
            <a:off x="513228" y="4500577"/>
            <a:ext cx="11342769" cy="3131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51DC7"/>
              </a:solidFill>
              <a:effectLst/>
              <a:uLnTx/>
              <a:uFillTx/>
              <a:latin typeface="Aptos"/>
              <a:ea typeface="+mn-ea"/>
              <a:cs typeface="+mn-cs"/>
            </a:endParaRPr>
          </a:p>
        </p:txBody>
      </p:sp>
      <p:grpSp>
        <p:nvGrpSpPr>
          <p:cNvPr id="5" name="Group 15">
            <a:extLst>
              <a:ext uri="{FF2B5EF4-FFF2-40B4-BE49-F238E27FC236}">
                <a16:creationId xmlns:a16="http://schemas.microsoft.com/office/drawing/2014/main" id="{9501C82F-AFA9-395B-9A85-48C527E10D7C}"/>
              </a:ext>
            </a:extLst>
          </p:cNvPr>
          <p:cNvGrpSpPr>
            <a:grpSpLocks/>
          </p:cNvGrpSpPr>
          <p:nvPr>
            <p:custDataLst>
              <p:tags r:id="rId1"/>
            </p:custDataLst>
          </p:nvPr>
        </p:nvGrpSpPr>
        <p:grpSpPr>
          <a:xfrm>
            <a:off x="401380" y="4537716"/>
            <a:ext cx="288000" cy="288000"/>
            <a:chOff x="1469330" y="809625"/>
            <a:chExt cx="1619250" cy="1619250"/>
          </a:xfrm>
        </p:grpSpPr>
        <p:pic>
          <p:nvPicPr>
            <p:cNvPr id="6" name="Graphic 2 [2]" hidden="1">
              <a:extLst>
                <a:ext uri="{FF2B5EF4-FFF2-40B4-BE49-F238E27FC236}">
                  <a16:creationId xmlns:a16="http://schemas.microsoft.com/office/drawing/2014/main" id="{C0A1C9F0-0A3E-8DB7-B119-D7B025015AB3}"/>
                </a:ext>
              </a:extLst>
            </p:cNvPr>
            <p:cNvPicPr>
              <a:picLocks noChangeAspect="1"/>
            </p:cNvPicPr>
            <p:nvPr>
              <p:custDataLst>
                <p:tags r:id="rId7"/>
              </p:custDataLst>
            </p:nvPr>
          </p:nvPicPr>
          <p:blipFill>
            <a:blip r:embed="rId12">
              <a:extLst>
                <a:ext uri="{96DAC541-7B7A-43D3-8B79-37D633B846F1}">
                  <asvg:svgBlip xmlns:asvg="http://schemas.microsoft.com/office/drawing/2016/SVG/main" r:embed="rId13"/>
                </a:ext>
              </a:extLst>
            </a:blip>
            <a:stretch>
              <a:fillRect/>
            </a:stretch>
          </p:blipFill>
          <p:spPr>
            <a:xfrm>
              <a:off x="1469330" y="809625"/>
              <a:ext cx="1619250" cy="1619250"/>
            </a:xfrm>
            <a:prstGeom prst="rect">
              <a:avLst/>
            </a:prstGeom>
          </p:spPr>
        </p:pic>
        <p:pic>
          <p:nvPicPr>
            <p:cNvPr id="7" name="Graphic 4 [0]" hidden="1">
              <a:extLst>
                <a:ext uri="{FF2B5EF4-FFF2-40B4-BE49-F238E27FC236}">
                  <a16:creationId xmlns:a16="http://schemas.microsoft.com/office/drawing/2014/main" id="{BA11F440-87AC-A352-17EA-01099E63CE3A}"/>
                </a:ext>
              </a:extLst>
            </p:cNvPr>
            <p:cNvPicPr>
              <a:picLocks noChangeAspect="1"/>
            </p:cNvPicPr>
            <p:nvPr>
              <p:custDataLst>
                <p:tags r:id="rId8"/>
              </p:custDataLst>
            </p:nvPr>
          </p:nvPicPr>
          <p:blipFill>
            <a:blip r:embed="rId14">
              <a:extLst>
                <a:ext uri="{96DAC541-7B7A-43D3-8B79-37D633B846F1}">
                  <asvg:svgBlip xmlns:asvg="http://schemas.microsoft.com/office/drawing/2016/SVG/main" r:embed="rId15"/>
                </a:ext>
              </a:extLst>
            </a:blip>
            <a:stretch>
              <a:fillRect/>
            </a:stretch>
          </p:blipFill>
          <p:spPr>
            <a:xfrm>
              <a:off x="1469330" y="809625"/>
              <a:ext cx="1619250" cy="1619250"/>
            </a:xfrm>
            <a:prstGeom prst="rect">
              <a:avLst/>
            </a:prstGeom>
          </p:spPr>
        </p:pic>
        <p:pic>
          <p:nvPicPr>
            <p:cNvPr id="8" name="Graphic 6 [3]" hidden="1">
              <a:extLst>
                <a:ext uri="{FF2B5EF4-FFF2-40B4-BE49-F238E27FC236}">
                  <a16:creationId xmlns:a16="http://schemas.microsoft.com/office/drawing/2014/main" id="{CBE1B601-7167-A2AB-BEA3-12DC4D3F34C5}"/>
                </a:ext>
              </a:extLst>
            </p:cNvPr>
            <p:cNvPicPr>
              <a:picLocks noChangeAspect="1"/>
            </p:cNvPicPr>
            <p:nvPr>
              <p:custDataLst>
                <p:tags r:id="rId9"/>
              </p:custDataLst>
            </p:nvPr>
          </p:nvPicPr>
          <p:blipFill>
            <a:blip r:embed="rId16">
              <a:extLst>
                <a:ext uri="{96DAC541-7B7A-43D3-8B79-37D633B846F1}">
                  <asvg:svgBlip xmlns:asvg="http://schemas.microsoft.com/office/drawing/2016/SVG/main" r:embed="rId17"/>
                </a:ext>
              </a:extLst>
            </a:blip>
            <a:stretch>
              <a:fillRect/>
            </a:stretch>
          </p:blipFill>
          <p:spPr>
            <a:xfrm>
              <a:off x="1469330" y="809625"/>
              <a:ext cx="1619250" cy="1619250"/>
            </a:xfrm>
            <a:prstGeom prst="rect">
              <a:avLst/>
            </a:prstGeom>
          </p:spPr>
        </p:pic>
        <p:grpSp>
          <p:nvGrpSpPr>
            <p:cNvPr id="11" name="Graphic 12 [1]">
              <a:extLst>
                <a:ext uri="{FF2B5EF4-FFF2-40B4-BE49-F238E27FC236}">
                  <a16:creationId xmlns:a16="http://schemas.microsoft.com/office/drawing/2014/main" id="{A6906667-4205-E1B7-84E3-238ECCC98E98}"/>
                </a:ext>
              </a:extLst>
            </p:cNvPr>
            <p:cNvGrpSpPr/>
            <p:nvPr/>
          </p:nvGrpSpPr>
          <p:grpSpPr>
            <a:xfrm>
              <a:off x="1499791" y="845819"/>
              <a:ext cx="1538973" cy="1540002"/>
              <a:chOff x="1499791" y="845819"/>
              <a:chExt cx="1538973" cy="1540002"/>
            </a:xfrm>
            <a:solidFill>
              <a:schemeClr val="accent1">
                <a:lumMod val="100000"/>
              </a:schemeClr>
            </a:solidFill>
          </p:grpSpPr>
          <p:sp>
            <p:nvSpPr>
              <p:cNvPr id="13" name="Forme libre : forme 12">
                <a:extLst>
                  <a:ext uri="{FF2B5EF4-FFF2-40B4-BE49-F238E27FC236}">
                    <a16:creationId xmlns:a16="http://schemas.microsoft.com/office/drawing/2014/main" id="{69FAAD46-F12F-5EB1-D641-6ED5BD2571D4}"/>
                  </a:ext>
                </a:extLst>
              </p:cNvPr>
              <p:cNvSpPr/>
              <p:nvPr/>
            </p:nvSpPr>
            <p:spPr>
              <a:xfrm>
                <a:off x="1499791" y="845819"/>
                <a:ext cx="1538973" cy="1540002"/>
              </a:xfrm>
              <a:custGeom>
                <a:avLst/>
                <a:gdLst>
                  <a:gd name="connsiteX0" fmla="*/ 769639 w 1538973"/>
                  <a:gd name="connsiteY0" fmla="*/ 76200 h 1540002"/>
                  <a:gd name="connsiteX1" fmla="*/ 1463440 w 1538973"/>
                  <a:gd name="connsiteY1" fmla="*/ 770001 h 1540002"/>
                  <a:gd name="connsiteX2" fmla="*/ 1461440 w 1538973"/>
                  <a:gd name="connsiteY2" fmla="*/ 821531 h 1540002"/>
                  <a:gd name="connsiteX3" fmla="*/ 1037386 w 1538973"/>
                  <a:gd name="connsiteY3" fmla="*/ 1410081 h 1540002"/>
                  <a:gd name="connsiteX4" fmla="*/ 769639 w 1538973"/>
                  <a:gd name="connsiteY4" fmla="*/ 1463802 h 1540002"/>
                  <a:gd name="connsiteX5" fmla="*/ 75838 w 1538973"/>
                  <a:gd name="connsiteY5" fmla="*/ 770001 h 1540002"/>
                  <a:gd name="connsiteX6" fmla="*/ 769639 w 1538973"/>
                  <a:gd name="connsiteY6" fmla="*/ 76200 h 1540002"/>
                  <a:gd name="connsiteX7" fmla="*/ 769639 w 1538973"/>
                  <a:gd name="connsiteY7" fmla="*/ 0 h 1540002"/>
                  <a:gd name="connsiteX8" fmla="*/ 0 w 1538973"/>
                  <a:gd name="connsiteY8" fmla="*/ 770363 h 1540002"/>
                  <a:gd name="connsiteX9" fmla="*/ 770364 w 1538973"/>
                  <a:gd name="connsiteY9" fmla="*/ 1540002 h 1540002"/>
                  <a:gd name="connsiteX10" fmla="*/ 1093489 w 1538973"/>
                  <a:gd name="connsiteY10" fmla="*/ 1468755 h 1540002"/>
                  <a:gd name="connsiteX11" fmla="*/ 1533829 w 1538973"/>
                  <a:gd name="connsiteY11" fmla="*/ 858584 h 1540002"/>
                  <a:gd name="connsiteX12" fmla="*/ 1538973 w 1538973"/>
                  <a:gd name="connsiteY12" fmla="*/ 770477 h 1540002"/>
                  <a:gd name="connsiteX13" fmla="*/ 769639 w 1538973"/>
                  <a:gd name="connsiteY13" fmla="*/ 0 h 154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8973" h="1540002">
                    <a:moveTo>
                      <a:pt x="769639" y="76200"/>
                    </a:moveTo>
                    <a:cubicBezTo>
                      <a:pt x="1152639" y="76620"/>
                      <a:pt x="1463021" y="387000"/>
                      <a:pt x="1463440" y="770001"/>
                    </a:cubicBezTo>
                    <a:cubicBezTo>
                      <a:pt x="1463440" y="786765"/>
                      <a:pt x="1462773" y="804005"/>
                      <a:pt x="1461440" y="821531"/>
                    </a:cubicBezTo>
                    <a:cubicBezTo>
                      <a:pt x="1356665" y="919163"/>
                      <a:pt x="1181785" y="1110520"/>
                      <a:pt x="1037386" y="1410081"/>
                    </a:cubicBezTo>
                    <a:cubicBezTo>
                      <a:pt x="952642" y="1445752"/>
                      <a:pt x="861586" y="1464021"/>
                      <a:pt x="769639" y="1463802"/>
                    </a:cubicBezTo>
                    <a:cubicBezTo>
                      <a:pt x="386463" y="1463802"/>
                      <a:pt x="75838" y="1153173"/>
                      <a:pt x="75838" y="770001"/>
                    </a:cubicBezTo>
                    <a:cubicBezTo>
                      <a:pt x="75838" y="386825"/>
                      <a:pt x="386463" y="76200"/>
                      <a:pt x="769639" y="76200"/>
                    </a:cubicBezTo>
                    <a:moveTo>
                      <a:pt x="769639" y="0"/>
                    </a:moveTo>
                    <a:cubicBezTo>
                      <a:pt x="344379" y="200"/>
                      <a:pt x="-200" y="345103"/>
                      <a:pt x="0" y="770363"/>
                    </a:cubicBezTo>
                    <a:cubicBezTo>
                      <a:pt x="200" y="1195626"/>
                      <a:pt x="345104" y="1540202"/>
                      <a:pt x="770364" y="1540002"/>
                    </a:cubicBezTo>
                    <a:cubicBezTo>
                      <a:pt x="881962" y="1539945"/>
                      <a:pt x="992219" y="1515637"/>
                      <a:pt x="1093489" y="1468755"/>
                    </a:cubicBezTo>
                    <a:cubicBezTo>
                      <a:pt x="1242174" y="1149668"/>
                      <a:pt x="1425911" y="954405"/>
                      <a:pt x="1533829" y="858584"/>
                    </a:cubicBezTo>
                    <a:cubicBezTo>
                      <a:pt x="1537182" y="829333"/>
                      <a:pt x="1538897" y="799919"/>
                      <a:pt x="1538973" y="770477"/>
                    </a:cubicBezTo>
                    <a:cubicBezTo>
                      <a:pt x="1539240" y="345292"/>
                      <a:pt x="1194825" y="368"/>
                      <a:pt x="769639" y="0"/>
                    </a:cubicBez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Forme libre : forme 13">
                <a:extLst>
                  <a:ext uri="{FF2B5EF4-FFF2-40B4-BE49-F238E27FC236}">
                    <a16:creationId xmlns:a16="http://schemas.microsoft.com/office/drawing/2014/main" id="{B66327A4-4A67-6958-D5D6-452131E2EDA7}"/>
                  </a:ext>
                </a:extLst>
              </p:cNvPr>
              <p:cNvSpPr/>
              <p:nvPr/>
            </p:nvSpPr>
            <p:spPr>
              <a:xfrm>
                <a:off x="1881762" y="1280540"/>
                <a:ext cx="814101" cy="670179"/>
              </a:xfrm>
              <a:custGeom>
                <a:avLst/>
                <a:gdLst>
                  <a:gd name="connsiteX0" fmla="*/ 0 w 814101"/>
                  <a:gd name="connsiteY0" fmla="*/ 340805 h 670179"/>
                  <a:gd name="connsiteX1" fmla="*/ 238220 w 814101"/>
                  <a:gd name="connsiteY1" fmla="*/ 670179 h 670179"/>
                  <a:gd name="connsiteX2" fmla="*/ 814102 w 814101"/>
                  <a:gd name="connsiteY2" fmla="*/ 0 h 670179"/>
                  <a:gd name="connsiteX3" fmla="*/ 688562 w 814101"/>
                  <a:gd name="connsiteY3" fmla="*/ 0 h 670179"/>
                  <a:gd name="connsiteX4" fmla="*/ 244602 w 814101"/>
                  <a:gd name="connsiteY4" fmla="*/ 516541 h 670179"/>
                  <a:gd name="connsiteX5" fmla="*/ 58007 w 814101"/>
                  <a:gd name="connsiteY5" fmla="*/ 258604 h 670179"/>
                  <a:gd name="connsiteX6" fmla="*/ 0 w 814101"/>
                  <a:gd name="connsiteY6" fmla="*/ 340805 h 67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4101" h="670179">
                    <a:moveTo>
                      <a:pt x="0" y="340805"/>
                    </a:moveTo>
                    <a:lnTo>
                      <a:pt x="238220" y="670179"/>
                    </a:lnTo>
                    <a:lnTo>
                      <a:pt x="814102" y="0"/>
                    </a:lnTo>
                    <a:lnTo>
                      <a:pt x="688562" y="0"/>
                    </a:lnTo>
                    <a:lnTo>
                      <a:pt x="244602" y="516541"/>
                    </a:lnTo>
                    <a:lnTo>
                      <a:pt x="58007" y="258604"/>
                    </a:lnTo>
                    <a:lnTo>
                      <a:pt x="0" y="340805"/>
                    </a:ln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grpSp>
      </p:grpSp>
      <p:sp>
        <p:nvSpPr>
          <p:cNvPr id="10" name="ZoneTexte 89">
            <a:extLst>
              <a:ext uri="{FF2B5EF4-FFF2-40B4-BE49-F238E27FC236}">
                <a16:creationId xmlns:a16="http://schemas.microsoft.com/office/drawing/2014/main" id="{A41BC7BE-EA30-54A3-4A46-DCAFEADAC1B7}"/>
              </a:ext>
            </a:extLst>
          </p:cNvPr>
          <p:cNvSpPr txBox="1">
            <a:spLocks/>
          </p:cNvSpPr>
          <p:nvPr/>
        </p:nvSpPr>
        <p:spPr>
          <a:xfrm>
            <a:off x="662381" y="4550911"/>
            <a:ext cx="10935473" cy="261610"/>
          </a:xfrm>
          <a:prstGeom prst="rect">
            <a:avLst/>
          </a:prstGeom>
          <a:noFill/>
          <a:extLst>
            <a:ext uri="{909E8E84-426E-40DD-AFC4-6F175D3DCCD1}">
              <a14:hiddenFill xmlns:a14="http://schemas.microsoft.com/office/drawing/2010/main">
                <a:solidFill>
                  <a:srgbClr val="F6F6F6"/>
                </a:solidFill>
              </a14:hiddenFill>
            </a:ext>
          </a:extLst>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250F6B">
                    <a:lumMod val="40000"/>
                    <a:lumOff val="60000"/>
                  </a:srgbClr>
                </a:solidFill>
                <a:effectLst/>
                <a:uLnTx/>
                <a:uFillTx/>
                <a:latin typeface="Aptos"/>
                <a:ea typeface="+mn-ea"/>
                <a:cs typeface="+mn-cs"/>
              </a:rPr>
              <a:t>Une présomption de conformité s’applique en cas de mise en place </a:t>
            </a:r>
            <a:r>
              <a:rPr kumimoji="0" lang="fr-FR" sz="1100" b="1" i="0" u="none" strike="noStrike" kern="1200" cap="none" spc="0" normalizeH="0" baseline="0" noProof="0">
                <a:ln>
                  <a:noFill/>
                </a:ln>
                <a:solidFill>
                  <a:srgbClr val="250F6B">
                    <a:lumMod val="40000"/>
                    <a:lumOff val="60000"/>
                  </a:srgbClr>
                </a:solidFill>
                <a:effectLst/>
                <a:uLnTx/>
                <a:uFillTx/>
                <a:latin typeface="Aptos"/>
                <a:ea typeface="+mn-ea"/>
                <a:cs typeface="+mn-cs"/>
              </a:rPr>
              <a:t>d’un SMSI conforme à la norme ISO/CEI 27001:2022</a:t>
            </a:r>
            <a:r>
              <a:rPr kumimoji="0" lang="fr-FR" sz="1100" b="0" i="0" u="none" strike="noStrike" kern="1200" cap="none" spc="0" normalizeH="0" baseline="0" noProof="0">
                <a:ln>
                  <a:noFill/>
                </a:ln>
                <a:solidFill>
                  <a:srgbClr val="250F6B">
                    <a:lumMod val="40000"/>
                    <a:lumOff val="60000"/>
                  </a:srgbClr>
                </a:solidFill>
                <a:effectLst/>
                <a:uLnTx/>
                <a:uFillTx/>
                <a:latin typeface="Aptos"/>
                <a:ea typeface="+mn-ea"/>
                <a:cs typeface="+mn-cs"/>
              </a:rPr>
              <a:t> couvrant au minimum les SIR</a:t>
            </a:r>
            <a:endParaRPr kumimoji="0" lang="fr-FR" sz="1100" b="1" i="0" u="none" strike="noStrike" kern="1200" cap="none" spc="0" normalizeH="0" baseline="0" noProof="0">
              <a:ln>
                <a:noFill/>
              </a:ln>
              <a:solidFill>
                <a:srgbClr val="250F6B">
                  <a:lumMod val="40000"/>
                  <a:lumOff val="60000"/>
                </a:srgbClr>
              </a:solidFill>
              <a:effectLst/>
              <a:uLnTx/>
              <a:uFillTx/>
              <a:latin typeface="Aptos"/>
              <a:ea typeface="+mn-ea"/>
              <a:cs typeface="+mn-cs"/>
            </a:endParaRPr>
          </a:p>
        </p:txBody>
      </p:sp>
      <p:pic>
        <p:nvPicPr>
          <p:cNvPr id="23" name="Cybersecurity-Purple-Circle-Background">
            <a:extLst>
              <a:ext uri="{FF2B5EF4-FFF2-40B4-BE49-F238E27FC236}">
                <a16:creationId xmlns:a16="http://schemas.microsoft.com/office/drawing/2014/main" id="{D45D1AC1-922B-3BFE-4138-E14215BE6263}"/>
              </a:ext>
            </a:extLst>
          </p:cNvPr>
          <p:cNvPicPr>
            <a:picLocks noChangeAspect="1"/>
          </p:cNvPicPr>
          <p:nvPr/>
        </p:nvPicPr>
        <p:blipFill>
          <a:blip r:embed="rId18"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9509330" y="5222179"/>
            <a:ext cx="288000" cy="288000"/>
          </a:xfrm>
          <a:prstGeom prst="rect">
            <a:avLst/>
          </a:prstGeom>
        </p:spPr>
      </p:pic>
      <p:pic>
        <p:nvPicPr>
          <p:cNvPr id="25" name="Vertical-Purple-Circle-Background">
            <a:extLst>
              <a:ext uri="{FF2B5EF4-FFF2-40B4-BE49-F238E27FC236}">
                <a16:creationId xmlns:a16="http://schemas.microsoft.com/office/drawing/2014/main" id="{AF316B1F-62E9-496E-07CF-6AD6A545362E}"/>
              </a:ext>
            </a:extLst>
          </p:cNvPr>
          <p:cNvPicPr>
            <a:picLocks noChangeAspect="1"/>
          </p:cNvPicPr>
          <p:nvPr/>
        </p:nvPicPr>
        <p:blipFill>
          <a:blip r:embed="rId19"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857828" y="5222216"/>
            <a:ext cx="288000" cy="288000"/>
          </a:xfrm>
          <a:prstGeom prst="rect">
            <a:avLst/>
          </a:prstGeom>
          <a:noFill/>
          <a:ln w="9525" cap="flat" cmpd="sng" algn="ctr">
            <a:noFill/>
            <a:prstDash val="solid"/>
            <a:round/>
            <a:headEnd type="none" w="med" len="med"/>
            <a:tailEnd type="none" w="med" len="med"/>
          </a:ln>
          <a:extLst>
            <a:ext uri="{909E8E84-426E-40DD-AFC4-6F175D3DCCD1}">
              <a14:hiddenFill xmlns:a14="http://schemas.microsoft.com/office/drawing/2010/main">
                <a:solidFill>
                  <a:schemeClr val="bg2">
                    <a:lumMod val="100000"/>
                  </a:schemeClr>
                </a:solidFill>
              </a14:hiddenFill>
            </a:ext>
            <a:ext uri="{91240B29-F687-4F45-9708-019B960494DF}">
              <a14:hiddenLine xmlns:a14="http://schemas.microsoft.com/office/drawing/2010/main" w="9525" cap="flat" cmpd="sng" algn="ctr">
                <a:solidFill>
                  <a:schemeClr val="bg2">
                    <a:lumMod val="100000"/>
                  </a:schemeClr>
                </a:solidFill>
                <a:prstDash val="solid"/>
                <a:round/>
                <a:headEnd type="none" w="med" len="med"/>
                <a:tailEnd type="none" w="med" len="med"/>
              </a14:hiddenLine>
            </a:ext>
          </a:extLst>
        </p:spPr>
      </p:pic>
      <p:cxnSp>
        <p:nvCxnSpPr>
          <p:cNvPr id="29" name="Connecteur droit 78">
            <a:extLst>
              <a:ext uri="{FF2B5EF4-FFF2-40B4-BE49-F238E27FC236}">
                <a16:creationId xmlns:a16="http://schemas.microsoft.com/office/drawing/2014/main" id="{312F019B-7AD7-7387-6338-E313C9A62448}"/>
              </a:ext>
            </a:extLst>
          </p:cNvPr>
          <p:cNvCxnSpPr>
            <a:cxnSpLocks/>
          </p:cNvCxnSpPr>
          <p:nvPr/>
        </p:nvCxnSpPr>
        <p:spPr>
          <a:xfrm rot="16200000" flipH="1">
            <a:off x="2730801" y="2966911"/>
            <a:ext cx="273323" cy="4239135"/>
          </a:xfrm>
          <a:prstGeom prst="bentConnector3">
            <a:avLst>
              <a:gd name="adj1" fmla="val 50000"/>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0" name="Connecteur droit 78">
            <a:extLst>
              <a:ext uri="{FF2B5EF4-FFF2-40B4-BE49-F238E27FC236}">
                <a16:creationId xmlns:a16="http://schemas.microsoft.com/office/drawing/2014/main" id="{43DF2240-4FC3-FE58-755A-A79222F843B0}"/>
              </a:ext>
            </a:extLst>
          </p:cNvPr>
          <p:cNvCxnSpPr>
            <a:cxnSpLocks/>
            <a:endCxn id="23" idx="0"/>
          </p:cNvCxnSpPr>
          <p:nvPr/>
        </p:nvCxnSpPr>
        <p:spPr>
          <a:xfrm>
            <a:off x="4343744" y="5082063"/>
            <a:ext cx="5309586" cy="140116"/>
          </a:xfrm>
          <a:prstGeom prst="bentConnector2">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
        <p:nvSpPr>
          <p:cNvPr id="32" name="TextBox 79">
            <a:extLst>
              <a:ext uri="{FF2B5EF4-FFF2-40B4-BE49-F238E27FC236}">
                <a16:creationId xmlns:a16="http://schemas.microsoft.com/office/drawing/2014/main" id="{9FA97A35-186E-8738-FDA2-C157DE339EE7}"/>
              </a:ext>
            </a:extLst>
          </p:cNvPr>
          <p:cNvSpPr txBox="1">
            <a:spLocks/>
          </p:cNvSpPr>
          <p:nvPr/>
        </p:nvSpPr>
        <p:spPr>
          <a:xfrm>
            <a:off x="895776" y="5322190"/>
            <a:ext cx="2102795" cy="246517"/>
          </a:xfrm>
          <a:prstGeom prst="rect">
            <a:avLst/>
          </a:prstGeom>
        </p:spPr>
        <p:txBody>
          <a:bodyPr vert="horz" lIns="108000" tIns="108000" rIns="108000" bIns="108000" rtlCol="0" anchor="ctr">
            <a:noAutofit/>
          </a:bodyPr>
          <a:lstStyle>
            <a:lvl1pPr marL="0" indent="0" algn="just" defTabSz="914400" rtl="0" eaLnBrk="1" latinLnBrk="0" hangingPunct="1">
              <a:lnSpc>
                <a:spcPct val="100000"/>
              </a:lnSpc>
              <a:spcBef>
                <a:spcPts val="1800"/>
              </a:spcBef>
              <a:buFont typeface="Arial" panose="020B0604020202020204" pitchFamily="34" charset="0"/>
              <a:buNone/>
              <a:tabLst/>
              <a:defRPr sz="1600" i="0" kern="1200" cap="none" baseline="0">
                <a:solidFill>
                  <a:schemeClr val="bg2"/>
                </a:solidFill>
                <a:latin typeface="+mn-lt"/>
                <a:ea typeface="+mn-ea"/>
                <a:cs typeface="+mn-cs"/>
              </a:defRPr>
            </a:lvl1pPr>
            <a:lvl2pPr marL="358775" indent="-358775" algn="just" defTabSz="914400" rtl="0" eaLnBrk="1" latinLnBrk="0" hangingPunct="1">
              <a:lnSpc>
                <a:spcPct val="100000"/>
              </a:lnSpc>
              <a:spcBef>
                <a:spcPts val="1400"/>
              </a:spcBef>
              <a:buClr>
                <a:schemeClr val="bg2"/>
              </a:buClr>
              <a:buFont typeface="Tempus Sans ITC" panose="04020404030D07020202" pitchFamily="82" charset="0"/>
              <a:buChar char="/"/>
              <a:defRPr sz="1400" kern="1200" baseline="0">
                <a:solidFill>
                  <a:schemeClr val="tx1"/>
                </a:solidFill>
                <a:latin typeface="+mn-lt"/>
                <a:ea typeface="+mn-ea"/>
                <a:cs typeface="+mn-cs"/>
              </a:defRPr>
            </a:lvl2pPr>
            <a:lvl3pPr marL="360000" indent="0" algn="just" defTabSz="914400" rtl="0" eaLnBrk="1" latinLnBrk="0" hangingPunct="1">
              <a:lnSpc>
                <a:spcPct val="100000"/>
              </a:lnSpc>
              <a:spcBef>
                <a:spcPts val="600"/>
              </a:spcBef>
              <a:buFontTx/>
              <a:buNone/>
              <a:defRPr sz="1400" kern="1200" baseline="0">
                <a:solidFill>
                  <a:schemeClr val="tx1"/>
                </a:solidFill>
                <a:latin typeface="+mn-lt"/>
                <a:ea typeface="+mn-ea"/>
                <a:cs typeface="+mn-cs"/>
              </a:defRPr>
            </a:lvl3pPr>
            <a:lvl4pPr marL="648000" indent="-288000" algn="just" defTabSz="914400" rtl="0" eaLnBrk="1" latinLnBrk="0" hangingPunct="1">
              <a:lnSpc>
                <a:spcPct val="100000"/>
              </a:lnSpc>
              <a:spcBef>
                <a:spcPts val="600"/>
              </a:spcBef>
              <a:buClr>
                <a:schemeClr val="bg2"/>
              </a:buClr>
              <a:buFont typeface="Tahoma" panose="020B0604030504040204" pitchFamily="34" charset="0"/>
              <a:buChar char="›"/>
              <a:defRPr sz="1200" kern="1200" cap="none" baseline="0">
                <a:solidFill>
                  <a:schemeClr val="tx1"/>
                </a:solidFill>
                <a:latin typeface="+mn-lt"/>
                <a:ea typeface="+mn-ea"/>
                <a:cs typeface="+mn-cs"/>
              </a:defRPr>
            </a:lvl4pPr>
            <a:lvl5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fr-FR" sz="1000" kern="1200" baseline="0" dirty="0" smtClean="0">
                <a:solidFill>
                  <a:schemeClr val="tx1"/>
                </a:solidFill>
                <a:latin typeface="+mn-lt"/>
                <a:ea typeface="+mn-ea"/>
                <a:cs typeface="+mn-cs"/>
              </a:defRPr>
            </a:lvl5pPr>
            <a:lvl6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fr-FR" sz="1000" kern="1200" baseline="0" noProof="0" dirty="0" smtClean="0">
                <a:solidFill>
                  <a:schemeClr val="tx1"/>
                </a:solidFill>
                <a:latin typeface="+mn-lt"/>
                <a:ea typeface="+mn-ea"/>
                <a:cs typeface="+mn-cs"/>
              </a:defRPr>
            </a:lvl6pPr>
            <a:lvl7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fr-FR" sz="1000" kern="1200" baseline="0" noProof="0" dirty="0" smtClean="0">
                <a:solidFill>
                  <a:schemeClr val="tx1"/>
                </a:solidFill>
                <a:latin typeface="+mn-lt"/>
                <a:ea typeface="+mn-ea"/>
                <a:cs typeface="+mn-cs"/>
              </a:defRPr>
            </a:lvl7pPr>
            <a:lvl8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fr-FR" sz="1000" kern="1200" noProof="0" dirty="0" smtClean="0">
                <a:solidFill>
                  <a:schemeClr val="tx1"/>
                </a:solidFill>
                <a:latin typeface="+mn-lt"/>
                <a:ea typeface="+mn-ea"/>
                <a:cs typeface="+mn-cs"/>
              </a:defRPr>
            </a:lvl8pPr>
            <a:lvl9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fr-FR" sz="1000" kern="1200" noProof="0" dirty="0" smtClean="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fr-FR" sz="1200" b="1" i="0" u="none" strike="noStrike" kern="1200" cap="none" spc="0" normalizeH="0" baseline="0" noProof="0">
                <a:ln>
                  <a:noFill/>
                </a:ln>
                <a:solidFill>
                  <a:srgbClr val="451DC7">
                    <a:lumMod val="100000"/>
                  </a:srgbClr>
                </a:solidFill>
                <a:effectLst/>
                <a:uLnTx/>
                <a:uFillTx/>
                <a:latin typeface="Aptos"/>
                <a:ea typeface="+mn-ea"/>
                <a:cs typeface="+mn-cs"/>
              </a:rPr>
              <a:t>Politique de sécurité </a:t>
            </a:r>
          </a:p>
        </p:txBody>
      </p:sp>
      <p:sp>
        <p:nvSpPr>
          <p:cNvPr id="33" name="TextBox 79">
            <a:extLst>
              <a:ext uri="{FF2B5EF4-FFF2-40B4-BE49-F238E27FC236}">
                <a16:creationId xmlns:a16="http://schemas.microsoft.com/office/drawing/2014/main" id="{72DCC699-0FA5-D04A-0EC2-2CC0D9D6BFAD}"/>
              </a:ext>
            </a:extLst>
          </p:cNvPr>
          <p:cNvSpPr txBox="1">
            <a:spLocks/>
          </p:cNvSpPr>
          <p:nvPr/>
        </p:nvSpPr>
        <p:spPr>
          <a:xfrm>
            <a:off x="5330043" y="5249771"/>
            <a:ext cx="1268633" cy="441693"/>
          </a:xfrm>
          <a:prstGeom prst="rect">
            <a:avLst/>
          </a:prstGeom>
        </p:spPr>
        <p:txBody>
          <a:bodyPr vert="horz" lIns="108000" tIns="108000" rIns="108000" bIns="108000" rtlCol="0">
            <a:noAutofit/>
          </a:bodyPr>
          <a:lstStyle>
            <a:lvl1pPr marL="0" indent="0" algn="just" defTabSz="914400" rtl="0" eaLnBrk="1" latinLnBrk="0" hangingPunct="1">
              <a:lnSpc>
                <a:spcPct val="100000"/>
              </a:lnSpc>
              <a:spcBef>
                <a:spcPts val="1800"/>
              </a:spcBef>
              <a:buFont typeface="Arial" panose="020B0604020202020204" pitchFamily="34" charset="0"/>
              <a:buNone/>
              <a:tabLst/>
              <a:defRPr sz="1600" i="0" kern="1200" cap="none" baseline="0">
                <a:solidFill>
                  <a:schemeClr val="bg2"/>
                </a:solidFill>
                <a:latin typeface="+mn-lt"/>
                <a:ea typeface="+mn-ea"/>
                <a:cs typeface="+mn-cs"/>
              </a:defRPr>
            </a:lvl1pPr>
            <a:lvl2pPr marL="358775" indent="-358775" algn="just" defTabSz="914400" rtl="0" eaLnBrk="1" latinLnBrk="0" hangingPunct="1">
              <a:lnSpc>
                <a:spcPct val="100000"/>
              </a:lnSpc>
              <a:spcBef>
                <a:spcPts val="1400"/>
              </a:spcBef>
              <a:buClr>
                <a:schemeClr val="bg2"/>
              </a:buClr>
              <a:buFont typeface="Tempus Sans ITC" panose="04020404030D07020202" pitchFamily="82" charset="0"/>
              <a:buChar char="/"/>
              <a:defRPr sz="1400" kern="1200" baseline="0">
                <a:solidFill>
                  <a:schemeClr val="tx1"/>
                </a:solidFill>
                <a:latin typeface="+mn-lt"/>
                <a:ea typeface="+mn-ea"/>
                <a:cs typeface="+mn-cs"/>
              </a:defRPr>
            </a:lvl2pPr>
            <a:lvl3pPr marL="360000" indent="0" algn="just" defTabSz="914400" rtl="0" eaLnBrk="1" latinLnBrk="0" hangingPunct="1">
              <a:lnSpc>
                <a:spcPct val="100000"/>
              </a:lnSpc>
              <a:spcBef>
                <a:spcPts val="600"/>
              </a:spcBef>
              <a:buFontTx/>
              <a:buNone/>
              <a:defRPr sz="1400" kern="1200" baseline="0">
                <a:solidFill>
                  <a:schemeClr val="tx1"/>
                </a:solidFill>
                <a:latin typeface="+mn-lt"/>
                <a:ea typeface="+mn-ea"/>
                <a:cs typeface="+mn-cs"/>
              </a:defRPr>
            </a:lvl3pPr>
            <a:lvl4pPr marL="648000" indent="-288000" algn="just" defTabSz="914400" rtl="0" eaLnBrk="1" latinLnBrk="0" hangingPunct="1">
              <a:lnSpc>
                <a:spcPct val="100000"/>
              </a:lnSpc>
              <a:spcBef>
                <a:spcPts val="600"/>
              </a:spcBef>
              <a:buClr>
                <a:schemeClr val="bg2"/>
              </a:buClr>
              <a:buFont typeface="Tahoma" panose="020B0604030504040204" pitchFamily="34" charset="0"/>
              <a:buChar char="›"/>
              <a:defRPr sz="1200" kern="1200" cap="none" baseline="0">
                <a:solidFill>
                  <a:schemeClr val="tx1"/>
                </a:solidFill>
                <a:latin typeface="+mn-lt"/>
                <a:ea typeface="+mn-ea"/>
                <a:cs typeface="+mn-cs"/>
              </a:defRPr>
            </a:lvl4pPr>
            <a:lvl5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fr-FR" sz="1000" kern="1200" baseline="0" dirty="0" smtClean="0">
                <a:solidFill>
                  <a:schemeClr val="tx1"/>
                </a:solidFill>
                <a:latin typeface="+mn-lt"/>
                <a:ea typeface="+mn-ea"/>
                <a:cs typeface="+mn-cs"/>
              </a:defRPr>
            </a:lvl5pPr>
            <a:lvl6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fr-FR" sz="1000" kern="1200" baseline="0" noProof="0" dirty="0" smtClean="0">
                <a:solidFill>
                  <a:schemeClr val="tx1"/>
                </a:solidFill>
                <a:latin typeface="+mn-lt"/>
                <a:ea typeface="+mn-ea"/>
                <a:cs typeface="+mn-cs"/>
              </a:defRPr>
            </a:lvl6pPr>
            <a:lvl7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fr-FR" sz="1000" kern="1200" baseline="0" noProof="0" dirty="0" smtClean="0">
                <a:solidFill>
                  <a:schemeClr val="tx1"/>
                </a:solidFill>
                <a:latin typeface="+mn-lt"/>
                <a:ea typeface="+mn-ea"/>
                <a:cs typeface="+mn-cs"/>
              </a:defRPr>
            </a:lvl7pPr>
            <a:lvl8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fr-FR" sz="1000" kern="1200" noProof="0" dirty="0" smtClean="0">
                <a:solidFill>
                  <a:schemeClr val="tx1"/>
                </a:solidFill>
                <a:latin typeface="+mn-lt"/>
                <a:ea typeface="+mn-ea"/>
                <a:cs typeface="+mn-cs"/>
              </a:defRPr>
            </a:lvl8pPr>
            <a:lvl9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fr-FR" sz="1000" kern="1200" noProof="0" dirty="0" smtClean="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endParaRPr kumimoji="0" lang="fr-FR" sz="1200" b="1" i="0" u="none" strike="noStrike" kern="1200" cap="none" spc="0" normalizeH="0" baseline="0" noProof="0">
              <a:ln>
                <a:noFill/>
              </a:ln>
              <a:solidFill>
                <a:srgbClr val="451DC7"/>
              </a:solidFill>
              <a:effectLst/>
              <a:uLnTx/>
              <a:uFillTx/>
              <a:latin typeface="Aptos"/>
              <a:ea typeface="+mn-ea"/>
              <a:cs typeface="+mn-cs"/>
            </a:endParaRPr>
          </a:p>
        </p:txBody>
      </p:sp>
      <p:sp>
        <p:nvSpPr>
          <p:cNvPr id="34" name="TextBox 79">
            <a:extLst>
              <a:ext uri="{FF2B5EF4-FFF2-40B4-BE49-F238E27FC236}">
                <a16:creationId xmlns:a16="http://schemas.microsoft.com/office/drawing/2014/main" id="{2BBA6F61-BF5E-10D4-A9E9-33F787206E46}"/>
              </a:ext>
            </a:extLst>
          </p:cNvPr>
          <p:cNvSpPr txBox="1">
            <a:spLocks/>
          </p:cNvSpPr>
          <p:nvPr/>
        </p:nvSpPr>
        <p:spPr>
          <a:xfrm>
            <a:off x="9773041" y="5325908"/>
            <a:ext cx="1915428" cy="239080"/>
          </a:xfrm>
          <a:prstGeom prst="rect">
            <a:avLst/>
          </a:prstGeom>
        </p:spPr>
        <p:txBody>
          <a:bodyPr vert="horz" lIns="108000" tIns="108000" rIns="108000" bIns="108000" rtlCol="0" anchor="ctr">
            <a:noAutofit/>
          </a:bodyPr>
          <a:lstStyle>
            <a:lvl1pPr marL="0" indent="0" algn="just" defTabSz="914400" rtl="0" eaLnBrk="1" latinLnBrk="0" hangingPunct="1">
              <a:lnSpc>
                <a:spcPct val="100000"/>
              </a:lnSpc>
              <a:spcBef>
                <a:spcPts val="1800"/>
              </a:spcBef>
              <a:buFont typeface="Arial" panose="020B0604020202020204" pitchFamily="34" charset="0"/>
              <a:buNone/>
              <a:tabLst/>
              <a:defRPr sz="1600" i="0" kern="1200" cap="none" baseline="0">
                <a:solidFill>
                  <a:schemeClr val="bg2"/>
                </a:solidFill>
                <a:latin typeface="+mn-lt"/>
                <a:ea typeface="+mn-ea"/>
                <a:cs typeface="+mn-cs"/>
              </a:defRPr>
            </a:lvl1pPr>
            <a:lvl2pPr marL="358775" indent="-358775" algn="just" defTabSz="914400" rtl="0" eaLnBrk="1" latinLnBrk="0" hangingPunct="1">
              <a:lnSpc>
                <a:spcPct val="100000"/>
              </a:lnSpc>
              <a:spcBef>
                <a:spcPts val="1400"/>
              </a:spcBef>
              <a:buClr>
                <a:schemeClr val="bg2"/>
              </a:buClr>
              <a:buFont typeface="Tempus Sans ITC" panose="04020404030D07020202" pitchFamily="82" charset="0"/>
              <a:buChar char="/"/>
              <a:defRPr sz="1400" kern="1200" baseline="0">
                <a:solidFill>
                  <a:schemeClr val="tx1"/>
                </a:solidFill>
                <a:latin typeface="+mn-lt"/>
                <a:ea typeface="+mn-ea"/>
                <a:cs typeface="+mn-cs"/>
              </a:defRPr>
            </a:lvl2pPr>
            <a:lvl3pPr marL="360000" indent="0" algn="just" defTabSz="914400" rtl="0" eaLnBrk="1" latinLnBrk="0" hangingPunct="1">
              <a:lnSpc>
                <a:spcPct val="100000"/>
              </a:lnSpc>
              <a:spcBef>
                <a:spcPts val="600"/>
              </a:spcBef>
              <a:buFontTx/>
              <a:buNone/>
              <a:defRPr sz="1400" kern="1200" baseline="0">
                <a:solidFill>
                  <a:schemeClr val="tx1"/>
                </a:solidFill>
                <a:latin typeface="+mn-lt"/>
                <a:ea typeface="+mn-ea"/>
                <a:cs typeface="+mn-cs"/>
              </a:defRPr>
            </a:lvl3pPr>
            <a:lvl4pPr marL="648000" indent="-288000" algn="just" defTabSz="914400" rtl="0" eaLnBrk="1" latinLnBrk="0" hangingPunct="1">
              <a:lnSpc>
                <a:spcPct val="100000"/>
              </a:lnSpc>
              <a:spcBef>
                <a:spcPts val="600"/>
              </a:spcBef>
              <a:buClr>
                <a:schemeClr val="bg2"/>
              </a:buClr>
              <a:buFont typeface="Tahoma" panose="020B0604030504040204" pitchFamily="34" charset="0"/>
              <a:buChar char="›"/>
              <a:defRPr sz="1200" kern="1200" cap="none" baseline="0">
                <a:solidFill>
                  <a:schemeClr val="tx1"/>
                </a:solidFill>
                <a:latin typeface="+mn-lt"/>
                <a:ea typeface="+mn-ea"/>
                <a:cs typeface="+mn-cs"/>
              </a:defRPr>
            </a:lvl4pPr>
            <a:lvl5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fr-FR" sz="1000" kern="1200" baseline="0" dirty="0" smtClean="0">
                <a:solidFill>
                  <a:schemeClr val="tx1"/>
                </a:solidFill>
                <a:latin typeface="+mn-lt"/>
                <a:ea typeface="+mn-ea"/>
                <a:cs typeface="+mn-cs"/>
              </a:defRPr>
            </a:lvl5pPr>
            <a:lvl6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fr-FR" sz="1000" kern="1200" baseline="0" noProof="0" dirty="0" smtClean="0">
                <a:solidFill>
                  <a:schemeClr val="tx1"/>
                </a:solidFill>
                <a:latin typeface="+mn-lt"/>
                <a:ea typeface="+mn-ea"/>
                <a:cs typeface="+mn-cs"/>
              </a:defRPr>
            </a:lvl6pPr>
            <a:lvl7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fr-FR" sz="1000" kern="1200" baseline="0" noProof="0" dirty="0" smtClean="0">
                <a:solidFill>
                  <a:schemeClr val="tx1"/>
                </a:solidFill>
                <a:latin typeface="+mn-lt"/>
                <a:ea typeface="+mn-ea"/>
                <a:cs typeface="+mn-cs"/>
              </a:defRPr>
            </a:lvl7pPr>
            <a:lvl8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fr-FR" sz="1000" kern="1200" noProof="0" dirty="0" smtClean="0">
                <a:solidFill>
                  <a:schemeClr val="tx1"/>
                </a:solidFill>
                <a:latin typeface="+mn-lt"/>
                <a:ea typeface="+mn-ea"/>
                <a:cs typeface="+mn-cs"/>
              </a:defRPr>
            </a:lvl8pPr>
            <a:lvl9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fr-FR" sz="1000" kern="1200" noProof="0" dirty="0" smtClean="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fr-FR" sz="1200" b="1" i="0" u="none" strike="noStrike" kern="1200" cap="none" spc="0" normalizeH="0" baseline="0" noProof="0">
                <a:ln>
                  <a:noFill/>
                </a:ln>
                <a:solidFill>
                  <a:srgbClr val="451DC7">
                    <a:lumMod val="100000"/>
                  </a:srgbClr>
                </a:solidFill>
                <a:effectLst/>
                <a:uLnTx/>
                <a:uFillTx/>
                <a:latin typeface="Aptos"/>
                <a:ea typeface="+mn-ea"/>
                <a:cs typeface="+mn-cs"/>
              </a:rPr>
              <a:t>Gestion de conformité</a:t>
            </a:r>
          </a:p>
        </p:txBody>
      </p:sp>
      <p:sp>
        <p:nvSpPr>
          <p:cNvPr id="39" name="Content Placeholder 1">
            <a:extLst>
              <a:ext uri="{FF2B5EF4-FFF2-40B4-BE49-F238E27FC236}">
                <a16:creationId xmlns:a16="http://schemas.microsoft.com/office/drawing/2014/main" id="{24FAAC0D-5ED8-7392-E10E-1F8EA8DC3842}"/>
              </a:ext>
            </a:extLst>
          </p:cNvPr>
          <p:cNvSpPr txBox="1">
            <a:spLocks/>
          </p:cNvSpPr>
          <p:nvPr/>
        </p:nvSpPr>
        <p:spPr bwMode="gray">
          <a:xfrm>
            <a:off x="890942" y="5464323"/>
            <a:ext cx="3251517" cy="873825"/>
          </a:xfrm>
          <a:prstGeom prst="rect">
            <a:avLst/>
          </a:prstGeom>
        </p:spPr>
        <p:txBody>
          <a:bodyPr wrap="square" lIns="108000" tIns="108000" rIns="108000" bIns="10800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2"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place d’une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PSSI et politiques thématiques</a:t>
            </a:r>
            <a:r>
              <a:rPr kumimoji="0" lang="fr-FR" sz="1100" b="0" i="0" u="none" strike="noStrike" kern="1200" cap="none" spc="0" normalizeH="0" baseline="0" noProof="0">
                <a:ln>
                  <a:noFill/>
                </a:ln>
                <a:solidFill>
                  <a:srgbClr val="451DC7">
                    <a:lumMod val="100000"/>
                  </a:srgbClr>
                </a:solidFill>
                <a:effectLst/>
                <a:uLnTx/>
                <a:uFillTx/>
                <a:latin typeface="Aptos"/>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 chiffrement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r>
              <a:rPr kumimoji="0" lang="fr-FR" sz="1100" b="0" i="0" u="none" strike="noStrike" kern="1200" cap="none" spc="0" normalizeH="0" baseline="0" noProof="0">
                <a:ln>
                  <a:noFill/>
                </a:ln>
                <a:solidFill>
                  <a:srgbClr val="5F5F5F"/>
                </a:solidFill>
                <a:effectLst/>
                <a:uLnTx/>
                <a:uFillTx/>
                <a:latin typeface="Aptos"/>
                <a:ea typeface="+mn-ea"/>
                <a:cs typeface="+mn-cs"/>
              </a:rPr>
              <a:t>, contrôle d’accès physique et logique, MCS</a:t>
            </a:r>
          </a:p>
          <a:p>
            <a:pPr marL="0" marR="0" lvl="2"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Approbation de la PSSI par le dirigeant exécutif</a:t>
            </a:r>
          </a:p>
        </p:txBody>
      </p:sp>
      <p:sp>
        <p:nvSpPr>
          <p:cNvPr id="40" name="Content Placeholder 1">
            <a:extLst>
              <a:ext uri="{FF2B5EF4-FFF2-40B4-BE49-F238E27FC236}">
                <a16:creationId xmlns:a16="http://schemas.microsoft.com/office/drawing/2014/main" id="{A2DDE6CD-3FD5-DA5C-AAFC-DA94CD6ABC43}"/>
              </a:ext>
            </a:extLst>
          </p:cNvPr>
          <p:cNvSpPr txBox="1">
            <a:spLocks/>
          </p:cNvSpPr>
          <p:nvPr/>
        </p:nvSpPr>
        <p:spPr bwMode="gray">
          <a:xfrm>
            <a:off x="5207015" y="5510216"/>
            <a:ext cx="3251517" cy="634811"/>
          </a:xfrm>
          <a:prstGeom prst="rect">
            <a:avLst/>
          </a:prstGeom>
        </p:spPr>
        <p:txBody>
          <a:bodyPr wrap="square" lIns="108000" tIns="108000" rIns="108000" bIns="10800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2"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Définition claire des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rôles et responsabilités cyber</a:t>
            </a:r>
            <a:r>
              <a:rPr kumimoji="0" lang="fr-FR" sz="1100" b="0" i="0" u="none" strike="noStrike" kern="1200" cap="none" spc="0" normalizeH="0" baseline="0" noProof="0">
                <a:ln>
                  <a:noFill/>
                </a:ln>
                <a:solidFill>
                  <a:srgbClr val="451DC7">
                    <a:lumMod val="100000"/>
                  </a:srgbClr>
                </a:solidFill>
                <a:effectLst/>
                <a:uLnTx/>
                <a:uFillTx/>
                <a:latin typeface="Aptos"/>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au sein de l’organisation</a:t>
            </a:r>
          </a:p>
        </p:txBody>
      </p:sp>
      <p:sp>
        <p:nvSpPr>
          <p:cNvPr id="41" name="ZoneTexte 13">
            <a:extLst>
              <a:ext uri="{FF2B5EF4-FFF2-40B4-BE49-F238E27FC236}">
                <a16:creationId xmlns:a16="http://schemas.microsoft.com/office/drawing/2014/main" id="{EB3A1A2E-9C77-9EFF-D0D7-D2EBA9BACDD0}"/>
              </a:ext>
            </a:extLst>
          </p:cNvPr>
          <p:cNvSpPr txBox="1">
            <a:spLocks/>
          </p:cNvSpPr>
          <p:nvPr/>
        </p:nvSpPr>
        <p:spPr>
          <a:xfrm>
            <a:off x="5223975" y="6007715"/>
            <a:ext cx="3307440" cy="430887"/>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Accompagnement du dirigeant exécutif </a:t>
            </a:r>
            <a:r>
              <a:rPr kumimoji="0" lang="fr-FR" sz="1100" b="0" i="0" u="none" strike="noStrike" kern="1200" cap="none" spc="0" normalizeH="0" baseline="0" noProof="0">
                <a:ln>
                  <a:noFill/>
                </a:ln>
                <a:solidFill>
                  <a:srgbClr val="5F5F5F"/>
                </a:solidFill>
                <a:effectLst/>
                <a:uLnTx/>
                <a:uFillTx/>
                <a:latin typeface="Aptos"/>
                <a:ea typeface="+mn-ea"/>
                <a:cs typeface="+mn-cs"/>
              </a:rPr>
              <a:t>par au moins une personne dans sa fonction </a:t>
            </a:r>
          </a:p>
        </p:txBody>
      </p:sp>
      <p:sp>
        <p:nvSpPr>
          <p:cNvPr id="45" name="Content Placeholder 1">
            <a:extLst>
              <a:ext uri="{FF2B5EF4-FFF2-40B4-BE49-F238E27FC236}">
                <a16:creationId xmlns:a16="http://schemas.microsoft.com/office/drawing/2014/main" id="{C9816CA1-4680-6EA8-1A81-E7017D4DEE83}"/>
              </a:ext>
            </a:extLst>
          </p:cNvPr>
          <p:cNvSpPr txBox="1">
            <a:spLocks/>
          </p:cNvSpPr>
          <p:nvPr/>
        </p:nvSpPr>
        <p:spPr bwMode="gray">
          <a:xfrm>
            <a:off x="9773041" y="5508833"/>
            <a:ext cx="1877520" cy="900777"/>
          </a:xfrm>
          <a:prstGeom prst="rect">
            <a:avLst/>
          </a:prstGeom>
        </p:spPr>
        <p:txBody>
          <a:bodyPr wrap="square" lIns="108000" tIns="108000" rIns="108000" bIns="10800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2"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Construction et maintien à jour des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bilans d’écart</a:t>
            </a:r>
            <a:r>
              <a:rPr kumimoji="0" lang="fr-FR" sz="1100" b="0" i="0" u="none" strike="noStrike" kern="1200" cap="none" spc="0" normalizeH="0" baseline="0" noProof="0">
                <a:ln>
                  <a:noFill/>
                </a:ln>
                <a:solidFill>
                  <a:srgbClr val="5F5F5F"/>
                </a:solidFill>
                <a:effectLst/>
                <a:uLnTx/>
                <a:uFillTx/>
                <a:latin typeface="Aptos"/>
                <a:ea typeface="+mn-ea"/>
                <a:cs typeface="+mn-cs"/>
              </a:rPr>
              <a:t>, suivi des plans d’action et capacité de justification</a:t>
            </a:r>
          </a:p>
        </p:txBody>
      </p:sp>
      <p:sp>
        <p:nvSpPr>
          <p:cNvPr id="47" name="ZoneTexte 46">
            <a:extLst>
              <a:ext uri="{FF2B5EF4-FFF2-40B4-BE49-F238E27FC236}">
                <a16:creationId xmlns:a16="http://schemas.microsoft.com/office/drawing/2014/main" id="{2142D633-4E11-B602-E836-03DF76DD7EC6}"/>
              </a:ext>
            </a:extLst>
          </p:cNvPr>
          <p:cNvSpPr txBox="1">
            <a:spLocks/>
          </p:cNvSpPr>
          <p:nvPr/>
        </p:nvSpPr>
        <p:spPr>
          <a:xfrm>
            <a:off x="5209474" y="5306949"/>
            <a:ext cx="290648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451DC7">
                    <a:lumMod val="100000"/>
                  </a:srgbClr>
                </a:solidFill>
                <a:effectLst/>
                <a:uLnTx/>
                <a:uFillTx/>
                <a:latin typeface="Aptos"/>
                <a:ea typeface="+mn-ea"/>
                <a:cs typeface="+mn-cs"/>
              </a:rPr>
              <a:t>Rôle et responsabilité </a:t>
            </a:r>
          </a:p>
        </p:txBody>
      </p:sp>
      <p:sp>
        <p:nvSpPr>
          <p:cNvPr id="48" name="ZoneTexte 48">
            <a:extLst>
              <a:ext uri="{FF2B5EF4-FFF2-40B4-BE49-F238E27FC236}">
                <a16:creationId xmlns:a16="http://schemas.microsoft.com/office/drawing/2014/main" id="{19FE0516-8933-7B92-B002-06A0B24DD3E1}"/>
              </a:ext>
            </a:extLst>
          </p:cNvPr>
          <p:cNvSpPr txBox="1"/>
          <p:nvPr/>
        </p:nvSpPr>
        <p:spPr>
          <a:xfrm>
            <a:off x="5738568" y="5199671"/>
            <a:ext cx="685367"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914400" rtl="0" eaLnBrk="1" fontAlgn="auto" latinLnBrk="0" hangingPunct="1">
              <a:lnSpc>
                <a:spcPct val="100000"/>
              </a:lnSpc>
              <a:spcBef>
                <a:spcPts val="600"/>
              </a:spcBef>
              <a:spcAft>
                <a:spcPts val="300"/>
              </a:spcAft>
              <a:buClrTx/>
              <a:buSzTx/>
              <a:buFontTx/>
              <a:buNone/>
              <a:tabLst/>
              <a:defRPr/>
            </a:pP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p>
        </p:txBody>
      </p:sp>
      <p:sp>
        <p:nvSpPr>
          <p:cNvPr id="49" name="ZoneTexte 48">
            <a:extLst>
              <a:ext uri="{FF2B5EF4-FFF2-40B4-BE49-F238E27FC236}">
                <a16:creationId xmlns:a16="http://schemas.microsoft.com/office/drawing/2014/main" id="{92845DC1-D55E-3BFC-6D66-0CE3BF5F6D3D}"/>
              </a:ext>
            </a:extLst>
          </p:cNvPr>
          <p:cNvSpPr txBox="1"/>
          <p:nvPr/>
        </p:nvSpPr>
        <p:spPr>
          <a:xfrm>
            <a:off x="10371251" y="5202605"/>
            <a:ext cx="685367"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914400" rtl="0" eaLnBrk="1" fontAlgn="auto" latinLnBrk="0" hangingPunct="1">
              <a:lnSpc>
                <a:spcPct val="100000"/>
              </a:lnSpc>
              <a:spcBef>
                <a:spcPts val="600"/>
              </a:spcBef>
              <a:spcAft>
                <a:spcPts val="300"/>
              </a:spcAft>
              <a:buClrTx/>
              <a:buSzTx/>
              <a:buFontTx/>
              <a:buNone/>
              <a:tabLst/>
              <a:defRPr/>
            </a:pP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p>
        </p:txBody>
      </p:sp>
      <p:sp>
        <p:nvSpPr>
          <p:cNvPr id="70" name="Rectangle 69">
            <a:extLst>
              <a:ext uri="{FF2B5EF4-FFF2-40B4-BE49-F238E27FC236}">
                <a16:creationId xmlns:a16="http://schemas.microsoft.com/office/drawing/2014/main" id="{C73CFA80-7F79-7D4B-4833-813562477684}"/>
              </a:ext>
            </a:extLst>
          </p:cNvPr>
          <p:cNvSpPr>
            <a:spLocks/>
          </p:cNvSpPr>
          <p:nvPr/>
        </p:nvSpPr>
        <p:spPr>
          <a:xfrm>
            <a:off x="5173561" y="6010877"/>
            <a:ext cx="3284971" cy="42772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72000" rIns="108000" bIns="7200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451DC7"/>
              </a:solidFill>
              <a:effectLst/>
              <a:uLnTx/>
              <a:uFillTx/>
              <a:latin typeface="Aptos"/>
              <a:ea typeface="+mn-ea"/>
              <a:cs typeface="+mn-cs"/>
            </a:endParaRPr>
          </a:p>
        </p:txBody>
      </p:sp>
      <p:grpSp>
        <p:nvGrpSpPr>
          <p:cNvPr id="42" name="Groupe 41">
            <a:extLst>
              <a:ext uri="{FF2B5EF4-FFF2-40B4-BE49-F238E27FC236}">
                <a16:creationId xmlns:a16="http://schemas.microsoft.com/office/drawing/2014/main" id="{A3AA7B34-E0E3-6EAF-89C3-52DA2C2AAE8F}"/>
              </a:ext>
            </a:extLst>
          </p:cNvPr>
          <p:cNvGrpSpPr>
            <a:grpSpLocks/>
          </p:cNvGrpSpPr>
          <p:nvPr/>
        </p:nvGrpSpPr>
        <p:grpSpPr>
          <a:xfrm>
            <a:off x="5047778" y="6102793"/>
            <a:ext cx="210606" cy="214645"/>
            <a:chOff x="177275" y="6410013"/>
            <a:chExt cx="210606" cy="214645"/>
          </a:xfrm>
          <a:solidFill>
            <a:srgbClr val="546B8C"/>
          </a:solidFill>
        </p:grpSpPr>
        <p:sp>
          <p:nvSpPr>
            <p:cNvPr id="43" name="Ellipse 42">
              <a:extLst>
                <a:ext uri="{FF2B5EF4-FFF2-40B4-BE49-F238E27FC236}">
                  <a16:creationId xmlns:a16="http://schemas.microsoft.com/office/drawing/2014/main" id="{09B96340-DF99-A82A-0BE8-3B5AEA4CF4CD}"/>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44" name="Connecteur droit 43">
              <a:extLst>
                <a:ext uri="{FF2B5EF4-FFF2-40B4-BE49-F238E27FC236}">
                  <a16:creationId xmlns:a16="http://schemas.microsoft.com/office/drawing/2014/main" id="{FDFC3991-C09D-8AC3-2B39-E590F91138FA}"/>
                </a:ext>
              </a:extLst>
            </p:cNvPr>
            <p:cNvCxnSpPr>
              <a:stCxn id="43" idx="7"/>
              <a:endCxn id="43" idx="3"/>
            </p:cNvCxnSpPr>
            <p:nvPr/>
          </p:nvCxnSpPr>
          <p:spPr>
            <a:xfrm flipH="1">
              <a:off x="208118" y="6441447"/>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1" name="Group 10">
            <a:extLst>
              <a:ext uri="{FF2B5EF4-FFF2-40B4-BE49-F238E27FC236}">
                <a16:creationId xmlns:a16="http://schemas.microsoft.com/office/drawing/2014/main" id="{2AFF0FF2-9B32-D7B5-7D3D-9B3C105024F5}"/>
              </a:ext>
            </a:extLst>
          </p:cNvPr>
          <p:cNvGrpSpPr>
            <a:grpSpLocks/>
          </p:cNvGrpSpPr>
          <p:nvPr>
            <p:custDataLst>
              <p:tags r:id="rId2"/>
            </p:custDataLst>
          </p:nvPr>
        </p:nvGrpSpPr>
        <p:grpSpPr>
          <a:xfrm>
            <a:off x="628626" y="5206346"/>
            <a:ext cx="288000" cy="288000"/>
            <a:chOff x="-1077912" y="752990"/>
            <a:chExt cx="1619250" cy="1619250"/>
          </a:xfrm>
        </p:grpSpPr>
        <p:pic>
          <p:nvPicPr>
            <p:cNvPr id="76" name="Graphic 2 [2]" hidden="1">
              <a:extLst>
                <a:ext uri="{FF2B5EF4-FFF2-40B4-BE49-F238E27FC236}">
                  <a16:creationId xmlns:a16="http://schemas.microsoft.com/office/drawing/2014/main" id="{8C1C1ACC-B042-E7A9-791D-21F206F5EDFB}"/>
                </a:ext>
              </a:extLst>
            </p:cNvPr>
            <p:cNvPicPr>
              <a:picLocks noChangeAspect="1"/>
            </p:cNvPicPr>
            <p:nvPr>
              <p:custDataLst>
                <p:tags r:id="rId3"/>
              </p:custDataLst>
            </p:nvPr>
          </p:nvPicPr>
          <p:blipFill>
            <a:blip r:embed="rId20">
              <a:extLst>
                <a:ext uri="{96DAC541-7B7A-43D3-8B79-37D633B846F1}">
                  <asvg:svgBlip xmlns:asvg="http://schemas.microsoft.com/office/drawing/2016/SVG/main" r:embed="rId21"/>
                </a:ext>
              </a:extLst>
            </a:blip>
            <a:stretch>
              <a:fillRect/>
            </a:stretch>
          </p:blipFill>
          <p:spPr>
            <a:xfrm>
              <a:off x="-1077912" y="752990"/>
              <a:ext cx="1619250" cy="1619250"/>
            </a:xfrm>
            <a:prstGeom prst="rect">
              <a:avLst/>
            </a:prstGeom>
          </p:spPr>
        </p:pic>
        <p:pic>
          <p:nvPicPr>
            <p:cNvPr id="77" name="Graphic 4 [1]">
              <a:extLst>
                <a:ext uri="{FF2B5EF4-FFF2-40B4-BE49-F238E27FC236}">
                  <a16:creationId xmlns:a16="http://schemas.microsoft.com/office/drawing/2014/main" id="{0E7FE951-4742-2849-3CBB-20226426D904}"/>
                </a:ext>
              </a:extLst>
            </p:cNvPr>
            <p:cNvPicPr>
              <a:picLocks noChangeAspect="1"/>
            </p:cNvPicPr>
            <p:nvPr>
              <p:custDataLst>
                <p:tags r:id="rId4"/>
              </p:custDataLst>
            </p:nvPr>
          </p:nvPicPr>
          <p:blipFill>
            <a:blip r:embed="rId22">
              <a:extLst>
                <a:ext uri="{96DAC541-7B7A-43D3-8B79-37D633B846F1}">
                  <asvg:svgBlip xmlns:asvg="http://schemas.microsoft.com/office/drawing/2016/SVG/main" r:embed="rId23"/>
                </a:ext>
              </a:extLst>
            </a:blip>
            <a:stretch>
              <a:fillRect/>
            </a:stretch>
          </p:blipFill>
          <p:spPr>
            <a:xfrm>
              <a:off x="-1077912" y="752990"/>
              <a:ext cx="1619250" cy="1619250"/>
            </a:xfrm>
            <a:prstGeom prst="rect">
              <a:avLst/>
            </a:prstGeom>
          </p:spPr>
        </p:pic>
        <p:pic>
          <p:nvPicPr>
            <p:cNvPr id="78" name="Graphic 7 [0]" hidden="1">
              <a:extLst>
                <a:ext uri="{FF2B5EF4-FFF2-40B4-BE49-F238E27FC236}">
                  <a16:creationId xmlns:a16="http://schemas.microsoft.com/office/drawing/2014/main" id="{974EA851-2824-83E6-A60F-23DD2332128E}"/>
                </a:ext>
              </a:extLst>
            </p:cNvPr>
            <p:cNvPicPr>
              <a:picLocks noChangeAspect="1"/>
            </p:cNvPicPr>
            <p:nvPr>
              <p:custDataLst>
                <p:tags r:id="rId5"/>
              </p:custDataLst>
            </p:nvPr>
          </p:nvPicPr>
          <p:blipFill>
            <a:blip r:embed="rId24">
              <a:extLst>
                <a:ext uri="{96DAC541-7B7A-43D3-8B79-37D633B846F1}">
                  <asvg:svgBlip xmlns:asvg="http://schemas.microsoft.com/office/drawing/2016/SVG/main" r:embed="rId25"/>
                </a:ext>
              </a:extLst>
            </a:blip>
            <a:stretch>
              <a:fillRect/>
            </a:stretch>
          </p:blipFill>
          <p:spPr>
            <a:xfrm>
              <a:off x="-1077912" y="752990"/>
              <a:ext cx="1619250" cy="1619250"/>
            </a:xfrm>
            <a:prstGeom prst="rect">
              <a:avLst/>
            </a:prstGeom>
          </p:spPr>
        </p:pic>
        <p:pic>
          <p:nvPicPr>
            <p:cNvPr id="79" name="Graphic 9 [3]" hidden="1">
              <a:extLst>
                <a:ext uri="{FF2B5EF4-FFF2-40B4-BE49-F238E27FC236}">
                  <a16:creationId xmlns:a16="http://schemas.microsoft.com/office/drawing/2014/main" id="{83DA19E9-BCBB-730B-1976-8E5C84E3BD04}"/>
                </a:ext>
              </a:extLst>
            </p:cNvPr>
            <p:cNvPicPr>
              <a:picLocks noChangeAspect="1"/>
            </p:cNvPicPr>
            <p:nvPr>
              <p:custDataLst>
                <p:tags r:id="rId6"/>
              </p:custDataLst>
            </p:nvPr>
          </p:nvPicPr>
          <p:blipFill>
            <a:blip r:embed="rId26">
              <a:extLst>
                <a:ext uri="{96DAC541-7B7A-43D3-8B79-37D633B846F1}">
                  <asvg:svgBlip xmlns:asvg="http://schemas.microsoft.com/office/drawing/2016/SVG/main" r:embed="rId27"/>
                </a:ext>
              </a:extLst>
            </a:blip>
            <a:stretch>
              <a:fillRect/>
            </a:stretch>
          </p:blipFill>
          <p:spPr>
            <a:xfrm>
              <a:off x="-1077912" y="752990"/>
              <a:ext cx="1619250" cy="1619250"/>
            </a:xfrm>
            <a:prstGeom prst="rect">
              <a:avLst/>
            </a:prstGeom>
          </p:spPr>
        </p:pic>
      </p:grpSp>
      <p:cxnSp>
        <p:nvCxnSpPr>
          <p:cNvPr id="122" name="Connecteur : en angle 121">
            <a:extLst>
              <a:ext uri="{FF2B5EF4-FFF2-40B4-BE49-F238E27FC236}">
                <a16:creationId xmlns:a16="http://schemas.microsoft.com/office/drawing/2014/main" id="{C5FCB853-5296-37E5-6FD9-28C8D30BD2E3}"/>
              </a:ext>
            </a:extLst>
          </p:cNvPr>
          <p:cNvCxnSpPr>
            <a:cxnSpLocks/>
          </p:cNvCxnSpPr>
          <p:nvPr/>
        </p:nvCxnSpPr>
        <p:spPr>
          <a:xfrm rot="16200000" flipH="1">
            <a:off x="685490" y="5119210"/>
            <a:ext cx="150326" cy="23946"/>
          </a:xfrm>
          <a:prstGeom prst="bentConnector3">
            <a:avLst>
              <a:gd name="adj1" fmla="val 107931"/>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Espace réservé du texte 2">
            <a:extLst>
              <a:ext uri="{FF2B5EF4-FFF2-40B4-BE49-F238E27FC236}">
                <a16:creationId xmlns:a16="http://schemas.microsoft.com/office/drawing/2014/main" id="{D6DF42DF-29A9-D5A4-F841-C328CACD1DEB}"/>
              </a:ext>
            </a:extLst>
          </p:cNvPr>
          <p:cNvSpPr>
            <a:spLocks noGrp="1"/>
          </p:cNvSpPr>
          <p:nvPr>
            <p:ph type="body" sz="quarter" idx="13"/>
          </p:nvPr>
        </p:nvSpPr>
        <p:spPr>
          <a:xfrm>
            <a:off x="425354" y="144314"/>
            <a:ext cx="11342769" cy="260350"/>
          </a:xfrm>
        </p:spPr>
        <p:txBody>
          <a:bodyPr/>
          <a:lstStyle/>
          <a:p>
            <a:r>
              <a:rPr lang="fr-FR"/>
              <a:t>MISE EN CONFORMITE A LA NIS 2</a:t>
            </a:r>
          </a:p>
        </p:txBody>
      </p:sp>
    </p:spTree>
    <p:extLst>
      <p:ext uri="{BB962C8B-B14F-4D97-AF65-F5344CB8AC3E}">
        <p14:creationId xmlns:p14="http://schemas.microsoft.com/office/powerpoint/2010/main" val="263536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12E897B4-34DF-A720-1674-6CD9B9894EAD}"/>
              </a:ext>
            </a:extLst>
          </p:cNvPr>
          <p:cNvSpPr/>
          <p:nvPr/>
        </p:nvSpPr>
        <p:spPr>
          <a:xfrm>
            <a:off x="11038788" y="6621509"/>
            <a:ext cx="1135551" cy="1708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451DC7"/>
                </a:solidFill>
                <a:effectLst/>
                <a:uLnTx/>
                <a:uFillTx/>
                <a:latin typeface="Aptos"/>
                <a:ea typeface="+mn-ea"/>
                <a:cs typeface="+mn-cs"/>
              </a:rPr>
              <a:t> </a:t>
            </a:r>
          </a:p>
        </p:txBody>
      </p:sp>
      <p:sp>
        <p:nvSpPr>
          <p:cNvPr id="4" name="Rectangle 3">
            <a:extLst>
              <a:ext uri="{FF2B5EF4-FFF2-40B4-BE49-F238E27FC236}">
                <a16:creationId xmlns:a16="http://schemas.microsoft.com/office/drawing/2014/main" id="{E69DC069-D954-993A-0BF8-F35A8AC6108F}"/>
              </a:ext>
            </a:extLst>
          </p:cNvPr>
          <p:cNvSpPr/>
          <p:nvPr/>
        </p:nvSpPr>
        <p:spPr>
          <a:xfrm>
            <a:off x="9418109" y="5280647"/>
            <a:ext cx="2084962" cy="113311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72000" rIns="108000" bIns="7200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451DC7"/>
              </a:solidFill>
              <a:effectLst/>
              <a:uLnTx/>
              <a:uFillTx/>
              <a:latin typeface="Aptos"/>
              <a:ea typeface="+mn-ea"/>
              <a:cs typeface="+mn-cs"/>
            </a:endParaRPr>
          </a:p>
        </p:txBody>
      </p:sp>
      <p:sp>
        <p:nvSpPr>
          <p:cNvPr id="2" name="Titre 1">
            <a:extLst>
              <a:ext uri="{FF2B5EF4-FFF2-40B4-BE49-F238E27FC236}">
                <a16:creationId xmlns:a16="http://schemas.microsoft.com/office/drawing/2014/main" id="{51FD15A2-A9DA-CDE8-55C4-EA78223E0549}"/>
              </a:ext>
            </a:extLst>
          </p:cNvPr>
          <p:cNvSpPr>
            <a:spLocks noGrp="1"/>
          </p:cNvSpPr>
          <p:nvPr>
            <p:ph type="title"/>
          </p:nvPr>
        </p:nvSpPr>
        <p:spPr/>
        <p:txBody>
          <a:bodyPr/>
          <a:lstStyle/>
          <a:p>
            <a:r>
              <a:rPr lang="fr-FR"/>
              <a:t>Gouvernance - Objectifs 3/4/5/6</a:t>
            </a:r>
            <a:endParaRPr lang="en-US"/>
          </a:p>
        </p:txBody>
      </p:sp>
      <p:sp>
        <p:nvSpPr>
          <p:cNvPr id="13" name="ZoneTexte 25">
            <a:extLst>
              <a:ext uri="{FF2B5EF4-FFF2-40B4-BE49-F238E27FC236}">
                <a16:creationId xmlns:a16="http://schemas.microsoft.com/office/drawing/2014/main" id="{59A31997-26AB-A229-CEFA-8C42E3D616F3}"/>
              </a:ext>
            </a:extLst>
          </p:cNvPr>
          <p:cNvSpPr txBox="1">
            <a:spLocks/>
          </p:cNvSpPr>
          <p:nvPr/>
        </p:nvSpPr>
        <p:spPr>
          <a:xfrm>
            <a:off x="423879" y="878387"/>
            <a:ext cx="4969948" cy="523220"/>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Objectifs 3 et 5 : </a:t>
            </a:r>
            <a:r>
              <a:rPr kumimoji="0" lang="fr-FR" sz="1400" b="1" i="0" u="none" strike="noStrike" kern="1200" cap="none" spc="0" normalizeH="0" baseline="0" noProof="0">
                <a:ln>
                  <a:noFill/>
                </a:ln>
                <a:solidFill>
                  <a:srgbClr val="451DC7"/>
                </a:solidFill>
                <a:effectLst/>
                <a:uLnTx/>
                <a:uFillTx/>
                <a:latin typeface="Aptos"/>
                <a:ea typeface="+mn-ea"/>
                <a:cs typeface="+mn-cs"/>
              </a:rPr>
              <a:t>L’entité essentielle a une approche par les risques et réalise des audits</a:t>
            </a:r>
          </a:p>
        </p:txBody>
      </p:sp>
      <p:pic>
        <p:nvPicPr>
          <p:cNvPr id="145" name="Graphic 2 [2]" hidden="1">
            <a:extLst>
              <a:ext uri="{FF2B5EF4-FFF2-40B4-BE49-F238E27FC236}">
                <a16:creationId xmlns:a16="http://schemas.microsoft.com/office/drawing/2014/main" id="{9BE46FAB-E9B4-CE80-C846-4AA62E7BE580}"/>
              </a:ext>
            </a:extLst>
          </p:cNvPr>
          <p:cNvPicPr>
            <a:picLocks noChangeAspect="1"/>
          </p:cNvPicPr>
          <p:nvPr>
            <p:custDataLst>
              <p:tags r:id="rId1"/>
            </p:custDataLst>
          </p:nvPr>
        </p:nvPicPr>
        <p:blipFill>
          <a:blip r:embed="rId55">
            <a:extLst>
              <a:ext uri="{96DAC541-7B7A-43D3-8B79-37D633B846F1}">
                <asvg:svgBlip xmlns:asvg="http://schemas.microsoft.com/office/drawing/2016/SVG/main" r:embed="rId56"/>
              </a:ext>
            </a:extLst>
          </a:blip>
          <a:stretch>
            <a:fillRect/>
          </a:stretch>
        </p:blipFill>
        <p:spPr>
          <a:xfrm>
            <a:off x="565057" y="2529964"/>
            <a:ext cx="409797" cy="409797"/>
          </a:xfrm>
          <a:prstGeom prst="rect">
            <a:avLst/>
          </a:prstGeom>
        </p:spPr>
      </p:pic>
      <p:pic>
        <p:nvPicPr>
          <p:cNvPr id="147" name="Graphic 8 [0]" hidden="1">
            <a:extLst>
              <a:ext uri="{FF2B5EF4-FFF2-40B4-BE49-F238E27FC236}">
                <a16:creationId xmlns:a16="http://schemas.microsoft.com/office/drawing/2014/main" id="{837E5FED-F54C-703C-AF2A-300EE662F101}"/>
              </a:ext>
            </a:extLst>
          </p:cNvPr>
          <p:cNvPicPr>
            <a:picLocks noChangeAspect="1"/>
          </p:cNvPicPr>
          <p:nvPr>
            <p:custDataLst>
              <p:tags r:id="rId2"/>
            </p:custDataLst>
          </p:nvPr>
        </p:nvPicPr>
        <p:blipFill>
          <a:blip r:embed="rId57">
            <a:extLst>
              <a:ext uri="{96DAC541-7B7A-43D3-8B79-37D633B846F1}">
                <asvg:svgBlip xmlns:asvg="http://schemas.microsoft.com/office/drawing/2016/SVG/main" r:embed="rId58"/>
              </a:ext>
            </a:extLst>
          </a:blip>
          <a:stretch>
            <a:fillRect/>
          </a:stretch>
        </p:blipFill>
        <p:spPr>
          <a:xfrm>
            <a:off x="565057" y="2529964"/>
            <a:ext cx="409797" cy="409797"/>
          </a:xfrm>
          <a:prstGeom prst="rect">
            <a:avLst/>
          </a:prstGeom>
        </p:spPr>
      </p:pic>
      <p:pic>
        <p:nvPicPr>
          <p:cNvPr id="148" name="Graphic 12 [3]" hidden="1">
            <a:extLst>
              <a:ext uri="{FF2B5EF4-FFF2-40B4-BE49-F238E27FC236}">
                <a16:creationId xmlns:a16="http://schemas.microsoft.com/office/drawing/2014/main" id="{3F54FB12-F38F-ED25-5D04-09E150256FAF}"/>
              </a:ext>
            </a:extLst>
          </p:cNvPr>
          <p:cNvPicPr>
            <a:picLocks noChangeAspect="1"/>
          </p:cNvPicPr>
          <p:nvPr>
            <p:custDataLst>
              <p:tags r:id="rId3"/>
            </p:custDataLst>
          </p:nvPr>
        </p:nvPicPr>
        <p:blipFill>
          <a:blip r:embed="rId59">
            <a:extLst>
              <a:ext uri="{96DAC541-7B7A-43D3-8B79-37D633B846F1}">
                <asvg:svgBlip xmlns:asvg="http://schemas.microsoft.com/office/drawing/2016/SVG/main" r:embed="rId60"/>
              </a:ext>
            </a:extLst>
          </a:blip>
          <a:stretch>
            <a:fillRect/>
          </a:stretch>
        </p:blipFill>
        <p:spPr>
          <a:xfrm>
            <a:off x="565057" y="2529964"/>
            <a:ext cx="409797" cy="409797"/>
          </a:xfrm>
          <a:prstGeom prst="rect">
            <a:avLst/>
          </a:prstGeom>
        </p:spPr>
      </p:pic>
      <p:pic>
        <p:nvPicPr>
          <p:cNvPr id="139" name="Graphic 2 [2]" hidden="1">
            <a:extLst>
              <a:ext uri="{FF2B5EF4-FFF2-40B4-BE49-F238E27FC236}">
                <a16:creationId xmlns:a16="http://schemas.microsoft.com/office/drawing/2014/main" id="{A8110EAE-AC40-F928-8F30-0758BC8D128D}"/>
              </a:ext>
            </a:extLst>
          </p:cNvPr>
          <p:cNvPicPr>
            <a:picLocks noChangeAspect="1"/>
          </p:cNvPicPr>
          <p:nvPr>
            <p:custDataLst>
              <p:tags r:id="rId4"/>
            </p:custDataLst>
          </p:nvPr>
        </p:nvPicPr>
        <p:blipFill>
          <a:blip r:embed="rId61">
            <a:extLst>
              <a:ext uri="{96DAC541-7B7A-43D3-8B79-37D633B846F1}">
                <asvg:svgBlip xmlns:asvg="http://schemas.microsoft.com/office/drawing/2016/SVG/main" r:embed="rId62"/>
              </a:ext>
            </a:extLst>
          </a:blip>
          <a:stretch>
            <a:fillRect/>
          </a:stretch>
        </p:blipFill>
        <p:spPr>
          <a:xfrm>
            <a:off x="565057" y="3049146"/>
            <a:ext cx="409797" cy="409797"/>
          </a:xfrm>
          <a:prstGeom prst="rect">
            <a:avLst/>
          </a:prstGeom>
        </p:spPr>
      </p:pic>
      <p:pic>
        <p:nvPicPr>
          <p:cNvPr id="141" name="Graphic 7 [0]" hidden="1">
            <a:extLst>
              <a:ext uri="{FF2B5EF4-FFF2-40B4-BE49-F238E27FC236}">
                <a16:creationId xmlns:a16="http://schemas.microsoft.com/office/drawing/2014/main" id="{2421BCFD-DA95-4B71-9E76-A3DC8620534B}"/>
              </a:ext>
            </a:extLst>
          </p:cNvPr>
          <p:cNvPicPr>
            <a:picLocks noChangeAspect="1"/>
          </p:cNvPicPr>
          <p:nvPr>
            <p:custDataLst>
              <p:tags r:id="rId5"/>
            </p:custDataLst>
          </p:nvPr>
        </p:nvPicPr>
        <p:blipFill>
          <a:blip r:embed="rId63">
            <a:extLst>
              <a:ext uri="{96DAC541-7B7A-43D3-8B79-37D633B846F1}">
                <asvg:svgBlip xmlns:asvg="http://schemas.microsoft.com/office/drawing/2016/SVG/main" r:embed="rId64"/>
              </a:ext>
            </a:extLst>
          </a:blip>
          <a:stretch>
            <a:fillRect/>
          </a:stretch>
        </p:blipFill>
        <p:spPr>
          <a:xfrm>
            <a:off x="565057" y="3049146"/>
            <a:ext cx="409797" cy="409797"/>
          </a:xfrm>
          <a:prstGeom prst="rect">
            <a:avLst/>
          </a:prstGeom>
        </p:spPr>
      </p:pic>
      <p:pic>
        <p:nvPicPr>
          <p:cNvPr id="142" name="Graphic 9 [3]" hidden="1">
            <a:extLst>
              <a:ext uri="{FF2B5EF4-FFF2-40B4-BE49-F238E27FC236}">
                <a16:creationId xmlns:a16="http://schemas.microsoft.com/office/drawing/2014/main" id="{0BDAA877-1F8D-04E5-7FC3-A75D1BE63F45}"/>
              </a:ext>
            </a:extLst>
          </p:cNvPr>
          <p:cNvPicPr>
            <a:picLocks noChangeAspect="1"/>
          </p:cNvPicPr>
          <p:nvPr>
            <p:custDataLst>
              <p:tags r:id="rId6"/>
            </p:custDataLst>
          </p:nvPr>
        </p:nvPicPr>
        <p:blipFill>
          <a:blip r:embed="rId65">
            <a:extLst>
              <a:ext uri="{96DAC541-7B7A-43D3-8B79-37D633B846F1}">
                <asvg:svgBlip xmlns:asvg="http://schemas.microsoft.com/office/drawing/2016/SVG/main" r:embed="rId66"/>
              </a:ext>
            </a:extLst>
          </a:blip>
          <a:stretch>
            <a:fillRect/>
          </a:stretch>
        </p:blipFill>
        <p:spPr>
          <a:xfrm>
            <a:off x="565057" y="3049146"/>
            <a:ext cx="409797" cy="409797"/>
          </a:xfrm>
          <a:prstGeom prst="rect">
            <a:avLst/>
          </a:prstGeom>
        </p:spPr>
      </p:pic>
      <p:pic>
        <p:nvPicPr>
          <p:cNvPr id="134" name="Graphic 4 [0]" hidden="1">
            <a:extLst>
              <a:ext uri="{FF2B5EF4-FFF2-40B4-BE49-F238E27FC236}">
                <a16:creationId xmlns:a16="http://schemas.microsoft.com/office/drawing/2014/main" id="{600FD372-BAD4-431D-8EA7-F3B6FA286003}"/>
              </a:ext>
            </a:extLst>
          </p:cNvPr>
          <p:cNvPicPr>
            <a:picLocks noChangeAspect="1"/>
          </p:cNvPicPr>
          <p:nvPr>
            <p:custDataLst>
              <p:tags r:id="rId7"/>
            </p:custDataLst>
          </p:nvPr>
        </p:nvPicPr>
        <p:blipFill>
          <a:blip r:embed="rId67">
            <a:extLst>
              <a:ext uri="{96DAC541-7B7A-43D3-8B79-37D633B846F1}">
                <asvg:svgBlip xmlns:asvg="http://schemas.microsoft.com/office/drawing/2016/SVG/main" r:embed="rId68"/>
              </a:ext>
            </a:extLst>
          </a:blip>
          <a:stretch>
            <a:fillRect/>
          </a:stretch>
        </p:blipFill>
        <p:spPr>
          <a:xfrm>
            <a:off x="776118" y="3547705"/>
            <a:ext cx="409797" cy="409797"/>
          </a:xfrm>
          <a:prstGeom prst="rect">
            <a:avLst/>
          </a:prstGeom>
        </p:spPr>
      </p:pic>
      <p:pic>
        <p:nvPicPr>
          <p:cNvPr id="135" name="Graphic 8 [3]" hidden="1">
            <a:extLst>
              <a:ext uri="{FF2B5EF4-FFF2-40B4-BE49-F238E27FC236}">
                <a16:creationId xmlns:a16="http://schemas.microsoft.com/office/drawing/2014/main" id="{2AA08B65-2938-AC87-8417-085307944000}"/>
              </a:ext>
            </a:extLst>
          </p:cNvPr>
          <p:cNvPicPr>
            <a:picLocks noChangeAspect="1"/>
          </p:cNvPicPr>
          <p:nvPr>
            <p:custDataLst>
              <p:tags r:id="rId8"/>
            </p:custDataLst>
          </p:nvPr>
        </p:nvPicPr>
        <p:blipFill>
          <a:blip r:embed="rId69">
            <a:extLst>
              <a:ext uri="{96DAC541-7B7A-43D3-8B79-37D633B846F1}">
                <asvg:svgBlip xmlns:asvg="http://schemas.microsoft.com/office/drawing/2016/SVG/main" r:embed="rId70"/>
              </a:ext>
            </a:extLst>
          </a:blip>
          <a:stretch>
            <a:fillRect/>
          </a:stretch>
        </p:blipFill>
        <p:spPr>
          <a:xfrm>
            <a:off x="776118" y="3547705"/>
            <a:ext cx="409797" cy="409797"/>
          </a:xfrm>
          <a:prstGeom prst="rect">
            <a:avLst/>
          </a:prstGeom>
        </p:spPr>
      </p:pic>
      <p:pic>
        <p:nvPicPr>
          <p:cNvPr id="136" name="Graphic 12 [2]" hidden="1">
            <a:extLst>
              <a:ext uri="{FF2B5EF4-FFF2-40B4-BE49-F238E27FC236}">
                <a16:creationId xmlns:a16="http://schemas.microsoft.com/office/drawing/2014/main" id="{2569AB2A-27EF-F925-BD17-B5A9464669C2}"/>
              </a:ext>
            </a:extLst>
          </p:cNvPr>
          <p:cNvPicPr>
            <a:picLocks noChangeAspect="1"/>
          </p:cNvPicPr>
          <p:nvPr>
            <p:custDataLst>
              <p:tags r:id="rId9"/>
            </p:custDataLst>
          </p:nvPr>
        </p:nvPicPr>
        <p:blipFill>
          <a:blip r:embed="rId71">
            <a:extLst>
              <a:ext uri="{96DAC541-7B7A-43D3-8B79-37D633B846F1}">
                <asvg:svgBlip xmlns:asvg="http://schemas.microsoft.com/office/drawing/2016/SVG/main" r:embed="rId72"/>
              </a:ext>
            </a:extLst>
          </a:blip>
          <a:stretch>
            <a:fillRect/>
          </a:stretch>
        </p:blipFill>
        <p:spPr>
          <a:xfrm>
            <a:off x="776118" y="3547705"/>
            <a:ext cx="409797" cy="409797"/>
          </a:xfrm>
          <a:prstGeom prst="rect">
            <a:avLst/>
          </a:prstGeom>
        </p:spPr>
      </p:pic>
      <p:pic>
        <p:nvPicPr>
          <p:cNvPr id="166" name="Graphic 2 [3]" hidden="1">
            <a:extLst>
              <a:ext uri="{FF2B5EF4-FFF2-40B4-BE49-F238E27FC236}">
                <a16:creationId xmlns:a16="http://schemas.microsoft.com/office/drawing/2014/main" id="{2A87CBEA-DED1-5011-5269-CBB9DB1B14E4}"/>
              </a:ext>
            </a:extLst>
          </p:cNvPr>
          <p:cNvPicPr>
            <a:picLocks noChangeAspect="1"/>
          </p:cNvPicPr>
          <p:nvPr>
            <p:custDataLst>
              <p:tags r:id="rId10"/>
            </p:custDataLst>
          </p:nvPr>
        </p:nvPicPr>
        <p:blipFill>
          <a:blip r:embed="rId73">
            <a:extLst>
              <a:ext uri="{96DAC541-7B7A-43D3-8B79-37D633B846F1}">
                <asvg:svgBlip xmlns:asvg="http://schemas.microsoft.com/office/drawing/2016/SVG/main" r:embed="rId74"/>
              </a:ext>
            </a:extLst>
          </a:blip>
          <a:stretch>
            <a:fillRect/>
          </a:stretch>
        </p:blipFill>
        <p:spPr>
          <a:xfrm>
            <a:off x="774812" y="2498506"/>
            <a:ext cx="271697" cy="271697"/>
          </a:xfrm>
          <a:prstGeom prst="rect">
            <a:avLst/>
          </a:prstGeom>
        </p:spPr>
      </p:pic>
      <p:pic>
        <p:nvPicPr>
          <p:cNvPr id="167" name="Graphic 4 [2]" hidden="1">
            <a:extLst>
              <a:ext uri="{FF2B5EF4-FFF2-40B4-BE49-F238E27FC236}">
                <a16:creationId xmlns:a16="http://schemas.microsoft.com/office/drawing/2014/main" id="{05D6A7FC-71E6-37CF-4F39-1E3DC8A09441}"/>
              </a:ext>
            </a:extLst>
          </p:cNvPr>
          <p:cNvPicPr>
            <a:picLocks noChangeAspect="1"/>
          </p:cNvPicPr>
          <p:nvPr>
            <p:custDataLst>
              <p:tags r:id="rId11"/>
            </p:custDataLst>
          </p:nvPr>
        </p:nvPicPr>
        <p:blipFill>
          <a:blip r:embed="rId75">
            <a:extLst>
              <a:ext uri="{96DAC541-7B7A-43D3-8B79-37D633B846F1}">
                <asvg:svgBlip xmlns:asvg="http://schemas.microsoft.com/office/drawing/2016/SVG/main" r:embed="rId76"/>
              </a:ext>
            </a:extLst>
          </a:blip>
          <a:stretch>
            <a:fillRect/>
          </a:stretch>
        </p:blipFill>
        <p:spPr>
          <a:xfrm>
            <a:off x="774812" y="2498506"/>
            <a:ext cx="271697" cy="271697"/>
          </a:xfrm>
          <a:prstGeom prst="rect">
            <a:avLst/>
          </a:prstGeom>
        </p:spPr>
      </p:pic>
      <p:pic>
        <p:nvPicPr>
          <p:cNvPr id="169" name="Graphic 12 [1]" hidden="1">
            <a:extLst>
              <a:ext uri="{FF2B5EF4-FFF2-40B4-BE49-F238E27FC236}">
                <a16:creationId xmlns:a16="http://schemas.microsoft.com/office/drawing/2014/main" id="{967E5E5F-CE45-3FC8-DD79-A6AE4C36ECE9}"/>
              </a:ext>
            </a:extLst>
          </p:cNvPr>
          <p:cNvPicPr>
            <a:picLocks noChangeAspect="1"/>
          </p:cNvPicPr>
          <p:nvPr>
            <p:custDataLst>
              <p:tags r:id="rId12"/>
            </p:custDataLst>
          </p:nvPr>
        </p:nvPicPr>
        <p:blipFill>
          <a:blip r:embed="rId77">
            <a:extLst>
              <a:ext uri="{96DAC541-7B7A-43D3-8B79-37D633B846F1}">
                <asvg:svgBlip xmlns:asvg="http://schemas.microsoft.com/office/drawing/2016/SVG/main" r:embed="rId78"/>
              </a:ext>
            </a:extLst>
          </a:blip>
          <a:stretch>
            <a:fillRect/>
          </a:stretch>
        </p:blipFill>
        <p:spPr>
          <a:xfrm>
            <a:off x="774812" y="2498506"/>
            <a:ext cx="271697" cy="271697"/>
          </a:xfrm>
          <a:prstGeom prst="rect">
            <a:avLst/>
          </a:prstGeom>
        </p:spPr>
      </p:pic>
      <p:sp>
        <p:nvSpPr>
          <p:cNvPr id="105" name="ZoneTexte 104">
            <a:extLst>
              <a:ext uri="{FF2B5EF4-FFF2-40B4-BE49-F238E27FC236}">
                <a16:creationId xmlns:a16="http://schemas.microsoft.com/office/drawing/2014/main" id="{F852ABBF-D501-FBF0-65B8-290D2F5BAF52}"/>
              </a:ext>
            </a:extLst>
          </p:cNvPr>
          <p:cNvSpPr txBox="1">
            <a:spLocks/>
          </p:cNvSpPr>
          <p:nvPr/>
        </p:nvSpPr>
        <p:spPr>
          <a:xfrm>
            <a:off x="662380" y="2038629"/>
            <a:ext cx="4731444" cy="600164"/>
          </a:xfrm>
          <a:prstGeom prst="rect">
            <a:avLst/>
          </a:prstGeom>
          <a:noFill/>
        </p:spPr>
        <p:txBody>
          <a:bodyPr wrap="square" lIns="132923" rIns="132923"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250F6B">
                    <a:lumMod val="40000"/>
                    <a:lumOff val="60000"/>
                  </a:srgbClr>
                </a:solidFill>
                <a:effectLst/>
                <a:uLnTx/>
                <a:uFillTx/>
                <a:latin typeface="Aptos"/>
                <a:ea typeface="+mn-ea"/>
                <a:cs typeface="+mn-cs"/>
              </a:rPr>
              <a:t>Une présomption de conformité pour l’objectif 3, en cas de mise en place d’un SMSI conforme à la norme ISO/CEI 27001:2022 couvrant les SIR et/ou un recours à un PACS</a:t>
            </a:r>
          </a:p>
        </p:txBody>
      </p:sp>
      <p:sp>
        <p:nvSpPr>
          <p:cNvPr id="155" name="ZoneTexte 154">
            <a:extLst>
              <a:ext uri="{FF2B5EF4-FFF2-40B4-BE49-F238E27FC236}">
                <a16:creationId xmlns:a16="http://schemas.microsoft.com/office/drawing/2014/main" id="{D5AA11A0-37DE-7AF5-BB5C-DD6FDE8EC185}"/>
              </a:ext>
            </a:extLst>
          </p:cNvPr>
          <p:cNvSpPr txBox="1">
            <a:spLocks/>
          </p:cNvSpPr>
          <p:nvPr/>
        </p:nvSpPr>
        <p:spPr>
          <a:xfrm>
            <a:off x="662381" y="4886639"/>
            <a:ext cx="4738898" cy="430887"/>
          </a:xfrm>
          <a:prstGeom prst="rect">
            <a:avLst/>
          </a:prstGeom>
          <a:noFill/>
        </p:spPr>
        <p:txBody>
          <a:bodyPr wrap="square" lIns="132923" rIns="132923"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250F6B">
                    <a:lumMod val="40000"/>
                    <a:lumOff val="60000"/>
                  </a:srgbClr>
                </a:solidFill>
                <a:effectLst/>
                <a:uLnTx/>
                <a:uFillTx/>
                <a:latin typeface="Aptos"/>
                <a:ea typeface="+mn-ea"/>
                <a:cs typeface="+mn-cs"/>
              </a:rPr>
              <a:t>Une présomption de conformité pour l’objectif 5, en cas de recours à un PASSI</a:t>
            </a:r>
          </a:p>
        </p:txBody>
      </p:sp>
      <p:pic>
        <p:nvPicPr>
          <p:cNvPr id="32" name="Graphic 2 [2]" hidden="1">
            <a:extLst>
              <a:ext uri="{FF2B5EF4-FFF2-40B4-BE49-F238E27FC236}">
                <a16:creationId xmlns:a16="http://schemas.microsoft.com/office/drawing/2014/main" id="{64E66287-DD88-E3CD-73B7-DC2FD215F677}"/>
              </a:ext>
            </a:extLst>
          </p:cNvPr>
          <p:cNvPicPr>
            <a:picLocks noChangeAspect="1"/>
          </p:cNvPicPr>
          <p:nvPr>
            <p:custDataLst>
              <p:tags r:id="rId13"/>
            </p:custDataLst>
          </p:nvPr>
        </p:nvPicPr>
        <p:blipFill>
          <a:blip r:embed="rId79">
            <a:extLst>
              <a:ext uri="{96DAC541-7B7A-43D3-8B79-37D633B846F1}">
                <asvg:svgBlip xmlns:asvg="http://schemas.microsoft.com/office/drawing/2016/SVG/main" r:embed="rId80"/>
              </a:ext>
            </a:extLst>
          </a:blip>
          <a:stretch>
            <a:fillRect/>
          </a:stretch>
        </p:blipFill>
        <p:spPr>
          <a:xfrm>
            <a:off x="-127898" y="4382869"/>
            <a:ext cx="1619250" cy="1619250"/>
          </a:xfrm>
          <a:prstGeom prst="rect">
            <a:avLst/>
          </a:prstGeom>
        </p:spPr>
      </p:pic>
      <p:pic>
        <p:nvPicPr>
          <p:cNvPr id="33" name="Graphic 4 [1]" hidden="1">
            <a:extLst>
              <a:ext uri="{FF2B5EF4-FFF2-40B4-BE49-F238E27FC236}">
                <a16:creationId xmlns:a16="http://schemas.microsoft.com/office/drawing/2014/main" id="{824530CC-9B58-C47A-6BDB-1DF5119CD06A}"/>
              </a:ext>
            </a:extLst>
          </p:cNvPr>
          <p:cNvPicPr>
            <a:picLocks noChangeAspect="1"/>
          </p:cNvPicPr>
          <p:nvPr>
            <p:custDataLst>
              <p:tags r:id="rId14"/>
            </p:custDataLst>
          </p:nvPr>
        </p:nvPicPr>
        <p:blipFill>
          <a:blip r:embed="rId81">
            <a:extLst>
              <a:ext uri="{96DAC541-7B7A-43D3-8B79-37D633B846F1}">
                <asvg:svgBlip xmlns:asvg="http://schemas.microsoft.com/office/drawing/2016/SVG/main" r:embed="rId82"/>
              </a:ext>
            </a:extLst>
          </a:blip>
          <a:stretch>
            <a:fillRect/>
          </a:stretch>
        </p:blipFill>
        <p:spPr>
          <a:xfrm>
            <a:off x="-127898" y="4382869"/>
            <a:ext cx="1619250" cy="1619250"/>
          </a:xfrm>
          <a:prstGeom prst="rect">
            <a:avLst/>
          </a:prstGeom>
        </p:spPr>
      </p:pic>
      <p:pic>
        <p:nvPicPr>
          <p:cNvPr id="35" name="Graphic 12 [3]" hidden="1">
            <a:extLst>
              <a:ext uri="{FF2B5EF4-FFF2-40B4-BE49-F238E27FC236}">
                <a16:creationId xmlns:a16="http://schemas.microsoft.com/office/drawing/2014/main" id="{19B21653-5F4A-1D4D-BE68-6DAC8557E9EA}"/>
              </a:ext>
            </a:extLst>
          </p:cNvPr>
          <p:cNvPicPr>
            <a:picLocks noChangeAspect="1"/>
          </p:cNvPicPr>
          <p:nvPr>
            <p:custDataLst>
              <p:tags r:id="rId15"/>
            </p:custDataLst>
          </p:nvPr>
        </p:nvPicPr>
        <p:blipFill>
          <a:blip r:embed="rId83">
            <a:extLst>
              <a:ext uri="{96DAC541-7B7A-43D3-8B79-37D633B846F1}">
                <asvg:svgBlip xmlns:asvg="http://schemas.microsoft.com/office/drawing/2016/SVG/main" r:embed="rId84"/>
              </a:ext>
            </a:extLst>
          </a:blip>
          <a:stretch>
            <a:fillRect/>
          </a:stretch>
        </p:blipFill>
        <p:spPr>
          <a:xfrm>
            <a:off x="-127898" y="4382869"/>
            <a:ext cx="1619250" cy="1619250"/>
          </a:xfrm>
          <a:prstGeom prst="rect">
            <a:avLst/>
          </a:prstGeom>
        </p:spPr>
      </p:pic>
      <p:sp>
        <p:nvSpPr>
          <p:cNvPr id="9" name="ZoneTexte 8">
            <a:extLst>
              <a:ext uri="{FF2B5EF4-FFF2-40B4-BE49-F238E27FC236}">
                <a16:creationId xmlns:a16="http://schemas.microsoft.com/office/drawing/2014/main" id="{3AD1E061-F688-89BA-4090-A89BE0044A82}"/>
              </a:ext>
            </a:extLst>
          </p:cNvPr>
          <p:cNvSpPr txBox="1">
            <a:spLocks/>
          </p:cNvSpPr>
          <p:nvPr/>
        </p:nvSpPr>
        <p:spPr>
          <a:xfrm>
            <a:off x="1115952" y="3071322"/>
            <a:ext cx="4293483" cy="261610"/>
          </a:xfrm>
          <a:prstGeom prst="rect">
            <a:avLst/>
          </a:prstGeom>
          <a:noFill/>
        </p:spPr>
        <p:txBody>
          <a:bodyPr wrap="square" lIns="132923" rIns="132923"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Analyse de risque sur chaque SIR à réaliser tous les</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 3 ans </a:t>
            </a:r>
          </a:p>
        </p:txBody>
      </p:sp>
      <p:sp>
        <p:nvSpPr>
          <p:cNvPr id="10" name="ZoneTexte 9">
            <a:extLst>
              <a:ext uri="{FF2B5EF4-FFF2-40B4-BE49-F238E27FC236}">
                <a16:creationId xmlns:a16="http://schemas.microsoft.com/office/drawing/2014/main" id="{69FD50CC-C731-CA14-87C3-E7C87309E4B3}"/>
              </a:ext>
            </a:extLst>
          </p:cNvPr>
          <p:cNvSpPr txBox="1">
            <a:spLocks/>
          </p:cNvSpPr>
          <p:nvPr/>
        </p:nvSpPr>
        <p:spPr>
          <a:xfrm>
            <a:off x="1115952" y="3782625"/>
            <a:ext cx="4293483" cy="430887"/>
          </a:xfrm>
          <a:prstGeom prst="rect">
            <a:avLst/>
          </a:prstGeom>
          <a:noFill/>
        </p:spPr>
        <p:txBody>
          <a:bodyPr wrap="square" lIns="132923" rIns="132923"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Suivi du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plan de remédiation </a:t>
            </a:r>
            <a:r>
              <a:rPr kumimoji="0" lang="fr-FR" sz="1100" b="0" i="0" u="none" strike="noStrike" kern="1200" cap="none" spc="0" normalizeH="0" baseline="0" noProof="0">
                <a:ln>
                  <a:noFill/>
                </a:ln>
                <a:solidFill>
                  <a:srgbClr val="5F5F5F"/>
                </a:solidFill>
                <a:effectLst/>
                <a:uLnTx/>
                <a:uFillTx/>
                <a:latin typeface="Aptos"/>
                <a:ea typeface="+mn-ea"/>
                <a:cs typeface="+mn-cs"/>
              </a:rPr>
              <a:t>des risques avec définition d’une échéance, identification d’un porteur etc.</a:t>
            </a:r>
          </a:p>
        </p:txBody>
      </p:sp>
      <p:sp>
        <p:nvSpPr>
          <p:cNvPr id="24" name="ZoneTexte 23">
            <a:extLst>
              <a:ext uri="{FF2B5EF4-FFF2-40B4-BE49-F238E27FC236}">
                <a16:creationId xmlns:a16="http://schemas.microsoft.com/office/drawing/2014/main" id="{CFBB81CE-EFDE-6078-6471-DC56741F97C2}"/>
              </a:ext>
            </a:extLst>
          </p:cNvPr>
          <p:cNvSpPr txBox="1">
            <a:spLocks/>
          </p:cNvSpPr>
          <p:nvPr/>
        </p:nvSpPr>
        <p:spPr>
          <a:xfrm>
            <a:off x="1115952" y="3334152"/>
            <a:ext cx="4303657" cy="430887"/>
          </a:xfrm>
          <a:prstGeom prst="rect">
            <a:avLst/>
          </a:prstGeom>
          <a:noFill/>
        </p:spPr>
        <p:txBody>
          <a:bodyPr wrap="square" lIns="132923" rIns="132923"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Acceptation des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risques résiduels </a:t>
            </a:r>
            <a:r>
              <a:rPr kumimoji="0" lang="fr-FR" sz="1100" b="0" i="0" u="none" strike="noStrike" kern="1200" cap="none" spc="0" normalizeH="0" baseline="0" noProof="0">
                <a:ln>
                  <a:noFill/>
                </a:ln>
                <a:solidFill>
                  <a:srgbClr val="5F5F5F"/>
                </a:solidFill>
                <a:effectLst/>
                <a:uLnTx/>
                <a:uFillTx/>
                <a:latin typeface="Aptos"/>
                <a:ea typeface="+mn-ea"/>
                <a:cs typeface="+mn-cs"/>
              </a:rPr>
              <a:t>avec implication du dirigeant exécutif</a:t>
            </a:r>
          </a:p>
        </p:txBody>
      </p:sp>
      <p:sp>
        <p:nvSpPr>
          <p:cNvPr id="26" name="ZoneTexte 25">
            <a:extLst>
              <a:ext uri="{FF2B5EF4-FFF2-40B4-BE49-F238E27FC236}">
                <a16:creationId xmlns:a16="http://schemas.microsoft.com/office/drawing/2014/main" id="{CD3E6AD1-A37E-65B6-1FCE-2D1D0C9FE9BD}"/>
              </a:ext>
            </a:extLst>
          </p:cNvPr>
          <p:cNvSpPr txBox="1">
            <a:spLocks/>
          </p:cNvSpPr>
          <p:nvPr/>
        </p:nvSpPr>
        <p:spPr>
          <a:xfrm>
            <a:off x="1115952" y="2614533"/>
            <a:ext cx="4293482" cy="430887"/>
          </a:xfrm>
          <a:prstGeom prst="rect">
            <a:avLst/>
          </a:prstGeom>
          <a:noFill/>
        </p:spPr>
        <p:txBody>
          <a:bodyPr wrap="square" lIns="132923" rIns="132923"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place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d’une gouvernance par les risques </a:t>
            </a:r>
            <a:r>
              <a:rPr kumimoji="0" lang="fr-FR" sz="1100" b="0" i="0" u="none" strike="noStrike" kern="1200" cap="none" spc="0" normalizeH="0" baseline="0" noProof="0">
                <a:ln>
                  <a:noFill/>
                </a:ln>
                <a:solidFill>
                  <a:srgbClr val="5F5F5F"/>
                </a:solidFill>
                <a:effectLst/>
                <a:uLnTx/>
                <a:uFillTx/>
                <a:latin typeface="Aptos"/>
                <a:ea typeface="+mn-ea"/>
                <a:cs typeface="+mn-cs"/>
              </a:rPr>
              <a:t>et prise en compte par le dirigeant exécutif</a:t>
            </a:r>
          </a:p>
        </p:txBody>
      </p:sp>
      <p:sp>
        <p:nvSpPr>
          <p:cNvPr id="27" name="ZoneTexte 26">
            <a:extLst>
              <a:ext uri="{FF2B5EF4-FFF2-40B4-BE49-F238E27FC236}">
                <a16:creationId xmlns:a16="http://schemas.microsoft.com/office/drawing/2014/main" id="{3838D895-6567-2281-73A5-5B9BA13CA68B}"/>
              </a:ext>
            </a:extLst>
          </p:cNvPr>
          <p:cNvSpPr txBox="1">
            <a:spLocks/>
          </p:cNvSpPr>
          <p:nvPr/>
        </p:nvSpPr>
        <p:spPr>
          <a:xfrm>
            <a:off x="1069110" y="5661042"/>
            <a:ext cx="4372336" cy="600164"/>
          </a:xfrm>
          <a:custGeom>
            <a:avLst/>
            <a:gdLst>
              <a:gd name="connsiteX0" fmla="*/ 0 w 3575407"/>
              <a:gd name="connsiteY0" fmla="*/ 0 h 369332"/>
              <a:gd name="connsiteX1" fmla="*/ 3575407 w 3575407"/>
              <a:gd name="connsiteY1" fmla="*/ 0 h 369332"/>
              <a:gd name="connsiteX2" fmla="*/ 3575407 w 3575407"/>
              <a:gd name="connsiteY2" fmla="*/ 369332 h 369332"/>
              <a:gd name="connsiteX3" fmla="*/ 0 w 3575407"/>
              <a:gd name="connsiteY3" fmla="*/ 369332 h 369332"/>
              <a:gd name="connsiteX4" fmla="*/ 0 w 3575407"/>
              <a:gd name="connsiteY4" fmla="*/ 0 h 369332"/>
              <a:gd name="connsiteX0" fmla="*/ 0 w 3575407"/>
              <a:gd name="connsiteY0" fmla="*/ 0 h 451526"/>
              <a:gd name="connsiteX1" fmla="*/ 3575407 w 3575407"/>
              <a:gd name="connsiteY1" fmla="*/ 0 h 451526"/>
              <a:gd name="connsiteX2" fmla="*/ 3575407 w 3575407"/>
              <a:gd name="connsiteY2" fmla="*/ 451526 h 451526"/>
              <a:gd name="connsiteX3" fmla="*/ 0 w 3575407"/>
              <a:gd name="connsiteY3" fmla="*/ 369332 h 451526"/>
              <a:gd name="connsiteX4" fmla="*/ 0 w 3575407"/>
              <a:gd name="connsiteY4" fmla="*/ 0 h 451526"/>
              <a:gd name="connsiteX0" fmla="*/ 0 w 3575407"/>
              <a:gd name="connsiteY0" fmla="*/ 0 h 523445"/>
              <a:gd name="connsiteX1" fmla="*/ 3575407 w 3575407"/>
              <a:gd name="connsiteY1" fmla="*/ 0 h 523445"/>
              <a:gd name="connsiteX2" fmla="*/ 3575407 w 3575407"/>
              <a:gd name="connsiteY2" fmla="*/ 451526 h 523445"/>
              <a:gd name="connsiteX3" fmla="*/ 10274 w 3575407"/>
              <a:gd name="connsiteY3" fmla="*/ 523445 h 523445"/>
              <a:gd name="connsiteX4" fmla="*/ 0 w 3575407"/>
              <a:gd name="connsiteY4" fmla="*/ 0 h 523445"/>
              <a:gd name="connsiteX0" fmla="*/ 0 w 3575407"/>
              <a:gd name="connsiteY0" fmla="*/ 0 h 529359"/>
              <a:gd name="connsiteX1" fmla="*/ 3575407 w 3575407"/>
              <a:gd name="connsiteY1" fmla="*/ 0 h 529359"/>
              <a:gd name="connsiteX2" fmla="*/ 3575407 w 3575407"/>
              <a:gd name="connsiteY2" fmla="*/ 451526 h 529359"/>
              <a:gd name="connsiteX3" fmla="*/ 10274 w 3575407"/>
              <a:gd name="connsiteY3" fmla="*/ 523445 h 529359"/>
              <a:gd name="connsiteX4" fmla="*/ 0 w 3575407"/>
              <a:gd name="connsiteY4" fmla="*/ 0 h 529359"/>
              <a:gd name="connsiteX0" fmla="*/ 0 w 3575407"/>
              <a:gd name="connsiteY0" fmla="*/ 0 h 523445"/>
              <a:gd name="connsiteX1" fmla="*/ 3575407 w 3575407"/>
              <a:gd name="connsiteY1" fmla="*/ 0 h 523445"/>
              <a:gd name="connsiteX2" fmla="*/ 3575407 w 3575407"/>
              <a:gd name="connsiteY2" fmla="*/ 451526 h 523445"/>
              <a:gd name="connsiteX3" fmla="*/ 10274 w 3575407"/>
              <a:gd name="connsiteY3" fmla="*/ 523445 h 523445"/>
              <a:gd name="connsiteX4" fmla="*/ 0 w 3575407"/>
              <a:gd name="connsiteY4" fmla="*/ 0 h 523445"/>
              <a:gd name="connsiteX0" fmla="*/ 0 w 3606230"/>
              <a:gd name="connsiteY0" fmla="*/ 0 h 526200"/>
              <a:gd name="connsiteX1" fmla="*/ 3575407 w 3606230"/>
              <a:gd name="connsiteY1" fmla="*/ 0 h 526200"/>
              <a:gd name="connsiteX2" fmla="*/ 3606230 w 3606230"/>
              <a:gd name="connsiteY2" fmla="*/ 513171 h 526200"/>
              <a:gd name="connsiteX3" fmla="*/ 10274 w 3606230"/>
              <a:gd name="connsiteY3" fmla="*/ 523445 h 526200"/>
              <a:gd name="connsiteX4" fmla="*/ 0 w 3606230"/>
              <a:gd name="connsiteY4" fmla="*/ 0 h 52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230" h="526200">
                <a:moveTo>
                  <a:pt x="0" y="0"/>
                </a:moveTo>
                <a:lnTo>
                  <a:pt x="3575407" y="0"/>
                </a:lnTo>
                <a:lnTo>
                  <a:pt x="3606230" y="513171"/>
                </a:lnTo>
                <a:cubicBezTo>
                  <a:pt x="2417852" y="537144"/>
                  <a:pt x="2061681" y="520020"/>
                  <a:pt x="10274" y="523445"/>
                </a:cubicBezTo>
                <a:lnTo>
                  <a:pt x="0" y="0"/>
                </a:lnTo>
                <a:close/>
              </a:path>
            </a:pathLst>
          </a:custGeom>
          <a:noFill/>
        </p:spPr>
        <p:txBody>
          <a:bodyPr wrap="square" lIns="132923" rIns="132923"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Audit à réaliser tous les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3 ans </a:t>
            </a:r>
            <a:r>
              <a:rPr kumimoji="0" lang="fr-FR" sz="1100" b="0" i="0" u="none" strike="noStrike" kern="1200" cap="none" spc="0" normalizeH="0" baseline="0" noProof="0">
                <a:ln>
                  <a:noFill/>
                </a:ln>
                <a:solidFill>
                  <a:srgbClr val="5F5F5F"/>
                </a:solidFill>
                <a:effectLst/>
                <a:uLnTx/>
                <a:uFillTx/>
                <a:latin typeface="Aptos"/>
                <a:ea typeface="+mn-ea"/>
                <a:cs typeface="+mn-cs"/>
              </a:rPr>
              <a:t>(avec un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test d’intrusion</a:t>
            </a:r>
            <a:r>
              <a:rPr kumimoji="0" lang="fr-FR" sz="1100" b="0" i="0" u="none" strike="noStrike" kern="1200" cap="none" spc="0" normalizeH="0" baseline="0" noProof="0">
                <a:ln>
                  <a:noFill/>
                </a:ln>
                <a:solidFill>
                  <a:srgbClr val="5F5F5F"/>
                </a:solidFill>
                <a:effectLst/>
                <a:uLnTx/>
                <a:uFillTx/>
                <a:latin typeface="Aptos"/>
                <a:ea typeface="+mn-ea"/>
                <a:cs typeface="+mn-cs"/>
              </a:rPr>
              <a:t>, un audit de</a:t>
            </a:r>
            <a:r>
              <a:rPr kumimoji="0" lang="fr-FR" sz="1100" b="0" i="0" u="none" strike="noStrike" kern="1200" cap="none" spc="0" normalizeH="0" baseline="0" noProof="0">
                <a:ln>
                  <a:noFill/>
                </a:ln>
                <a:solidFill>
                  <a:srgbClr val="000000"/>
                </a:solidFill>
                <a:effectLst/>
                <a:uLnTx/>
                <a:uFillTx/>
                <a:latin typeface="Aptos"/>
                <a:ea typeface="+mn-ea"/>
                <a:cs typeface="+mn-cs"/>
              </a:rPr>
              <a:t>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configuration, d’architecture, organisationnel et physique </a:t>
            </a:r>
            <a:r>
              <a:rPr kumimoji="0" lang="fr-FR" sz="1100" b="0" i="0" u="none" strike="noStrike" kern="1200" cap="none" spc="0" normalizeH="0" baseline="0" noProof="0">
                <a:ln>
                  <a:noFill/>
                </a:ln>
                <a:solidFill>
                  <a:srgbClr val="5F5F5F"/>
                </a:solidFill>
                <a:effectLst/>
                <a:uLnTx/>
                <a:uFillTx/>
                <a:latin typeface="Aptos"/>
                <a:ea typeface="+mn-ea"/>
                <a:cs typeface="+mn-cs"/>
              </a:rPr>
              <a:t>et, si pertinent, un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audit de code</a:t>
            </a:r>
            <a:r>
              <a:rPr kumimoji="0" lang="fr-FR" sz="1100" b="0" i="0" u="none" strike="noStrike" kern="1200" cap="none" spc="0" normalizeH="0" baseline="0" noProof="0">
                <a:ln>
                  <a:noFill/>
                </a:ln>
                <a:solidFill>
                  <a:srgbClr val="000000"/>
                </a:solidFill>
                <a:effectLst/>
                <a:uLnTx/>
                <a:uFillTx/>
                <a:latin typeface="Aptos"/>
                <a:ea typeface="+mn-ea"/>
                <a:cs typeface="+mn-cs"/>
              </a:rPr>
              <a:t>)</a:t>
            </a:r>
          </a:p>
        </p:txBody>
      </p:sp>
      <p:sp>
        <p:nvSpPr>
          <p:cNvPr id="28" name="ZoneTexte 27">
            <a:extLst>
              <a:ext uri="{FF2B5EF4-FFF2-40B4-BE49-F238E27FC236}">
                <a16:creationId xmlns:a16="http://schemas.microsoft.com/office/drawing/2014/main" id="{F3A71DF4-83E5-8933-991F-776F6907BCB9}"/>
              </a:ext>
            </a:extLst>
          </p:cNvPr>
          <p:cNvSpPr txBox="1">
            <a:spLocks/>
          </p:cNvSpPr>
          <p:nvPr/>
        </p:nvSpPr>
        <p:spPr>
          <a:xfrm>
            <a:off x="1047924" y="6253279"/>
            <a:ext cx="4414709" cy="430887"/>
          </a:xfrm>
          <a:prstGeom prst="rect">
            <a:avLst/>
          </a:prstGeom>
          <a:noFill/>
          <a:extLst>
            <a:ext uri="{909E8E84-426E-40DD-AFC4-6F175D3DCCD1}">
              <a14:hiddenFill xmlns:a14="http://schemas.microsoft.com/office/drawing/2010/main">
                <a:solidFill>
                  <a:srgbClr val="B24669"/>
                </a:solidFill>
              </a14:hiddenFill>
            </a:ext>
          </a:extLst>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Suivi du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plan de remédiation </a:t>
            </a:r>
            <a:r>
              <a:rPr kumimoji="0" lang="fr-FR" sz="1100" b="0" i="0" u="none" strike="noStrike" kern="1200" cap="none" spc="0" normalizeH="0" baseline="0" noProof="0">
                <a:ln>
                  <a:noFill/>
                </a:ln>
                <a:solidFill>
                  <a:srgbClr val="5F5F5F"/>
                </a:solidFill>
                <a:effectLst/>
                <a:uLnTx/>
                <a:uFillTx/>
                <a:latin typeface="Aptos"/>
                <a:ea typeface="+mn-ea"/>
                <a:cs typeface="+mn-cs"/>
              </a:rPr>
              <a:t>des audits avec définition d’une échéance, identification d’un porteur etc.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p>
        </p:txBody>
      </p:sp>
      <p:sp>
        <p:nvSpPr>
          <p:cNvPr id="34" name="ZoneTexte 33">
            <a:extLst>
              <a:ext uri="{FF2B5EF4-FFF2-40B4-BE49-F238E27FC236}">
                <a16:creationId xmlns:a16="http://schemas.microsoft.com/office/drawing/2014/main" id="{DEB4BE1C-8A31-9FF8-C4E8-CC266D1F7330}"/>
              </a:ext>
            </a:extLst>
          </p:cNvPr>
          <p:cNvSpPr txBox="1">
            <a:spLocks/>
          </p:cNvSpPr>
          <p:nvPr/>
        </p:nvSpPr>
        <p:spPr>
          <a:xfrm>
            <a:off x="1047924" y="5326746"/>
            <a:ext cx="4400501" cy="261610"/>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Définition et mise en œuvre d’un programme d’audit</a:t>
            </a:r>
          </a:p>
        </p:txBody>
      </p:sp>
      <p:sp>
        <p:nvSpPr>
          <p:cNvPr id="41" name="ZoneTexte 40">
            <a:extLst>
              <a:ext uri="{FF2B5EF4-FFF2-40B4-BE49-F238E27FC236}">
                <a16:creationId xmlns:a16="http://schemas.microsoft.com/office/drawing/2014/main" id="{40AD08ED-BFE2-2750-1812-C13D8E5BBECC}"/>
              </a:ext>
            </a:extLst>
          </p:cNvPr>
          <p:cNvSpPr txBox="1">
            <a:spLocks/>
          </p:cNvSpPr>
          <p:nvPr/>
        </p:nvSpPr>
        <p:spPr>
          <a:xfrm>
            <a:off x="6521951" y="921015"/>
            <a:ext cx="4912330" cy="319639"/>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4:</a:t>
            </a:r>
            <a:r>
              <a:rPr kumimoji="0" lang="fr-FR" sz="1400" b="1" i="0" u="none" strike="noStrike" kern="1200" cap="none" spc="0" normalizeH="0" baseline="0" noProof="0">
                <a:ln>
                  <a:noFill/>
                </a:ln>
                <a:solidFill>
                  <a:srgbClr val="451DC7"/>
                </a:solidFill>
                <a:effectLst/>
                <a:uLnTx/>
                <a:uFillTx/>
                <a:latin typeface="Aptos"/>
                <a:ea typeface="+mn-ea"/>
                <a:cs typeface="+mn-cs"/>
              </a:rPr>
              <a:t> L’entité maîtrise son écosystème</a:t>
            </a:r>
          </a:p>
        </p:txBody>
      </p:sp>
      <p:sp>
        <p:nvSpPr>
          <p:cNvPr id="42" name="Rectangle : coins arrondis 41">
            <a:extLst>
              <a:ext uri="{FF2B5EF4-FFF2-40B4-BE49-F238E27FC236}">
                <a16:creationId xmlns:a16="http://schemas.microsoft.com/office/drawing/2014/main" id="{D1D7299A-338B-0D88-418A-A984F9FCB988}"/>
              </a:ext>
            </a:extLst>
          </p:cNvPr>
          <p:cNvSpPr>
            <a:spLocks/>
          </p:cNvSpPr>
          <p:nvPr/>
        </p:nvSpPr>
        <p:spPr>
          <a:xfrm>
            <a:off x="7426873" y="1404052"/>
            <a:ext cx="3505820" cy="241075"/>
          </a:xfrm>
          <a:prstGeom prst="roundRect">
            <a:avLst/>
          </a:prstGeom>
          <a:noFill/>
          <a:ln w="9525"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4">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451DC7"/>
                </a:solidFill>
                <a:effectLst/>
                <a:uLnTx/>
                <a:uFillTx/>
                <a:latin typeface="Aptos"/>
                <a:ea typeface="+mn-ea"/>
                <a:cs typeface="+mn-cs"/>
              </a:rPr>
              <a:t>Cartographie des prestataires </a:t>
            </a:r>
          </a:p>
        </p:txBody>
      </p:sp>
      <p:sp>
        <p:nvSpPr>
          <p:cNvPr id="43" name="Rectangle : coins arrondis 42">
            <a:extLst>
              <a:ext uri="{FF2B5EF4-FFF2-40B4-BE49-F238E27FC236}">
                <a16:creationId xmlns:a16="http://schemas.microsoft.com/office/drawing/2014/main" id="{A11F9866-9067-77B6-84EE-C495EFF20321}"/>
              </a:ext>
            </a:extLst>
          </p:cNvPr>
          <p:cNvSpPr>
            <a:spLocks/>
          </p:cNvSpPr>
          <p:nvPr/>
        </p:nvSpPr>
        <p:spPr>
          <a:xfrm>
            <a:off x="7426873" y="3436640"/>
            <a:ext cx="3505820" cy="241075"/>
          </a:xfrm>
          <a:prstGeom prst="roundRect">
            <a:avLst/>
          </a:prstGeom>
          <a:noFill/>
          <a:ln w="9525"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5">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Intégration de la sécurité dans les contrats </a:t>
            </a:r>
          </a:p>
        </p:txBody>
      </p:sp>
      <p:sp>
        <p:nvSpPr>
          <p:cNvPr id="44" name="Rectangle : coins arrondis 43">
            <a:extLst>
              <a:ext uri="{FF2B5EF4-FFF2-40B4-BE49-F238E27FC236}">
                <a16:creationId xmlns:a16="http://schemas.microsoft.com/office/drawing/2014/main" id="{958FBD5E-2B81-237E-3EDC-F1FFC8FCAC40}"/>
              </a:ext>
            </a:extLst>
          </p:cNvPr>
          <p:cNvSpPr>
            <a:spLocks/>
          </p:cNvSpPr>
          <p:nvPr/>
        </p:nvSpPr>
        <p:spPr>
          <a:xfrm>
            <a:off x="7426873" y="2417682"/>
            <a:ext cx="3505820" cy="241075"/>
          </a:xfrm>
          <a:prstGeom prst="roundRect">
            <a:avLst/>
          </a:prstGeom>
          <a:noFill/>
          <a:ln w="9525"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3">
                    <a:lumMod val="10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Vérification de la conformité des prestataires </a:t>
            </a:r>
          </a:p>
        </p:txBody>
      </p:sp>
      <p:sp>
        <p:nvSpPr>
          <p:cNvPr id="50" name="Content Placeholder 1">
            <a:extLst>
              <a:ext uri="{FF2B5EF4-FFF2-40B4-BE49-F238E27FC236}">
                <a16:creationId xmlns:a16="http://schemas.microsoft.com/office/drawing/2014/main" id="{72749C8C-CEA0-202E-279F-26627663B2F7}"/>
              </a:ext>
            </a:extLst>
          </p:cNvPr>
          <p:cNvSpPr txBox="1">
            <a:spLocks/>
          </p:cNvSpPr>
          <p:nvPr/>
        </p:nvSpPr>
        <p:spPr bwMode="gray">
          <a:xfrm>
            <a:off x="7531943" y="1670389"/>
            <a:ext cx="4084830" cy="633406"/>
          </a:xfrm>
          <a:prstGeom prst="rect">
            <a:avLst/>
          </a:prstGeom>
        </p:spPr>
        <p:txBody>
          <a:bodyPr wrap="square" lIns="132923" tIns="132923" rIns="132923" bIns="132923">
            <a:noAutofit/>
          </a:bodyPr>
          <a:lstStyle>
            <a:lvl1pPr marL="0" indent="0" algn="l" defTabSz="914400" rtl="0" eaLnBrk="1" latinLnBrk="0" hangingPunct="1">
              <a:spcBef>
                <a:spcPts val="0"/>
              </a:spcBef>
              <a:spcAft>
                <a:spcPts val="500"/>
              </a:spcAft>
              <a:buFont typeface="Arial" panose="020B0604020202020204" pitchFamily="34" charset="0"/>
              <a:buNone/>
              <a:defRPr sz="2000" kern="1200" baseline="0">
                <a:solidFill>
                  <a:schemeClr val="tx2"/>
                </a:solidFill>
                <a:latin typeface="+mn-lt"/>
                <a:ea typeface="+mn-ea"/>
                <a:cs typeface="+mn-cs"/>
              </a:defRPr>
            </a:lvl1pPr>
            <a:lvl2pPr marL="0" indent="0" algn="l" defTabSz="914400" rtl="0" eaLnBrk="1" latinLnBrk="0" hangingPunct="1">
              <a:spcBef>
                <a:spcPts val="500"/>
              </a:spcBef>
              <a:buClr>
                <a:schemeClr val="tx2"/>
              </a:buClr>
              <a:buSzPct val="105000"/>
              <a:buFontTx/>
              <a:buNone/>
              <a:defRPr sz="1800" kern="1200">
                <a:solidFill>
                  <a:srgbClr val="6D6D6D"/>
                </a:solidFill>
                <a:latin typeface="+mn-lt"/>
                <a:ea typeface="+mn-ea"/>
                <a:cs typeface="+mn-cs"/>
              </a:defRPr>
            </a:lvl2pPr>
            <a:lvl3pPr marL="180000" indent="-180000" algn="l" defTabSz="914400" rtl="0" eaLnBrk="1" latinLnBrk="0" hangingPunct="1">
              <a:spcBef>
                <a:spcPts val="500"/>
              </a:spcBef>
              <a:buClr>
                <a:schemeClr val="tx2"/>
              </a:buClr>
              <a:buFont typeface="Calibri" panose="020F0502020204030204" pitchFamily="34" charset="0"/>
              <a:buChar char="›"/>
              <a:defRPr sz="1600" kern="1200">
                <a:solidFill>
                  <a:srgbClr val="6D6D6D"/>
                </a:solidFill>
                <a:latin typeface="+mn-lt"/>
                <a:ea typeface="+mn-ea"/>
                <a:cs typeface="+mn-cs"/>
              </a:defRPr>
            </a:lvl3pPr>
            <a:lvl4pPr marL="367200" indent="-187200" algn="l" defTabSz="914400" rtl="0" eaLnBrk="1" latinLnBrk="0" hangingPunct="1">
              <a:spcBef>
                <a:spcPts val="500"/>
              </a:spcBef>
              <a:buFont typeface="Symbol" panose="05050102010706020507" pitchFamily="18" charset="2"/>
              <a:buChar char="-"/>
              <a:defRPr sz="1600" kern="1200">
                <a:solidFill>
                  <a:srgbClr val="6D6D6D"/>
                </a:solidFill>
                <a:latin typeface="+mn-lt"/>
                <a:ea typeface="+mn-ea"/>
                <a:cs typeface="+mn-cs"/>
              </a:defRPr>
            </a:lvl4pPr>
            <a:lvl5pPr marL="576000" indent="-187200" algn="l" defTabSz="914400" rtl="0" eaLnBrk="1" latinLnBrk="0" hangingPunct="1">
              <a:spcBef>
                <a:spcPts val="500"/>
              </a:spcBef>
              <a:buClr>
                <a:schemeClr val="tx1"/>
              </a:buClr>
              <a:buFont typeface="Symbol" panose="05050102010706020507" pitchFamily="18" charset="2"/>
              <a:buChar char="-"/>
              <a:defRPr sz="1400" kern="1200">
                <a:solidFill>
                  <a:srgbClr val="6D6D6D"/>
                </a:solidFill>
                <a:latin typeface="+mn-lt"/>
                <a:ea typeface="+mn-ea"/>
                <a:cs typeface="+mn-cs"/>
              </a:defRPr>
            </a:lvl5pPr>
            <a:lvl6pPr marL="766763" indent="-185738" algn="l" defTabSz="914400" rtl="0" eaLnBrk="1" latinLnBrk="0" hangingPunct="1">
              <a:spcBef>
                <a:spcPts val="500"/>
              </a:spcBef>
              <a:buClr>
                <a:schemeClr val="tx2"/>
              </a:buClr>
              <a:buFont typeface="Calibri" panose="020F0502020204030204" pitchFamily="34" charset="0"/>
              <a:buChar char="»"/>
              <a:defRPr sz="1400" kern="1200">
                <a:solidFill>
                  <a:srgbClr val="6D6D6D"/>
                </a:solidFill>
                <a:latin typeface="+mn-lt"/>
                <a:ea typeface="+mn-ea"/>
                <a:cs typeface="+mn-cs"/>
              </a:defRPr>
            </a:lvl6pPr>
            <a:lvl7pPr marL="766800" indent="-187200" algn="l" defTabSz="914400" rtl="0" eaLnBrk="1" latinLnBrk="0" hangingPunct="1">
              <a:spcBef>
                <a:spcPts val="500"/>
              </a:spcBef>
              <a:buClr>
                <a:schemeClr val="tx2"/>
              </a:buClr>
              <a:buFont typeface="Calibri" panose="020F0502020204030204" pitchFamily="34" charset="0"/>
              <a:buChar char="»"/>
              <a:defRPr sz="1400" kern="1200" baseline="0">
                <a:solidFill>
                  <a:srgbClr val="6D6D6D"/>
                </a:solidFill>
                <a:latin typeface="+mn-lt"/>
                <a:ea typeface="+mn-ea"/>
                <a:cs typeface="+mn-cs"/>
              </a:defRPr>
            </a:lvl7pPr>
            <a:lvl8pPr marL="766800" indent="-187200" algn="l" defTabSz="914400" rtl="0" eaLnBrk="1" latinLnBrk="0" hangingPunct="1">
              <a:spcBef>
                <a:spcPts val="500"/>
              </a:spcBef>
              <a:buClr>
                <a:schemeClr val="tx2"/>
              </a:buClr>
              <a:buFont typeface="Calibri" panose="020F0502020204030204" pitchFamily="34" charset="0"/>
              <a:buChar char="»"/>
              <a:defRPr sz="1400" kern="1200" baseline="0">
                <a:solidFill>
                  <a:srgbClr val="6D6D6D"/>
                </a:solidFill>
                <a:latin typeface="+mn-lt"/>
                <a:ea typeface="+mn-ea"/>
                <a:cs typeface="+mn-cs"/>
              </a:defRPr>
            </a:lvl8pPr>
            <a:lvl9pPr marL="766800" indent="-187200" algn="l" defTabSz="914400" rtl="0" eaLnBrk="1" latinLnBrk="0" hangingPunct="1">
              <a:spcBef>
                <a:spcPts val="500"/>
              </a:spcBef>
              <a:buClr>
                <a:schemeClr val="tx2"/>
              </a:buClr>
              <a:buFont typeface="Calibri" panose="020F0502020204030204" pitchFamily="34" charset="0"/>
              <a:buChar char="»"/>
              <a:defRPr sz="1400" kern="1200" baseline="0">
                <a:solidFill>
                  <a:srgbClr val="6D6D6D"/>
                </a:solidFill>
                <a:latin typeface="+mn-lt"/>
                <a:ea typeface="+mn-ea"/>
                <a:cs typeface="+mn-cs"/>
              </a:defRPr>
            </a:lvl9pPr>
          </a:lstStyle>
          <a:p>
            <a:pPr marL="180000" marR="0" lvl="2" indent="-180000" algn="just" defTabSz="914400" rtl="0" eaLnBrk="1" fontAlgn="auto" latinLnBrk="0" hangingPunct="1">
              <a:lnSpc>
                <a:spcPct val="100000"/>
              </a:lnSpc>
              <a:spcBef>
                <a:spcPts val="500"/>
              </a:spcBef>
              <a:spcAft>
                <a:spcPts val="0"/>
              </a:spcAft>
              <a:buClr>
                <a:srgbClr val="000000">
                  <a:lumMod val="50000"/>
                  <a:lumOff val="50000"/>
                </a:srgbClr>
              </a:buClr>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Définition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d’une liste de ses prestataires et fournisseurs informatiques </a:t>
            </a:r>
            <a:r>
              <a:rPr kumimoji="0" lang="fr-FR" sz="1100" b="0" i="0" u="none" strike="noStrike" kern="1200" cap="none" spc="0" normalizeH="0" baseline="0" noProof="0">
                <a:ln>
                  <a:noFill/>
                </a:ln>
                <a:solidFill>
                  <a:srgbClr val="5F5F5F"/>
                </a:solidFill>
                <a:effectLst/>
                <a:uLnTx/>
                <a:uFillTx/>
                <a:latin typeface="Aptos"/>
                <a:ea typeface="+mn-ea"/>
                <a:cs typeface="+mn-cs"/>
              </a:rPr>
              <a:t>ainsi que l’ensemble des interconnexions entre ses SIR et SI tiers</a:t>
            </a:r>
            <a:endParaRPr kumimoji="0" lang="en-GB" sz="1100" b="0" i="0" u="none" strike="noStrike" kern="1200" cap="none" spc="0" normalizeH="0" baseline="0" noProof="0">
              <a:ln>
                <a:noFill/>
              </a:ln>
              <a:solidFill>
                <a:srgbClr val="5F5F5F"/>
              </a:solidFill>
              <a:effectLst/>
              <a:uLnTx/>
              <a:uFillTx/>
              <a:latin typeface="Aptos"/>
              <a:ea typeface="+mn-ea"/>
              <a:cs typeface="+mn-cs"/>
            </a:endParaRPr>
          </a:p>
        </p:txBody>
      </p:sp>
      <p:sp>
        <p:nvSpPr>
          <p:cNvPr id="56" name="Content Placeholder 1">
            <a:extLst>
              <a:ext uri="{FF2B5EF4-FFF2-40B4-BE49-F238E27FC236}">
                <a16:creationId xmlns:a16="http://schemas.microsoft.com/office/drawing/2014/main" id="{D4C49AED-E702-27E6-4235-26977B420BFE}"/>
              </a:ext>
            </a:extLst>
          </p:cNvPr>
          <p:cNvSpPr txBox="1">
            <a:spLocks/>
          </p:cNvSpPr>
          <p:nvPr/>
        </p:nvSpPr>
        <p:spPr bwMode="gray">
          <a:xfrm>
            <a:off x="7511160" y="2685646"/>
            <a:ext cx="4084830" cy="523220"/>
          </a:xfrm>
          <a:prstGeom prst="rect">
            <a:avLst/>
          </a:prstGeom>
        </p:spPr>
        <p:txBody>
          <a:bodyPr wrap="square" lIns="132923" tIns="132923" rIns="132923" bIns="132923">
            <a:noAutofit/>
          </a:bodyPr>
          <a:lstStyle>
            <a:lvl1pPr marL="0" indent="0" algn="l" defTabSz="914400" rtl="0" eaLnBrk="1" latinLnBrk="0" hangingPunct="1">
              <a:spcBef>
                <a:spcPts val="0"/>
              </a:spcBef>
              <a:spcAft>
                <a:spcPts val="500"/>
              </a:spcAft>
              <a:buFont typeface="Arial" panose="020B0604020202020204" pitchFamily="34" charset="0"/>
              <a:buNone/>
              <a:defRPr sz="2000" kern="1200" baseline="0">
                <a:solidFill>
                  <a:schemeClr val="tx2"/>
                </a:solidFill>
                <a:latin typeface="+mn-lt"/>
                <a:ea typeface="+mn-ea"/>
                <a:cs typeface="+mn-cs"/>
              </a:defRPr>
            </a:lvl1pPr>
            <a:lvl2pPr marL="0" indent="0" algn="l" defTabSz="914400" rtl="0" eaLnBrk="1" latinLnBrk="0" hangingPunct="1">
              <a:spcBef>
                <a:spcPts val="500"/>
              </a:spcBef>
              <a:buClr>
                <a:schemeClr val="tx2"/>
              </a:buClr>
              <a:buSzPct val="105000"/>
              <a:buFontTx/>
              <a:buNone/>
              <a:defRPr sz="1800" kern="1200">
                <a:solidFill>
                  <a:srgbClr val="6D6D6D"/>
                </a:solidFill>
                <a:latin typeface="+mn-lt"/>
                <a:ea typeface="+mn-ea"/>
                <a:cs typeface="+mn-cs"/>
              </a:defRPr>
            </a:lvl2pPr>
            <a:lvl3pPr marL="180000" indent="-180000" algn="l" defTabSz="914400" rtl="0" eaLnBrk="1" latinLnBrk="0" hangingPunct="1">
              <a:spcBef>
                <a:spcPts val="500"/>
              </a:spcBef>
              <a:buClr>
                <a:schemeClr val="tx2"/>
              </a:buClr>
              <a:buFont typeface="Calibri" panose="020F0502020204030204" pitchFamily="34" charset="0"/>
              <a:buChar char="›"/>
              <a:defRPr sz="1600" kern="1200">
                <a:solidFill>
                  <a:srgbClr val="6D6D6D"/>
                </a:solidFill>
                <a:latin typeface="+mn-lt"/>
                <a:ea typeface="+mn-ea"/>
                <a:cs typeface="+mn-cs"/>
              </a:defRPr>
            </a:lvl3pPr>
            <a:lvl4pPr marL="367200" indent="-187200" algn="l" defTabSz="914400" rtl="0" eaLnBrk="1" latinLnBrk="0" hangingPunct="1">
              <a:spcBef>
                <a:spcPts val="500"/>
              </a:spcBef>
              <a:buFont typeface="Symbol" panose="05050102010706020507" pitchFamily="18" charset="2"/>
              <a:buChar char="-"/>
              <a:defRPr sz="1600" kern="1200">
                <a:solidFill>
                  <a:srgbClr val="6D6D6D"/>
                </a:solidFill>
                <a:latin typeface="+mn-lt"/>
                <a:ea typeface="+mn-ea"/>
                <a:cs typeface="+mn-cs"/>
              </a:defRPr>
            </a:lvl4pPr>
            <a:lvl5pPr marL="576000" indent="-187200" algn="l" defTabSz="914400" rtl="0" eaLnBrk="1" latinLnBrk="0" hangingPunct="1">
              <a:spcBef>
                <a:spcPts val="500"/>
              </a:spcBef>
              <a:buClr>
                <a:schemeClr val="tx1"/>
              </a:buClr>
              <a:buFont typeface="Symbol" panose="05050102010706020507" pitchFamily="18" charset="2"/>
              <a:buChar char="-"/>
              <a:defRPr sz="1400" kern="1200">
                <a:solidFill>
                  <a:srgbClr val="6D6D6D"/>
                </a:solidFill>
                <a:latin typeface="+mn-lt"/>
                <a:ea typeface="+mn-ea"/>
                <a:cs typeface="+mn-cs"/>
              </a:defRPr>
            </a:lvl5pPr>
            <a:lvl6pPr marL="766763" indent="-185738" algn="l" defTabSz="914400" rtl="0" eaLnBrk="1" latinLnBrk="0" hangingPunct="1">
              <a:spcBef>
                <a:spcPts val="500"/>
              </a:spcBef>
              <a:buClr>
                <a:schemeClr val="tx2"/>
              </a:buClr>
              <a:buFont typeface="Calibri" panose="020F0502020204030204" pitchFamily="34" charset="0"/>
              <a:buChar char="»"/>
              <a:defRPr sz="1400" kern="1200">
                <a:solidFill>
                  <a:srgbClr val="6D6D6D"/>
                </a:solidFill>
                <a:latin typeface="+mn-lt"/>
                <a:ea typeface="+mn-ea"/>
                <a:cs typeface="+mn-cs"/>
              </a:defRPr>
            </a:lvl6pPr>
            <a:lvl7pPr marL="766800" indent="-187200" algn="l" defTabSz="914400" rtl="0" eaLnBrk="1" latinLnBrk="0" hangingPunct="1">
              <a:spcBef>
                <a:spcPts val="500"/>
              </a:spcBef>
              <a:buClr>
                <a:schemeClr val="tx2"/>
              </a:buClr>
              <a:buFont typeface="Calibri" panose="020F0502020204030204" pitchFamily="34" charset="0"/>
              <a:buChar char="»"/>
              <a:defRPr sz="1400" kern="1200" baseline="0">
                <a:solidFill>
                  <a:srgbClr val="6D6D6D"/>
                </a:solidFill>
                <a:latin typeface="+mn-lt"/>
                <a:ea typeface="+mn-ea"/>
                <a:cs typeface="+mn-cs"/>
              </a:defRPr>
            </a:lvl7pPr>
            <a:lvl8pPr marL="766800" indent="-187200" algn="l" defTabSz="914400" rtl="0" eaLnBrk="1" latinLnBrk="0" hangingPunct="1">
              <a:spcBef>
                <a:spcPts val="500"/>
              </a:spcBef>
              <a:buClr>
                <a:schemeClr val="tx2"/>
              </a:buClr>
              <a:buFont typeface="Calibri" panose="020F0502020204030204" pitchFamily="34" charset="0"/>
              <a:buChar char="»"/>
              <a:defRPr sz="1400" kern="1200" baseline="0">
                <a:solidFill>
                  <a:srgbClr val="6D6D6D"/>
                </a:solidFill>
                <a:latin typeface="+mn-lt"/>
                <a:ea typeface="+mn-ea"/>
                <a:cs typeface="+mn-cs"/>
              </a:defRPr>
            </a:lvl8pPr>
            <a:lvl9pPr marL="766800" indent="-187200" algn="l" defTabSz="914400" rtl="0" eaLnBrk="1" latinLnBrk="0" hangingPunct="1">
              <a:spcBef>
                <a:spcPts val="500"/>
              </a:spcBef>
              <a:buClr>
                <a:schemeClr val="tx2"/>
              </a:buClr>
              <a:buFont typeface="Calibri" panose="020F0502020204030204" pitchFamily="34" charset="0"/>
              <a:buChar char="»"/>
              <a:defRPr sz="1400" kern="1200" baseline="0">
                <a:solidFill>
                  <a:srgbClr val="6D6D6D"/>
                </a:solidFill>
                <a:latin typeface="+mn-lt"/>
                <a:ea typeface="+mn-ea"/>
                <a:cs typeface="+mn-cs"/>
              </a:defRPr>
            </a:lvl9pPr>
          </a:lstStyle>
          <a:p>
            <a:pPr marL="171450" marR="0" lvl="1" indent="-171450" algn="just" defTabSz="914400" rtl="0" eaLnBrk="1" fontAlgn="auto" latinLnBrk="0" hangingPunct="1">
              <a:lnSpc>
                <a:spcPct val="100000"/>
              </a:lnSpc>
              <a:spcBef>
                <a:spcPts val="500"/>
              </a:spcBef>
              <a:spcAft>
                <a:spcPts val="0"/>
              </a:spcAft>
              <a:buClr>
                <a:srgbClr val="000000">
                  <a:lumMod val="50000"/>
                  <a:lumOff val="50000"/>
                </a:srgbClr>
              </a:buClr>
              <a:buSzPct val="105000"/>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Vérification de la conformité des prestataires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aux exigences NIS 2 </a:t>
            </a:r>
            <a:r>
              <a:rPr kumimoji="0" lang="fr-FR" sz="1100" b="0" i="0" u="none" strike="noStrike" kern="1200" cap="none" spc="0" normalizeH="0" baseline="0" noProof="0">
                <a:ln>
                  <a:noFill/>
                </a:ln>
                <a:solidFill>
                  <a:srgbClr val="5F5F5F"/>
                </a:solidFill>
                <a:effectLst/>
                <a:uLnTx/>
                <a:uFillTx/>
                <a:latin typeface="Aptos"/>
                <a:ea typeface="+mn-ea"/>
                <a:cs typeface="+mn-cs"/>
              </a:rPr>
              <a:t>(vérification de la conformité par le biais des audits) </a:t>
            </a:r>
          </a:p>
        </p:txBody>
      </p:sp>
      <p:sp>
        <p:nvSpPr>
          <p:cNvPr id="57" name="Content Placeholder 1">
            <a:extLst>
              <a:ext uri="{FF2B5EF4-FFF2-40B4-BE49-F238E27FC236}">
                <a16:creationId xmlns:a16="http://schemas.microsoft.com/office/drawing/2014/main" id="{8035A9CE-7D7D-900A-F9D0-8594B58ED969}"/>
              </a:ext>
            </a:extLst>
          </p:cNvPr>
          <p:cNvSpPr txBox="1">
            <a:spLocks/>
          </p:cNvSpPr>
          <p:nvPr/>
        </p:nvSpPr>
        <p:spPr bwMode="gray">
          <a:xfrm>
            <a:off x="7511160" y="3686199"/>
            <a:ext cx="4084830" cy="579549"/>
          </a:xfrm>
          <a:prstGeom prst="rect">
            <a:avLst/>
          </a:prstGeom>
        </p:spPr>
        <p:txBody>
          <a:bodyPr wrap="square" lIns="132923" tIns="132923" rIns="132923" bIns="132923">
            <a:noAutofit/>
          </a:bodyPr>
          <a:lstStyle>
            <a:lvl1pPr marL="0" indent="0" algn="l" defTabSz="914400" rtl="0" eaLnBrk="1" latinLnBrk="0" hangingPunct="1">
              <a:spcBef>
                <a:spcPts val="0"/>
              </a:spcBef>
              <a:spcAft>
                <a:spcPts val="500"/>
              </a:spcAft>
              <a:buFont typeface="Arial" panose="020B0604020202020204" pitchFamily="34" charset="0"/>
              <a:buNone/>
              <a:defRPr sz="2000" kern="1200" baseline="0">
                <a:solidFill>
                  <a:schemeClr val="tx2"/>
                </a:solidFill>
                <a:latin typeface="+mn-lt"/>
                <a:ea typeface="+mn-ea"/>
                <a:cs typeface="+mn-cs"/>
              </a:defRPr>
            </a:lvl1pPr>
            <a:lvl2pPr marL="0" indent="0" algn="l" defTabSz="914400" rtl="0" eaLnBrk="1" latinLnBrk="0" hangingPunct="1">
              <a:spcBef>
                <a:spcPts val="500"/>
              </a:spcBef>
              <a:buClr>
                <a:schemeClr val="tx2"/>
              </a:buClr>
              <a:buSzPct val="105000"/>
              <a:buFontTx/>
              <a:buNone/>
              <a:defRPr sz="1800" kern="1200">
                <a:solidFill>
                  <a:srgbClr val="6D6D6D"/>
                </a:solidFill>
                <a:latin typeface="+mn-lt"/>
                <a:ea typeface="+mn-ea"/>
                <a:cs typeface="+mn-cs"/>
              </a:defRPr>
            </a:lvl2pPr>
            <a:lvl3pPr marL="180000" indent="-180000" algn="l" defTabSz="914400" rtl="0" eaLnBrk="1" latinLnBrk="0" hangingPunct="1">
              <a:spcBef>
                <a:spcPts val="500"/>
              </a:spcBef>
              <a:buClr>
                <a:schemeClr val="tx2"/>
              </a:buClr>
              <a:buFont typeface="Calibri" panose="020F0502020204030204" pitchFamily="34" charset="0"/>
              <a:buChar char="›"/>
              <a:defRPr sz="1600" kern="1200">
                <a:solidFill>
                  <a:srgbClr val="6D6D6D"/>
                </a:solidFill>
                <a:latin typeface="+mn-lt"/>
                <a:ea typeface="+mn-ea"/>
                <a:cs typeface="+mn-cs"/>
              </a:defRPr>
            </a:lvl3pPr>
            <a:lvl4pPr marL="367200" indent="-187200" algn="l" defTabSz="914400" rtl="0" eaLnBrk="1" latinLnBrk="0" hangingPunct="1">
              <a:spcBef>
                <a:spcPts val="500"/>
              </a:spcBef>
              <a:buFont typeface="Symbol" panose="05050102010706020507" pitchFamily="18" charset="2"/>
              <a:buChar char="-"/>
              <a:defRPr sz="1600" kern="1200">
                <a:solidFill>
                  <a:srgbClr val="6D6D6D"/>
                </a:solidFill>
                <a:latin typeface="+mn-lt"/>
                <a:ea typeface="+mn-ea"/>
                <a:cs typeface="+mn-cs"/>
              </a:defRPr>
            </a:lvl4pPr>
            <a:lvl5pPr marL="576000" indent="-187200" algn="l" defTabSz="914400" rtl="0" eaLnBrk="1" latinLnBrk="0" hangingPunct="1">
              <a:spcBef>
                <a:spcPts val="500"/>
              </a:spcBef>
              <a:buClr>
                <a:schemeClr val="tx1"/>
              </a:buClr>
              <a:buFont typeface="Symbol" panose="05050102010706020507" pitchFamily="18" charset="2"/>
              <a:buChar char="-"/>
              <a:defRPr sz="1400" kern="1200">
                <a:solidFill>
                  <a:srgbClr val="6D6D6D"/>
                </a:solidFill>
                <a:latin typeface="+mn-lt"/>
                <a:ea typeface="+mn-ea"/>
                <a:cs typeface="+mn-cs"/>
              </a:defRPr>
            </a:lvl5pPr>
            <a:lvl6pPr marL="766763" indent="-185738" algn="l" defTabSz="914400" rtl="0" eaLnBrk="1" latinLnBrk="0" hangingPunct="1">
              <a:spcBef>
                <a:spcPts val="500"/>
              </a:spcBef>
              <a:buClr>
                <a:schemeClr val="tx2"/>
              </a:buClr>
              <a:buFont typeface="Calibri" panose="020F0502020204030204" pitchFamily="34" charset="0"/>
              <a:buChar char="»"/>
              <a:defRPr sz="1400" kern="1200">
                <a:solidFill>
                  <a:srgbClr val="6D6D6D"/>
                </a:solidFill>
                <a:latin typeface="+mn-lt"/>
                <a:ea typeface="+mn-ea"/>
                <a:cs typeface="+mn-cs"/>
              </a:defRPr>
            </a:lvl6pPr>
            <a:lvl7pPr marL="766800" indent="-187200" algn="l" defTabSz="914400" rtl="0" eaLnBrk="1" latinLnBrk="0" hangingPunct="1">
              <a:spcBef>
                <a:spcPts val="500"/>
              </a:spcBef>
              <a:buClr>
                <a:schemeClr val="tx2"/>
              </a:buClr>
              <a:buFont typeface="Calibri" panose="020F0502020204030204" pitchFamily="34" charset="0"/>
              <a:buChar char="»"/>
              <a:defRPr sz="1400" kern="1200" baseline="0">
                <a:solidFill>
                  <a:srgbClr val="6D6D6D"/>
                </a:solidFill>
                <a:latin typeface="+mn-lt"/>
                <a:ea typeface="+mn-ea"/>
                <a:cs typeface="+mn-cs"/>
              </a:defRPr>
            </a:lvl7pPr>
            <a:lvl8pPr marL="766800" indent="-187200" algn="l" defTabSz="914400" rtl="0" eaLnBrk="1" latinLnBrk="0" hangingPunct="1">
              <a:spcBef>
                <a:spcPts val="500"/>
              </a:spcBef>
              <a:buClr>
                <a:schemeClr val="tx2"/>
              </a:buClr>
              <a:buFont typeface="Calibri" panose="020F0502020204030204" pitchFamily="34" charset="0"/>
              <a:buChar char="»"/>
              <a:defRPr sz="1400" kern="1200" baseline="0">
                <a:solidFill>
                  <a:srgbClr val="6D6D6D"/>
                </a:solidFill>
                <a:latin typeface="+mn-lt"/>
                <a:ea typeface="+mn-ea"/>
                <a:cs typeface="+mn-cs"/>
              </a:defRPr>
            </a:lvl8pPr>
            <a:lvl9pPr marL="766800" indent="-187200" algn="l" defTabSz="914400" rtl="0" eaLnBrk="1" latinLnBrk="0" hangingPunct="1">
              <a:spcBef>
                <a:spcPts val="500"/>
              </a:spcBef>
              <a:buClr>
                <a:schemeClr val="tx2"/>
              </a:buClr>
              <a:buFont typeface="Calibri" panose="020F0502020204030204" pitchFamily="34" charset="0"/>
              <a:buChar char="»"/>
              <a:defRPr sz="1400" kern="1200" baseline="0">
                <a:solidFill>
                  <a:srgbClr val="6D6D6D"/>
                </a:solidFill>
                <a:latin typeface="+mn-lt"/>
                <a:ea typeface="+mn-ea"/>
                <a:cs typeface="+mn-cs"/>
              </a:defRPr>
            </a:lvl9pPr>
          </a:lstStyle>
          <a:p>
            <a:pPr marL="171450" marR="0" lvl="1" indent="-171450" algn="just" defTabSz="914400" rtl="0" eaLnBrk="1" fontAlgn="auto" latinLnBrk="0" hangingPunct="1">
              <a:lnSpc>
                <a:spcPct val="100000"/>
              </a:lnSpc>
              <a:spcBef>
                <a:spcPts val="500"/>
              </a:spcBef>
              <a:spcAft>
                <a:spcPts val="0"/>
              </a:spcAft>
              <a:buClr>
                <a:srgbClr val="000000">
                  <a:lumMod val="50000"/>
                  <a:lumOff val="50000"/>
                </a:srgbClr>
              </a:buClr>
              <a:buSzPct val="105000"/>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Intégration des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assurances contractuelles </a:t>
            </a:r>
            <a:r>
              <a:rPr kumimoji="0" lang="fr-FR" sz="1100" b="0" i="0" u="none" strike="noStrike" kern="1200" cap="none" spc="0" normalizeH="0" baseline="0" noProof="0">
                <a:ln>
                  <a:noFill/>
                </a:ln>
                <a:solidFill>
                  <a:srgbClr val="5F5F5F"/>
                </a:solidFill>
                <a:effectLst/>
                <a:uLnTx/>
                <a:uFillTx/>
                <a:latin typeface="Aptos"/>
                <a:ea typeface="+mn-ea"/>
                <a:cs typeface="+mn-cs"/>
              </a:rPr>
              <a:t>dans la prestation</a:t>
            </a:r>
          </a:p>
        </p:txBody>
      </p:sp>
      <p:sp>
        <p:nvSpPr>
          <p:cNvPr id="95" name="ZoneTexte 94">
            <a:extLst>
              <a:ext uri="{FF2B5EF4-FFF2-40B4-BE49-F238E27FC236}">
                <a16:creationId xmlns:a16="http://schemas.microsoft.com/office/drawing/2014/main" id="{36688A11-076A-540A-318D-5C3559FD41B9}"/>
              </a:ext>
            </a:extLst>
          </p:cNvPr>
          <p:cNvSpPr txBox="1">
            <a:spLocks/>
          </p:cNvSpPr>
          <p:nvPr/>
        </p:nvSpPr>
        <p:spPr>
          <a:xfrm>
            <a:off x="6521951" y="4498300"/>
            <a:ext cx="5553138" cy="523220"/>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6 :</a:t>
            </a:r>
            <a:r>
              <a:rPr kumimoji="0" lang="fr-FR" sz="1400" b="1" i="0" u="none" strike="noStrike" kern="1200" cap="none" spc="0" normalizeH="0" baseline="0" noProof="0">
                <a:ln>
                  <a:noFill/>
                </a:ln>
                <a:solidFill>
                  <a:srgbClr val="451DC7"/>
                </a:solidFill>
                <a:effectLst/>
                <a:uLnTx/>
                <a:uFillTx/>
                <a:latin typeface="Aptos"/>
                <a:ea typeface="+mn-ea"/>
                <a:cs typeface="+mn-cs"/>
              </a:rPr>
              <a:t> L’entité prend en compte la sécurité numérique des RH </a:t>
            </a:r>
          </a:p>
        </p:txBody>
      </p:sp>
      <p:sp>
        <p:nvSpPr>
          <p:cNvPr id="96" name="ZoneTexte 95">
            <a:extLst>
              <a:ext uri="{FF2B5EF4-FFF2-40B4-BE49-F238E27FC236}">
                <a16:creationId xmlns:a16="http://schemas.microsoft.com/office/drawing/2014/main" id="{2CA3EA4B-D207-7BE0-B014-86951D1AA60D}"/>
              </a:ext>
            </a:extLst>
          </p:cNvPr>
          <p:cNvSpPr txBox="1"/>
          <p:nvPr/>
        </p:nvSpPr>
        <p:spPr>
          <a:xfrm>
            <a:off x="6711246" y="5048409"/>
            <a:ext cx="4884744" cy="1107996"/>
          </a:xfrm>
          <a:prstGeom prst="rect">
            <a:avLst/>
          </a:prstGeom>
          <a:noFill/>
        </p:spPr>
        <p:txBody>
          <a:bodyPr wrap="square" lIns="132923" rIns="132923" rtlCol="0">
            <a:spAutoFit/>
          </a:bodyPr>
          <a:lstStyle/>
          <a:p>
            <a:pPr marL="0" marR="0" lvl="2" indent="0" algn="just" defTabSz="914400" rtl="0" eaLnBrk="1" fontAlgn="auto" latinLnBrk="0" hangingPunct="1">
              <a:lnSpc>
                <a:spcPct val="100000"/>
              </a:lnSpc>
              <a:spcBef>
                <a:spcPts val="0"/>
              </a:spcBef>
              <a:spcAft>
                <a:spcPts val="0"/>
              </a:spcAft>
              <a:buClr>
                <a:srgbClr val="000000"/>
              </a:buClr>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Définition : </a:t>
            </a:r>
          </a:p>
          <a:p>
            <a:pPr marL="211021" marR="0" lvl="2" indent="-211021" algn="just" defTabSz="914400" rtl="0" eaLnBrk="1" fontAlgn="auto" latinLnBrk="0" hangingPunct="1">
              <a:lnSpc>
                <a:spcPct val="100000"/>
              </a:lnSpc>
              <a:spcBef>
                <a:spcPts val="0"/>
              </a:spcBef>
              <a:spcAft>
                <a:spcPts val="0"/>
              </a:spcAft>
              <a:buClr>
                <a:srgbClr val="000000"/>
              </a:buClr>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D’une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charte d’usage des SI opposable </a:t>
            </a:r>
            <a:r>
              <a:rPr kumimoji="0" lang="fr-FR" sz="1100" b="0" i="0" u="none" strike="noStrike" kern="1200" cap="none" spc="0" normalizeH="0" baseline="0" noProof="0">
                <a:ln>
                  <a:noFill/>
                </a:ln>
                <a:solidFill>
                  <a:srgbClr val="5F5F5F"/>
                </a:solidFill>
                <a:effectLst/>
                <a:uLnTx/>
                <a:uFillTx/>
                <a:latin typeface="Aptos"/>
                <a:ea typeface="+mn-ea"/>
                <a:cs typeface="+mn-cs"/>
              </a:rPr>
              <a:t>aux utilisateurs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endParaRPr kumimoji="0" lang="fr-FR" sz="900" b="0" i="0" u="none" strike="noStrike" kern="1200" cap="none" spc="0" normalizeH="0" baseline="0" noProof="0">
              <a:ln>
                <a:noFill/>
              </a:ln>
              <a:solidFill>
                <a:srgbClr val="000000"/>
              </a:solidFill>
              <a:effectLst/>
              <a:uLnTx/>
              <a:uFillTx/>
              <a:latin typeface="Aptos"/>
              <a:ea typeface="+mn-ea"/>
              <a:cs typeface="+mn-cs"/>
            </a:endParaRPr>
          </a:p>
          <a:p>
            <a:pPr marL="211021" marR="0" lvl="2" indent="-211021" algn="just" defTabSz="914400" rtl="0" eaLnBrk="1" fontAlgn="auto" latinLnBrk="0" hangingPunct="1">
              <a:lnSpc>
                <a:spcPct val="100000"/>
              </a:lnSpc>
              <a:spcBef>
                <a:spcPts val="0"/>
              </a:spcBef>
              <a:spcAft>
                <a:spcPts val="0"/>
              </a:spcAft>
              <a:buClr>
                <a:srgbClr val="000000"/>
              </a:buClr>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D’un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programme de formation </a:t>
            </a:r>
            <a:r>
              <a:rPr kumimoji="0" lang="fr-FR" sz="1100" b="0" i="0" u="none" strike="noStrike" kern="1200" cap="none" spc="0" normalizeH="0" baseline="0" noProof="0">
                <a:ln>
                  <a:noFill/>
                </a:ln>
                <a:solidFill>
                  <a:srgbClr val="5F5F5F"/>
                </a:solidFill>
                <a:effectLst/>
                <a:uLnTx/>
                <a:uFillTx/>
                <a:latin typeface="Aptos"/>
                <a:ea typeface="+mn-ea"/>
                <a:cs typeface="+mn-cs"/>
              </a:rPr>
              <a:t>pour les populations à risque et de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sensibilisation</a:t>
            </a:r>
            <a:r>
              <a:rPr kumimoji="0" lang="fr-FR" sz="1100" b="0" i="0" u="none" strike="noStrike" kern="1200" cap="none" spc="0" normalizeH="0" baseline="0" noProof="0">
                <a:ln>
                  <a:noFill/>
                </a:ln>
                <a:solidFill>
                  <a:srgbClr val="000000"/>
                </a:solidFill>
                <a:effectLst/>
                <a:uLnTx/>
                <a:uFillTx/>
                <a:latin typeface="Aptos"/>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pour l’ensemble des utilisateurs </a:t>
            </a:r>
          </a:p>
          <a:p>
            <a:pPr marL="211021" marR="0" lvl="2" indent="-211021" algn="just" defTabSz="914400" rtl="0" eaLnBrk="1" fontAlgn="auto" latinLnBrk="0" hangingPunct="1">
              <a:lnSpc>
                <a:spcPct val="100000"/>
              </a:lnSpc>
              <a:spcBef>
                <a:spcPts val="0"/>
              </a:spcBef>
              <a:spcAft>
                <a:spcPts val="0"/>
              </a:spcAft>
              <a:buClr>
                <a:srgbClr val="000000"/>
              </a:buClr>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D’un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processus de gestion des arrivées, départs et mobilités internes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endParaRPr kumimoji="0" lang="fr-FR" sz="1100" b="0" i="0" u="none" strike="noStrike" kern="1200" cap="none" spc="0" normalizeH="0" baseline="0" noProof="0">
              <a:ln>
                <a:noFill/>
              </a:ln>
              <a:solidFill>
                <a:srgbClr val="000000"/>
              </a:solidFill>
              <a:effectLst/>
              <a:uLnTx/>
              <a:uFillTx/>
              <a:latin typeface="Aptos"/>
              <a:ea typeface="+mn-ea"/>
              <a:cs typeface="+mn-cs"/>
            </a:endParaRPr>
          </a:p>
        </p:txBody>
      </p:sp>
      <p:grpSp>
        <p:nvGrpSpPr>
          <p:cNvPr id="6" name="Groupe 5">
            <a:extLst>
              <a:ext uri="{FF2B5EF4-FFF2-40B4-BE49-F238E27FC236}">
                <a16:creationId xmlns:a16="http://schemas.microsoft.com/office/drawing/2014/main" id="{E620E821-7298-2C28-3940-E292640AFE30}"/>
              </a:ext>
            </a:extLst>
          </p:cNvPr>
          <p:cNvGrpSpPr/>
          <p:nvPr/>
        </p:nvGrpSpPr>
        <p:grpSpPr>
          <a:xfrm>
            <a:off x="7005135" y="6227721"/>
            <a:ext cx="4590856" cy="484385"/>
            <a:chOff x="7247314" y="4856524"/>
            <a:chExt cx="3718461" cy="393563"/>
          </a:xfrm>
        </p:grpSpPr>
        <p:sp>
          <p:nvSpPr>
            <p:cNvPr id="7" name="Rectangle 6">
              <a:extLst>
                <a:ext uri="{FF2B5EF4-FFF2-40B4-BE49-F238E27FC236}">
                  <a16:creationId xmlns:a16="http://schemas.microsoft.com/office/drawing/2014/main" id="{B61B794A-8D81-5150-1ABE-18A90BC4C5EB}"/>
                </a:ext>
              </a:extLst>
            </p:cNvPr>
            <p:cNvSpPr>
              <a:spLocks/>
            </p:cNvSpPr>
            <p:nvPr/>
          </p:nvSpPr>
          <p:spPr>
            <a:xfrm>
              <a:off x="7247314" y="4856524"/>
              <a:ext cx="3654575" cy="393563"/>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451DC7"/>
                </a:solidFill>
                <a:effectLst/>
                <a:uLnTx/>
                <a:uFillTx/>
                <a:latin typeface="Aptos"/>
                <a:ea typeface="+mn-ea"/>
                <a:cs typeface="+mn-cs"/>
              </a:endParaRPr>
            </a:p>
          </p:txBody>
        </p:sp>
        <p:sp>
          <p:nvSpPr>
            <p:cNvPr id="8" name="ZoneTexte 7">
              <a:extLst>
                <a:ext uri="{FF2B5EF4-FFF2-40B4-BE49-F238E27FC236}">
                  <a16:creationId xmlns:a16="http://schemas.microsoft.com/office/drawing/2014/main" id="{ACEE94F7-C380-429B-7F28-1E877AEF8A22}"/>
                </a:ext>
              </a:extLst>
            </p:cNvPr>
            <p:cNvSpPr txBox="1"/>
            <p:nvPr/>
          </p:nvSpPr>
          <p:spPr>
            <a:xfrm>
              <a:off x="7314942" y="4881902"/>
              <a:ext cx="3650833" cy="350096"/>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Prévision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des clauses de sécurité </a:t>
              </a:r>
              <a:r>
                <a:rPr kumimoji="0" lang="fr-FR" sz="1100" b="0" i="0" u="none" strike="noStrike" kern="1200" cap="none" spc="0" normalizeH="0" baseline="0" noProof="0">
                  <a:ln>
                    <a:noFill/>
                  </a:ln>
                  <a:solidFill>
                    <a:srgbClr val="5F5F5F"/>
                  </a:solidFill>
                  <a:effectLst/>
                  <a:uLnTx/>
                  <a:uFillTx/>
                  <a:latin typeface="Aptos"/>
                  <a:ea typeface="+mn-ea"/>
                  <a:cs typeface="+mn-cs"/>
                </a:rPr>
                <a:t>dans les contrats du personnel interne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endParaRPr kumimoji="0" lang="fr-FR" sz="1100" b="0" i="0" u="none" strike="noStrike" kern="1200" cap="none" spc="0" normalizeH="0" baseline="0" noProof="0">
                <a:ln>
                  <a:noFill/>
                </a:ln>
                <a:solidFill>
                  <a:srgbClr val="000000"/>
                </a:solidFill>
                <a:effectLst/>
                <a:uLnTx/>
                <a:uFillTx/>
                <a:latin typeface="Aptos"/>
                <a:ea typeface="+mn-ea"/>
                <a:cs typeface="+mn-cs"/>
              </a:endParaRPr>
            </a:p>
          </p:txBody>
        </p:sp>
      </p:grpSp>
      <p:grpSp>
        <p:nvGrpSpPr>
          <p:cNvPr id="11" name="Groupe 10">
            <a:extLst>
              <a:ext uri="{FF2B5EF4-FFF2-40B4-BE49-F238E27FC236}">
                <a16:creationId xmlns:a16="http://schemas.microsoft.com/office/drawing/2014/main" id="{3237038B-1D4F-4D91-F84F-6A2A1BA46CE5}"/>
              </a:ext>
            </a:extLst>
          </p:cNvPr>
          <p:cNvGrpSpPr>
            <a:grpSpLocks/>
          </p:cNvGrpSpPr>
          <p:nvPr/>
        </p:nvGrpSpPr>
        <p:grpSpPr>
          <a:xfrm>
            <a:off x="6829159" y="6357331"/>
            <a:ext cx="259207" cy="264178"/>
            <a:chOff x="177275" y="6410013"/>
            <a:chExt cx="210606" cy="214645"/>
          </a:xfrm>
          <a:solidFill>
            <a:srgbClr val="546B8C"/>
          </a:solidFill>
        </p:grpSpPr>
        <p:sp>
          <p:nvSpPr>
            <p:cNvPr id="12" name="Ellipse 139">
              <a:extLst>
                <a:ext uri="{FF2B5EF4-FFF2-40B4-BE49-F238E27FC236}">
                  <a16:creationId xmlns:a16="http://schemas.microsoft.com/office/drawing/2014/main" id="{9B31D2CD-D616-07DF-D42F-48F1A3025594}"/>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21" name="Connecteur droit 20">
              <a:extLst>
                <a:ext uri="{FF2B5EF4-FFF2-40B4-BE49-F238E27FC236}">
                  <a16:creationId xmlns:a16="http://schemas.microsoft.com/office/drawing/2014/main" id="{085E108B-487D-7EB7-C19F-8ED0496F7A33}"/>
                </a:ext>
              </a:extLst>
            </p:cNvPr>
            <p:cNvCxnSpPr>
              <a:stCxn id="12" idx="7"/>
              <a:endCxn id="12" idx="3"/>
            </p:cNvCxnSpPr>
            <p:nvPr/>
          </p:nvCxnSpPr>
          <p:spPr>
            <a:xfrm flipH="1">
              <a:off x="208118" y="6441447"/>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 name="Groupe 4">
            <a:extLst>
              <a:ext uri="{FF2B5EF4-FFF2-40B4-BE49-F238E27FC236}">
                <a16:creationId xmlns:a16="http://schemas.microsoft.com/office/drawing/2014/main" id="{0D944B3A-BC3A-7317-C5E0-C1E4928F62B7}"/>
              </a:ext>
            </a:extLst>
          </p:cNvPr>
          <p:cNvGrpSpPr>
            <a:grpSpLocks/>
          </p:cNvGrpSpPr>
          <p:nvPr/>
        </p:nvGrpSpPr>
        <p:grpSpPr>
          <a:xfrm>
            <a:off x="2893759" y="1146649"/>
            <a:ext cx="259207" cy="264178"/>
            <a:chOff x="177275" y="6410013"/>
            <a:chExt cx="210606" cy="214645"/>
          </a:xfrm>
          <a:solidFill>
            <a:srgbClr val="546B8C"/>
          </a:solidFill>
        </p:grpSpPr>
        <p:sp>
          <p:nvSpPr>
            <p:cNvPr id="22" name="Ellipse 139">
              <a:extLst>
                <a:ext uri="{FF2B5EF4-FFF2-40B4-BE49-F238E27FC236}">
                  <a16:creationId xmlns:a16="http://schemas.microsoft.com/office/drawing/2014/main" id="{10657EE2-4CA4-918E-E55E-41A27FB524C7}"/>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23" name="Connecteur droit 22">
              <a:extLst>
                <a:ext uri="{FF2B5EF4-FFF2-40B4-BE49-F238E27FC236}">
                  <a16:creationId xmlns:a16="http://schemas.microsoft.com/office/drawing/2014/main" id="{18C86386-B35E-4FF8-F9D8-0EE4EFC620E6}"/>
                </a:ext>
              </a:extLst>
            </p:cNvPr>
            <p:cNvCxnSpPr>
              <a:stCxn id="22" idx="7"/>
              <a:endCxn id="22" idx="3"/>
            </p:cNvCxnSpPr>
            <p:nvPr/>
          </p:nvCxnSpPr>
          <p:spPr>
            <a:xfrm flipH="1">
              <a:off x="208118" y="6441447"/>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9" name="Connecteur droit 28">
            <a:extLst>
              <a:ext uri="{FF2B5EF4-FFF2-40B4-BE49-F238E27FC236}">
                <a16:creationId xmlns:a16="http://schemas.microsoft.com/office/drawing/2014/main" id="{A273E107-6B78-E7D1-E284-EBE6EAEE29E8}"/>
              </a:ext>
            </a:extLst>
          </p:cNvPr>
          <p:cNvCxnSpPr>
            <a:cxnSpLocks/>
          </p:cNvCxnSpPr>
          <p:nvPr/>
        </p:nvCxnSpPr>
        <p:spPr>
          <a:xfrm>
            <a:off x="7165334" y="1874252"/>
            <a:ext cx="0" cy="464871"/>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3DAA4D4A-9C1F-8FC2-830F-4438A3EDC5E1}"/>
              </a:ext>
            </a:extLst>
          </p:cNvPr>
          <p:cNvCxnSpPr>
            <a:cxnSpLocks/>
          </p:cNvCxnSpPr>
          <p:nvPr/>
        </p:nvCxnSpPr>
        <p:spPr>
          <a:xfrm>
            <a:off x="7165334" y="2807123"/>
            <a:ext cx="0" cy="572648"/>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pic>
        <p:nvPicPr>
          <p:cNvPr id="25" name="Graphic 4 [1]">
            <a:extLst>
              <a:ext uri="{FF2B5EF4-FFF2-40B4-BE49-F238E27FC236}">
                <a16:creationId xmlns:a16="http://schemas.microsoft.com/office/drawing/2014/main" id="{D2749DDA-98EB-2F01-DF28-FEA2F9881845}"/>
              </a:ext>
            </a:extLst>
          </p:cNvPr>
          <p:cNvPicPr>
            <a:picLocks noChangeAspect="1"/>
          </p:cNvPicPr>
          <p:nvPr>
            <p:custDataLst>
              <p:tags r:id="rId16"/>
            </p:custDataLst>
          </p:nvPr>
        </p:nvPicPr>
        <p:blipFill>
          <a:blip r:embed="rId85">
            <a:extLst>
              <a:ext uri="{96DAC541-7B7A-43D3-8B79-37D633B846F1}">
                <asvg:svgBlip xmlns:asvg="http://schemas.microsoft.com/office/drawing/2016/SVG/main" r:embed="rId86"/>
              </a:ext>
            </a:extLst>
          </a:blip>
          <a:stretch>
            <a:fillRect/>
          </a:stretch>
        </p:blipFill>
        <p:spPr>
          <a:xfrm>
            <a:off x="799040" y="3023920"/>
            <a:ext cx="288000" cy="288000"/>
          </a:xfrm>
          <a:prstGeom prst="rect">
            <a:avLst/>
          </a:prstGeom>
        </p:spPr>
      </p:pic>
      <p:pic>
        <p:nvPicPr>
          <p:cNvPr id="36" name="Graphic 4 [1]">
            <a:extLst>
              <a:ext uri="{FF2B5EF4-FFF2-40B4-BE49-F238E27FC236}">
                <a16:creationId xmlns:a16="http://schemas.microsoft.com/office/drawing/2014/main" id="{0FDA1BA4-8C24-9FB7-C595-A3566877B0E2}"/>
              </a:ext>
            </a:extLst>
          </p:cNvPr>
          <p:cNvPicPr>
            <a:picLocks noChangeAspect="1"/>
          </p:cNvPicPr>
          <p:nvPr>
            <p:custDataLst>
              <p:tags r:id="rId17"/>
            </p:custDataLst>
          </p:nvPr>
        </p:nvPicPr>
        <p:blipFill>
          <a:blip r:embed="rId87">
            <a:extLst>
              <a:ext uri="{96DAC541-7B7A-43D3-8B79-37D633B846F1}">
                <asvg:svgBlip xmlns:asvg="http://schemas.microsoft.com/office/drawing/2016/SVG/main" r:embed="rId88"/>
              </a:ext>
            </a:extLst>
          </a:blip>
          <a:stretch>
            <a:fillRect/>
          </a:stretch>
        </p:blipFill>
        <p:spPr>
          <a:xfrm>
            <a:off x="799040" y="3820213"/>
            <a:ext cx="288000" cy="288000"/>
          </a:xfrm>
          <a:prstGeom prst="rect">
            <a:avLst/>
          </a:prstGeom>
        </p:spPr>
      </p:pic>
      <p:pic>
        <p:nvPicPr>
          <p:cNvPr id="37" name="Graphic 2 [1]">
            <a:extLst>
              <a:ext uri="{FF2B5EF4-FFF2-40B4-BE49-F238E27FC236}">
                <a16:creationId xmlns:a16="http://schemas.microsoft.com/office/drawing/2014/main" id="{AB098CB4-7A89-F1AB-7903-6CDAE3202B48}"/>
              </a:ext>
            </a:extLst>
          </p:cNvPr>
          <p:cNvPicPr>
            <a:picLocks noChangeAspect="1"/>
          </p:cNvPicPr>
          <p:nvPr>
            <p:custDataLst>
              <p:tags r:id="rId18"/>
            </p:custDataLst>
          </p:nvPr>
        </p:nvPicPr>
        <p:blipFill>
          <a:blip r:embed="rId89">
            <a:extLst>
              <a:ext uri="{96DAC541-7B7A-43D3-8B79-37D633B846F1}">
                <asvg:svgBlip xmlns:asvg="http://schemas.microsoft.com/office/drawing/2016/SVG/main" r:embed="rId90"/>
              </a:ext>
            </a:extLst>
          </a:blip>
          <a:stretch>
            <a:fillRect/>
          </a:stretch>
        </p:blipFill>
        <p:spPr>
          <a:xfrm>
            <a:off x="812027" y="3429000"/>
            <a:ext cx="288000" cy="288000"/>
          </a:xfrm>
          <a:prstGeom prst="rect">
            <a:avLst/>
          </a:prstGeom>
        </p:spPr>
      </p:pic>
      <p:grpSp>
        <p:nvGrpSpPr>
          <p:cNvPr id="38" name="Group 15">
            <a:extLst>
              <a:ext uri="{FF2B5EF4-FFF2-40B4-BE49-F238E27FC236}">
                <a16:creationId xmlns:a16="http://schemas.microsoft.com/office/drawing/2014/main" id="{7C417416-510A-BDF9-5428-8ED07D6C3D37}"/>
              </a:ext>
            </a:extLst>
          </p:cNvPr>
          <p:cNvGrpSpPr>
            <a:grpSpLocks/>
          </p:cNvGrpSpPr>
          <p:nvPr>
            <p:custDataLst>
              <p:tags r:id="rId19"/>
            </p:custDataLst>
          </p:nvPr>
        </p:nvGrpSpPr>
        <p:grpSpPr>
          <a:xfrm>
            <a:off x="812027" y="2620638"/>
            <a:ext cx="288000" cy="288000"/>
            <a:chOff x="1710932" y="129992"/>
            <a:chExt cx="1619250" cy="1619250"/>
          </a:xfrm>
        </p:grpSpPr>
        <p:pic>
          <p:nvPicPr>
            <p:cNvPr id="39" name="Graphic 2 [3]" hidden="1">
              <a:extLst>
                <a:ext uri="{FF2B5EF4-FFF2-40B4-BE49-F238E27FC236}">
                  <a16:creationId xmlns:a16="http://schemas.microsoft.com/office/drawing/2014/main" id="{EB134314-3811-9BEC-CFF5-F73C16346181}"/>
                </a:ext>
              </a:extLst>
            </p:cNvPr>
            <p:cNvPicPr>
              <a:picLocks noChangeAspect="1"/>
            </p:cNvPicPr>
            <p:nvPr>
              <p:custDataLst>
                <p:tags r:id="rId49"/>
              </p:custDataLst>
            </p:nvPr>
          </p:nvPicPr>
          <p:blipFill>
            <a:blip r:embed="rId73">
              <a:extLst>
                <a:ext uri="{96DAC541-7B7A-43D3-8B79-37D633B846F1}">
                  <asvg:svgBlip xmlns:asvg="http://schemas.microsoft.com/office/drawing/2016/SVG/main" r:embed="rId74"/>
                </a:ext>
              </a:extLst>
            </a:blip>
            <a:stretch>
              <a:fillRect/>
            </a:stretch>
          </p:blipFill>
          <p:spPr>
            <a:xfrm>
              <a:off x="1710932" y="129992"/>
              <a:ext cx="1619250" cy="1619250"/>
            </a:xfrm>
            <a:prstGeom prst="rect">
              <a:avLst/>
            </a:prstGeom>
          </p:spPr>
        </p:pic>
        <p:pic>
          <p:nvPicPr>
            <p:cNvPr id="40" name="Graphic 4 [2]" hidden="1">
              <a:extLst>
                <a:ext uri="{FF2B5EF4-FFF2-40B4-BE49-F238E27FC236}">
                  <a16:creationId xmlns:a16="http://schemas.microsoft.com/office/drawing/2014/main" id="{36D81DB9-E82F-4669-7B10-A4F58C00B01D}"/>
                </a:ext>
              </a:extLst>
            </p:cNvPr>
            <p:cNvPicPr>
              <a:picLocks noChangeAspect="1"/>
            </p:cNvPicPr>
            <p:nvPr>
              <p:custDataLst>
                <p:tags r:id="rId50"/>
              </p:custDataLst>
            </p:nvPr>
          </p:nvPicPr>
          <p:blipFill>
            <a:blip r:embed="rId75">
              <a:extLst>
                <a:ext uri="{96DAC541-7B7A-43D3-8B79-37D633B846F1}">
                  <asvg:svgBlip xmlns:asvg="http://schemas.microsoft.com/office/drawing/2016/SVG/main" r:embed="rId76"/>
                </a:ext>
              </a:extLst>
            </a:blip>
            <a:stretch>
              <a:fillRect/>
            </a:stretch>
          </p:blipFill>
          <p:spPr>
            <a:xfrm>
              <a:off x="1710932" y="129992"/>
              <a:ext cx="1619250" cy="1619250"/>
            </a:xfrm>
            <a:prstGeom prst="rect">
              <a:avLst/>
            </a:prstGeom>
          </p:spPr>
        </p:pic>
        <p:pic>
          <p:nvPicPr>
            <p:cNvPr id="45" name="Graphic 8 [0]">
              <a:extLst>
                <a:ext uri="{FF2B5EF4-FFF2-40B4-BE49-F238E27FC236}">
                  <a16:creationId xmlns:a16="http://schemas.microsoft.com/office/drawing/2014/main" id="{DCE6B90C-87B1-CE7A-F95C-74E4A4FDEB3D}"/>
                </a:ext>
              </a:extLst>
            </p:cNvPr>
            <p:cNvPicPr>
              <a:picLocks noChangeAspect="1"/>
            </p:cNvPicPr>
            <p:nvPr>
              <p:custDataLst>
                <p:tags r:id="rId51"/>
              </p:custDataLst>
            </p:nvPr>
          </p:nvPicPr>
          <p:blipFill>
            <a:blip r:embed="rId91">
              <a:extLst>
                <a:ext uri="{96DAC541-7B7A-43D3-8B79-37D633B846F1}">
                  <asvg:svgBlip xmlns:asvg="http://schemas.microsoft.com/office/drawing/2016/SVG/main" r:embed="rId92"/>
                </a:ext>
              </a:extLst>
            </a:blip>
            <a:stretch>
              <a:fillRect/>
            </a:stretch>
          </p:blipFill>
          <p:spPr>
            <a:xfrm>
              <a:off x="1710932" y="129992"/>
              <a:ext cx="1619250" cy="1619250"/>
            </a:xfrm>
            <a:prstGeom prst="rect">
              <a:avLst/>
            </a:prstGeom>
            <a:extLst>
              <a:ext uri="{909E8E84-426E-40DD-AFC4-6F175D3DCCD1}">
                <a14:hiddenFill xmlns:a14="http://schemas.microsoft.com/office/drawing/2010/main">
                  <a:solidFill>
                    <a:schemeClr val="bg2">
                      <a:lumMod val="100000"/>
                    </a:schemeClr>
                  </a:solidFill>
                </a14:hiddenFill>
              </a:ext>
            </a:extLst>
          </p:spPr>
        </p:pic>
        <p:pic>
          <p:nvPicPr>
            <p:cNvPr id="46" name="Graphic 12 [1]" hidden="1">
              <a:extLst>
                <a:ext uri="{FF2B5EF4-FFF2-40B4-BE49-F238E27FC236}">
                  <a16:creationId xmlns:a16="http://schemas.microsoft.com/office/drawing/2014/main" id="{F7DB4DCF-C07A-F482-9829-0DE59120407D}"/>
                </a:ext>
              </a:extLst>
            </p:cNvPr>
            <p:cNvPicPr>
              <a:picLocks noChangeAspect="1"/>
            </p:cNvPicPr>
            <p:nvPr>
              <p:custDataLst>
                <p:tags r:id="rId52"/>
              </p:custDataLst>
            </p:nvPr>
          </p:nvPicPr>
          <p:blipFill>
            <a:blip r:embed="rId77">
              <a:extLst>
                <a:ext uri="{96DAC541-7B7A-43D3-8B79-37D633B846F1}">
                  <asvg:svgBlip xmlns:asvg="http://schemas.microsoft.com/office/drawing/2016/SVG/main" r:embed="rId78"/>
                </a:ext>
              </a:extLst>
            </a:blip>
            <a:stretch>
              <a:fillRect/>
            </a:stretch>
          </p:blipFill>
          <p:spPr>
            <a:xfrm>
              <a:off x="1710932" y="129992"/>
              <a:ext cx="1619250" cy="1619250"/>
            </a:xfrm>
            <a:prstGeom prst="rect">
              <a:avLst/>
            </a:prstGeom>
          </p:spPr>
        </p:pic>
      </p:grpSp>
      <p:sp>
        <p:nvSpPr>
          <p:cNvPr id="53" name="Rectangle : coins arrondis 52">
            <a:extLst>
              <a:ext uri="{FF2B5EF4-FFF2-40B4-BE49-F238E27FC236}">
                <a16:creationId xmlns:a16="http://schemas.microsoft.com/office/drawing/2014/main" id="{A6E6D6B1-9851-2D26-9470-FD2D960B6C66}"/>
              </a:ext>
            </a:extLst>
          </p:cNvPr>
          <p:cNvSpPr>
            <a:spLocks/>
          </p:cNvSpPr>
          <p:nvPr/>
        </p:nvSpPr>
        <p:spPr>
          <a:xfrm>
            <a:off x="423879" y="1586742"/>
            <a:ext cx="4969948" cy="333561"/>
          </a:xfrm>
          <a:prstGeom prst="roundRect">
            <a:avLst/>
          </a:prstGeom>
          <a:solidFill>
            <a:schemeClr val="accent3">
              <a:lumMod val="100000"/>
            </a:schemeClr>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250F6B">
                  <a:lumMod val="100000"/>
                </a:srgbClr>
              </a:solidFill>
              <a:effectLst/>
              <a:uLnTx/>
              <a:uFillTx/>
              <a:latin typeface="Aptos"/>
              <a:ea typeface="+mn-ea"/>
              <a:cs typeface="+mn-cs"/>
            </a:endParaRPr>
          </a:p>
        </p:txBody>
      </p:sp>
      <p:sp>
        <p:nvSpPr>
          <p:cNvPr id="92" name="ZoneTexte 91">
            <a:extLst>
              <a:ext uri="{FF2B5EF4-FFF2-40B4-BE49-F238E27FC236}">
                <a16:creationId xmlns:a16="http://schemas.microsoft.com/office/drawing/2014/main" id="{C578AC92-691A-9674-27C3-25F3A30FBA54}"/>
              </a:ext>
            </a:extLst>
          </p:cNvPr>
          <p:cNvSpPr txBox="1">
            <a:spLocks/>
          </p:cNvSpPr>
          <p:nvPr/>
        </p:nvSpPr>
        <p:spPr>
          <a:xfrm>
            <a:off x="1435747" y="1615023"/>
            <a:ext cx="2916025" cy="276999"/>
          </a:xfrm>
          <a:prstGeom prst="rect">
            <a:avLst/>
          </a:prstGeom>
          <a:noFill/>
        </p:spPr>
        <p:txBody>
          <a:bodyPr wrap="square" lIns="132923" rIns="1329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ptos"/>
                <a:ea typeface="+mn-ea"/>
                <a:cs typeface="+mn-cs"/>
              </a:rPr>
              <a:t>Approche par les risques </a:t>
            </a:r>
          </a:p>
        </p:txBody>
      </p:sp>
      <p:sp>
        <p:nvSpPr>
          <p:cNvPr id="54" name="Rectangle : coins arrondis 53">
            <a:extLst>
              <a:ext uri="{FF2B5EF4-FFF2-40B4-BE49-F238E27FC236}">
                <a16:creationId xmlns:a16="http://schemas.microsoft.com/office/drawing/2014/main" id="{3E441794-9AC6-B035-8DCF-E18A98FE500E}"/>
              </a:ext>
            </a:extLst>
          </p:cNvPr>
          <p:cNvSpPr>
            <a:spLocks/>
          </p:cNvSpPr>
          <p:nvPr/>
        </p:nvSpPr>
        <p:spPr>
          <a:xfrm>
            <a:off x="423879" y="4493340"/>
            <a:ext cx="4969948" cy="337534"/>
          </a:xfrm>
          <a:prstGeom prst="roundRect">
            <a:avLst/>
          </a:prstGeom>
          <a:solidFill>
            <a:schemeClr val="accent5">
              <a:lumMod val="100000"/>
            </a:schemeClr>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250F6B">
                  <a:lumMod val="100000"/>
                </a:srgbClr>
              </a:solidFill>
              <a:effectLst/>
              <a:uLnTx/>
              <a:uFillTx/>
              <a:latin typeface="Aptos"/>
              <a:ea typeface="+mn-ea"/>
              <a:cs typeface="+mn-cs"/>
            </a:endParaRPr>
          </a:p>
        </p:txBody>
      </p:sp>
      <p:pic>
        <p:nvPicPr>
          <p:cNvPr id="62" name="Graphic 4 [1]">
            <a:extLst>
              <a:ext uri="{FF2B5EF4-FFF2-40B4-BE49-F238E27FC236}">
                <a16:creationId xmlns:a16="http://schemas.microsoft.com/office/drawing/2014/main" id="{5D939D78-6029-2577-5EA3-3D8DB27CF233}"/>
              </a:ext>
            </a:extLst>
          </p:cNvPr>
          <p:cNvPicPr>
            <a:picLocks noChangeAspect="1"/>
          </p:cNvPicPr>
          <p:nvPr>
            <p:custDataLst>
              <p:tags r:id="rId20"/>
            </p:custDataLst>
          </p:nvPr>
        </p:nvPicPr>
        <p:blipFill>
          <a:blip r:embed="rId85">
            <a:extLst>
              <a:ext uri="{96DAC541-7B7A-43D3-8B79-37D633B846F1}">
                <asvg:svgBlip xmlns:asvg="http://schemas.microsoft.com/office/drawing/2016/SVG/main" r:embed="rId86"/>
              </a:ext>
            </a:extLst>
          </a:blip>
          <a:stretch>
            <a:fillRect/>
          </a:stretch>
        </p:blipFill>
        <p:spPr>
          <a:xfrm>
            <a:off x="828330" y="5813864"/>
            <a:ext cx="288000" cy="288000"/>
          </a:xfrm>
          <a:prstGeom prst="rect">
            <a:avLst/>
          </a:prstGeom>
        </p:spPr>
      </p:pic>
      <p:pic>
        <p:nvPicPr>
          <p:cNvPr id="63" name="Graphic 4 [1]">
            <a:extLst>
              <a:ext uri="{FF2B5EF4-FFF2-40B4-BE49-F238E27FC236}">
                <a16:creationId xmlns:a16="http://schemas.microsoft.com/office/drawing/2014/main" id="{BCF56AB7-EE5F-8C59-48F4-58821F694153}"/>
              </a:ext>
            </a:extLst>
          </p:cNvPr>
          <p:cNvPicPr>
            <a:picLocks noChangeAspect="1"/>
          </p:cNvPicPr>
          <p:nvPr>
            <p:custDataLst>
              <p:tags r:id="rId21"/>
            </p:custDataLst>
          </p:nvPr>
        </p:nvPicPr>
        <p:blipFill>
          <a:blip r:embed="rId87">
            <a:extLst>
              <a:ext uri="{96DAC541-7B7A-43D3-8B79-37D633B846F1}">
                <asvg:svgBlip xmlns:asvg="http://schemas.microsoft.com/office/drawing/2016/SVG/main" r:embed="rId88"/>
              </a:ext>
            </a:extLst>
          </a:blip>
          <a:stretch>
            <a:fillRect/>
          </a:stretch>
        </p:blipFill>
        <p:spPr>
          <a:xfrm>
            <a:off x="828330" y="6289102"/>
            <a:ext cx="288000" cy="288000"/>
          </a:xfrm>
          <a:prstGeom prst="rect">
            <a:avLst/>
          </a:prstGeom>
        </p:spPr>
      </p:pic>
      <p:grpSp>
        <p:nvGrpSpPr>
          <p:cNvPr id="65" name="Group 15">
            <a:extLst>
              <a:ext uri="{FF2B5EF4-FFF2-40B4-BE49-F238E27FC236}">
                <a16:creationId xmlns:a16="http://schemas.microsoft.com/office/drawing/2014/main" id="{E87A1FD1-A85E-C167-85D2-59F542649E49}"/>
              </a:ext>
            </a:extLst>
          </p:cNvPr>
          <p:cNvGrpSpPr>
            <a:grpSpLocks/>
          </p:cNvGrpSpPr>
          <p:nvPr>
            <p:custDataLst>
              <p:tags r:id="rId22"/>
            </p:custDataLst>
          </p:nvPr>
        </p:nvGrpSpPr>
        <p:grpSpPr>
          <a:xfrm>
            <a:off x="828330" y="5335001"/>
            <a:ext cx="271697" cy="288000"/>
            <a:chOff x="1710932" y="129992"/>
            <a:chExt cx="1619250" cy="1619250"/>
          </a:xfrm>
        </p:grpSpPr>
        <p:pic>
          <p:nvPicPr>
            <p:cNvPr id="66" name="Graphic 2 [3]" hidden="1">
              <a:extLst>
                <a:ext uri="{FF2B5EF4-FFF2-40B4-BE49-F238E27FC236}">
                  <a16:creationId xmlns:a16="http://schemas.microsoft.com/office/drawing/2014/main" id="{E6E00692-8A68-6B22-4C73-2B1FC760E512}"/>
                </a:ext>
              </a:extLst>
            </p:cNvPr>
            <p:cNvPicPr>
              <a:picLocks noChangeAspect="1"/>
            </p:cNvPicPr>
            <p:nvPr>
              <p:custDataLst>
                <p:tags r:id="rId45"/>
              </p:custDataLst>
            </p:nvPr>
          </p:nvPicPr>
          <p:blipFill>
            <a:blip r:embed="rId73">
              <a:extLst>
                <a:ext uri="{96DAC541-7B7A-43D3-8B79-37D633B846F1}">
                  <asvg:svgBlip xmlns:asvg="http://schemas.microsoft.com/office/drawing/2016/SVG/main" r:embed="rId74"/>
                </a:ext>
              </a:extLst>
            </a:blip>
            <a:stretch>
              <a:fillRect/>
            </a:stretch>
          </p:blipFill>
          <p:spPr>
            <a:xfrm>
              <a:off x="1710932" y="129992"/>
              <a:ext cx="1619250" cy="1619250"/>
            </a:xfrm>
            <a:prstGeom prst="rect">
              <a:avLst/>
            </a:prstGeom>
          </p:spPr>
        </p:pic>
        <p:pic>
          <p:nvPicPr>
            <p:cNvPr id="67" name="Graphic 4 [2]" hidden="1">
              <a:extLst>
                <a:ext uri="{FF2B5EF4-FFF2-40B4-BE49-F238E27FC236}">
                  <a16:creationId xmlns:a16="http://schemas.microsoft.com/office/drawing/2014/main" id="{A535DE7B-A8F1-DADB-E5C9-2893CF95E12F}"/>
                </a:ext>
              </a:extLst>
            </p:cNvPr>
            <p:cNvPicPr>
              <a:picLocks noChangeAspect="1"/>
            </p:cNvPicPr>
            <p:nvPr>
              <p:custDataLst>
                <p:tags r:id="rId46"/>
              </p:custDataLst>
            </p:nvPr>
          </p:nvPicPr>
          <p:blipFill>
            <a:blip r:embed="rId75">
              <a:extLst>
                <a:ext uri="{96DAC541-7B7A-43D3-8B79-37D633B846F1}">
                  <asvg:svgBlip xmlns:asvg="http://schemas.microsoft.com/office/drawing/2016/SVG/main" r:embed="rId76"/>
                </a:ext>
              </a:extLst>
            </a:blip>
            <a:stretch>
              <a:fillRect/>
            </a:stretch>
          </p:blipFill>
          <p:spPr>
            <a:xfrm>
              <a:off x="1710932" y="129992"/>
              <a:ext cx="1619250" cy="1619250"/>
            </a:xfrm>
            <a:prstGeom prst="rect">
              <a:avLst/>
            </a:prstGeom>
          </p:spPr>
        </p:pic>
        <p:pic>
          <p:nvPicPr>
            <p:cNvPr id="68" name="Graphic 8 [0]">
              <a:extLst>
                <a:ext uri="{FF2B5EF4-FFF2-40B4-BE49-F238E27FC236}">
                  <a16:creationId xmlns:a16="http://schemas.microsoft.com/office/drawing/2014/main" id="{E669C42E-72FD-6488-31B9-8C6CEC480F01}"/>
                </a:ext>
              </a:extLst>
            </p:cNvPr>
            <p:cNvPicPr>
              <a:picLocks noChangeAspect="1"/>
            </p:cNvPicPr>
            <p:nvPr>
              <p:custDataLst>
                <p:tags r:id="rId47"/>
              </p:custDataLst>
            </p:nvPr>
          </p:nvPicPr>
          <p:blipFill>
            <a:blip r:embed="rId91">
              <a:extLst>
                <a:ext uri="{96DAC541-7B7A-43D3-8B79-37D633B846F1}">
                  <asvg:svgBlip xmlns:asvg="http://schemas.microsoft.com/office/drawing/2016/SVG/main" r:embed="rId92"/>
                </a:ext>
              </a:extLst>
            </a:blip>
            <a:stretch>
              <a:fillRect/>
            </a:stretch>
          </p:blipFill>
          <p:spPr>
            <a:xfrm>
              <a:off x="1710932" y="129992"/>
              <a:ext cx="1619250" cy="1619250"/>
            </a:xfrm>
            <a:prstGeom prst="rect">
              <a:avLst/>
            </a:prstGeom>
          </p:spPr>
        </p:pic>
        <p:pic>
          <p:nvPicPr>
            <p:cNvPr id="69" name="Graphic 12 [1]" hidden="1">
              <a:extLst>
                <a:ext uri="{FF2B5EF4-FFF2-40B4-BE49-F238E27FC236}">
                  <a16:creationId xmlns:a16="http://schemas.microsoft.com/office/drawing/2014/main" id="{556A4444-51E9-E1AD-6870-2409719A7416}"/>
                </a:ext>
              </a:extLst>
            </p:cNvPr>
            <p:cNvPicPr>
              <a:picLocks noChangeAspect="1"/>
            </p:cNvPicPr>
            <p:nvPr>
              <p:custDataLst>
                <p:tags r:id="rId48"/>
              </p:custDataLst>
            </p:nvPr>
          </p:nvPicPr>
          <p:blipFill>
            <a:blip r:embed="rId77">
              <a:extLst>
                <a:ext uri="{96DAC541-7B7A-43D3-8B79-37D633B846F1}">
                  <asvg:svgBlip xmlns:asvg="http://schemas.microsoft.com/office/drawing/2016/SVG/main" r:embed="rId78"/>
                </a:ext>
              </a:extLst>
            </a:blip>
            <a:stretch>
              <a:fillRect/>
            </a:stretch>
          </p:blipFill>
          <p:spPr>
            <a:xfrm>
              <a:off x="1710932" y="129992"/>
              <a:ext cx="1619250" cy="1619250"/>
            </a:xfrm>
            <a:prstGeom prst="rect">
              <a:avLst/>
            </a:prstGeom>
          </p:spPr>
        </p:pic>
      </p:grpSp>
      <p:sp>
        <p:nvSpPr>
          <p:cNvPr id="94" name="ZoneTexte 93">
            <a:extLst>
              <a:ext uri="{FF2B5EF4-FFF2-40B4-BE49-F238E27FC236}">
                <a16:creationId xmlns:a16="http://schemas.microsoft.com/office/drawing/2014/main" id="{6B52CB32-70F8-0076-36DE-02D5F6C2EF71}"/>
              </a:ext>
            </a:extLst>
          </p:cNvPr>
          <p:cNvSpPr txBox="1">
            <a:spLocks/>
          </p:cNvSpPr>
          <p:nvPr/>
        </p:nvSpPr>
        <p:spPr>
          <a:xfrm>
            <a:off x="1318748" y="4541140"/>
            <a:ext cx="2916025" cy="276999"/>
          </a:xfrm>
          <a:prstGeom prst="rect">
            <a:avLst/>
          </a:prstGeom>
          <a:noFill/>
        </p:spPr>
        <p:txBody>
          <a:bodyPr wrap="square" lIns="132923" rIns="1329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ptos"/>
                <a:ea typeface="+mn-ea"/>
                <a:cs typeface="+mn-cs"/>
              </a:rPr>
              <a:t>Audit </a:t>
            </a:r>
          </a:p>
        </p:txBody>
      </p:sp>
      <p:grpSp>
        <p:nvGrpSpPr>
          <p:cNvPr id="73" name="Group 15">
            <a:extLst>
              <a:ext uri="{FF2B5EF4-FFF2-40B4-BE49-F238E27FC236}">
                <a16:creationId xmlns:a16="http://schemas.microsoft.com/office/drawing/2014/main" id="{4145C3AE-71D2-701E-9A1F-A1EA7EF58DB4}"/>
              </a:ext>
            </a:extLst>
          </p:cNvPr>
          <p:cNvGrpSpPr>
            <a:grpSpLocks/>
          </p:cNvGrpSpPr>
          <p:nvPr>
            <p:custDataLst>
              <p:tags r:id="rId23"/>
            </p:custDataLst>
          </p:nvPr>
        </p:nvGrpSpPr>
        <p:grpSpPr>
          <a:xfrm>
            <a:off x="6931334" y="2339123"/>
            <a:ext cx="468000" cy="468000"/>
            <a:chOff x="1469330" y="809625"/>
            <a:chExt cx="1619250" cy="1619250"/>
          </a:xfrm>
        </p:grpSpPr>
        <p:pic>
          <p:nvPicPr>
            <p:cNvPr id="74" name="Graphic 2 [2]" hidden="1">
              <a:extLst>
                <a:ext uri="{FF2B5EF4-FFF2-40B4-BE49-F238E27FC236}">
                  <a16:creationId xmlns:a16="http://schemas.microsoft.com/office/drawing/2014/main" id="{8E0A084E-AA8E-08BC-7404-77467B4B70C4}"/>
                </a:ext>
              </a:extLst>
            </p:cNvPr>
            <p:cNvPicPr>
              <a:picLocks noChangeAspect="1"/>
            </p:cNvPicPr>
            <p:nvPr>
              <p:custDataLst>
                <p:tags r:id="rId41"/>
              </p:custDataLst>
            </p:nvPr>
          </p:nvPicPr>
          <p:blipFill>
            <a:blip r:embed="rId93">
              <a:extLst>
                <a:ext uri="{96DAC541-7B7A-43D3-8B79-37D633B846F1}">
                  <asvg:svgBlip xmlns:asvg="http://schemas.microsoft.com/office/drawing/2016/SVG/main" r:embed="rId94"/>
                </a:ext>
              </a:extLst>
            </a:blip>
            <a:stretch>
              <a:fillRect/>
            </a:stretch>
          </p:blipFill>
          <p:spPr>
            <a:xfrm>
              <a:off x="1469330" y="809625"/>
              <a:ext cx="1619250" cy="1619250"/>
            </a:xfrm>
            <a:prstGeom prst="rect">
              <a:avLst/>
            </a:prstGeom>
          </p:spPr>
        </p:pic>
        <p:pic>
          <p:nvPicPr>
            <p:cNvPr id="75" name="Graphic 4 [0]" hidden="1">
              <a:extLst>
                <a:ext uri="{FF2B5EF4-FFF2-40B4-BE49-F238E27FC236}">
                  <a16:creationId xmlns:a16="http://schemas.microsoft.com/office/drawing/2014/main" id="{BD10B890-98EE-5DC6-72FB-76E7660E847B}"/>
                </a:ext>
              </a:extLst>
            </p:cNvPr>
            <p:cNvPicPr>
              <a:picLocks noChangeAspect="1"/>
            </p:cNvPicPr>
            <p:nvPr>
              <p:custDataLst>
                <p:tags r:id="rId42"/>
              </p:custDataLst>
            </p:nvPr>
          </p:nvPicPr>
          <p:blipFill>
            <a:blip r:embed="rId95">
              <a:extLst>
                <a:ext uri="{96DAC541-7B7A-43D3-8B79-37D633B846F1}">
                  <asvg:svgBlip xmlns:asvg="http://schemas.microsoft.com/office/drawing/2016/SVG/main" r:embed="rId96"/>
                </a:ext>
              </a:extLst>
            </a:blip>
            <a:stretch>
              <a:fillRect/>
            </a:stretch>
          </p:blipFill>
          <p:spPr>
            <a:xfrm>
              <a:off x="1469330" y="809625"/>
              <a:ext cx="1619250" cy="1619250"/>
            </a:xfrm>
            <a:prstGeom prst="rect">
              <a:avLst/>
            </a:prstGeom>
          </p:spPr>
        </p:pic>
        <p:pic>
          <p:nvPicPr>
            <p:cNvPr id="76" name="Graphic 6 [3]" hidden="1">
              <a:extLst>
                <a:ext uri="{FF2B5EF4-FFF2-40B4-BE49-F238E27FC236}">
                  <a16:creationId xmlns:a16="http://schemas.microsoft.com/office/drawing/2014/main" id="{DD96E058-034A-24CD-1794-B020A11B2416}"/>
                </a:ext>
              </a:extLst>
            </p:cNvPr>
            <p:cNvPicPr>
              <a:picLocks noChangeAspect="1"/>
            </p:cNvPicPr>
            <p:nvPr>
              <p:custDataLst>
                <p:tags r:id="rId43"/>
              </p:custDataLst>
            </p:nvPr>
          </p:nvPicPr>
          <p:blipFill>
            <a:blip r:embed="rId97">
              <a:extLst>
                <a:ext uri="{96DAC541-7B7A-43D3-8B79-37D633B846F1}">
                  <asvg:svgBlip xmlns:asvg="http://schemas.microsoft.com/office/drawing/2016/SVG/main" r:embed="rId98"/>
                </a:ext>
              </a:extLst>
            </a:blip>
            <a:stretch>
              <a:fillRect/>
            </a:stretch>
          </p:blipFill>
          <p:spPr>
            <a:xfrm>
              <a:off x="1469330" y="809625"/>
              <a:ext cx="1619250" cy="1619250"/>
            </a:xfrm>
            <a:prstGeom prst="rect">
              <a:avLst/>
            </a:prstGeom>
          </p:spPr>
        </p:pic>
        <p:pic>
          <p:nvPicPr>
            <p:cNvPr id="77" name="Graphic 12 [1]">
              <a:extLst>
                <a:ext uri="{FF2B5EF4-FFF2-40B4-BE49-F238E27FC236}">
                  <a16:creationId xmlns:a16="http://schemas.microsoft.com/office/drawing/2014/main" id="{3E1B4635-EC0D-1E36-A4DE-071635B3221C}"/>
                </a:ext>
              </a:extLst>
            </p:cNvPr>
            <p:cNvPicPr>
              <a:picLocks noChangeAspect="1"/>
            </p:cNvPicPr>
            <p:nvPr>
              <p:custDataLst>
                <p:tags r:id="rId44"/>
              </p:custDataLst>
            </p:nvPr>
          </p:nvPicPr>
          <p:blipFill>
            <a:blip r:embed="rId99">
              <a:extLst>
                <a:ext uri="{96DAC541-7B7A-43D3-8B79-37D633B846F1}">
                  <asvg:svgBlip xmlns:asvg="http://schemas.microsoft.com/office/drawing/2016/SVG/main" r:embed="rId100"/>
                </a:ext>
              </a:extLst>
            </a:blip>
            <a:stretch>
              <a:fillRect/>
            </a:stretch>
          </p:blipFill>
          <p:spPr>
            <a:xfrm>
              <a:off x="1469330" y="809625"/>
              <a:ext cx="1619250" cy="1619250"/>
            </a:xfrm>
            <a:prstGeom prst="rect">
              <a:avLst/>
            </a:prstGeom>
          </p:spPr>
        </p:pic>
      </p:grpSp>
      <p:grpSp>
        <p:nvGrpSpPr>
          <p:cNvPr id="86" name="Group 31">
            <a:extLst>
              <a:ext uri="{FF2B5EF4-FFF2-40B4-BE49-F238E27FC236}">
                <a16:creationId xmlns:a16="http://schemas.microsoft.com/office/drawing/2014/main" id="{C17A9E54-5459-9D16-5E7A-A1590E7507CC}"/>
              </a:ext>
            </a:extLst>
          </p:cNvPr>
          <p:cNvGrpSpPr>
            <a:grpSpLocks/>
          </p:cNvGrpSpPr>
          <p:nvPr>
            <p:custDataLst>
              <p:tags r:id="rId24"/>
            </p:custDataLst>
          </p:nvPr>
        </p:nvGrpSpPr>
        <p:grpSpPr>
          <a:xfrm>
            <a:off x="6931334" y="3379771"/>
            <a:ext cx="468000" cy="468000"/>
            <a:chOff x="-630969" y="-208939"/>
            <a:chExt cx="1619250" cy="1619250"/>
          </a:xfrm>
        </p:grpSpPr>
        <p:pic>
          <p:nvPicPr>
            <p:cNvPr id="87" name="Graphic 24 [2]" hidden="1">
              <a:extLst>
                <a:ext uri="{FF2B5EF4-FFF2-40B4-BE49-F238E27FC236}">
                  <a16:creationId xmlns:a16="http://schemas.microsoft.com/office/drawing/2014/main" id="{94C653D5-4301-329B-44C4-D4E73C64AFFA}"/>
                </a:ext>
              </a:extLst>
            </p:cNvPr>
            <p:cNvPicPr>
              <a:picLocks noChangeAspect="1"/>
            </p:cNvPicPr>
            <p:nvPr>
              <p:custDataLst>
                <p:tags r:id="rId37"/>
              </p:custDataLst>
            </p:nvPr>
          </p:nvPicPr>
          <p:blipFill>
            <a:blip r:embed="rId101">
              <a:extLst>
                <a:ext uri="{96DAC541-7B7A-43D3-8B79-37D633B846F1}">
                  <asvg:svgBlip xmlns:asvg="http://schemas.microsoft.com/office/drawing/2016/SVG/main" r:embed="rId102"/>
                </a:ext>
              </a:extLst>
            </a:blip>
            <a:stretch>
              <a:fillRect/>
            </a:stretch>
          </p:blipFill>
          <p:spPr>
            <a:xfrm>
              <a:off x="-630969" y="-208939"/>
              <a:ext cx="1619250" cy="1619250"/>
            </a:xfrm>
            <a:prstGeom prst="rect">
              <a:avLst/>
            </a:prstGeom>
          </p:spPr>
        </p:pic>
        <p:pic>
          <p:nvPicPr>
            <p:cNvPr id="88" name="Graphic 26 [0]" hidden="1">
              <a:extLst>
                <a:ext uri="{FF2B5EF4-FFF2-40B4-BE49-F238E27FC236}">
                  <a16:creationId xmlns:a16="http://schemas.microsoft.com/office/drawing/2014/main" id="{635406EF-11F0-3E6A-06F8-24E27B74B2DF}"/>
                </a:ext>
              </a:extLst>
            </p:cNvPr>
            <p:cNvPicPr>
              <a:picLocks noChangeAspect="1"/>
            </p:cNvPicPr>
            <p:nvPr>
              <p:custDataLst>
                <p:tags r:id="rId38"/>
              </p:custDataLst>
            </p:nvPr>
          </p:nvPicPr>
          <p:blipFill>
            <a:blip r:embed="rId103">
              <a:extLst>
                <a:ext uri="{96DAC541-7B7A-43D3-8B79-37D633B846F1}">
                  <asvg:svgBlip xmlns:asvg="http://schemas.microsoft.com/office/drawing/2016/SVG/main" r:embed="rId104"/>
                </a:ext>
              </a:extLst>
            </a:blip>
            <a:stretch>
              <a:fillRect/>
            </a:stretch>
          </p:blipFill>
          <p:spPr>
            <a:xfrm>
              <a:off x="-630969" y="-208939"/>
              <a:ext cx="1619250" cy="1619250"/>
            </a:xfrm>
            <a:prstGeom prst="rect">
              <a:avLst/>
            </a:prstGeom>
          </p:spPr>
        </p:pic>
        <p:pic>
          <p:nvPicPr>
            <p:cNvPr id="89" name="Graphic 28 [1]">
              <a:extLst>
                <a:ext uri="{FF2B5EF4-FFF2-40B4-BE49-F238E27FC236}">
                  <a16:creationId xmlns:a16="http://schemas.microsoft.com/office/drawing/2014/main" id="{4239A1C0-6A56-F141-6BF1-1A0A07CDD238}"/>
                </a:ext>
              </a:extLst>
            </p:cNvPr>
            <p:cNvPicPr>
              <a:picLocks noChangeAspect="1"/>
            </p:cNvPicPr>
            <p:nvPr>
              <p:custDataLst>
                <p:tags r:id="rId39"/>
              </p:custDataLst>
            </p:nvPr>
          </p:nvPicPr>
          <p:blipFill>
            <a:blip r:embed="rId105">
              <a:extLst>
                <a:ext uri="{96DAC541-7B7A-43D3-8B79-37D633B846F1}">
                  <asvg:svgBlip xmlns:asvg="http://schemas.microsoft.com/office/drawing/2016/SVG/main" r:embed="rId106"/>
                </a:ext>
              </a:extLst>
            </a:blip>
            <a:stretch>
              <a:fillRect/>
            </a:stretch>
          </p:blipFill>
          <p:spPr>
            <a:xfrm>
              <a:off x="-630969" y="-208939"/>
              <a:ext cx="1619250" cy="1619250"/>
            </a:xfrm>
            <a:prstGeom prst="rect">
              <a:avLst/>
            </a:prstGeom>
          </p:spPr>
        </p:pic>
        <p:pic>
          <p:nvPicPr>
            <p:cNvPr id="90" name="Graphic 30 [3]" hidden="1">
              <a:extLst>
                <a:ext uri="{FF2B5EF4-FFF2-40B4-BE49-F238E27FC236}">
                  <a16:creationId xmlns:a16="http://schemas.microsoft.com/office/drawing/2014/main" id="{B65F9AF3-7A78-0B45-34B6-AB71351C68A7}"/>
                </a:ext>
              </a:extLst>
            </p:cNvPr>
            <p:cNvPicPr>
              <a:picLocks noChangeAspect="1"/>
            </p:cNvPicPr>
            <p:nvPr>
              <p:custDataLst>
                <p:tags r:id="rId40"/>
              </p:custDataLst>
            </p:nvPr>
          </p:nvPicPr>
          <p:blipFill>
            <a:blip r:embed="rId107">
              <a:extLst>
                <a:ext uri="{96DAC541-7B7A-43D3-8B79-37D633B846F1}">
                  <asvg:svgBlip xmlns:asvg="http://schemas.microsoft.com/office/drawing/2016/SVG/main" r:embed="rId108"/>
                </a:ext>
              </a:extLst>
            </a:blip>
            <a:stretch>
              <a:fillRect/>
            </a:stretch>
          </p:blipFill>
          <p:spPr>
            <a:xfrm>
              <a:off x="-630969" y="-208939"/>
              <a:ext cx="1619250" cy="1619250"/>
            </a:xfrm>
            <a:prstGeom prst="rect">
              <a:avLst/>
            </a:prstGeom>
          </p:spPr>
        </p:pic>
      </p:grpSp>
      <p:grpSp>
        <p:nvGrpSpPr>
          <p:cNvPr id="97" name="Group 10">
            <a:extLst>
              <a:ext uri="{FF2B5EF4-FFF2-40B4-BE49-F238E27FC236}">
                <a16:creationId xmlns:a16="http://schemas.microsoft.com/office/drawing/2014/main" id="{D766A0DD-88E8-EAD1-F98E-4FF9BEC8DB20}"/>
              </a:ext>
            </a:extLst>
          </p:cNvPr>
          <p:cNvGrpSpPr>
            <a:grpSpLocks/>
          </p:cNvGrpSpPr>
          <p:nvPr>
            <p:custDataLst>
              <p:tags r:id="rId25"/>
            </p:custDataLst>
          </p:nvPr>
        </p:nvGrpSpPr>
        <p:grpSpPr>
          <a:xfrm>
            <a:off x="6931334" y="1406252"/>
            <a:ext cx="468000" cy="468000"/>
            <a:chOff x="-1077912" y="752990"/>
            <a:chExt cx="1619250" cy="1619250"/>
          </a:xfrm>
        </p:grpSpPr>
        <p:pic>
          <p:nvPicPr>
            <p:cNvPr id="98" name="Graphic 2 [2]" hidden="1">
              <a:extLst>
                <a:ext uri="{FF2B5EF4-FFF2-40B4-BE49-F238E27FC236}">
                  <a16:creationId xmlns:a16="http://schemas.microsoft.com/office/drawing/2014/main" id="{AAD54CFD-73E2-F09A-656E-031A559EA5D6}"/>
                </a:ext>
              </a:extLst>
            </p:cNvPr>
            <p:cNvPicPr>
              <a:picLocks noChangeAspect="1"/>
            </p:cNvPicPr>
            <p:nvPr>
              <p:custDataLst>
                <p:tags r:id="rId34"/>
              </p:custDataLst>
            </p:nvPr>
          </p:nvPicPr>
          <p:blipFill>
            <a:blip r:embed="rId109">
              <a:extLst>
                <a:ext uri="{96DAC541-7B7A-43D3-8B79-37D633B846F1}">
                  <asvg:svgBlip xmlns:asvg="http://schemas.microsoft.com/office/drawing/2016/SVG/main" r:embed="rId110"/>
                </a:ext>
              </a:extLst>
            </a:blip>
            <a:stretch>
              <a:fillRect/>
            </a:stretch>
          </p:blipFill>
          <p:spPr>
            <a:xfrm>
              <a:off x="-1077912" y="752990"/>
              <a:ext cx="1619250" cy="1619250"/>
            </a:xfrm>
            <a:prstGeom prst="rect">
              <a:avLst/>
            </a:prstGeom>
          </p:spPr>
        </p:pic>
        <p:grpSp>
          <p:nvGrpSpPr>
            <p:cNvPr id="15" name="Graphic 4 [1]">
              <a:extLst>
                <a:ext uri="{FF2B5EF4-FFF2-40B4-BE49-F238E27FC236}">
                  <a16:creationId xmlns:a16="http://schemas.microsoft.com/office/drawing/2014/main" id="{93642ED5-F5E7-5316-7636-457373D6A84A}"/>
                </a:ext>
              </a:extLst>
            </p:cNvPr>
            <p:cNvGrpSpPr/>
            <p:nvPr/>
          </p:nvGrpSpPr>
          <p:grpSpPr>
            <a:xfrm>
              <a:off x="-1029426" y="804710"/>
              <a:ext cx="1539999" cy="1540002"/>
              <a:chOff x="-1029426" y="804710"/>
              <a:chExt cx="1539999" cy="1540002"/>
            </a:xfrm>
            <a:solidFill>
              <a:srgbClr val="503078"/>
            </a:solidFill>
          </p:grpSpPr>
          <p:sp>
            <p:nvSpPr>
              <p:cNvPr id="16" name="Forme libre : forme 15">
                <a:extLst>
                  <a:ext uri="{FF2B5EF4-FFF2-40B4-BE49-F238E27FC236}">
                    <a16:creationId xmlns:a16="http://schemas.microsoft.com/office/drawing/2014/main" id="{B1C6677B-CEA9-DBA1-51C9-1CC3492D6B4B}"/>
                  </a:ext>
                </a:extLst>
              </p:cNvPr>
              <p:cNvSpPr/>
              <p:nvPr/>
            </p:nvSpPr>
            <p:spPr>
              <a:xfrm>
                <a:off x="-1029426" y="804710"/>
                <a:ext cx="1539999" cy="1540002"/>
              </a:xfrm>
              <a:custGeom>
                <a:avLst/>
                <a:gdLst>
                  <a:gd name="connsiteX0" fmla="*/ 770665 w 1539999"/>
                  <a:gd name="connsiteY0" fmla="*/ 76200 h 1540002"/>
                  <a:gd name="connsiteX1" fmla="*/ 1464466 w 1539999"/>
                  <a:gd name="connsiteY1" fmla="*/ 770001 h 1540002"/>
                  <a:gd name="connsiteX2" fmla="*/ 1462466 w 1539999"/>
                  <a:gd name="connsiteY2" fmla="*/ 821532 h 1540002"/>
                  <a:gd name="connsiteX3" fmla="*/ 1038413 w 1539999"/>
                  <a:gd name="connsiteY3" fmla="*/ 1410081 h 1540002"/>
                  <a:gd name="connsiteX4" fmla="*/ 770665 w 1539999"/>
                  <a:gd name="connsiteY4" fmla="*/ 1463802 h 1540002"/>
                  <a:gd name="connsiteX5" fmla="*/ 76864 w 1539999"/>
                  <a:gd name="connsiteY5" fmla="*/ 770001 h 1540002"/>
                  <a:gd name="connsiteX6" fmla="*/ 770665 w 1539999"/>
                  <a:gd name="connsiteY6" fmla="*/ 76200 h 1540002"/>
                  <a:gd name="connsiteX7" fmla="*/ 770665 w 1539999"/>
                  <a:gd name="connsiteY7" fmla="*/ 0 h 1540002"/>
                  <a:gd name="connsiteX8" fmla="*/ 0 w 1539999"/>
                  <a:gd name="connsiteY8" fmla="*/ 769337 h 1540002"/>
                  <a:gd name="connsiteX9" fmla="*/ 769337 w 1539999"/>
                  <a:gd name="connsiteY9" fmla="*/ 1540002 h 1540002"/>
                  <a:gd name="connsiteX10" fmla="*/ 1094515 w 1539999"/>
                  <a:gd name="connsiteY10" fmla="*/ 1468279 h 1540002"/>
                  <a:gd name="connsiteX11" fmla="*/ 1534856 w 1539999"/>
                  <a:gd name="connsiteY11" fmla="*/ 858108 h 1540002"/>
                  <a:gd name="connsiteX12" fmla="*/ 1539999 w 1539999"/>
                  <a:gd name="connsiteY12" fmla="*/ 770001 h 1540002"/>
                  <a:gd name="connsiteX13" fmla="*/ 770665 w 1539999"/>
                  <a:gd name="connsiteY13" fmla="*/ 0 h 154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9999" h="1540002">
                    <a:moveTo>
                      <a:pt x="770665" y="76200"/>
                    </a:moveTo>
                    <a:cubicBezTo>
                      <a:pt x="1153646" y="76673"/>
                      <a:pt x="1463990" y="387021"/>
                      <a:pt x="1464466" y="770001"/>
                    </a:cubicBezTo>
                    <a:cubicBezTo>
                      <a:pt x="1464466" y="786765"/>
                      <a:pt x="1463799" y="804006"/>
                      <a:pt x="1462466" y="821532"/>
                    </a:cubicBezTo>
                    <a:cubicBezTo>
                      <a:pt x="1357691" y="919163"/>
                      <a:pt x="1182812" y="1110520"/>
                      <a:pt x="1038413" y="1410081"/>
                    </a:cubicBezTo>
                    <a:cubicBezTo>
                      <a:pt x="953669" y="1445752"/>
                      <a:pt x="862613" y="1464021"/>
                      <a:pt x="770665" y="1463802"/>
                    </a:cubicBezTo>
                    <a:cubicBezTo>
                      <a:pt x="387489" y="1463802"/>
                      <a:pt x="76864" y="1153173"/>
                      <a:pt x="76864" y="770001"/>
                    </a:cubicBezTo>
                    <a:cubicBezTo>
                      <a:pt x="76864" y="386826"/>
                      <a:pt x="387489" y="76200"/>
                      <a:pt x="770665" y="76200"/>
                    </a:cubicBezTo>
                    <a:moveTo>
                      <a:pt x="770665" y="0"/>
                    </a:moveTo>
                    <a:cubicBezTo>
                      <a:pt x="345405" y="-366"/>
                      <a:pt x="367" y="344078"/>
                      <a:pt x="0" y="769337"/>
                    </a:cubicBezTo>
                    <a:cubicBezTo>
                      <a:pt x="-366" y="1194597"/>
                      <a:pt x="344077" y="1539631"/>
                      <a:pt x="769337" y="1540002"/>
                    </a:cubicBezTo>
                    <a:cubicBezTo>
                      <a:pt x="881664" y="1540098"/>
                      <a:pt x="992655" y="1515618"/>
                      <a:pt x="1094515" y="1468279"/>
                    </a:cubicBezTo>
                    <a:cubicBezTo>
                      <a:pt x="1243200" y="1149192"/>
                      <a:pt x="1426937" y="953929"/>
                      <a:pt x="1534856" y="858108"/>
                    </a:cubicBezTo>
                    <a:cubicBezTo>
                      <a:pt x="1538209" y="828857"/>
                      <a:pt x="1539923" y="799443"/>
                      <a:pt x="1539999" y="770001"/>
                    </a:cubicBezTo>
                    <a:cubicBezTo>
                      <a:pt x="1539999" y="345002"/>
                      <a:pt x="1195661" y="368"/>
                      <a:pt x="770665" y="0"/>
                    </a:cubicBezTo>
                    <a:close/>
                  </a:path>
                </a:pathLst>
              </a:custGeom>
              <a:solidFill>
                <a:schemeClr val="bg2">
                  <a:lumMod val="100000"/>
                </a:schemeClr>
              </a:solidFill>
              <a:ln w="27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17" name="Forme libre : forme 16">
                <a:extLst>
                  <a:ext uri="{FF2B5EF4-FFF2-40B4-BE49-F238E27FC236}">
                    <a16:creationId xmlns:a16="http://schemas.microsoft.com/office/drawing/2014/main" id="{80DCDE2C-CAF1-0AC5-9372-AE1AB1FE41DC}"/>
                  </a:ext>
                </a:extLst>
              </p:cNvPr>
              <p:cNvSpPr/>
              <p:nvPr/>
            </p:nvSpPr>
            <p:spPr>
              <a:xfrm>
                <a:off x="-539844" y="1208094"/>
                <a:ext cx="543877" cy="700849"/>
              </a:xfrm>
              <a:custGeom>
                <a:avLst/>
                <a:gdLst>
                  <a:gd name="connsiteX0" fmla="*/ 543877 w 543877"/>
                  <a:gd name="connsiteY0" fmla="*/ 700850 h 700849"/>
                  <a:gd name="connsiteX1" fmla="*/ 0 w 543877"/>
                  <a:gd name="connsiteY1" fmla="*/ 700850 h 700849"/>
                  <a:gd name="connsiteX2" fmla="*/ 0 w 543877"/>
                  <a:gd name="connsiteY2" fmla="*/ 0 h 700849"/>
                  <a:gd name="connsiteX3" fmla="*/ 543877 w 543877"/>
                  <a:gd name="connsiteY3" fmla="*/ 0 h 700849"/>
                  <a:gd name="connsiteX4" fmla="*/ 59436 w 543877"/>
                  <a:gd name="connsiteY4" fmla="*/ 59246 h 700849"/>
                  <a:gd name="connsiteX5" fmla="*/ 59436 w 543877"/>
                  <a:gd name="connsiteY5" fmla="*/ 641795 h 700849"/>
                  <a:gd name="connsiteX6" fmla="*/ 484441 w 543877"/>
                  <a:gd name="connsiteY6" fmla="*/ 641795 h 700849"/>
                  <a:gd name="connsiteX7" fmla="*/ 484441 w 543877"/>
                  <a:gd name="connsiteY7" fmla="*/ 59246 h 700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3877" h="700849">
                    <a:moveTo>
                      <a:pt x="543877" y="700850"/>
                    </a:moveTo>
                    <a:lnTo>
                      <a:pt x="0" y="700850"/>
                    </a:lnTo>
                    <a:lnTo>
                      <a:pt x="0" y="0"/>
                    </a:lnTo>
                    <a:lnTo>
                      <a:pt x="543877" y="0"/>
                    </a:lnTo>
                    <a:close/>
                    <a:moveTo>
                      <a:pt x="59436" y="59246"/>
                    </a:moveTo>
                    <a:lnTo>
                      <a:pt x="59436" y="641795"/>
                    </a:lnTo>
                    <a:lnTo>
                      <a:pt x="484441" y="641795"/>
                    </a:lnTo>
                    <a:lnTo>
                      <a:pt x="484441" y="59246"/>
                    </a:lnTo>
                    <a:close/>
                  </a:path>
                </a:pathLst>
              </a:custGeom>
              <a:solidFill>
                <a:schemeClr val="bg2">
                  <a:lumMod val="100000"/>
                </a:schemeClr>
              </a:solidFill>
              <a:ln w="27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51DC7">
                      <a:lumMod val="100000"/>
                    </a:srgbClr>
                  </a:solidFill>
                  <a:effectLst/>
                  <a:uLnTx/>
                  <a:uFillTx/>
                  <a:latin typeface="Aptos"/>
                  <a:ea typeface="+mn-ea"/>
                  <a:cs typeface="+mn-cs"/>
                </a:endParaRPr>
              </a:p>
            </p:txBody>
          </p:sp>
          <p:sp>
            <p:nvSpPr>
              <p:cNvPr id="18" name="Forme libre : forme 17">
                <a:extLst>
                  <a:ext uri="{FF2B5EF4-FFF2-40B4-BE49-F238E27FC236}">
                    <a16:creationId xmlns:a16="http://schemas.microsoft.com/office/drawing/2014/main" id="{A1657983-E503-7E9F-829E-4F1C072B1476}"/>
                  </a:ext>
                </a:extLst>
              </p:cNvPr>
              <p:cNvSpPr/>
              <p:nvPr/>
            </p:nvSpPr>
            <p:spPr>
              <a:xfrm>
                <a:off x="-435450" y="1432217"/>
                <a:ext cx="132969" cy="112299"/>
              </a:xfrm>
              <a:custGeom>
                <a:avLst/>
                <a:gdLst>
                  <a:gd name="connsiteX0" fmla="*/ 0 w 132969"/>
                  <a:gd name="connsiteY0" fmla="*/ 63722 h 112299"/>
                  <a:gd name="connsiteX1" fmla="*/ 28575 w 132969"/>
                  <a:gd name="connsiteY1" fmla="*/ 35147 h 112299"/>
                  <a:gd name="connsiteX2" fmla="*/ 47625 w 132969"/>
                  <a:gd name="connsiteY2" fmla="*/ 58865 h 112299"/>
                  <a:gd name="connsiteX3" fmla="*/ 105537 w 132969"/>
                  <a:gd name="connsiteY3" fmla="*/ 0 h 112299"/>
                  <a:gd name="connsiteX4" fmla="*/ 132969 w 132969"/>
                  <a:gd name="connsiteY4" fmla="*/ 28575 h 112299"/>
                  <a:gd name="connsiteX5" fmla="*/ 48578 w 132969"/>
                  <a:gd name="connsiteY5" fmla="*/ 112300 h 11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969" h="112299">
                    <a:moveTo>
                      <a:pt x="0" y="63722"/>
                    </a:moveTo>
                    <a:lnTo>
                      <a:pt x="28575" y="35147"/>
                    </a:lnTo>
                    <a:lnTo>
                      <a:pt x="47625" y="58865"/>
                    </a:lnTo>
                    <a:lnTo>
                      <a:pt x="105537" y="0"/>
                    </a:lnTo>
                    <a:lnTo>
                      <a:pt x="132969" y="28575"/>
                    </a:lnTo>
                    <a:lnTo>
                      <a:pt x="48578" y="112300"/>
                    </a:lnTo>
                    <a:close/>
                  </a:path>
                </a:pathLst>
              </a:custGeom>
              <a:solidFill>
                <a:schemeClr val="bg2">
                  <a:lumMod val="100000"/>
                </a:schemeClr>
              </a:solidFill>
              <a:ln w="27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19" name="Forme libre : forme 18">
                <a:extLst>
                  <a:ext uri="{FF2B5EF4-FFF2-40B4-BE49-F238E27FC236}">
                    <a16:creationId xmlns:a16="http://schemas.microsoft.com/office/drawing/2014/main" id="{E2E5052D-6731-CA95-874B-EC97C67910D0}"/>
                  </a:ext>
                </a:extLst>
              </p:cNvPr>
              <p:cNvSpPr/>
              <p:nvPr/>
            </p:nvSpPr>
            <p:spPr>
              <a:xfrm>
                <a:off x="-254761" y="1336777"/>
                <a:ext cx="154686" cy="42481"/>
              </a:xfrm>
              <a:custGeom>
                <a:avLst/>
                <a:gdLst>
                  <a:gd name="connsiteX0" fmla="*/ 154686 w 154686"/>
                  <a:gd name="connsiteY0" fmla="*/ 191 h 42481"/>
                  <a:gd name="connsiteX1" fmla="*/ 154686 w 154686"/>
                  <a:gd name="connsiteY1" fmla="*/ 41719 h 42481"/>
                  <a:gd name="connsiteX2" fmla="*/ 145161 w 154686"/>
                  <a:gd name="connsiteY2" fmla="*/ 42481 h 42481"/>
                  <a:gd name="connsiteX3" fmla="*/ 11049 w 154686"/>
                  <a:gd name="connsiteY3" fmla="*/ 42481 h 42481"/>
                  <a:gd name="connsiteX4" fmla="*/ 0 w 154686"/>
                  <a:gd name="connsiteY4" fmla="*/ 31147 h 42481"/>
                  <a:gd name="connsiteX5" fmla="*/ 30766 w 154686"/>
                  <a:gd name="connsiteY5" fmla="*/ 0 h 42481"/>
                  <a:gd name="connsiteX6" fmla="*/ 154591 w 154686"/>
                  <a:gd name="connsiteY6" fmla="*/ 0 h 42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686" h="42481">
                    <a:moveTo>
                      <a:pt x="154686" y="191"/>
                    </a:moveTo>
                    <a:lnTo>
                      <a:pt x="154686" y="41719"/>
                    </a:lnTo>
                    <a:cubicBezTo>
                      <a:pt x="151257" y="41719"/>
                      <a:pt x="148209" y="42481"/>
                      <a:pt x="145161" y="42481"/>
                    </a:cubicBezTo>
                    <a:cubicBezTo>
                      <a:pt x="100394" y="42481"/>
                      <a:pt x="55721" y="42481"/>
                      <a:pt x="11049" y="42481"/>
                    </a:cubicBezTo>
                    <a:cubicBezTo>
                      <a:pt x="2096" y="42481"/>
                      <a:pt x="0" y="39529"/>
                      <a:pt x="0" y="31147"/>
                    </a:cubicBezTo>
                    <a:cubicBezTo>
                      <a:pt x="0" y="0"/>
                      <a:pt x="0" y="0"/>
                      <a:pt x="30766" y="0"/>
                    </a:cubicBezTo>
                    <a:lnTo>
                      <a:pt x="154591" y="0"/>
                    </a:lnTo>
                    <a:close/>
                  </a:path>
                </a:pathLst>
              </a:custGeom>
              <a:solidFill>
                <a:schemeClr val="bg2">
                  <a:lumMod val="100000"/>
                </a:schemeClr>
              </a:solidFill>
              <a:ln w="27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20" name="Forme libre : forme 19">
                <a:extLst>
                  <a:ext uri="{FF2B5EF4-FFF2-40B4-BE49-F238E27FC236}">
                    <a16:creationId xmlns:a16="http://schemas.microsoft.com/office/drawing/2014/main" id="{0982880F-B556-6558-8F84-221C7BB87C4E}"/>
                  </a:ext>
                </a:extLst>
              </p:cNvPr>
              <p:cNvSpPr/>
              <p:nvPr/>
            </p:nvSpPr>
            <p:spPr>
              <a:xfrm>
                <a:off x="-254761" y="1476699"/>
                <a:ext cx="154686" cy="42481"/>
              </a:xfrm>
              <a:custGeom>
                <a:avLst/>
                <a:gdLst>
                  <a:gd name="connsiteX0" fmla="*/ 154686 w 154686"/>
                  <a:gd name="connsiteY0" fmla="*/ 190 h 42481"/>
                  <a:gd name="connsiteX1" fmla="*/ 154686 w 154686"/>
                  <a:gd name="connsiteY1" fmla="*/ 41815 h 42481"/>
                  <a:gd name="connsiteX2" fmla="*/ 144209 w 154686"/>
                  <a:gd name="connsiteY2" fmla="*/ 42481 h 42481"/>
                  <a:gd name="connsiteX3" fmla="*/ 12192 w 154686"/>
                  <a:gd name="connsiteY3" fmla="*/ 42481 h 42481"/>
                  <a:gd name="connsiteX4" fmla="*/ 0 w 154686"/>
                  <a:gd name="connsiteY4" fmla="*/ 30956 h 42481"/>
                  <a:gd name="connsiteX5" fmla="*/ 30861 w 154686"/>
                  <a:gd name="connsiteY5" fmla="*/ 0 h 42481"/>
                  <a:gd name="connsiteX6" fmla="*/ 154686 w 154686"/>
                  <a:gd name="connsiteY6" fmla="*/ 0 h 42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686" h="42481">
                    <a:moveTo>
                      <a:pt x="154686" y="190"/>
                    </a:moveTo>
                    <a:lnTo>
                      <a:pt x="154686" y="41815"/>
                    </a:lnTo>
                    <a:cubicBezTo>
                      <a:pt x="150876" y="41815"/>
                      <a:pt x="147542" y="42481"/>
                      <a:pt x="144209" y="42481"/>
                    </a:cubicBezTo>
                    <a:cubicBezTo>
                      <a:pt x="100203" y="42481"/>
                      <a:pt x="56198" y="42481"/>
                      <a:pt x="12192" y="42481"/>
                    </a:cubicBezTo>
                    <a:cubicBezTo>
                      <a:pt x="3334" y="42481"/>
                      <a:pt x="0" y="40481"/>
                      <a:pt x="0" y="30956"/>
                    </a:cubicBezTo>
                    <a:cubicBezTo>
                      <a:pt x="0" y="0"/>
                      <a:pt x="0" y="0"/>
                      <a:pt x="30861" y="0"/>
                    </a:cubicBezTo>
                    <a:lnTo>
                      <a:pt x="154686" y="0"/>
                    </a:lnTo>
                    <a:close/>
                  </a:path>
                </a:pathLst>
              </a:custGeom>
              <a:solidFill>
                <a:schemeClr val="bg2">
                  <a:lumMod val="100000"/>
                </a:schemeClr>
              </a:solidFill>
              <a:ln w="27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30" name="Forme libre : forme 29">
                <a:extLst>
                  <a:ext uri="{FF2B5EF4-FFF2-40B4-BE49-F238E27FC236}">
                    <a16:creationId xmlns:a16="http://schemas.microsoft.com/office/drawing/2014/main" id="{8A3F5A98-9B0F-34BD-8F7E-EE4A4FB3CB9E}"/>
                  </a:ext>
                </a:extLst>
              </p:cNvPr>
              <p:cNvSpPr/>
              <p:nvPr/>
            </p:nvSpPr>
            <p:spPr>
              <a:xfrm>
                <a:off x="-254761" y="1754067"/>
                <a:ext cx="154400" cy="42481"/>
              </a:xfrm>
              <a:custGeom>
                <a:avLst/>
                <a:gdLst>
                  <a:gd name="connsiteX0" fmla="*/ 154400 w 154400"/>
                  <a:gd name="connsiteY0" fmla="*/ 41910 h 42481"/>
                  <a:gd name="connsiteX1" fmla="*/ 143923 w 154400"/>
                  <a:gd name="connsiteY1" fmla="*/ 42481 h 42481"/>
                  <a:gd name="connsiteX2" fmla="*/ 11906 w 154400"/>
                  <a:gd name="connsiteY2" fmla="*/ 42481 h 42481"/>
                  <a:gd name="connsiteX3" fmla="*/ 0 w 154400"/>
                  <a:gd name="connsiteY3" fmla="*/ 30766 h 42481"/>
                  <a:gd name="connsiteX4" fmla="*/ 31147 w 154400"/>
                  <a:gd name="connsiteY4" fmla="*/ 0 h 42481"/>
                  <a:gd name="connsiteX5" fmla="*/ 154400 w 154400"/>
                  <a:gd name="connsiteY5" fmla="*/ 0 h 42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400" h="42481">
                    <a:moveTo>
                      <a:pt x="154400" y="41910"/>
                    </a:moveTo>
                    <a:cubicBezTo>
                      <a:pt x="150686" y="41910"/>
                      <a:pt x="147256" y="42481"/>
                      <a:pt x="143923" y="42481"/>
                    </a:cubicBezTo>
                    <a:cubicBezTo>
                      <a:pt x="99917" y="42481"/>
                      <a:pt x="55912" y="42481"/>
                      <a:pt x="11906" y="42481"/>
                    </a:cubicBezTo>
                    <a:cubicBezTo>
                      <a:pt x="2381" y="42481"/>
                      <a:pt x="0" y="40005"/>
                      <a:pt x="0" y="30766"/>
                    </a:cubicBezTo>
                    <a:cubicBezTo>
                      <a:pt x="0" y="0"/>
                      <a:pt x="0" y="0"/>
                      <a:pt x="31147" y="0"/>
                    </a:cubicBezTo>
                    <a:lnTo>
                      <a:pt x="154400" y="0"/>
                    </a:lnTo>
                    <a:close/>
                  </a:path>
                </a:pathLst>
              </a:custGeom>
              <a:solidFill>
                <a:schemeClr val="bg2">
                  <a:lumMod val="100000"/>
                </a:schemeClr>
              </a:solidFill>
              <a:ln w="27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47" name="Forme libre : forme 46">
                <a:extLst>
                  <a:ext uri="{FF2B5EF4-FFF2-40B4-BE49-F238E27FC236}">
                    <a16:creationId xmlns:a16="http://schemas.microsoft.com/office/drawing/2014/main" id="{0CA9AF89-C40B-9A44-CA3E-327B75570244}"/>
                  </a:ext>
                </a:extLst>
              </p:cNvPr>
              <p:cNvSpPr/>
              <p:nvPr/>
            </p:nvSpPr>
            <p:spPr>
              <a:xfrm>
                <a:off x="-435355" y="1571187"/>
                <a:ext cx="133350" cy="112394"/>
              </a:xfrm>
              <a:custGeom>
                <a:avLst/>
                <a:gdLst>
                  <a:gd name="connsiteX0" fmla="*/ 0 w 133350"/>
                  <a:gd name="connsiteY0" fmla="*/ 63246 h 112394"/>
                  <a:gd name="connsiteX1" fmla="*/ 28575 w 133350"/>
                  <a:gd name="connsiteY1" fmla="*/ 34671 h 112394"/>
                  <a:gd name="connsiteX2" fmla="*/ 46958 w 133350"/>
                  <a:gd name="connsiteY2" fmla="*/ 58674 h 112394"/>
                  <a:gd name="connsiteX3" fmla="*/ 104775 w 133350"/>
                  <a:gd name="connsiteY3" fmla="*/ 0 h 112394"/>
                  <a:gd name="connsiteX4" fmla="*/ 133350 w 133350"/>
                  <a:gd name="connsiteY4" fmla="*/ 28575 h 112394"/>
                  <a:gd name="connsiteX5" fmla="*/ 49244 w 133350"/>
                  <a:gd name="connsiteY5" fmla="*/ 112395 h 11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350" h="112394">
                    <a:moveTo>
                      <a:pt x="0" y="63246"/>
                    </a:moveTo>
                    <a:lnTo>
                      <a:pt x="28575" y="34671"/>
                    </a:lnTo>
                    <a:lnTo>
                      <a:pt x="46958" y="58674"/>
                    </a:lnTo>
                    <a:lnTo>
                      <a:pt x="104775" y="0"/>
                    </a:lnTo>
                    <a:lnTo>
                      <a:pt x="133350" y="28575"/>
                    </a:lnTo>
                    <a:lnTo>
                      <a:pt x="49244" y="112395"/>
                    </a:lnTo>
                    <a:close/>
                  </a:path>
                </a:pathLst>
              </a:custGeom>
              <a:solidFill>
                <a:schemeClr val="bg2">
                  <a:lumMod val="100000"/>
                </a:schemeClr>
              </a:solidFill>
              <a:ln w="27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48" name="Forme libre : forme 47">
                <a:extLst>
                  <a:ext uri="{FF2B5EF4-FFF2-40B4-BE49-F238E27FC236}">
                    <a16:creationId xmlns:a16="http://schemas.microsoft.com/office/drawing/2014/main" id="{859E4C83-97C6-C3E1-6F28-60C451E0274D}"/>
                  </a:ext>
                </a:extLst>
              </p:cNvPr>
              <p:cNvSpPr/>
              <p:nvPr/>
            </p:nvSpPr>
            <p:spPr>
              <a:xfrm>
                <a:off x="-435831" y="1709300"/>
                <a:ext cx="131730" cy="111918"/>
              </a:xfrm>
              <a:custGeom>
                <a:avLst/>
                <a:gdLst>
                  <a:gd name="connsiteX0" fmla="*/ 0 w 131730"/>
                  <a:gd name="connsiteY0" fmla="*/ 62865 h 111918"/>
                  <a:gd name="connsiteX1" fmla="*/ 28575 w 131730"/>
                  <a:gd name="connsiteY1" fmla="*/ 34290 h 111918"/>
                  <a:gd name="connsiteX2" fmla="*/ 47625 w 131730"/>
                  <a:gd name="connsiteY2" fmla="*/ 58007 h 111918"/>
                  <a:gd name="connsiteX3" fmla="*/ 104775 w 131730"/>
                  <a:gd name="connsiteY3" fmla="*/ 0 h 111918"/>
                  <a:gd name="connsiteX4" fmla="*/ 131731 w 131730"/>
                  <a:gd name="connsiteY4" fmla="*/ 28575 h 111918"/>
                  <a:gd name="connsiteX5" fmla="*/ 48482 w 131730"/>
                  <a:gd name="connsiteY5" fmla="*/ 111919 h 11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730" h="111918">
                    <a:moveTo>
                      <a:pt x="0" y="62865"/>
                    </a:moveTo>
                    <a:lnTo>
                      <a:pt x="28575" y="34290"/>
                    </a:lnTo>
                    <a:lnTo>
                      <a:pt x="47625" y="58007"/>
                    </a:lnTo>
                    <a:lnTo>
                      <a:pt x="104775" y="0"/>
                    </a:lnTo>
                    <a:lnTo>
                      <a:pt x="131731" y="28575"/>
                    </a:lnTo>
                    <a:lnTo>
                      <a:pt x="48482" y="111919"/>
                    </a:lnTo>
                    <a:close/>
                  </a:path>
                </a:pathLst>
              </a:custGeom>
              <a:solidFill>
                <a:schemeClr val="bg2">
                  <a:lumMod val="100000"/>
                </a:schemeClr>
              </a:solidFill>
              <a:ln w="27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49" name="Forme libre : forme 48">
                <a:extLst>
                  <a:ext uri="{FF2B5EF4-FFF2-40B4-BE49-F238E27FC236}">
                    <a16:creationId xmlns:a16="http://schemas.microsoft.com/office/drawing/2014/main" id="{457A0D1B-F607-786B-9EEC-ACF972E8F7CC}"/>
                  </a:ext>
                </a:extLst>
              </p:cNvPr>
              <p:cNvSpPr/>
              <p:nvPr/>
            </p:nvSpPr>
            <p:spPr>
              <a:xfrm>
                <a:off x="-435355" y="1291914"/>
                <a:ext cx="133635" cy="114300"/>
              </a:xfrm>
              <a:custGeom>
                <a:avLst/>
                <a:gdLst>
                  <a:gd name="connsiteX0" fmla="*/ 105061 w 133635"/>
                  <a:gd name="connsiteY0" fmla="*/ 0 h 114300"/>
                  <a:gd name="connsiteX1" fmla="*/ 133636 w 133635"/>
                  <a:gd name="connsiteY1" fmla="*/ 28575 h 114300"/>
                  <a:gd name="connsiteX2" fmla="*/ 48768 w 133635"/>
                  <a:gd name="connsiteY2" fmla="*/ 114300 h 114300"/>
                  <a:gd name="connsiteX3" fmla="*/ 0 w 133635"/>
                  <a:gd name="connsiteY3" fmla="*/ 65437 h 114300"/>
                  <a:gd name="connsiteX4" fmla="*/ 29242 w 133635"/>
                  <a:gd name="connsiteY4" fmla="*/ 37814 h 114300"/>
                  <a:gd name="connsiteX5" fmla="*/ 46387 w 133635"/>
                  <a:gd name="connsiteY5" fmla="*/ 61055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635" h="114300">
                    <a:moveTo>
                      <a:pt x="105061" y="0"/>
                    </a:moveTo>
                    <a:lnTo>
                      <a:pt x="133636" y="28575"/>
                    </a:lnTo>
                    <a:lnTo>
                      <a:pt x="48768" y="114300"/>
                    </a:lnTo>
                    <a:lnTo>
                      <a:pt x="0" y="65437"/>
                    </a:lnTo>
                    <a:lnTo>
                      <a:pt x="29242" y="37814"/>
                    </a:lnTo>
                    <a:lnTo>
                      <a:pt x="46387" y="61055"/>
                    </a:lnTo>
                    <a:close/>
                  </a:path>
                </a:pathLst>
              </a:custGeom>
              <a:solidFill>
                <a:schemeClr val="bg2">
                  <a:lumMod val="100000"/>
                </a:schemeClr>
              </a:solidFill>
              <a:ln w="27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51" name="Forme libre : forme 50">
                <a:extLst>
                  <a:ext uri="{FF2B5EF4-FFF2-40B4-BE49-F238E27FC236}">
                    <a16:creationId xmlns:a16="http://schemas.microsoft.com/office/drawing/2014/main" id="{24D3FDB6-AF27-89C3-C22C-78B92BFB6BCF}"/>
                  </a:ext>
                </a:extLst>
              </p:cNvPr>
              <p:cNvSpPr/>
              <p:nvPr/>
            </p:nvSpPr>
            <p:spPr>
              <a:xfrm>
                <a:off x="-254475" y="1616621"/>
                <a:ext cx="154209" cy="40290"/>
              </a:xfrm>
              <a:custGeom>
                <a:avLst/>
                <a:gdLst>
                  <a:gd name="connsiteX0" fmla="*/ 0 w 154209"/>
                  <a:gd name="connsiteY0" fmla="*/ 0 h 40290"/>
                  <a:gd name="connsiteX1" fmla="*/ 154210 w 154209"/>
                  <a:gd name="connsiteY1" fmla="*/ 0 h 40290"/>
                  <a:gd name="connsiteX2" fmla="*/ 154210 w 154209"/>
                  <a:gd name="connsiteY2" fmla="*/ 39815 h 40290"/>
                  <a:gd name="connsiteX3" fmla="*/ 146876 w 154209"/>
                  <a:gd name="connsiteY3" fmla="*/ 40291 h 40290"/>
                  <a:gd name="connsiteX4" fmla="*/ 9525 w 154209"/>
                  <a:gd name="connsiteY4" fmla="*/ 40291 h 40290"/>
                  <a:gd name="connsiteX5" fmla="*/ 0 w 154209"/>
                  <a:gd name="connsiteY5" fmla="*/ 30766 h 40290"/>
                  <a:gd name="connsiteX6" fmla="*/ 0 w 154209"/>
                  <a:gd name="connsiteY6" fmla="*/ 0 h 40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209" h="40290">
                    <a:moveTo>
                      <a:pt x="0" y="0"/>
                    </a:moveTo>
                    <a:lnTo>
                      <a:pt x="154210" y="0"/>
                    </a:lnTo>
                    <a:lnTo>
                      <a:pt x="154210" y="39815"/>
                    </a:lnTo>
                    <a:cubicBezTo>
                      <a:pt x="151543" y="39815"/>
                      <a:pt x="149162" y="40291"/>
                      <a:pt x="146876" y="40291"/>
                    </a:cubicBezTo>
                    <a:cubicBezTo>
                      <a:pt x="101060" y="40291"/>
                      <a:pt x="55340" y="40291"/>
                      <a:pt x="9525" y="40291"/>
                    </a:cubicBezTo>
                    <a:cubicBezTo>
                      <a:pt x="2477" y="40291"/>
                      <a:pt x="0" y="38386"/>
                      <a:pt x="0" y="30766"/>
                    </a:cubicBezTo>
                    <a:cubicBezTo>
                      <a:pt x="381" y="21146"/>
                      <a:pt x="0" y="11144"/>
                      <a:pt x="0" y="0"/>
                    </a:cubicBezTo>
                    <a:close/>
                  </a:path>
                </a:pathLst>
              </a:custGeom>
              <a:solidFill>
                <a:schemeClr val="bg2">
                  <a:lumMod val="100000"/>
                </a:schemeClr>
              </a:solidFill>
              <a:ln w="27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grpSp>
        <p:pic>
          <p:nvPicPr>
            <p:cNvPr id="100" name="Graphic 7 [0]" hidden="1">
              <a:extLst>
                <a:ext uri="{FF2B5EF4-FFF2-40B4-BE49-F238E27FC236}">
                  <a16:creationId xmlns:a16="http://schemas.microsoft.com/office/drawing/2014/main" id="{2D299C11-73B2-F722-A84C-4A05B301B58C}"/>
                </a:ext>
              </a:extLst>
            </p:cNvPr>
            <p:cNvPicPr>
              <a:picLocks noChangeAspect="1"/>
            </p:cNvPicPr>
            <p:nvPr>
              <p:custDataLst>
                <p:tags r:id="rId35"/>
              </p:custDataLst>
            </p:nvPr>
          </p:nvPicPr>
          <p:blipFill>
            <a:blip r:embed="rId111">
              <a:extLst>
                <a:ext uri="{96DAC541-7B7A-43D3-8B79-37D633B846F1}">
                  <asvg:svgBlip xmlns:asvg="http://schemas.microsoft.com/office/drawing/2016/SVG/main" r:embed="rId112"/>
                </a:ext>
              </a:extLst>
            </a:blip>
            <a:stretch>
              <a:fillRect/>
            </a:stretch>
          </p:blipFill>
          <p:spPr>
            <a:xfrm>
              <a:off x="-1077912" y="752990"/>
              <a:ext cx="1619250" cy="1619250"/>
            </a:xfrm>
            <a:prstGeom prst="rect">
              <a:avLst/>
            </a:prstGeom>
          </p:spPr>
        </p:pic>
        <p:pic>
          <p:nvPicPr>
            <p:cNvPr id="101" name="Graphic 9 [3]" hidden="1">
              <a:extLst>
                <a:ext uri="{FF2B5EF4-FFF2-40B4-BE49-F238E27FC236}">
                  <a16:creationId xmlns:a16="http://schemas.microsoft.com/office/drawing/2014/main" id="{A1ADF842-6935-4C54-0174-4FE4710ADB7C}"/>
                </a:ext>
              </a:extLst>
            </p:cNvPr>
            <p:cNvPicPr>
              <a:picLocks noChangeAspect="1"/>
            </p:cNvPicPr>
            <p:nvPr>
              <p:custDataLst>
                <p:tags r:id="rId36"/>
              </p:custDataLst>
            </p:nvPr>
          </p:nvPicPr>
          <p:blipFill>
            <a:blip r:embed="rId113">
              <a:extLst>
                <a:ext uri="{96DAC541-7B7A-43D3-8B79-37D633B846F1}">
                  <asvg:svgBlip xmlns:asvg="http://schemas.microsoft.com/office/drawing/2016/SVG/main" r:embed="rId114"/>
                </a:ext>
              </a:extLst>
            </a:blip>
            <a:stretch>
              <a:fillRect/>
            </a:stretch>
          </p:blipFill>
          <p:spPr>
            <a:xfrm>
              <a:off x="-1077912" y="752990"/>
              <a:ext cx="1619250" cy="1619250"/>
            </a:xfrm>
            <a:prstGeom prst="rect">
              <a:avLst/>
            </a:prstGeom>
          </p:spPr>
        </p:pic>
      </p:grpSp>
      <p:grpSp>
        <p:nvGrpSpPr>
          <p:cNvPr id="3" name="Groupe 2">
            <a:extLst>
              <a:ext uri="{FF2B5EF4-FFF2-40B4-BE49-F238E27FC236}">
                <a16:creationId xmlns:a16="http://schemas.microsoft.com/office/drawing/2014/main" id="{892C723E-ABBF-A106-650D-EED71724B393}"/>
              </a:ext>
            </a:extLst>
          </p:cNvPr>
          <p:cNvGrpSpPr/>
          <p:nvPr/>
        </p:nvGrpSpPr>
        <p:grpSpPr>
          <a:xfrm>
            <a:off x="8968517" y="185504"/>
            <a:ext cx="2372228" cy="453642"/>
            <a:chOff x="8968517" y="185504"/>
            <a:chExt cx="2372228" cy="453642"/>
          </a:xfrm>
        </p:grpSpPr>
        <p:grpSp>
          <p:nvGrpSpPr>
            <p:cNvPr id="14" name="Groupe 13">
              <a:extLst>
                <a:ext uri="{FF2B5EF4-FFF2-40B4-BE49-F238E27FC236}">
                  <a16:creationId xmlns:a16="http://schemas.microsoft.com/office/drawing/2014/main" id="{14343CF0-D984-AC70-1281-EEA18C27BD96}"/>
                </a:ext>
              </a:extLst>
            </p:cNvPr>
            <p:cNvGrpSpPr>
              <a:grpSpLocks/>
            </p:cNvGrpSpPr>
            <p:nvPr/>
          </p:nvGrpSpPr>
          <p:grpSpPr>
            <a:xfrm>
              <a:off x="9050180" y="280235"/>
              <a:ext cx="259207" cy="264179"/>
              <a:chOff x="177275" y="6410013"/>
              <a:chExt cx="210606" cy="214645"/>
            </a:xfrm>
            <a:solidFill>
              <a:srgbClr val="546B8C"/>
            </a:solidFill>
          </p:grpSpPr>
          <p:sp>
            <p:nvSpPr>
              <p:cNvPr id="78" name="Ellipse 139">
                <a:extLst>
                  <a:ext uri="{FF2B5EF4-FFF2-40B4-BE49-F238E27FC236}">
                    <a16:creationId xmlns:a16="http://schemas.microsoft.com/office/drawing/2014/main" id="{CDDFD9AE-0F44-720A-A690-EA8B93596D45}"/>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79" name="Connecteur droit 78">
                <a:extLst>
                  <a:ext uri="{FF2B5EF4-FFF2-40B4-BE49-F238E27FC236}">
                    <a16:creationId xmlns:a16="http://schemas.microsoft.com/office/drawing/2014/main" id="{7C333924-0D47-C891-3A81-23CB05996D8D}"/>
                  </a:ext>
                </a:extLst>
              </p:cNvPr>
              <p:cNvCxnSpPr>
                <a:stCxn id="78" idx="7"/>
                <a:endCxn id="78" idx="3"/>
              </p:cNvCxnSpPr>
              <p:nvPr/>
            </p:nvCxnSpPr>
            <p:spPr>
              <a:xfrm flipH="1">
                <a:off x="208118" y="6441447"/>
                <a:ext cx="148921"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4" name="TextBox 302">
              <a:extLst>
                <a:ext uri="{FF2B5EF4-FFF2-40B4-BE49-F238E27FC236}">
                  <a16:creationId xmlns:a16="http://schemas.microsoft.com/office/drawing/2014/main" id="{45597703-C509-7C35-04BA-E1F0F79FE7AE}"/>
                </a:ext>
              </a:extLst>
            </p:cNvPr>
            <p:cNvSpPr txBox="1">
              <a:spLocks/>
            </p:cNvSpPr>
            <p:nvPr/>
          </p:nvSpPr>
          <p:spPr>
            <a:xfrm>
              <a:off x="9203296" y="279714"/>
              <a:ext cx="2137449" cy="265221"/>
            </a:xfrm>
            <a:prstGeom prst="rect">
              <a:avLst/>
            </a:prstGeom>
            <a:noFill/>
          </p:spPr>
          <p:txBody>
            <a:bodyPr wrap="square" lIns="132923" tIns="56271" rIns="132923" bIns="56271"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85" b="0" i="0" u="none" strike="noStrike" kern="1200" cap="none" spc="0" normalizeH="0" baseline="0" noProof="0">
                  <a:ln>
                    <a:noFill/>
                  </a:ln>
                  <a:solidFill>
                    <a:srgbClr val="451DC7">
                      <a:lumMod val="100000"/>
                    </a:srgbClr>
                  </a:solidFill>
                  <a:effectLst/>
                  <a:uLnTx/>
                  <a:uFillTx/>
                  <a:latin typeface="Aptos"/>
                  <a:ea typeface="+mn-ea"/>
                  <a:cs typeface="+mn-cs"/>
                </a:rPr>
                <a:t>Objectif ne s’appliquant qu’aux EE</a:t>
              </a:r>
              <a:endParaRPr kumimoji="0" lang="fr-FR" sz="985" b="0" i="0" u="none" strike="noStrike" kern="1200" cap="none" spc="0" normalizeH="0" baseline="0" noProof="0">
                <a:ln>
                  <a:noFill/>
                </a:ln>
                <a:solidFill>
                  <a:srgbClr val="451DC7">
                    <a:lumMod val="100000"/>
                  </a:srgbClr>
                </a:solidFill>
                <a:effectLst/>
                <a:uLnTx/>
                <a:uFillTx/>
                <a:latin typeface="Aptos"/>
                <a:ea typeface="Tahoma"/>
                <a:cs typeface="Tahoma"/>
              </a:endParaRPr>
            </a:p>
          </p:txBody>
        </p:sp>
        <p:sp>
          <p:nvSpPr>
            <p:cNvPr id="72" name="Rectangle 71">
              <a:extLst>
                <a:ext uri="{FF2B5EF4-FFF2-40B4-BE49-F238E27FC236}">
                  <a16:creationId xmlns:a16="http://schemas.microsoft.com/office/drawing/2014/main" id="{AE1054BF-F35A-FA16-385B-806D2CEE5FB9}"/>
                </a:ext>
              </a:extLst>
            </p:cNvPr>
            <p:cNvSpPr>
              <a:spLocks/>
            </p:cNvSpPr>
            <p:nvPr/>
          </p:nvSpPr>
          <p:spPr>
            <a:xfrm>
              <a:off x="8968517" y="185504"/>
              <a:ext cx="2270983" cy="453642"/>
            </a:xfrm>
            <a:prstGeom prst="rect">
              <a:avLst/>
            </a:prstGeom>
            <a:noFill/>
            <a:ln w="12700" cap="flat" cmpd="sng" algn="ctr">
              <a:solidFill>
                <a:schemeClr val="tx1">
                  <a:lumMod val="100000"/>
                </a:schemeClr>
              </a:solidFill>
              <a:prstDash val="sys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451DC7"/>
                </a:solidFill>
                <a:effectLst/>
                <a:uLnTx/>
                <a:uFillTx/>
                <a:latin typeface="Aptos"/>
                <a:ea typeface="+mn-ea"/>
                <a:cs typeface="+mn-cs"/>
              </a:endParaRPr>
            </a:p>
          </p:txBody>
        </p:sp>
      </p:grpSp>
      <p:grpSp>
        <p:nvGrpSpPr>
          <p:cNvPr id="80" name="Group 15">
            <a:extLst>
              <a:ext uri="{FF2B5EF4-FFF2-40B4-BE49-F238E27FC236}">
                <a16:creationId xmlns:a16="http://schemas.microsoft.com/office/drawing/2014/main" id="{E9547B88-FFFC-9910-0A0B-027E95C51864}"/>
              </a:ext>
            </a:extLst>
          </p:cNvPr>
          <p:cNvGrpSpPr>
            <a:grpSpLocks/>
          </p:cNvGrpSpPr>
          <p:nvPr>
            <p:custDataLst>
              <p:tags r:id="rId26"/>
            </p:custDataLst>
          </p:nvPr>
        </p:nvGrpSpPr>
        <p:grpSpPr>
          <a:xfrm>
            <a:off x="401380" y="2194711"/>
            <a:ext cx="288000" cy="288000"/>
            <a:chOff x="1469330" y="809625"/>
            <a:chExt cx="1619250" cy="1619250"/>
          </a:xfrm>
        </p:grpSpPr>
        <p:pic>
          <p:nvPicPr>
            <p:cNvPr id="81" name="Graphic 2 [2]" hidden="1">
              <a:extLst>
                <a:ext uri="{FF2B5EF4-FFF2-40B4-BE49-F238E27FC236}">
                  <a16:creationId xmlns:a16="http://schemas.microsoft.com/office/drawing/2014/main" id="{2C173F55-86C1-C370-05C2-948854753315}"/>
                </a:ext>
              </a:extLst>
            </p:cNvPr>
            <p:cNvPicPr>
              <a:picLocks noChangeAspect="1"/>
            </p:cNvPicPr>
            <p:nvPr>
              <p:custDataLst>
                <p:tags r:id="rId31"/>
              </p:custDataLst>
            </p:nvPr>
          </p:nvPicPr>
          <p:blipFill>
            <a:blip r:embed="rId93">
              <a:extLst>
                <a:ext uri="{96DAC541-7B7A-43D3-8B79-37D633B846F1}">
                  <asvg:svgBlip xmlns:asvg="http://schemas.microsoft.com/office/drawing/2016/SVG/main" r:embed="rId94"/>
                </a:ext>
              </a:extLst>
            </a:blip>
            <a:stretch>
              <a:fillRect/>
            </a:stretch>
          </p:blipFill>
          <p:spPr>
            <a:xfrm>
              <a:off x="1469330" y="809625"/>
              <a:ext cx="1619250" cy="1619250"/>
            </a:xfrm>
            <a:prstGeom prst="rect">
              <a:avLst/>
            </a:prstGeom>
          </p:spPr>
        </p:pic>
        <p:pic>
          <p:nvPicPr>
            <p:cNvPr id="82" name="Graphic 4 [0]" hidden="1">
              <a:extLst>
                <a:ext uri="{FF2B5EF4-FFF2-40B4-BE49-F238E27FC236}">
                  <a16:creationId xmlns:a16="http://schemas.microsoft.com/office/drawing/2014/main" id="{9B636241-1506-5EC4-7C13-EF02A90A511B}"/>
                </a:ext>
              </a:extLst>
            </p:cNvPr>
            <p:cNvPicPr>
              <a:picLocks noChangeAspect="1"/>
            </p:cNvPicPr>
            <p:nvPr>
              <p:custDataLst>
                <p:tags r:id="rId32"/>
              </p:custDataLst>
            </p:nvPr>
          </p:nvPicPr>
          <p:blipFill>
            <a:blip r:embed="rId95">
              <a:extLst>
                <a:ext uri="{96DAC541-7B7A-43D3-8B79-37D633B846F1}">
                  <asvg:svgBlip xmlns:asvg="http://schemas.microsoft.com/office/drawing/2016/SVG/main" r:embed="rId96"/>
                </a:ext>
              </a:extLst>
            </a:blip>
            <a:stretch>
              <a:fillRect/>
            </a:stretch>
          </p:blipFill>
          <p:spPr>
            <a:xfrm>
              <a:off x="1469330" y="809625"/>
              <a:ext cx="1619250" cy="1619250"/>
            </a:xfrm>
            <a:prstGeom prst="rect">
              <a:avLst/>
            </a:prstGeom>
          </p:spPr>
        </p:pic>
        <p:pic>
          <p:nvPicPr>
            <p:cNvPr id="83" name="Graphic 6 [3]" hidden="1">
              <a:extLst>
                <a:ext uri="{FF2B5EF4-FFF2-40B4-BE49-F238E27FC236}">
                  <a16:creationId xmlns:a16="http://schemas.microsoft.com/office/drawing/2014/main" id="{46BA6C55-3EA6-7909-AD43-41211C644666}"/>
                </a:ext>
              </a:extLst>
            </p:cNvPr>
            <p:cNvPicPr>
              <a:picLocks noChangeAspect="1"/>
            </p:cNvPicPr>
            <p:nvPr>
              <p:custDataLst>
                <p:tags r:id="rId33"/>
              </p:custDataLst>
            </p:nvPr>
          </p:nvPicPr>
          <p:blipFill>
            <a:blip r:embed="rId97">
              <a:extLst>
                <a:ext uri="{96DAC541-7B7A-43D3-8B79-37D633B846F1}">
                  <asvg:svgBlip xmlns:asvg="http://schemas.microsoft.com/office/drawing/2016/SVG/main" r:embed="rId98"/>
                </a:ext>
              </a:extLst>
            </a:blip>
            <a:stretch>
              <a:fillRect/>
            </a:stretch>
          </p:blipFill>
          <p:spPr>
            <a:xfrm>
              <a:off x="1469330" y="809625"/>
              <a:ext cx="1619250" cy="1619250"/>
            </a:xfrm>
            <a:prstGeom prst="rect">
              <a:avLst/>
            </a:prstGeom>
          </p:spPr>
        </p:pic>
        <p:grpSp>
          <p:nvGrpSpPr>
            <p:cNvPr id="84" name="Graphic 12 [1]">
              <a:extLst>
                <a:ext uri="{FF2B5EF4-FFF2-40B4-BE49-F238E27FC236}">
                  <a16:creationId xmlns:a16="http://schemas.microsoft.com/office/drawing/2014/main" id="{F3C2B7CD-26D0-B359-7C41-CE3CD6CD9A91}"/>
                </a:ext>
              </a:extLst>
            </p:cNvPr>
            <p:cNvGrpSpPr/>
            <p:nvPr/>
          </p:nvGrpSpPr>
          <p:grpSpPr>
            <a:xfrm>
              <a:off x="1499791" y="845819"/>
              <a:ext cx="1538973" cy="1540002"/>
              <a:chOff x="1499791" y="845819"/>
              <a:chExt cx="1538973" cy="1540002"/>
            </a:xfrm>
            <a:solidFill>
              <a:schemeClr val="accent1">
                <a:lumMod val="100000"/>
              </a:schemeClr>
            </a:solidFill>
          </p:grpSpPr>
          <p:sp>
            <p:nvSpPr>
              <p:cNvPr id="85" name="Forme libre : forme 84">
                <a:extLst>
                  <a:ext uri="{FF2B5EF4-FFF2-40B4-BE49-F238E27FC236}">
                    <a16:creationId xmlns:a16="http://schemas.microsoft.com/office/drawing/2014/main" id="{3E3418A3-FE9F-1F31-2EB0-E7F0E43BD070}"/>
                  </a:ext>
                </a:extLst>
              </p:cNvPr>
              <p:cNvSpPr/>
              <p:nvPr/>
            </p:nvSpPr>
            <p:spPr>
              <a:xfrm>
                <a:off x="1499791" y="845819"/>
                <a:ext cx="1538973" cy="1540002"/>
              </a:xfrm>
              <a:custGeom>
                <a:avLst/>
                <a:gdLst>
                  <a:gd name="connsiteX0" fmla="*/ 769639 w 1538973"/>
                  <a:gd name="connsiteY0" fmla="*/ 76200 h 1540002"/>
                  <a:gd name="connsiteX1" fmla="*/ 1463440 w 1538973"/>
                  <a:gd name="connsiteY1" fmla="*/ 770001 h 1540002"/>
                  <a:gd name="connsiteX2" fmla="*/ 1461440 w 1538973"/>
                  <a:gd name="connsiteY2" fmla="*/ 821531 h 1540002"/>
                  <a:gd name="connsiteX3" fmla="*/ 1037386 w 1538973"/>
                  <a:gd name="connsiteY3" fmla="*/ 1410081 h 1540002"/>
                  <a:gd name="connsiteX4" fmla="*/ 769639 w 1538973"/>
                  <a:gd name="connsiteY4" fmla="*/ 1463802 h 1540002"/>
                  <a:gd name="connsiteX5" fmla="*/ 75838 w 1538973"/>
                  <a:gd name="connsiteY5" fmla="*/ 770001 h 1540002"/>
                  <a:gd name="connsiteX6" fmla="*/ 769639 w 1538973"/>
                  <a:gd name="connsiteY6" fmla="*/ 76200 h 1540002"/>
                  <a:gd name="connsiteX7" fmla="*/ 769639 w 1538973"/>
                  <a:gd name="connsiteY7" fmla="*/ 0 h 1540002"/>
                  <a:gd name="connsiteX8" fmla="*/ 0 w 1538973"/>
                  <a:gd name="connsiteY8" fmla="*/ 770363 h 1540002"/>
                  <a:gd name="connsiteX9" fmla="*/ 770364 w 1538973"/>
                  <a:gd name="connsiteY9" fmla="*/ 1540002 h 1540002"/>
                  <a:gd name="connsiteX10" fmla="*/ 1093489 w 1538973"/>
                  <a:gd name="connsiteY10" fmla="*/ 1468755 h 1540002"/>
                  <a:gd name="connsiteX11" fmla="*/ 1533829 w 1538973"/>
                  <a:gd name="connsiteY11" fmla="*/ 858584 h 1540002"/>
                  <a:gd name="connsiteX12" fmla="*/ 1538973 w 1538973"/>
                  <a:gd name="connsiteY12" fmla="*/ 770477 h 1540002"/>
                  <a:gd name="connsiteX13" fmla="*/ 769639 w 1538973"/>
                  <a:gd name="connsiteY13" fmla="*/ 0 h 154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8973" h="1540002">
                    <a:moveTo>
                      <a:pt x="769639" y="76200"/>
                    </a:moveTo>
                    <a:cubicBezTo>
                      <a:pt x="1152639" y="76620"/>
                      <a:pt x="1463021" y="387000"/>
                      <a:pt x="1463440" y="770001"/>
                    </a:cubicBezTo>
                    <a:cubicBezTo>
                      <a:pt x="1463440" y="786765"/>
                      <a:pt x="1462773" y="804005"/>
                      <a:pt x="1461440" y="821531"/>
                    </a:cubicBezTo>
                    <a:cubicBezTo>
                      <a:pt x="1356665" y="919163"/>
                      <a:pt x="1181785" y="1110520"/>
                      <a:pt x="1037386" y="1410081"/>
                    </a:cubicBezTo>
                    <a:cubicBezTo>
                      <a:pt x="952642" y="1445752"/>
                      <a:pt x="861586" y="1464021"/>
                      <a:pt x="769639" y="1463802"/>
                    </a:cubicBezTo>
                    <a:cubicBezTo>
                      <a:pt x="386463" y="1463802"/>
                      <a:pt x="75838" y="1153173"/>
                      <a:pt x="75838" y="770001"/>
                    </a:cubicBezTo>
                    <a:cubicBezTo>
                      <a:pt x="75838" y="386825"/>
                      <a:pt x="386463" y="76200"/>
                      <a:pt x="769639" y="76200"/>
                    </a:cubicBezTo>
                    <a:moveTo>
                      <a:pt x="769639" y="0"/>
                    </a:moveTo>
                    <a:cubicBezTo>
                      <a:pt x="344379" y="200"/>
                      <a:pt x="-200" y="345103"/>
                      <a:pt x="0" y="770363"/>
                    </a:cubicBezTo>
                    <a:cubicBezTo>
                      <a:pt x="200" y="1195626"/>
                      <a:pt x="345104" y="1540202"/>
                      <a:pt x="770364" y="1540002"/>
                    </a:cubicBezTo>
                    <a:cubicBezTo>
                      <a:pt x="881962" y="1539945"/>
                      <a:pt x="992219" y="1515637"/>
                      <a:pt x="1093489" y="1468755"/>
                    </a:cubicBezTo>
                    <a:cubicBezTo>
                      <a:pt x="1242174" y="1149668"/>
                      <a:pt x="1425911" y="954405"/>
                      <a:pt x="1533829" y="858584"/>
                    </a:cubicBezTo>
                    <a:cubicBezTo>
                      <a:pt x="1537182" y="829333"/>
                      <a:pt x="1538897" y="799919"/>
                      <a:pt x="1538973" y="770477"/>
                    </a:cubicBezTo>
                    <a:cubicBezTo>
                      <a:pt x="1539240" y="345292"/>
                      <a:pt x="1194825" y="368"/>
                      <a:pt x="769639" y="0"/>
                    </a:cubicBez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91" name="Forme libre : forme 90">
                <a:extLst>
                  <a:ext uri="{FF2B5EF4-FFF2-40B4-BE49-F238E27FC236}">
                    <a16:creationId xmlns:a16="http://schemas.microsoft.com/office/drawing/2014/main" id="{79091D3D-D8CD-5B8F-A92C-02C3558FD43C}"/>
                  </a:ext>
                </a:extLst>
              </p:cNvPr>
              <p:cNvSpPr/>
              <p:nvPr/>
            </p:nvSpPr>
            <p:spPr>
              <a:xfrm>
                <a:off x="1881762" y="1280540"/>
                <a:ext cx="814101" cy="670179"/>
              </a:xfrm>
              <a:custGeom>
                <a:avLst/>
                <a:gdLst>
                  <a:gd name="connsiteX0" fmla="*/ 0 w 814101"/>
                  <a:gd name="connsiteY0" fmla="*/ 340805 h 670179"/>
                  <a:gd name="connsiteX1" fmla="*/ 238220 w 814101"/>
                  <a:gd name="connsiteY1" fmla="*/ 670179 h 670179"/>
                  <a:gd name="connsiteX2" fmla="*/ 814102 w 814101"/>
                  <a:gd name="connsiteY2" fmla="*/ 0 h 670179"/>
                  <a:gd name="connsiteX3" fmla="*/ 688562 w 814101"/>
                  <a:gd name="connsiteY3" fmla="*/ 0 h 670179"/>
                  <a:gd name="connsiteX4" fmla="*/ 244602 w 814101"/>
                  <a:gd name="connsiteY4" fmla="*/ 516541 h 670179"/>
                  <a:gd name="connsiteX5" fmla="*/ 58007 w 814101"/>
                  <a:gd name="connsiteY5" fmla="*/ 258604 h 670179"/>
                  <a:gd name="connsiteX6" fmla="*/ 0 w 814101"/>
                  <a:gd name="connsiteY6" fmla="*/ 340805 h 67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4101" h="670179">
                    <a:moveTo>
                      <a:pt x="0" y="340805"/>
                    </a:moveTo>
                    <a:lnTo>
                      <a:pt x="238220" y="670179"/>
                    </a:lnTo>
                    <a:lnTo>
                      <a:pt x="814102" y="0"/>
                    </a:lnTo>
                    <a:lnTo>
                      <a:pt x="688562" y="0"/>
                    </a:lnTo>
                    <a:lnTo>
                      <a:pt x="244602" y="516541"/>
                    </a:lnTo>
                    <a:lnTo>
                      <a:pt x="58007" y="258604"/>
                    </a:lnTo>
                    <a:lnTo>
                      <a:pt x="0" y="340805"/>
                    </a:ln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grpSp>
      </p:grpSp>
      <p:grpSp>
        <p:nvGrpSpPr>
          <p:cNvPr id="93" name="Group 15">
            <a:extLst>
              <a:ext uri="{FF2B5EF4-FFF2-40B4-BE49-F238E27FC236}">
                <a16:creationId xmlns:a16="http://schemas.microsoft.com/office/drawing/2014/main" id="{BDD29829-1023-5752-5A92-B49DADB4F3E2}"/>
              </a:ext>
            </a:extLst>
          </p:cNvPr>
          <p:cNvGrpSpPr>
            <a:grpSpLocks/>
          </p:cNvGrpSpPr>
          <p:nvPr>
            <p:custDataLst>
              <p:tags r:id="rId27"/>
            </p:custDataLst>
          </p:nvPr>
        </p:nvGrpSpPr>
        <p:grpSpPr>
          <a:xfrm>
            <a:off x="401380" y="4899096"/>
            <a:ext cx="288000" cy="288000"/>
            <a:chOff x="1469330" y="809625"/>
            <a:chExt cx="1619250" cy="1619250"/>
          </a:xfrm>
        </p:grpSpPr>
        <p:pic>
          <p:nvPicPr>
            <p:cNvPr id="102" name="Graphic 2 [2]" hidden="1">
              <a:extLst>
                <a:ext uri="{FF2B5EF4-FFF2-40B4-BE49-F238E27FC236}">
                  <a16:creationId xmlns:a16="http://schemas.microsoft.com/office/drawing/2014/main" id="{1A35A77F-CBC3-370D-52FE-8E0D03B0B45A}"/>
                </a:ext>
              </a:extLst>
            </p:cNvPr>
            <p:cNvPicPr>
              <a:picLocks noChangeAspect="1"/>
            </p:cNvPicPr>
            <p:nvPr>
              <p:custDataLst>
                <p:tags r:id="rId28"/>
              </p:custDataLst>
            </p:nvPr>
          </p:nvPicPr>
          <p:blipFill>
            <a:blip r:embed="rId93">
              <a:extLst>
                <a:ext uri="{96DAC541-7B7A-43D3-8B79-37D633B846F1}">
                  <asvg:svgBlip xmlns:asvg="http://schemas.microsoft.com/office/drawing/2016/SVG/main" r:embed="rId94"/>
                </a:ext>
              </a:extLst>
            </a:blip>
            <a:stretch>
              <a:fillRect/>
            </a:stretch>
          </p:blipFill>
          <p:spPr>
            <a:xfrm>
              <a:off x="1469330" y="809625"/>
              <a:ext cx="1619250" cy="1619250"/>
            </a:xfrm>
            <a:prstGeom prst="rect">
              <a:avLst/>
            </a:prstGeom>
          </p:spPr>
        </p:pic>
        <p:pic>
          <p:nvPicPr>
            <p:cNvPr id="103" name="Graphic 4 [0]" hidden="1">
              <a:extLst>
                <a:ext uri="{FF2B5EF4-FFF2-40B4-BE49-F238E27FC236}">
                  <a16:creationId xmlns:a16="http://schemas.microsoft.com/office/drawing/2014/main" id="{823257EA-6F83-F601-C149-C54E8D1D3DB8}"/>
                </a:ext>
              </a:extLst>
            </p:cNvPr>
            <p:cNvPicPr>
              <a:picLocks noChangeAspect="1"/>
            </p:cNvPicPr>
            <p:nvPr>
              <p:custDataLst>
                <p:tags r:id="rId29"/>
              </p:custDataLst>
            </p:nvPr>
          </p:nvPicPr>
          <p:blipFill>
            <a:blip r:embed="rId95">
              <a:extLst>
                <a:ext uri="{96DAC541-7B7A-43D3-8B79-37D633B846F1}">
                  <asvg:svgBlip xmlns:asvg="http://schemas.microsoft.com/office/drawing/2016/SVG/main" r:embed="rId96"/>
                </a:ext>
              </a:extLst>
            </a:blip>
            <a:stretch>
              <a:fillRect/>
            </a:stretch>
          </p:blipFill>
          <p:spPr>
            <a:xfrm>
              <a:off x="1469330" y="809625"/>
              <a:ext cx="1619250" cy="1619250"/>
            </a:xfrm>
            <a:prstGeom prst="rect">
              <a:avLst/>
            </a:prstGeom>
          </p:spPr>
        </p:pic>
        <p:pic>
          <p:nvPicPr>
            <p:cNvPr id="104" name="Graphic 6 [3]" hidden="1">
              <a:extLst>
                <a:ext uri="{FF2B5EF4-FFF2-40B4-BE49-F238E27FC236}">
                  <a16:creationId xmlns:a16="http://schemas.microsoft.com/office/drawing/2014/main" id="{8F8773E1-5000-934F-64FC-127330EBDC36}"/>
                </a:ext>
              </a:extLst>
            </p:cNvPr>
            <p:cNvPicPr>
              <a:picLocks noChangeAspect="1"/>
            </p:cNvPicPr>
            <p:nvPr>
              <p:custDataLst>
                <p:tags r:id="rId30"/>
              </p:custDataLst>
            </p:nvPr>
          </p:nvPicPr>
          <p:blipFill>
            <a:blip r:embed="rId97">
              <a:extLst>
                <a:ext uri="{96DAC541-7B7A-43D3-8B79-37D633B846F1}">
                  <asvg:svgBlip xmlns:asvg="http://schemas.microsoft.com/office/drawing/2016/SVG/main" r:embed="rId98"/>
                </a:ext>
              </a:extLst>
            </a:blip>
            <a:stretch>
              <a:fillRect/>
            </a:stretch>
          </p:blipFill>
          <p:spPr>
            <a:xfrm>
              <a:off x="1469330" y="809625"/>
              <a:ext cx="1619250" cy="1619250"/>
            </a:xfrm>
            <a:prstGeom prst="rect">
              <a:avLst/>
            </a:prstGeom>
          </p:spPr>
        </p:pic>
        <p:grpSp>
          <p:nvGrpSpPr>
            <p:cNvPr id="106" name="Graphic 12 [1]">
              <a:extLst>
                <a:ext uri="{FF2B5EF4-FFF2-40B4-BE49-F238E27FC236}">
                  <a16:creationId xmlns:a16="http://schemas.microsoft.com/office/drawing/2014/main" id="{EAF93B27-33E6-8065-02BE-DDB41A47DA23}"/>
                </a:ext>
              </a:extLst>
            </p:cNvPr>
            <p:cNvGrpSpPr/>
            <p:nvPr/>
          </p:nvGrpSpPr>
          <p:grpSpPr>
            <a:xfrm>
              <a:off x="1499791" y="845819"/>
              <a:ext cx="1538973" cy="1540002"/>
              <a:chOff x="1499791" y="845819"/>
              <a:chExt cx="1538973" cy="1540002"/>
            </a:xfrm>
            <a:solidFill>
              <a:schemeClr val="accent1">
                <a:lumMod val="100000"/>
              </a:schemeClr>
            </a:solidFill>
          </p:grpSpPr>
          <p:sp>
            <p:nvSpPr>
              <p:cNvPr id="107" name="Forme libre : forme 106">
                <a:extLst>
                  <a:ext uri="{FF2B5EF4-FFF2-40B4-BE49-F238E27FC236}">
                    <a16:creationId xmlns:a16="http://schemas.microsoft.com/office/drawing/2014/main" id="{9E3079F5-A670-B6FB-AC35-D0F5164738A9}"/>
                  </a:ext>
                </a:extLst>
              </p:cNvPr>
              <p:cNvSpPr/>
              <p:nvPr/>
            </p:nvSpPr>
            <p:spPr>
              <a:xfrm>
                <a:off x="1499791" y="845819"/>
                <a:ext cx="1538973" cy="1540002"/>
              </a:xfrm>
              <a:custGeom>
                <a:avLst/>
                <a:gdLst>
                  <a:gd name="connsiteX0" fmla="*/ 769639 w 1538973"/>
                  <a:gd name="connsiteY0" fmla="*/ 76200 h 1540002"/>
                  <a:gd name="connsiteX1" fmla="*/ 1463440 w 1538973"/>
                  <a:gd name="connsiteY1" fmla="*/ 770001 h 1540002"/>
                  <a:gd name="connsiteX2" fmla="*/ 1461440 w 1538973"/>
                  <a:gd name="connsiteY2" fmla="*/ 821531 h 1540002"/>
                  <a:gd name="connsiteX3" fmla="*/ 1037386 w 1538973"/>
                  <a:gd name="connsiteY3" fmla="*/ 1410081 h 1540002"/>
                  <a:gd name="connsiteX4" fmla="*/ 769639 w 1538973"/>
                  <a:gd name="connsiteY4" fmla="*/ 1463802 h 1540002"/>
                  <a:gd name="connsiteX5" fmla="*/ 75838 w 1538973"/>
                  <a:gd name="connsiteY5" fmla="*/ 770001 h 1540002"/>
                  <a:gd name="connsiteX6" fmla="*/ 769639 w 1538973"/>
                  <a:gd name="connsiteY6" fmla="*/ 76200 h 1540002"/>
                  <a:gd name="connsiteX7" fmla="*/ 769639 w 1538973"/>
                  <a:gd name="connsiteY7" fmla="*/ 0 h 1540002"/>
                  <a:gd name="connsiteX8" fmla="*/ 0 w 1538973"/>
                  <a:gd name="connsiteY8" fmla="*/ 770363 h 1540002"/>
                  <a:gd name="connsiteX9" fmla="*/ 770364 w 1538973"/>
                  <a:gd name="connsiteY9" fmla="*/ 1540002 h 1540002"/>
                  <a:gd name="connsiteX10" fmla="*/ 1093489 w 1538973"/>
                  <a:gd name="connsiteY10" fmla="*/ 1468755 h 1540002"/>
                  <a:gd name="connsiteX11" fmla="*/ 1533829 w 1538973"/>
                  <a:gd name="connsiteY11" fmla="*/ 858584 h 1540002"/>
                  <a:gd name="connsiteX12" fmla="*/ 1538973 w 1538973"/>
                  <a:gd name="connsiteY12" fmla="*/ 770477 h 1540002"/>
                  <a:gd name="connsiteX13" fmla="*/ 769639 w 1538973"/>
                  <a:gd name="connsiteY13" fmla="*/ 0 h 154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8973" h="1540002">
                    <a:moveTo>
                      <a:pt x="769639" y="76200"/>
                    </a:moveTo>
                    <a:cubicBezTo>
                      <a:pt x="1152639" y="76620"/>
                      <a:pt x="1463021" y="387000"/>
                      <a:pt x="1463440" y="770001"/>
                    </a:cubicBezTo>
                    <a:cubicBezTo>
                      <a:pt x="1463440" y="786765"/>
                      <a:pt x="1462773" y="804005"/>
                      <a:pt x="1461440" y="821531"/>
                    </a:cubicBezTo>
                    <a:cubicBezTo>
                      <a:pt x="1356665" y="919163"/>
                      <a:pt x="1181785" y="1110520"/>
                      <a:pt x="1037386" y="1410081"/>
                    </a:cubicBezTo>
                    <a:cubicBezTo>
                      <a:pt x="952642" y="1445752"/>
                      <a:pt x="861586" y="1464021"/>
                      <a:pt x="769639" y="1463802"/>
                    </a:cubicBezTo>
                    <a:cubicBezTo>
                      <a:pt x="386463" y="1463802"/>
                      <a:pt x="75838" y="1153173"/>
                      <a:pt x="75838" y="770001"/>
                    </a:cubicBezTo>
                    <a:cubicBezTo>
                      <a:pt x="75838" y="386825"/>
                      <a:pt x="386463" y="76200"/>
                      <a:pt x="769639" y="76200"/>
                    </a:cubicBezTo>
                    <a:moveTo>
                      <a:pt x="769639" y="0"/>
                    </a:moveTo>
                    <a:cubicBezTo>
                      <a:pt x="344379" y="200"/>
                      <a:pt x="-200" y="345103"/>
                      <a:pt x="0" y="770363"/>
                    </a:cubicBezTo>
                    <a:cubicBezTo>
                      <a:pt x="200" y="1195626"/>
                      <a:pt x="345104" y="1540202"/>
                      <a:pt x="770364" y="1540002"/>
                    </a:cubicBezTo>
                    <a:cubicBezTo>
                      <a:pt x="881962" y="1539945"/>
                      <a:pt x="992219" y="1515637"/>
                      <a:pt x="1093489" y="1468755"/>
                    </a:cubicBezTo>
                    <a:cubicBezTo>
                      <a:pt x="1242174" y="1149668"/>
                      <a:pt x="1425911" y="954405"/>
                      <a:pt x="1533829" y="858584"/>
                    </a:cubicBezTo>
                    <a:cubicBezTo>
                      <a:pt x="1537182" y="829333"/>
                      <a:pt x="1538897" y="799919"/>
                      <a:pt x="1538973" y="770477"/>
                    </a:cubicBezTo>
                    <a:cubicBezTo>
                      <a:pt x="1539240" y="345292"/>
                      <a:pt x="1194825" y="368"/>
                      <a:pt x="769639" y="0"/>
                    </a:cubicBez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108" name="Forme libre : forme 107">
                <a:extLst>
                  <a:ext uri="{FF2B5EF4-FFF2-40B4-BE49-F238E27FC236}">
                    <a16:creationId xmlns:a16="http://schemas.microsoft.com/office/drawing/2014/main" id="{256F51A8-6FD1-9ED5-AA99-898E5A3A91DF}"/>
                  </a:ext>
                </a:extLst>
              </p:cNvPr>
              <p:cNvSpPr/>
              <p:nvPr/>
            </p:nvSpPr>
            <p:spPr>
              <a:xfrm>
                <a:off x="1881762" y="1280540"/>
                <a:ext cx="814101" cy="670179"/>
              </a:xfrm>
              <a:custGeom>
                <a:avLst/>
                <a:gdLst>
                  <a:gd name="connsiteX0" fmla="*/ 0 w 814101"/>
                  <a:gd name="connsiteY0" fmla="*/ 340805 h 670179"/>
                  <a:gd name="connsiteX1" fmla="*/ 238220 w 814101"/>
                  <a:gd name="connsiteY1" fmla="*/ 670179 h 670179"/>
                  <a:gd name="connsiteX2" fmla="*/ 814102 w 814101"/>
                  <a:gd name="connsiteY2" fmla="*/ 0 h 670179"/>
                  <a:gd name="connsiteX3" fmla="*/ 688562 w 814101"/>
                  <a:gd name="connsiteY3" fmla="*/ 0 h 670179"/>
                  <a:gd name="connsiteX4" fmla="*/ 244602 w 814101"/>
                  <a:gd name="connsiteY4" fmla="*/ 516541 h 670179"/>
                  <a:gd name="connsiteX5" fmla="*/ 58007 w 814101"/>
                  <a:gd name="connsiteY5" fmla="*/ 258604 h 670179"/>
                  <a:gd name="connsiteX6" fmla="*/ 0 w 814101"/>
                  <a:gd name="connsiteY6" fmla="*/ 340805 h 67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4101" h="670179">
                    <a:moveTo>
                      <a:pt x="0" y="340805"/>
                    </a:moveTo>
                    <a:lnTo>
                      <a:pt x="238220" y="670179"/>
                    </a:lnTo>
                    <a:lnTo>
                      <a:pt x="814102" y="0"/>
                    </a:lnTo>
                    <a:lnTo>
                      <a:pt x="688562" y="0"/>
                    </a:lnTo>
                    <a:lnTo>
                      <a:pt x="244602" y="516541"/>
                    </a:lnTo>
                    <a:lnTo>
                      <a:pt x="58007" y="258604"/>
                    </a:lnTo>
                    <a:lnTo>
                      <a:pt x="0" y="340805"/>
                    </a:ln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grpSp>
      </p:grpSp>
      <p:sp>
        <p:nvSpPr>
          <p:cNvPr id="99" name="Espace réservé du texte 2">
            <a:extLst>
              <a:ext uri="{FF2B5EF4-FFF2-40B4-BE49-F238E27FC236}">
                <a16:creationId xmlns:a16="http://schemas.microsoft.com/office/drawing/2014/main" id="{D4461B25-055B-83D5-9AE2-A2CA8D203C30}"/>
              </a:ext>
            </a:extLst>
          </p:cNvPr>
          <p:cNvSpPr>
            <a:spLocks noGrp="1"/>
          </p:cNvSpPr>
          <p:nvPr>
            <p:ph type="body" sz="quarter" idx="13"/>
          </p:nvPr>
        </p:nvSpPr>
        <p:spPr>
          <a:xfrm>
            <a:off x="425354" y="144314"/>
            <a:ext cx="11342769" cy="260350"/>
          </a:xfrm>
        </p:spPr>
        <p:txBody>
          <a:bodyPr/>
          <a:lstStyle/>
          <a:p>
            <a:r>
              <a:rPr lang="fr-FR"/>
              <a:t>MISE EN CONFORMITE A LA NIS 2</a:t>
            </a:r>
          </a:p>
        </p:txBody>
      </p:sp>
    </p:spTree>
    <p:extLst>
      <p:ext uri="{BB962C8B-B14F-4D97-AF65-F5344CB8AC3E}">
        <p14:creationId xmlns:p14="http://schemas.microsoft.com/office/powerpoint/2010/main" val="1546985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7A017478-4D6C-37D5-69E4-F8675F9594EA}"/>
              </a:ext>
            </a:extLst>
          </p:cNvPr>
          <p:cNvSpPr/>
          <p:nvPr/>
        </p:nvSpPr>
        <p:spPr>
          <a:xfrm>
            <a:off x="10124759" y="5724889"/>
            <a:ext cx="2084962" cy="113311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72000" rIns="108000" bIns="7200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451DC7"/>
              </a:solidFill>
              <a:effectLst/>
              <a:uLnTx/>
              <a:uFillTx/>
              <a:latin typeface="Aptos"/>
              <a:ea typeface="+mn-ea"/>
              <a:cs typeface="+mn-cs"/>
            </a:endParaRPr>
          </a:p>
        </p:txBody>
      </p:sp>
      <p:sp>
        <p:nvSpPr>
          <p:cNvPr id="2" name="Titre 1">
            <a:extLst>
              <a:ext uri="{FF2B5EF4-FFF2-40B4-BE49-F238E27FC236}">
                <a16:creationId xmlns:a16="http://schemas.microsoft.com/office/drawing/2014/main" id="{51FD15A2-A9DA-CDE8-55C4-EA78223E0549}"/>
              </a:ext>
            </a:extLst>
          </p:cNvPr>
          <p:cNvSpPr>
            <a:spLocks noGrp="1"/>
          </p:cNvSpPr>
          <p:nvPr>
            <p:ph type="title"/>
          </p:nvPr>
        </p:nvSpPr>
        <p:spPr/>
        <p:txBody>
          <a:bodyPr/>
          <a:lstStyle/>
          <a:p>
            <a:r>
              <a:rPr lang="fr-FR"/>
              <a:t>Protection - Objectifs 7/8/10</a:t>
            </a:r>
            <a:endParaRPr lang="en-US"/>
          </a:p>
        </p:txBody>
      </p:sp>
      <p:sp>
        <p:nvSpPr>
          <p:cNvPr id="15" name="Rectangle 14">
            <a:extLst>
              <a:ext uri="{FF2B5EF4-FFF2-40B4-BE49-F238E27FC236}">
                <a16:creationId xmlns:a16="http://schemas.microsoft.com/office/drawing/2014/main" id="{FC5C4741-56CF-EC3E-FD68-146FC7545D51}"/>
              </a:ext>
            </a:extLst>
          </p:cNvPr>
          <p:cNvSpPr>
            <a:spLocks/>
          </p:cNvSpPr>
          <p:nvPr/>
        </p:nvSpPr>
        <p:spPr>
          <a:xfrm>
            <a:off x="1002113" y="1887652"/>
            <a:ext cx="3790407" cy="600164"/>
          </a:xfrm>
          <a:prstGeom prst="rect">
            <a:avLst/>
          </a:prstGeom>
          <a:noFill/>
          <a:ln w="9525" cap="flat" cmpd="sng" algn="ctr">
            <a:solidFill>
              <a:srgbClr val="546B8C"/>
            </a:solidFill>
            <a:prstDash val="lgDash"/>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FFFFFF"/>
              </a:solidFill>
              <a:effectLst/>
              <a:uLnTx/>
              <a:uFillTx/>
              <a:latin typeface="Aptos"/>
              <a:ea typeface="+mn-ea"/>
              <a:cs typeface="+mn-cs"/>
            </a:endParaRPr>
          </a:p>
        </p:txBody>
      </p:sp>
      <p:sp>
        <p:nvSpPr>
          <p:cNvPr id="16" name="TextBox 25">
            <a:extLst>
              <a:ext uri="{FF2B5EF4-FFF2-40B4-BE49-F238E27FC236}">
                <a16:creationId xmlns:a16="http://schemas.microsoft.com/office/drawing/2014/main" id="{EFD9BF60-4ADC-C651-1117-8728FD260EBB}"/>
              </a:ext>
            </a:extLst>
          </p:cNvPr>
          <p:cNvSpPr txBox="1">
            <a:spLocks/>
          </p:cNvSpPr>
          <p:nvPr/>
        </p:nvSpPr>
        <p:spPr>
          <a:xfrm>
            <a:off x="1002114" y="1887652"/>
            <a:ext cx="3790406" cy="600164"/>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just" defTabSz="914400" rtl="0" eaLnBrk="1" fontAlgn="auto" latinLnBrk="0" hangingPunct="1">
              <a:lnSpc>
                <a:spcPct val="100000"/>
              </a:lnSpc>
              <a:spcBef>
                <a:spcPts val="0"/>
              </a:spcBef>
              <a:spcAft>
                <a:spcPts val="369"/>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Formalisation et maintien à jour d’une</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1" i="0" u="none" strike="noStrike" kern="1200" cap="none" spc="0" normalizeH="0" baseline="0" noProof="0">
                <a:ln>
                  <a:noFill/>
                </a:ln>
                <a:solidFill>
                  <a:srgbClr val="451DC7">
                    <a:lumMod val="100000"/>
                  </a:srgbClr>
                </a:solidFill>
                <a:effectLst/>
                <a:uLnTx/>
                <a:uFillTx/>
                <a:latin typeface="Aptos SemiBold"/>
                <a:ea typeface="+mn-ea"/>
                <a:cs typeface="+mn-cs"/>
              </a:rPr>
              <a:t>cartographie suffisamment détaillée </a:t>
            </a:r>
            <a:r>
              <a:rPr kumimoji="0" lang="fr-FR" sz="1100" b="0" i="0" u="none" strike="noStrike" kern="1200" cap="none" spc="0" normalizeH="0" baseline="0" noProof="0">
                <a:ln>
                  <a:noFill/>
                </a:ln>
                <a:solidFill>
                  <a:srgbClr val="5F5F5F"/>
                </a:solidFill>
                <a:effectLst/>
                <a:uLnTx/>
                <a:uFillTx/>
                <a:latin typeface="Aptos"/>
                <a:ea typeface="+mn-ea"/>
                <a:cs typeface="+mn-cs"/>
              </a:rPr>
              <a:t>pour permettre le MCO /MCS et la réactivité de l’entité en cas d’incident de sécurité </a:t>
            </a:r>
            <a:endParaRPr kumimoji="0" lang="fr-FR" sz="1100" b="0" i="0" u="none" strike="noStrike" kern="1200" cap="none" spc="0" normalizeH="0" baseline="0" noProof="0">
              <a:ln>
                <a:noFill/>
              </a:ln>
              <a:solidFill>
                <a:srgbClr val="DCACBC"/>
              </a:solidFill>
              <a:effectLst/>
              <a:uLnTx/>
              <a:uFillTx/>
              <a:latin typeface="Aptos"/>
              <a:ea typeface="+mn-ea"/>
              <a:cs typeface="+mn-cs"/>
            </a:endParaRPr>
          </a:p>
        </p:txBody>
      </p:sp>
      <p:sp>
        <p:nvSpPr>
          <p:cNvPr id="34" name="TextBox 25">
            <a:extLst>
              <a:ext uri="{FF2B5EF4-FFF2-40B4-BE49-F238E27FC236}">
                <a16:creationId xmlns:a16="http://schemas.microsoft.com/office/drawing/2014/main" id="{B824AC6B-02F8-3B67-24B6-04EAFBEAC697}"/>
              </a:ext>
            </a:extLst>
          </p:cNvPr>
          <p:cNvSpPr txBox="1">
            <a:spLocks/>
          </p:cNvSpPr>
          <p:nvPr/>
        </p:nvSpPr>
        <p:spPr>
          <a:xfrm>
            <a:off x="6558145" y="5047783"/>
            <a:ext cx="5172208" cy="433324"/>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738"/>
              </a:spcBef>
              <a:spcAft>
                <a:spcPts val="369"/>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Protection des</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1" i="0" u="none" strike="noStrike" kern="1200" cap="none" spc="0" normalizeH="0" baseline="0" noProof="0">
                <a:ln>
                  <a:noFill/>
                </a:ln>
                <a:solidFill>
                  <a:srgbClr val="451DC7">
                    <a:lumMod val="100000"/>
                  </a:srgbClr>
                </a:solidFill>
                <a:effectLst/>
                <a:uLnTx/>
                <a:uFillTx/>
                <a:latin typeface="Aptos SemiBold"/>
                <a:ea typeface="+mn-ea"/>
                <a:cs typeface="+mn-cs"/>
              </a:rPr>
              <a:t>accès distants</a:t>
            </a:r>
            <a:r>
              <a:rPr kumimoji="0" lang="fr-FR" sz="1100" b="1" i="0" u="none" strike="noStrike" kern="1200" cap="none" spc="0" normalizeH="0" baseline="0" noProof="0">
                <a:ln>
                  <a:noFill/>
                </a:ln>
                <a:solidFill>
                  <a:srgbClr val="503078"/>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via des mécanismes de </a:t>
            </a:r>
            <a:r>
              <a:rPr kumimoji="0" lang="fr-FR" sz="1100" b="1" i="0" u="none" strike="noStrike" kern="1200" cap="none" spc="0" normalizeH="0" baseline="0" noProof="0">
                <a:ln>
                  <a:noFill/>
                </a:ln>
                <a:solidFill>
                  <a:srgbClr val="451DC7">
                    <a:lumMod val="100000"/>
                  </a:srgbClr>
                </a:solidFill>
                <a:effectLst/>
                <a:uLnTx/>
                <a:uFillTx/>
                <a:latin typeface="Aptos SemiBold"/>
                <a:ea typeface="+mn-ea"/>
                <a:cs typeface="+mn-cs"/>
              </a:rPr>
              <a:t>chiffrement et authentification</a:t>
            </a:r>
            <a:r>
              <a:rPr kumimoji="0" lang="fr-FR" sz="1100" b="1" i="0" u="none" strike="noStrike" kern="1200" cap="none" spc="0" normalizeH="0" baseline="0" noProof="0">
                <a:ln>
                  <a:noFill/>
                </a:ln>
                <a:solidFill>
                  <a:srgbClr val="503078"/>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conforme aux règles de l’ANSSI</a:t>
            </a:r>
            <a:endParaRPr kumimoji="0" lang="fr-FR" sz="1100" b="0" i="0" u="none" strike="noStrike" kern="1200" cap="none" spc="0" normalizeH="0" baseline="0" noProof="0">
              <a:ln>
                <a:noFill/>
              </a:ln>
              <a:solidFill>
                <a:srgbClr val="DCACBC"/>
              </a:solidFill>
              <a:effectLst/>
              <a:uLnTx/>
              <a:uFillTx/>
              <a:latin typeface="Aptos"/>
              <a:ea typeface="+mn-ea"/>
              <a:cs typeface="+mn-cs"/>
            </a:endParaRPr>
          </a:p>
        </p:txBody>
      </p:sp>
      <p:sp>
        <p:nvSpPr>
          <p:cNvPr id="35" name="Rectangle 34">
            <a:extLst>
              <a:ext uri="{FF2B5EF4-FFF2-40B4-BE49-F238E27FC236}">
                <a16:creationId xmlns:a16="http://schemas.microsoft.com/office/drawing/2014/main" id="{B4C03BEE-2F77-8CE1-A086-2B6EB03717B4}"/>
              </a:ext>
            </a:extLst>
          </p:cNvPr>
          <p:cNvSpPr>
            <a:spLocks/>
          </p:cNvSpPr>
          <p:nvPr/>
        </p:nvSpPr>
        <p:spPr>
          <a:xfrm>
            <a:off x="6593679" y="5703730"/>
            <a:ext cx="5172208" cy="1047403"/>
          </a:xfrm>
          <a:prstGeom prst="rect">
            <a:avLst/>
          </a:prstGeom>
          <a:noFill/>
          <a:ln w="9525" cap="flat" cmpd="sng" algn="ctr">
            <a:solidFill>
              <a:srgbClr val="546B8C"/>
            </a:solidFill>
            <a:prstDash val="lgDash"/>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FFFFFF"/>
              </a:solidFill>
              <a:effectLst/>
              <a:uLnTx/>
              <a:uFillTx/>
              <a:latin typeface="Aptos"/>
              <a:ea typeface="+mn-ea"/>
              <a:cs typeface="+mn-cs"/>
            </a:endParaRPr>
          </a:p>
        </p:txBody>
      </p:sp>
      <p:sp>
        <p:nvSpPr>
          <p:cNvPr id="36" name="TextBox 25">
            <a:extLst>
              <a:ext uri="{FF2B5EF4-FFF2-40B4-BE49-F238E27FC236}">
                <a16:creationId xmlns:a16="http://schemas.microsoft.com/office/drawing/2014/main" id="{658743BA-6971-5C67-207B-B93880F41A7C}"/>
              </a:ext>
            </a:extLst>
          </p:cNvPr>
          <p:cNvSpPr txBox="1">
            <a:spLocks/>
          </p:cNvSpPr>
          <p:nvPr/>
        </p:nvSpPr>
        <p:spPr>
          <a:xfrm>
            <a:off x="6617192" y="5726061"/>
            <a:ext cx="5172208" cy="1047403"/>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1021" marR="0" lvl="1" indent="-211021" algn="just" defTabSz="914400" rtl="0" eaLnBrk="1" fontAlgn="auto" latinLnBrk="0" hangingPunct="1">
              <a:lnSpc>
                <a:spcPct val="100000"/>
              </a:lnSpc>
              <a:spcBef>
                <a:spcPts val="0"/>
              </a:spcBef>
              <a:spcAft>
                <a:spcPts val="369"/>
              </a:spcAft>
              <a:buClrTx/>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Les </a:t>
            </a:r>
            <a:r>
              <a:rPr kumimoji="0" lang="fr-FR" sz="1100" b="1" i="0" u="none" strike="noStrike" kern="1200" cap="none" spc="0" normalizeH="0" baseline="0" noProof="0">
                <a:ln>
                  <a:noFill/>
                </a:ln>
                <a:solidFill>
                  <a:srgbClr val="451DC7"/>
                </a:solidFill>
                <a:effectLst/>
                <a:uLnTx/>
                <a:uFillTx/>
                <a:latin typeface="Aptos SemiBold"/>
                <a:ea typeface="+mn-ea"/>
                <a:cs typeface="+mn-cs"/>
              </a:rPr>
              <a:t>mécanismes d’authentification </a:t>
            </a:r>
            <a:r>
              <a:rPr kumimoji="0" lang="fr-FR" sz="1100" b="0" i="0" u="none" strike="noStrike" kern="1200" cap="none" spc="0" normalizeH="0" baseline="0" noProof="0">
                <a:ln>
                  <a:noFill/>
                </a:ln>
                <a:solidFill>
                  <a:srgbClr val="5F5F5F"/>
                </a:solidFill>
                <a:effectLst/>
                <a:uLnTx/>
                <a:uFillTx/>
                <a:latin typeface="Aptos"/>
                <a:ea typeface="+mn-ea"/>
                <a:cs typeface="+mn-cs"/>
              </a:rPr>
              <a:t>doivent s’appuyer sur le </a:t>
            </a:r>
            <a:r>
              <a:rPr kumimoji="0" lang="fr-FR" sz="1100" b="1" i="0" u="none" strike="noStrike" kern="1200" cap="none" spc="0" normalizeH="0" baseline="0" noProof="0">
                <a:ln>
                  <a:noFill/>
                </a:ln>
                <a:solidFill>
                  <a:srgbClr val="451DC7"/>
                </a:solidFill>
                <a:effectLst/>
                <a:uLnTx/>
                <a:uFillTx/>
                <a:latin typeface="Aptos SemiBold"/>
                <a:ea typeface="+mn-ea"/>
                <a:cs typeface="+mn-cs"/>
              </a:rPr>
              <a:t>MFA</a:t>
            </a:r>
            <a:endParaRPr kumimoji="0" lang="fr-FR" sz="1100" b="0" i="0" u="none" strike="noStrike" kern="1200" cap="none" spc="0" normalizeH="0" baseline="0" noProof="0">
              <a:ln>
                <a:noFill/>
              </a:ln>
              <a:solidFill>
                <a:srgbClr val="546B8C"/>
              </a:solidFill>
              <a:effectLst/>
              <a:uLnTx/>
              <a:uFillTx/>
              <a:latin typeface="Aptos SemiBold"/>
              <a:ea typeface="+mn-ea"/>
              <a:cs typeface="+mn-cs"/>
            </a:endParaRPr>
          </a:p>
          <a:p>
            <a:pPr marL="211021" marR="0" lvl="1" indent="-211021" algn="just" defTabSz="914400" rtl="0" eaLnBrk="1" fontAlgn="auto" latinLnBrk="0" hangingPunct="1">
              <a:lnSpc>
                <a:spcPct val="100000"/>
              </a:lnSpc>
              <a:spcBef>
                <a:spcPts val="0"/>
              </a:spcBef>
              <a:spcAft>
                <a:spcPts val="369"/>
              </a:spcAft>
              <a:buClrTx/>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œuvre de </a:t>
            </a:r>
            <a:r>
              <a:rPr kumimoji="0" lang="fr-FR" sz="1100" b="1" i="0" u="none" strike="noStrike" kern="1200" cap="none" spc="0" normalizeH="0" baseline="0" noProof="0">
                <a:ln>
                  <a:noFill/>
                </a:ln>
                <a:solidFill>
                  <a:srgbClr val="451DC7">
                    <a:lumMod val="100000"/>
                  </a:srgbClr>
                </a:solidFill>
                <a:effectLst/>
                <a:uLnTx/>
                <a:uFillTx/>
                <a:latin typeface="Aptos SemiBold"/>
                <a:ea typeface="+mn-ea"/>
                <a:cs typeface="+mn-cs"/>
              </a:rPr>
              <a:t>mesures de réduction des risques </a:t>
            </a:r>
            <a:r>
              <a:rPr kumimoji="0" lang="fr-FR" sz="1100" b="0" i="0" u="none" strike="noStrike" kern="1200" cap="none" spc="0" normalizeH="0" baseline="0" noProof="0">
                <a:ln>
                  <a:noFill/>
                </a:ln>
                <a:solidFill>
                  <a:srgbClr val="5F5F5F"/>
                </a:solidFill>
                <a:effectLst/>
                <a:uLnTx/>
                <a:uFillTx/>
                <a:latin typeface="Aptos"/>
                <a:ea typeface="+mn-ea"/>
                <a:cs typeface="+mn-cs"/>
              </a:rPr>
              <a:t>en cas d’impossibilité de mise en œuvre du MFA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endParaRPr kumimoji="0" lang="fr-FR" sz="900" b="0" i="0" u="none" strike="noStrike" kern="1200" cap="none" spc="0" normalizeH="0" baseline="0" noProof="0">
              <a:ln>
                <a:noFill/>
              </a:ln>
              <a:solidFill>
                <a:srgbClr val="5F5F5F"/>
              </a:solidFill>
              <a:effectLst/>
              <a:uLnTx/>
              <a:uFillTx/>
              <a:latin typeface="Aptos SemiBold"/>
              <a:ea typeface="+mn-ea"/>
              <a:cs typeface="+mn-cs"/>
            </a:endParaRPr>
          </a:p>
          <a:p>
            <a:pPr marL="211021" marR="0" lvl="1" indent="-211021" algn="just" defTabSz="914400" rtl="0" eaLnBrk="1" fontAlgn="auto" latinLnBrk="0" hangingPunct="1">
              <a:lnSpc>
                <a:spcPct val="100000"/>
              </a:lnSpc>
              <a:spcBef>
                <a:spcPts val="0"/>
              </a:spcBef>
              <a:spcAft>
                <a:spcPts val="369"/>
              </a:spcAft>
              <a:buClrTx/>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Chiffrement des </a:t>
            </a:r>
            <a:r>
              <a:rPr kumimoji="0" lang="fr-FR" sz="1100" b="1" i="0" u="none" strike="noStrike" kern="1200" cap="none" spc="0" normalizeH="0" baseline="0" noProof="0">
                <a:ln>
                  <a:noFill/>
                </a:ln>
                <a:solidFill>
                  <a:srgbClr val="451DC7"/>
                </a:solidFill>
                <a:effectLst/>
                <a:uLnTx/>
                <a:uFillTx/>
                <a:latin typeface="Aptos SemiBold"/>
                <a:ea typeface="+mn-ea"/>
                <a:cs typeface="+mn-cs"/>
              </a:rPr>
              <a:t>mémoires de masse </a:t>
            </a:r>
            <a:r>
              <a:rPr kumimoji="0" lang="fr-FR" sz="1100" b="0" i="0" u="none" strike="noStrike" kern="1200" cap="none" spc="0" normalizeH="0" baseline="0" noProof="0">
                <a:ln>
                  <a:noFill/>
                </a:ln>
                <a:solidFill>
                  <a:srgbClr val="5F5F5F"/>
                </a:solidFill>
                <a:effectLst/>
                <a:uLnTx/>
                <a:uFillTx/>
                <a:latin typeface="Aptos"/>
                <a:ea typeface="+mn-ea"/>
                <a:cs typeface="+mn-cs"/>
              </a:rPr>
              <a:t>des postes de travail et équipements mobiles</a:t>
            </a:r>
            <a:endParaRPr kumimoji="0" lang="fr-FR" sz="1100" b="0" i="0" u="none" strike="noStrike" kern="1200" cap="none" spc="0" normalizeH="0" baseline="0" noProof="0">
              <a:ln>
                <a:noFill/>
              </a:ln>
              <a:solidFill>
                <a:srgbClr val="546B8C"/>
              </a:solidFill>
              <a:effectLst/>
              <a:uLnTx/>
              <a:uFillTx/>
              <a:latin typeface="Aptos"/>
              <a:ea typeface="+mn-ea"/>
              <a:cs typeface="+mn-cs"/>
            </a:endParaRPr>
          </a:p>
        </p:txBody>
      </p:sp>
      <p:grpSp>
        <p:nvGrpSpPr>
          <p:cNvPr id="37" name="Groupe 36">
            <a:extLst>
              <a:ext uri="{FF2B5EF4-FFF2-40B4-BE49-F238E27FC236}">
                <a16:creationId xmlns:a16="http://schemas.microsoft.com/office/drawing/2014/main" id="{79908DEB-383A-7E20-5EEB-ED5447906DFB}"/>
              </a:ext>
            </a:extLst>
          </p:cNvPr>
          <p:cNvGrpSpPr>
            <a:grpSpLocks/>
          </p:cNvGrpSpPr>
          <p:nvPr/>
        </p:nvGrpSpPr>
        <p:grpSpPr>
          <a:xfrm>
            <a:off x="6402314" y="6106665"/>
            <a:ext cx="259207" cy="264178"/>
            <a:chOff x="177275" y="6410013"/>
            <a:chExt cx="210606" cy="214645"/>
          </a:xfrm>
          <a:solidFill>
            <a:srgbClr val="546B8C"/>
          </a:solidFill>
        </p:grpSpPr>
        <p:sp>
          <p:nvSpPr>
            <p:cNvPr id="38" name="Ellipse 139">
              <a:extLst>
                <a:ext uri="{FF2B5EF4-FFF2-40B4-BE49-F238E27FC236}">
                  <a16:creationId xmlns:a16="http://schemas.microsoft.com/office/drawing/2014/main" id="{29659804-EB32-8585-A855-8E606F374D28}"/>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39" name="Connecteur droit 38">
              <a:extLst>
                <a:ext uri="{FF2B5EF4-FFF2-40B4-BE49-F238E27FC236}">
                  <a16:creationId xmlns:a16="http://schemas.microsoft.com/office/drawing/2014/main" id="{6C61AEE5-D4FF-E8B0-FCC6-BDC93DCC21B9}"/>
                </a:ext>
              </a:extLst>
            </p:cNvPr>
            <p:cNvCxnSpPr>
              <a:stCxn id="38" idx="7"/>
              <a:endCxn id="38" idx="3"/>
            </p:cNvCxnSpPr>
            <p:nvPr/>
          </p:nvCxnSpPr>
          <p:spPr>
            <a:xfrm flipH="1">
              <a:off x="208118" y="6441447"/>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 name="ZoneTexte 25">
            <a:extLst>
              <a:ext uri="{FF2B5EF4-FFF2-40B4-BE49-F238E27FC236}">
                <a16:creationId xmlns:a16="http://schemas.microsoft.com/office/drawing/2014/main" id="{04C1E965-9DBE-4101-7336-47F78343557B}"/>
              </a:ext>
            </a:extLst>
          </p:cNvPr>
          <p:cNvSpPr txBox="1">
            <a:spLocks/>
          </p:cNvSpPr>
          <p:nvPr/>
        </p:nvSpPr>
        <p:spPr>
          <a:xfrm>
            <a:off x="423878" y="878387"/>
            <a:ext cx="5207941" cy="523220"/>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7 : </a:t>
            </a:r>
            <a:r>
              <a:rPr kumimoji="0" lang="fr-FR" sz="1400" b="1" i="0" u="none" strike="noStrike" kern="1200" cap="none" spc="0" normalizeH="0" baseline="0" noProof="0">
                <a:ln>
                  <a:noFill/>
                </a:ln>
                <a:solidFill>
                  <a:srgbClr val="451DC7"/>
                </a:solidFill>
                <a:effectLst/>
                <a:uLnTx/>
                <a:uFillTx/>
                <a:latin typeface="Aptos"/>
                <a:ea typeface="+mn-ea"/>
                <a:cs typeface="+mn-cs"/>
              </a:rPr>
              <a:t>L’entité maitrise ses systèmes d’information réglementés</a:t>
            </a:r>
          </a:p>
        </p:txBody>
      </p:sp>
      <p:sp>
        <p:nvSpPr>
          <p:cNvPr id="88" name="Rectangle 87">
            <a:extLst>
              <a:ext uri="{FF2B5EF4-FFF2-40B4-BE49-F238E27FC236}">
                <a16:creationId xmlns:a16="http://schemas.microsoft.com/office/drawing/2014/main" id="{2028297D-A81C-60EA-A22E-373D7E45EFB2}"/>
              </a:ext>
            </a:extLst>
          </p:cNvPr>
          <p:cNvSpPr>
            <a:spLocks/>
          </p:cNvSpPr>
          <p:nvPr/>
        </p:nvSpPr>
        <p:spPr>
          <a:xfrm>
            <a:off x="982930" y="3350844"/>
            <a:ext cx="3809590" cy="851284"/>
          </a:xfrm>
          <a:prstGeom prst="rect">
            <a:avLst/>
          </a:prstGeom>
          <a:noFill/>
          <a:ln w="9525" cap="flat" cmpd="sng" algn="ctr">
            <a:solidFill>
              <a:srgbClr val="546B8C"/>
            </a:solidFill>
            <a:prstDash val="lgDash"/>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FFFFFF"/>
              </a:solidFill>
              <a:effectLst/>
              <a:uLnTx/>
              <a:uFillTx/>
              <a:latin typeface="Aptos"/>
              <a:ea typeface="+mn-ea"/>
              <a:cs typeface="+mn-cs"/>
            </a:endParaRPr>
          </a:p>
        </p:txBody>
      </p:sp>
      <p:sp>
        <p:nvSpPr>
          <p:cNvPr id="89" name="TextBox 25">
            <a:extLst>
              <a:ext uri="{FF2B5EF4-FFF2-40B4-BE49-F238E27FC236}">
                <a16:creationId xmlns:a16="http://schemas.microsoft.com/office/drawing/2014/main" id="{77FD27AB-22B3-A5B1-CC7D-54996554F127}"/>
              </a:ext>
            </a:extLst>
          </p:cNvPr>
          <p:cNvSpPr txBox="1">
            <a:spLocks/>
          </p:cNvSpPr>
          <p:nvPr/>
        </p:nvSpPr>
        <p:spPr>
          <a:xfrm>
            <a:off x="982930" y="3350844"/>
            <a:ext cx="3809589" cy="820738"/>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883" marR="0" lvl="1" indent="-216883" algn="just" defTabSz="914400" rtl="0" eaLnBrk="1" fontAlgn="auto" latinLnBrk="0" hangingPunct="1">
              <a:lnSpc>
                <a:spcPct val="100000"/>
              </a:lnSpc>
              <a:spcBef>
                <a:spcPts val="0"/>
              </a:spcBef>
              <a:spcAft>
                <a:spcPts val="369"/>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Formalisation et maintien à jour d’une </a:t>
            </a:r>
            <a:r>
              <a:rPr kumimoji="0" lang="fr-FR" sz="1100" b="1" i="0" u="none" strike="noStrike" kern="1200" cap="none" spc="0" normalizeH="0" baseline="0" noProof="0">
                <a:ln>
                  <a:noFill/>
                </a:ln>
                <a:solidFill>
                  <a:srgbClr val="451DC7">
                    <a:lumMod val="100000"/>
                  </a:srgbClr>
                </a:solidFill>
                <a:effectLst/>
                <a:uLnTx/>
                <a:uFillTx/>
                <a:latin typeface="Aptos SemiBold"/>
                <a:ea typeface="+mn-ea"/>
                <a:cs typeface="+mn-cs"/>
              </a:rPr>
              <a:t>procédure de MCO et MCS</a:t>
            </a:r>
          </a:p>
          <a:p>
            <a:pPr marL="216883" marR="0" lvl="1" indent="-216883" algn="just" defTabSz="914400" rtl="0" eaLnBrk="1" fontAlgn="auto" latinLnBrk="0" hangingPunct="1">
              <a:lnSpc>
                <a:spcPct val="100000"/>
              </a:lnSpc>
              <a:spcBef>
                <a:spcPts val="0"/>
              </a:spcBef>
              <a:spcAft>
                <a:spcPts val="369"/>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Planification et installation des correctifs de sécurité sur l’ensemble des ressources</a:t>
            </a:r>
          </a:p>
        </p:txBody>
      </p:sp>
      <p:sp>
        <p:nvSpPr>
          <p:cNvPr id="90" name="TextBox 25">
            <a:extLst>
              <a:ext uri="{FF2B5EF4-FFF2-40B4-BE49-F238E27FC236}">
                <a16:creationId xmlns:a16="http://schemas.microsoft.com/office/drawing/2014/main" id="{BC2AEB11-76C4-030C-3400-F4DD72C8F012}"/>
              </a:ext>
            </a:extLst>
          </p:cNvPr>
          <p:cNvSpPr txBox="1">
            <a:spLocks/>
          </p:cNvSpPr>
          <p:nvPr/>
        </p:nvSpPr>
        <p:spPr>
          <a:xfrm>
            <a:off x="982930" y="4616642"/>
            <a:ext cx="3809589" cy="1549142"/>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883" marR="0" lvl="1" indent="-216883" algn="just" defTabSz="914400" rtl="0" eaLnBrk="1" fontAlgn="auto" latinLnBrk="0" hangingPunct="1">
              <a:lnSpc>
                <a:spcPct val="100000"/>
              </a:lnSpc>
              <a:spcBef>
                <a:spcPts val="0"/>
              </a:spcBef>
              <a:spcAft>
                <a:spcPts val="369"/>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Maintien à jour des bases de connaissances antivirale et d’une </a:t>
            </a:r>
            <a:r>
              <a:rPr kumimoji="0" lang="fr-FR" sz="1100" b="1" i="0" u="none" strike="noStrike" kern="1200" cap="none" spc="0" normalizeH="0" baseline="0" noProof="0">
                <a:ln>
                  <a:noFill/>
                </a:ln>
                <a:solidFill>
                  <a:srgbClr val="451DC7">
                    <a:lumMod val="100000"/>
                  </a:srgbClr>
                </a:solidFill>
                <a:effectLst/>
                <a:uLnTx/>
                <a:uFillTx/>
                <a:latin typeface="Aptos SemiBold"/>
                <a:ea typeface="+mn-ea"/>
                <a:cs typeface="+mn-cs"/>
              </a:rPr>
              <a:t>veille des vulnérabilités </a:t>
            </a:r>
          </a:p>
          <a:p>
            <a:pPr marL="216883" marR="0" lvl="1" indent="-216883" algn="just" defTabSz="914400" rtl="0" eaLnBrk="1" fontAlgn="auto" latinLnBrk="0" hangingPunct="1">
              <a:lnSpc>
                <a:spcPct val="100000"/>
              </a:lnSpc>
              <a:spcBef>
                <a:spcPts val="0"/>
              </a:spcBef>
              <a:spcAft>
                <a:spcPts val="369"/>
              </a:spcAft>
              <a:buClrTx/>
              <a:buSzTx/>
              <a:buFontTx/>
              <a:buChar char="⁄"/>
              <a:tabLst/>
              <a:defRPr/>
            </a:pPr>
            <a:r>
              <a:rPr kumimoji="0" lang="fr-FR" sz="1100" b="1" i="0" u="none" strike="noStrike" kern="1200" cap="none" spc="0" normalizeH="0" baseline="0" noProof="0">
                <a:ln>
                  <a:noFill/>
                </a:ln>
                <a:solidFill>
                  <a:srgbClr val="451DC7">
                    <a:lumMod val="100000"/>
                  </a:srgbClr>
                </a:solidFill>
                <a:effectLst/>
                <a:uLnTx/>
                <a:uFillTx/>
                <a:latin typeface="Aptos SemiBold"/>
                <a:ea typeface="+mn-ea"/>
                <a:cs typeface="+mn-cs"/>
              </a:rPr>
              <a:t>Installation sans délai </a:t>
            </a:r>
            <a:r>
              <a:rPr kumimoji="0" lang="fr-FR" sz="1100" b="0" i="0" u="none" strike="noStrike" kern="1200" cap="none" spc="0" normalizeH="0" baseline="0" noProof="0">
                <a:ln>
                  <a:noFill/>
                </a:ln>
                <a:solidFill>
                  <a:srgbClr val="5F5F5F"/>
                </a:solidFill>
                <a:effectLst/>
                <a:uLnTx/>
                <a:uFillTx/>
                <a:latin typeface="Aptos"/>
                <a:ea typeface="+mn-ea"/>
                <a:cs typeface="+mn-cs"/>
              </a:rPr>
              <a:t>des correctifs sur les ressources exposées à des réseaux tiers et des postes de travail</a:t>
            </a:r>
          </a:p>
          <a:p>
            <a:pPr marL="216883" marR="0" lvl="1" indent="-216883" algn="just" defTabSz="914400" rtl="0" eaLnBrk="1" fontAlgn="auto" latinLnBrk="0" hangingPunct="1">
              <a:lnSpc>
                <a:spcPct val="100000"/>
              </a:lnSpc>
              <a:spcBef>
                <a:spcPts val="0"/>
              </a:spcBef>
              <a:spcAft>
                <a:spcPts val="369"/>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œuvre de mécanismes permettant la </a:t>
            </a:r>
            <a:r>
              <a:rPr kumimoji="0" lang="fr-FR" sz="1100" b="1" i="0" u="none" strike="noStrike" kern="1200" cap="none" spc="0" normalizeH="0" baseline="0" noProof="0">
                <a:ln>
                  <a:noFill/>
                </a:ln>
                <a:solidFill>
                  <a:srgbClr val="451DC7">
                    <a:lumMod val="100000"/>
                  </a:srgbClr>
                </a:solidFill>
                <a:effectLst/>
                <a:uLnTx/>
                <a:uFillTx/>
                <a:latin typeface="Aptos SemiBold"/>
                <a:ea typeface="+mn-ea"/>
                <a:cs typeface="+mn-cs"/>
              </a:rPr>
              <a:t>prise de connaissance d’alertes envoyées par l’ANSSI</a:t>
            </a:r>
            <a:r>
              <a:rPr kumimoji="0" lang="fr-FR" sz="1100" b="0" i="0" u="none" strike="noStrike" kern="1200" cap="none" spc="0" normalizeH="0" baseline="0" noProof="0">
                <a:ln>
                  <a:noFill/>
                </a:ln>
                <a:solidFill>
                  <a:srgbClr val="5F5F5F"/>
                </a:solidFill>
                <a:effectLst/>
                <a:uLnTx/>
                <a:uFillTx/>
                <a:latin typeface="Aptos"/>
                <a:ea typeface="+mn-ea"/>
                <a:cs typeface="+mn-cs"/>
              </a:rPr>
              <a:t>, et d’un </a:t>
            </a:r>
            <a:r>
              <a:rPr kumimoji="0" lang="fr-FR" sz="1100" b="1" i="0" u="none" strike="noStrike" kern="1200" cap="none" spc="0" normalizeH="0" baseline="0" noProof="0">
                <a:ln>
                  <a:noFill/>
                </a:ln>
                <a:solidFill>
                  <a:srgbClr val="451DC7">
                    <a:lumMod val="100000"/>
                  </a:srgbClr>
                </a:solidFill>
                <a:effectLst/>
                <a:uLnTx/>
                <a:uFillTx/>
                <a:latin typeface="Aptos SemiBold"/>
                <a:ea typeface="+mn-ea"/>
                <a:cs typeface="+mn-cs"/>
              </a:rPr>
              <a:t>point de contact unique </a:t>
            </a:r>
            <a:r>
              <a:rPr kumimoji="0" lang="fr-FR" sz="1100" b="0" i="0" u="none" strike="noStrike" kern="1200" cap="none" spc="0" normalizeH="0" baseline="0" noProof="0">
                <a:ln>
                  <a:noFill/>
                </a:ln>
                <a:solidFill>
                  <a:srgbClr val="5F5F5F"/>
                </a:solidFill>
                <a:effectLst/>
                <a:uLnTx/>
                <a:uFillTx/>
                <a:latin typeface="Aptos"/>
                <a:ea typeface="+mn-ea"/>
                <a:cs typeface="+mn-cs"/>
              </a:rPr>
              <a:t>et formalisation d’une </a:t>
            </a:r>
            <a:r>
              <a:rPr kumimoji="0" lang="fr-FR" sz="1100" b="1" i="0" u="none" strike="noStrike" kern="1200" cap="none" spc="0" normalizeH="0" baseline="0" noProof="0">
                <a:ln>
                  <a:noFill/>
                </a:ln>
                <a:solidFill>
                  <a:srgbClr val="451DC7">
                    <a:lumMod val="100000"/>
                  </a:srgbClr>
                </a:solidFill>
                <a:effectLst/>
                <a:uLnTx/>
                <a:uFillTx/>
                <a:latin typeface="Aptos SemiBold"/>
                <a:ea typeface="+mn-ea"/>
                <a:cs typeface="+mn-cs"/>
              </a:rPr>
              <a:t>procédure traitant ces alertes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p>
        </p:txBody>
      </p:sp>
      <p:grpSp>
        <p:nvGrpSpPr>
          <p:cNvPr id="91" name="Groupe 90">
            <a:extLst>
              <a:ext uri="{FF2B5EF4-FFF2-40B4-BE49-F238E27FC236}">
                <a16:creationId xmlns:a16="http://schemas.microsoft.com/office/drawing/2014/main" id="{465965C9-3224-ABD6-71CD-36CA5D3CE7F2}"/>
              </a:ext>
            </a:extLst>
          </p:cNvPr>
          <p:cNvGrpSpPr>
            <a:grpSpLocks/>
          </p:cNvGrpSpPr>
          <p:nvPr/>
        </p:nvGrpSpPr>
        <p:grpSpPr>
          <a:xfrm>
            <a:off x="821127" y="3619641"/>
            <a:ext cx="259207" cy="264178"/>
            <a:chOff x="177275" y="6410013"/>
            <a:chExt cx="210606" cy="214645"/>
          </a:xfrm>
          <a:solidFill>
            <a:srgbClr val="546B8C"/>
          </a:solidFill>
        </p:grpSpPr>
        <p:sp>
          <p:nvSpPr>
            <p:cNvPr id="92" name="Ellipse 139">
              <a:extLst>
                <a:ext uri="{FF2B5EF4-FFF2-40B4-BE49-F238E27FC236}">
                  <a16:creationId xmlns:a16="http://schemas.microsoft.com/office/drawing/2014/main" id="{861BE17B-D110-F203-5A71-B7FB7513E05D}"/>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93" name="Connecteur droit 92">
              <a:extLst>
                <a:ext uri="{FF2B5EF4-FFF2-40B4-BE49-F238E27FC236}">
                  <a16:creationId xmlns:a16="http://schemas.microsoft.com/office/drawing/2014/main" id="{AB8564D1-AF6C-763E-8F04-99A1E491255F}"/>
                </a:ext>
              </a:extLst>
            </p:cNvPr>
            <p:cNvCxnSpPr>
              <a:stCxn id="92" idx="7"/>
              <a:endCxn id="92" idx="3"/>
            </p:cNvCxnSpPr>
            <p:nvPr/>
          </p:nvCxnSpPr>
          <p:spPr>
            <a:xfrm flipH="1">
              <a:off x="208118" y="6441447"/>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94" name="Groupe 93">
            <a:extLst>
              <a:ext uri="{FF2B5EF4-FFF2-40B4-BE49-F238E27FC236}">
                <a16:creationId xmlns:a16="http://schemas.microsoft.com/office/drawing/2014/main" id="{A0C46342-F84F-5818-991C-2BF3A37B5380}"/>
              </a:ext>
            </a:extLst>
          </p:cNvPr>
          <p:cNvGrpSpPr>
            <a:grpSpLocks/>
          </p:cNvGrpSpPr>
          <p:nvPr/>
        </p:nvGrpSpPr>
        <p:grpSpPr>
          <a:xfrm>
            <a:off x="780866" y="2055645"/>
            <a:ext cx="259207" cy="264178"/>
            <a:chOff x="177275" y="6410013"/>
            <a:chExt cx="210606" cy="214645"/>
          </a:xfrm>
          <a:solidFill>
            <a:srgbClr val="546B8C"/>
          </a:solidFill>
        </p:grpSpPr>
        <p:sp>
          <p:nvSpPr>
            <p:cNvPr id="95" name="Ellipse 139">
              <a:extLst>
                <a:ext uri="{FF2B5EF4-FFF2-40B4-BE49-F238E27FC236}">
                  <a16:creationId xmlns:a16="http://schemas.microsoft.com/office/drawing/2014/main" id="{003EB5C8-6AFC-0A4A-18A9-BF5FBEA355AD}"/>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96" name="Connecteur droit 95">
              <a:extLst>
                <a:ext uri="{FF2B5EF4-FFF2-40B4-BE49-F238E27FC236}">
                  <a16:creationId xmlns:a16="http://schemas.microsoft.com/office/drawing/2014/main" id="{C3B8E678-8FCA-8B40-DE13-FE27956E567D}"/>
                </a:ext>
              </a:extLst>
            </p:cNvPr>
            <p:cNvCxnSpPr>
              <a:stCxn id="95" idx="7"/>
              <a:endCxn id="95" idx="3"/>
            </p:cNvCxnSpPr>
            <p:nvPr/>
          </p:nvCxnSpPr>
          <p:spPr>
            <a:xfrm flipH="1">
              <a:off x="208118" y="6441447"/>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97" name="ZoneTexte 96">
            <a:extLst>
              <a:ext uri="{FF2B5EF4-FFF2-40B4-BE49-F238E27FC236}">
                <a16:creationId xmlns:a16="http://schemas.microsoft.com/office/drawing/2014/main" id="{E8294139-8913-A056-4998-2F725A7815C8}"/>
              </a:ext>
            </a:extLst>
          </p:cNvPr>
          <p:cNvSpPr txBox="1">
            <a:spLocks/>
          </p:cNvSpPr>
          <p:nvPr/>
        </p:nvSpPr>
        <p:spPr>
          <a:xfrm>
            <a:off x="6063111" y="817323"/>
            <a:ext cx="4912330" cy="523220"/>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8 :</a:t>
            </a:r>
            <a:r>
              <a:rPr kumimoji="0" lang="fr-FR" sz="1400" b="1" i="0" u="none" strike="noStrike" kern="1200" cap="none" spc="0" normalizeH="0" baseline="0" noProof="0">
                <a:ln>
                  <a:noFill/>
                </a:ln>
                <a:solidFill>
                  <a:srgbClr val="451DC7"/>
                </a:solidFill>
                <a:effectLst/>
                <a:uLnTx/>
                <a:uFillTx/>
                <a:latin typeface="Aptos"/>
                <a:ea typeface="+mn-ea"/>
                <a:cs typeface="+mn-cs"/>
              </a:rPr>
              <a:t> L’entité maitrise les accès physiques à ses locaux</a:t>
            </a:r>
            <a:endParaRPr kumimoji="0" lang="fr-FR" sz="1400" b="1" i="1" u="none" strike="noStrike" kern="1200" cap="none" spc="0" normalizeH="0" baseline="0" noProof="0">
              <a:ln>
                <a:noFill/>
              </a:ln>
              <a:solidFill>
                <a:srgbClr val="451DC7"/>
              </a:solidFill>
              <a:effectLst/>
              <a:uLnTx/>
              <a:uFillTx/>
              <a:latin typeface="Aptos"/>
              <a:ea typeface="+mn-ea"/>
              <a:cs typeface="+mn-cs"/>
            </a:endParaRPr>
          </a:p>
        </p:txBody>
      </p:sp>
      <p:sp>
        <p:nvSpPr>
          <p:cNvPr id="98" name="ZoneTexte 97">
            <a:extLst>
              <a:ext uri="{FF2B5EF4-FFF2-40B4-BE49-F238E27FC236}">
                <a16:creationId xmlns:a16="http://schemas.microsoft.com/office/drawing/2014/main" id="{BCC94B80-35AF-E382-9A95-95AB61256747}"/>
              </a:ext>
            </a:extLst>
          </p:cNvPr>
          <p:cNvSpPr txBox="1">
            <a:spLocks/>
          </p:cNvSpPr>
          <p:nvPr/>
        </p:nvSpPr>
        <p:spPr>
          <a:xfrm>
            <a:off x="6096000" y="4502142"/>
            <a:ext cx="5585249" cy="523220"/>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10 :</a:t>
            </a:r>
            <a:r>
              <a:rPr kumimoji="0" lang="fr-FR" sz="1400" b="1" i="0" u="none" strike="noStrike" kern="1200" cap="none" spc="0" normalizeH="0" baseline="0" noProof="0">
                <a:ln>
                  <a:noFill/>
                </a:ln>
                <a:solidFill>
                  <a:srgbClr val="451DC7"/>
                </a:solidFill>
                <a:effectLst/>
                <a:uLnTx/>
                <a:uFillTx/>
                <a:latin typeface="Aptos"/>
                <a:ea typeface="+mn-ea"/>
                <a:cs typeface="+mn-cs"/>
              </a:rPr>
              <a:t> L’entité sécurise les accès distants à ses systèmes d’information réglementés</a:t>
            </a:r>
          </a:p>
        </p:txBody>
      </p:sp>
      <p:pic>
        <p:nvPicPr>
          <p:cNvPr id="70" name="Graphic 2 [2]" hidden="1">
            <a:extLst>
              <a:ext uri="{FF2B5EF4-FFF2-40B4-BE49-F238E27FC236}">
                <a16:creationId xmlns:a16="http://schemas.microsoft.com/office/drawing/2014/main" id="{9B0E1B84-7FA3-8549-3C52-9AED4E0EB9E8}"/>
              </a:ext>
            </a:extLst>
          </p:cNvPr>
          <p:cNvPicPr>
            <a:picLocks noChangeAspect="1"/>
          </p:cNvPicPr>
          <p:nvPr>
            <p:custDataLst>
              <p:tags r:id="rId1"/>
            </p:custDataLst>
          </p:nvPr>
        </p:nvPicPr>
        <p:blipFill>
          <a:blip r:embed="rId63">
            <a:extLst>
              <a:ext uri="{96DAC541-7B7A-43D3-8B79-37D633B846F1}">
                <asvg:svgBlip xmlns:asvg="http://schemas.microsoft.com/office/drawing/2016/SVG/main" r:embed="rId64"/>
              </a:ext>
            </a:extLst>
          </a:blip>
          <a:stretch>
            <a:fillRect/>
          </a:stretch>
        </p:blipFill>
        <p:spPr>
          <a:xfrm>
            <a:off x="205341" y="1618467"/>
            <a:ext cx="540000" cy="540000"/>
          </a:xfrm>
          <a:prstGeom prst="rect">
            <a:avLst/>
          </a:prstGeom>
        </p:spPr>
      </p:pic>
      <p:pic>
        <p:nvPicPr>
          <p:cNvPr id="99" name="Graphic 8 [1]" hidden="1">
            <a:extLst>
              <a:ext uri="{FF2B5EF4-FFF2-40B4-BE49-F238E27FC236}">
                <a16:creationId xmlns:a16="http://schemas.microsoft.com/office/drawing/2014/main" id="{C0A9BD95-6C6F-A20B-5EF6-51D12CEB218A}"/>
              </a:ext>
            </a:extLst>
          </p:cNvPr>
          <p:cNvPicPr>
            <a:picLocks noChangeAspect="1"/>
          </p:cNvPicPr>
          <p:nvPr>
            <p:custDataLst>
              <p:tags r:id="rId2"/>
            </p:custDataLst>
          </p:nvPr>
        </p:nvPicPr>
        <p:blipFill>
          <a:blip r:embed="rId65">
            <a:extLst>
              <a:ext uri="{96DAC541-7B7A-43D3-8B79-37D633B846F1}">
                <asvg:svgBlip xmlns:asvg="http://schemas.microsoft.com/office/drawing/2016/SVG/main" r:embed="rId66"/>
              </a:ext>
            </a:extLst>
          </a:blip>
          <a:stretch>
            <a:fillRect/>
          </a:stretch>
        </p:blipFill>
        <p:spPr>
          <a:xfrm>
            <a:off x="205341" y="1618467"/>
            <a:ext cx="540000" cy="540000"/>
          </a:xfrm>
          <a:prstGeom prst="rect">
            <a:avLst/>
          </a:prstGeom>
        </p:spPr>
      </p:pic>
      <p:pic>
        <p:nvPicPr>
          <p:cNvPr id="100" name="Graphic 12 [3]" hidden="1">
            <a:extLst>
              <a:ext uri="{FF2B5EF4-FFF2-40B4-BE49-F238E27FC236}">
                <a16:creationId xmlns:a16="http://schemas.microsoft.com/office/drawing/2014/main" id="{DE7D229E-4130-E53D-13E2-E03D235DFF3C}"/>
              </a:ext>
            </a:extLst>
          </p:cNvPr>
          <p:cNvPicPr>
            <a:picLocks noChangeAspect="1"/>
          </p:cNvPicPr>
          <p:nvPr>
            <p:custDataLst>
              <p:tags r:id="rId3"/>
            </p:custDataLst>
          </p:nvPr>
        </p:nvPicPr>
        <p:blipFill>
          <a:blip r:embed="rId67">
            <a:extLst>
              <a:ext uri="{96DAC541-7B7A-43D3-8B79-37D633B846F1}">
                <asvg:svgBlip xmlns:asvg="http://schemas.microsoft.com/office/drawing/2016/SVG/main" r:embed="rId68"/>
              </a:ext>
            </a:extLst>
          </a:blip>
          <a:stretch>
            <a:fillRect/>
          </a:stretch>
        </p:blipFill>
        <p:spPr>
          <a:xfrm>
            <a:off x="205341" y="1618467"/>
            <a:ext cx="540000" cy="540000"/>
          </a:xfrm>
          <a:prstGeom prst="rect">
            <a:avLst/>
          </a:prstGeom>
        </p:spPr>
      </p:pic>
      <p:grpSp>
        <p:nvGrpSpPr>
          <p:cNvPr id="13" name="Group 15">
            <a:extLst>
              <a:ext uri="{FF2B5EF4-FFF2-40B4-BE49-F238E27FC236}">
                <a16:creationId xmlns:a16="http://schemas.microsoft.com/office/drawing/2014/main" id="{45DEE78F-60BF-B47A-D91B-4E446499DAA3}"/>
              </a:ext>
            </a:extLst>
          </p:cNvPr>
          <p:cNvGrpSpPr>
            <a:grpSpLocks/>
          </p:cNvGrpSpPr>
          <p:nvPr>
            <p:custDataLst>
              <p:tags r:id="rId4"/>
            </p:custDataLst>
          </p:nvPr>
        </p:nvGrpSpPr>
        <p:grpSpPr>
          <a:xfrm>
            <a:off x="6253269" y="5093274"/>
            <a:ext cx="288000" cy="288000"/>
            <a:chOff x="1540111" y="-185591"/>
            <a:chExt cx="1619250" cy="1619250"/>
          </a:xfrm>
        </p:grpSpPr>
        <p:pic>
          <p:nvPicPr>
            <p:cNvPr id="14" name="Graphic 2 [3]" hidden="1">
              <a:extLst>
                <a:ext uri="{FF2B5EF4-FFF2-40B4-BE49-F238E27FC236}">
                  <a16:creationId xmlns:a16="http://schemas.microsoft.com/office/drawing/2014/main" id="{15222D99-8046-7D65-778F-B2C6EF9CCBA9}"/>
                </a:ext>
              </a:extLst>
            </p:cNvPr>
            <p:cNvPicPr>
              <a:picLocks noChangeAspect="1"/>
            </p:cNvPicPr>
            <p:nvPr>
              <p:custDataLst>
                <p:tags r:id="rId58"/>
              </p:custDataLst>
            </p:nvPr>
          </p:nvPicPr>
          <p:blipFill>
            <a:blip r:embed="rId69">
              <a:extLst>
                <a:ext uri="{96DAC541-7B7A-43D3-8B79-37D633B846F1}">
                  <asvg:svgBlip xmlns:asvg="http://schemas.microsoft.com/office/drawing/2016/SVG/main" r:embed="rId70"/>
                </a:ext>
              </a:extLst>
            </a:blip>
            <a:stretch>
              <a:fillRect/>
            </a:stretch>
          </p:blipFill>
          <p:spPr>
            <a:xfrm>
              <a:off x="1540111" y="-185591"/>
              <a:ext cx="1619250" cy="1619250"/>
            </a:xfrm>
            <a:prstGeom prst="rect">
              <a:avLst/>
            </a:prstGeom>
          </p:spPr>
        </p:pic>
        <p:pic>
          <p:nvPicPr>
            <p:cNvPr id="17" name="Graphic 4 [2]" hidden="1">
              <a:extLst>
                <a:ext uri="{FF2B5EF4-FFF2-40B4-BE49-F238E27FC236}">
                  <a16:creationId xmlns:a16="http://schemas.microsoft.com/office/drawing/2014/main" id="{DE0738D3-8858-6CE3-28C7-9D39462134D7}"/>
                </a:ext>
              </a:extLst>
            </p:cNvPr>
            <p:cNvPicPr>
              <a:picLocks noChangeAspect="1"/>
            </p:cNvPicPr>
            <p:nvPr>
              <p:custDataLst>
                <p:tags r:id="rId59"/>
              </p:custDataLst>
            </p:nvPr>
          </p:nvPicPr>
          <p:blipFill>
            <a:blip r:embed="rId71">
              <a:extLst>
                <a:ext uri="{96DAC541-7B7A-43D3-8B79-37D633B846F1}">
                  <asvg:svgBlip xmlns:asvg="http://schemas.microsoft.com/office/drawing/2016/SVG/main" r:embed="rId72"/>
                </a:ext>
              </a:extLst>
            </a:blip>
            <a:stretch>
              <a:fillRect/>
            </a:stretch>
          </p:blipFill>
          <p:spPr>
            <a:xfrm>
              <a:off x="1540111" y="-185591"/>
              <a:ext cx="1619250" cy="1619250"/>
            </a:xfrm>
            <a:prstGeom prst="rect">
              <a:avLst/>
            </a:prstGeom>
          </p:spPr>
        </p:pic>
        <p:grpSp>
          <p:nvGrpSpPr>
            <p:cNvPr id="20" name="Graphic 8 [0]">
              <a:extLst>
                <a:ext uri="{FF2B5EF4-FFF2-40B4-BE49-F238E27FC236}">
                  <a16:creationId xmlns:a16="http://schemas.microsoft.com/office/drawing/2014/main" id="{B43E934F-6ADB-5367-098B-54F5A3FF06F8}"/>
                </a:ext>
              </a:extLst>
            </p:cNvPr>
            <p:cNvGrpSpPr/>
            <p:nvPr/>
          </p:nvGrpSpPr>
          <p:grpSpPr>
            <a:xfrm>
              <a:off x="1588233" y="-127107"/>
              <a:ext cx="1540647" cy="1540573"/>
              <a:chOff x="1588233" y="-127107"/>
              <a:chExt cx="1540647" cy="1540573"/>
            </a:xfrm>
            <a:noFill/>
          </p:grpSpPr>
          <p:sp>
            <p:nvSpPr>
              <p:cNvPr id="21" name="Forme libre : forme 20">
                <a:extLst>
                  <a:ext uri="{FF2B5EF4-FFF2-40B4-BE49-F238E27FC236}">
                    <a16:creationId xmlns:a16="http://schemas.microsoft.com/office/drawing/2014/main" id="{7B7DB5FC-5B52-F202-10C3-919F664E2A0E}"/>
                  </a:ext>
                </a:extLst>
              </p:cNvPr>
              <p:cNvSpPr/>
              <p:nvPr/>
            </p:nvSpPr>
            <p:spPr>
              <a:xfrm>
                <a:off x="1588233" y="-127107"/>
                <a:ext cx="1540647" cy="1540573"/>
              </a:xfrm>
              <a:custGeom>
                <a:avLst/>
                <a:gdLst>
                  <a:gd name="connsiteX0" fmla="*/ 770361 w 1540647"/>
                  <a:gd name="connsiteY0" fmla="*/ 0 h 1540573"/>
                  <a:gd name="connsiteX1" fmla="*/ 0 w 1540647"/>
                  <a:gd name="connsiteY1" fmla="*/ 770212 h 1540573"/>
                  <a:gd name="connsiteX2" fmla="*/ 770213 w 1540647"/>
                  <a:gd name="connsiteY2" fmla="*/ 1540574 h 1540573"/>
                  <a:gd name="connsiteX3" fmla="*/ 1103736 w 1540647"/>
                  <a:gd name="connsiteY3" fmla="*/ 1464659 h 1540573"/>
                  <a:gd name="connsiteX4" fmla="*/ 1534552 w 1540647"/>
                  <a:gd name="connsiteY4" fmla="*/ 863822 h 1540573"/>
                  <a:gd name="connsiteX5" fmla="*/ 1540648 w 1540647"/>
                  <a:gd name="connsiteY5" fmla="*/ 770192 h 1540573"/>
                  <a:gd name="connsiteX6" fmla="*/ 770361 w 1540647"/>
                  <a:gd name="connsiteY6" fmla="*/ 0 h 1540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0647" h="1540573">
                    <a:moveTo>
                      <a:pt x="770361" y="0"/>
                    </a:moveTo>
                    <a:cubicBezTo>
                      <a:pt x="344943" y="-41"/>
                      <a:pt x="41" y="344795"/>
                      <a:pt x="0" y="770212"/>
                    </a:cubicBezTo>
                    <a:cubicBezTo>
                      <a:pt x="-41" y="1195626"/>
                      <a:pt x="344795" y="1540536"/>
                      <a:pt x="770213" y="1540574"/>
                    </a:cubicBezTo>
                    <a:cubicBezTo>
                      <a:pt x="885672" y="1540583"/>
                      <a:pt x="999656" y="1514637"/>
                      <a:pt x="1103736" y="1464659"/>
                    </a:cubicBezTo>
                    <a:cubicBezTo>
                      <a:pt x="1212369" y="1241479"/>
                      <a:pt x="1358035" y="1038320"/>
                      <a:pt x="1534552" y="863822"/>
                    </a:cubicBezTo>
                    <a:cubicBezTo>
                      <a:pt x="1538467" y="832763"/>
                      <a:pt x="1540496" y="801496"/>
                      <a:pt x="1540648" y="770192"/>
                    </a:cubicBezTo>
                    <a:cubicBezTo>
                      <a:pt x="1540591" y="344811"/>
                      <a:pt x="1195738" y="0"/>
                      <a:pt x="770361" y="0"/>
                    </a:cubicBezTo>
                    <a:close/>
                  </a:path>
                </a:pathLst>
              </a:custGeom>
              <a:noFill/>
              <a:ln w="12700" cap="flat" cmpd="sng" algn="ctr">
                <a:solidFill>
                  <a:schemeClr val="bg2">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bg1">
                        <a:lumMod val="100000"/>
                      </a:schemeClr>
                    </a:solidFill>
                  </a14:hiddenFill>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22" name="Forme libre : forme 21">
                <a:extLst>
                  <a:ext uri="{FF2B5EF4-FFF2-40B4-BE49-F238E27FC236}">
                    <a16:creationId xmlns:a16="http://schemas.microsoft.com/office/drawing/2014/main" id="{C3491A38-BD82-097E-4827-261174C00EAD}"/>
                  </a:ext>
                </a:extLst>
              </p:cNvPr>
              <p:cNvSpPr/>
              <p:nvPr/>
            </p:nvSpPr>
            <p:spPr>
              <a:xfrm>
                <a:off x="1742672" y="175691"/>
                <a:ext cx="1163312" cy="608457"/>
              </a:xfrm>
              <a:custGeom>
                <a:avLst/>
                <a:gdLst>
                  <a:gd name="connsiteX0" fmla="*/ 924437 w 1163312"/>
                  <a:gd name="connsiteY0" fmla="*/ 216789 h 608457"/>
                  <a:gd name="connsiteX1" fmla="*/ 626971 w 1163312"/>
                  <a:gd name="connsiteY1" fmla="*/ 0 h 608457"/>
                  <a:gd name="connsiteX2" fmla="*/ 315027 w 1163312"/>
                  <a:gd name="connsiteY2" fmla="*/ 219742 h 608457"/>
                  <a:gd name="connsiteX3" fmla="*/ 102524 w 1163312"/>
                  <a:gd name="connsiteY3" fmla="*/ 310325 h 608457"/>
                  <a:gd name="connsiteX4" fmla="*/ 35 w 1163312"/>
                  <a:gd name="connsiteY4" fmla="*/ 573120 h 608457"/>
                  <a:gd name="connsiteX5" fmla="*/ 512 w 1163312"/>
                  <a:gd name="connsiteY5" fmla="*/ 608457 h 608457"/>
                  <a:gd name="connsiteX6" fmla="*/ 311789 w 1163312"/>
                  <a:gd name="connsiteY6" fmla="*/ 608457 h 608457"/>
                  <a:gd name="connsiteX7" fmla="*/ 354270 w 1163312"/>
                  <a:gd name="connsiteY7" fmla="*/ 536639 h 608457"/>
                  <a:gd name="connsiteX8" fmla="*/ 73664 w 1163312"/>
                  <a:gd name="connsiteY8" fmla="*/ 536639 h 608457"/>
                  <a:gd name="connsiteX9" fmla="*/ 153578 w 1163312"/>
                  <a:gd name="connsiteY9" fmla="*/ 360807 h 608457"/>
                  <a:gd name="connsiteX10" fmla="*/ 340554 w 1163312"/>
                  <a:gd name="connsiteY10" fmla="*/ 291275 h 608457"/>
                  <a:gd name="connsiteX11" fmla="*/ 368462 w 1163312"/>
                  <a:gd name="connsiteY11" fmla="*/ 291846 h 608457"/>
                  <a:gd name="connsiteX12" fmla="*/ 375892 w 1163312"/>
                  <a:gd name="connsiteY12" fmla="*/ 264986 h 608457"/>
                  <a:gd name="connsiteX13" fmla="*/ 626971 w 1163312"/>
                  <a:gd name="connsiteY13" fmla="*/ 71819 h 608457"/>
                  <a:gd name="connsiteX14" fmla="*/ 861667 w 1163312"/>
                  <a:gd name="connsiteY14" fmla="*/ 256890 h 608457"/>
                  <a:gd name="connsiteX15" fmla="*/ 867668 w 1163312"/>
                  <a:gd name="connsiteY15" fmla="*/ 278416 h 608457"/>
                  <a:gd name="connsiteX16" fmla="*/ 889575 w 1163312"/>
                  <a:gd name="connsiteY16" fmla="*/ 282607 h 608457"/>
                  <a:gd name="connsiteX17" fmla="*/ 1091410 w 1163312"/>
                  <a:gd name="connsiteY17" fmla="*/ 536258 h 608457"/>
                  <a:gd name="connsiteX18" fmla="*/ 853285 w 1163312"/>
                  <a:gd name="connsiteY18" fmla="*/ 536258 h 608457"/>
                  <a:gd name="connsiteX19" fmla="*/ 810803 w 1163312"/>
                  <a:gd name="connsiteY19" fmla="*/ 608076 h 608457"/>
                  <a:gd name="connsiteX20" fmla="*/ 1163228 w 1163312"/>
                  <a:gd name="connsiteY20" fmla="*/ 608076 h 608457"/>
                  <a:gd name="connsiteX21" fmla="*/ 1163228 w 1163312"/>
                  <a:gd name="connsiteY21" fmla="*/ 572644 h 608457"/>
                  <a:gd name="connsiteX22" fmla="*/ 924437 w 1163312"/>
                  <a:gd name="connsiteY22" fmla="*/ 216789 h 608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63312" h="608457">
                    <a:moveTo>
                      <a:pt x="924437" y="216789"/>
                    </a:moveTo>
                    <a:cubicBezTo>
                      <a:pt x="879193" y="84392"/>
                      <a:pt x="764607" y="0"/>
                      <a:pt x="626971" y="0"/>
                    </a:cubicBezTo>
                    <a:cubicBezTo>
                      <a:pt x="486939" y="-229"/>
                      <a:pt x="361960" y="87810"/>
                      <a:pt x="315027" y="219742"/>
                    </a:cubicBezTo>
                    <a:cubicBezTo>
                      <a:pt x="230540" y="223552"/>
                      <a:pt x="157388" y="254699"/>
                      <a:pt x="102524" y="310325"/>
                    </a:cubicBezTo>
                    <a:cubicBezTo>
                      <a:pt x="25277" y="388620"/>
                      <a:pt x="-1108" y="497396"/>
                      <a:pt x="35" y="573120"/>
                    </a:cubicBezTo>
                    <a:lnTo>
                      <a:pt x="512" y="608457"/>
                    </a:lnTo>
                    <a:lnTo>
                      <a:pt x="311789" y="608457"/>
                    </a:lnTo>
                    <a:lnTo>
                      <a:pt x="354270" y="536639"/>
                    </a:lnTo>
                    <a:lnTo>
                      <a:pt x="73664" y="536639"/>
                    </a:lnTo>
                    <a:cubicBezTo>
                      <a:pt x="80141" y="481108"/>
                      <a:pt x="103382" y="411766"/>
                      <a:pt x="153578" y="360807"/>
                    </a:cubicBezTo>
                    <a:cubicBezTo>
                      <a:pt x="201203" y="313182"/>
                      <a:pt x="263306" y="289656"/>
                      <a:pt x="340554" y="291275"/>
                    </a:cubicBezTo>
                    <a:lnTo>
                      <a:pt x="368462" y="291846"/>
                    </a:lnTo>
                    <a:lnTo>
                      <a:pt x="375892" y="264986"/>
                    </a:lnTo>
                    <a:cubicBezTo>
                      <a:pt x="406033" y="151067"/>
                      <a:pt x="509132" y="71748"/>
                      <a:pt x="626971" y="71819"/>
                    </a:cubicBezTo>
                    <a:cubicBezTo>
                      <a:pt x="715744" y="71819"/>
                      <a:pt x="824043" y="120492"/>
                      <a:pt x="861667" y="256890"/>
                    </a:cubicBezTo>
                    <a:lnTo>
                      <a:pt x="867668" y="278416"/>
                    </a:lnTo>
                    <a:lnTo>
                      <a:pt x="889575" y="282607"/>
                    </a:lnTo>
                    <a:cubicBezTo>
                      <a:pt x="1041975" y="311944"/>
                      <a:pt x="1085314" y="430054"/>
                      <a:pt x="1091410" y="536258"/>
                    </a:cubicBezTo>
                    <a:lnTo>
                      <a:pt x="853285" y="536258"/>
                    </a:lnTo>
                    <a:lnTo>
                      <a:pt x="810803" y="608076"/>
                    </a:lnTo>
                    <a:lnTo>
                      <a:pt x="1163228" y="608076"/>
                    </a:lnTo>
                    <a:lnTo>
                      <a:pt x="1163228" y="572644"/>
                    </a:lnTo>
                    <a:cubicBezTo>
                      <a:pt x="1166372" y="381667"/>
                      <a:pt x="1081504" y="255842"/>
                      <a:pt x="924437" y="216789"/>
                    </a:cubicBezTo>
                    <a:close/>
                  </a:path>
                </a:pathLst>
              </a:custGeom>
              <a:solidFill>
                <a:schemeClr val="bg2">
                  <a:lumMod val="10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23" name="Forme libre : forme 22">
                <a:extLst>
                  <a:ext uri="{FF2B5EF4-FFF2-40B4-BE49-F238E27FC236}">
                    <a16:creationId xmlns:a16="http://schemas.microsoft.com/office/drawing/2014/main" id="{3CA057E9-6BFD-5454-5FFF-0FA81B01954A}"/>
                  </a:ext>
                </a:extLst>
              </p:cNvPr>
              <p:cNvSpPr/>
              <p:nvPr/>
            </p:nvSpPr>
            <p:spPr>
              <a:xfrm>
                <a:off x="2176857" y="588315"/>
                <a:ext cx="293941" cy="71818"/>
              </a:xfrm>
              <a:custGeom>
                <a:avLst/>
                <a:gdLst>
                  <a:gd name="connsiteX0" fmla="*/ 0 w 293941"/>
                  <a:gd name="connsiteY0" fmla="*/ 0 h 71818"/>
                  <a:gd name="connsiteX1" fmla="*/ 293942 w 293941"/>
                  <a:gd name="connsiteY1" fmla="*/ 0 h 71818"/>
                  <a:gd name="connsiteX2" fmla="*/ 293942 w 293941"/>
                  <a:gd name="connsiteY2" fmla="*/ 71819 h 71818"/>
                  <a:gd name="connsiteX3" fmla="*/ 0 w 293941"/>
                  <a:gd name="connsiteY3" fmla="*/ 71819 h 71818"/>
                </a:gdLst>
                <a:ahLst/>
                <a:cxnLst>
                  <a:cxn ang="0">
                    <a:pos x="connsiteX0" y="connsiteY0"/>
                  </a:cxn>
                  <a:cxn ang="0">
                    <a:pos x="connsiteX1" y="connsiteY1"/>
                  </a:cxn>
                  <a:cxn ang="0">
                    <a:pos x="connsiteX2" y="connsiteY2"/>
                  </a:cxn>
                  <a:cxn ang="0">
                    <a:pos x="connsiteX3" y="connsiteY3"/>
                  </a:cxn>
                </a:cxnLst>
                <a:rect l="l" t="t" r="r" b="b"/>
                <a:pathLst>
                  <a:path w="293941" h="71818">
                    <a:moveTo>
                      <a:pt x="0" y="0"/>
                    </a:moveTo>
                    <a:lnTo>
                      <a:pt x="293942" y="0"/>
                    </a:lnTo>
                    <a:lnTo>
                      <a:pt x="293942" y="71819"/>
                    </a:lnTo>
                    <a:lnTo>
                      <a:pt x="0" y="71819"/>
                    </a:lnTo>
                    <a:close/>
                  </a:path>
                </a:pathLst>
              </a:custGeom>
              <a:solidFill>
                <a:schemeClr val="bg2">
                  <a:lumMod val="10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24" name="Forme libre : forme 23">
                <a:extLst>
                  <a:ext uri="{FF2B5EF4-FFF2-40B4-BE49-F238E27FC236}">
                    <a16:creationId xmlns:a16="http://schemas.microsoft.com/office/drawing/2014/main" id="{6957BA24-E498-4A56-B055-03020CE1DCF5}"/>
                  </a:ext>
                </a:extLst>
              </p:cNvPr>
              <p:cNvSpPr/>
              <p:nvPr/>
            </p:nvSpPr>
            <p:spPr>
              <a:xfrm>
                <a:off x="2176857" y="715569"/>
                <a:ext cx="293941" cy="71818"/>
              </a:xfrm>
              <a:custGeom>
                <a:avLst/>
                <a:gdLst>
                  <a:gd name="connsiteX0" fmla="*/ 0 w 293941"/>
                  <a:gd name="connsiteY0" fmla="*/ 0 h 71818"/>
                  <a:gd name="connsiteX1" fmla="*/ 293942 w 293941"/>
                  <a:gd name="connsiteY1" fmla="*/ 0 h 71818"/>
                  <a:gd name="connsiteX2" fmla="*/ 293942 w 293941"/>
                  <a:gd name="connsiteY2" fmla="*/ 71819 h 71818"/>
                  <a:gd name="connsiteX3" fmla="*/ 0 w 293941"/>
                  <a:gd name="connsiteY3" fmla="*/ 71819 h 71818"/>
                </a:gdLst>
                <a:ahLst/>
                <a:cxnLst>
                  <a:cxn ang="0">
                    <a:pos x="connsiteX0" y="connsiteY0"/>
                  </a:cxn>
                  <a:cxn ang="0">
                    <a:pos x="connsiteX1" y="connsiteY1"/>
                  </a:cxn>
                  <a:cxn ang="0">
                    <a:pos x="connsiteX2" y="connsiteY2"/>
                  </a:cxn>
                  <a:cxn ang="0">
                    <a:pos x="connsiteX3" y="connsiteY3"/>
                  </a:cxn>
                </a:cxnLst>
                <a:rect l="l" t="t" r="r" b="b"/>
                <a:pathLst>
                  <a:path w="293941" h="71818">
                    <a:moveTo>
                      <a:pt x="0" y="0"/>
                    </a:moveTo>
                    <a:lnTo>
                      <a:pt x="293942" y="0"/>
                    </a:lnTo>
                    <a:lnTo>
                      <a:pt x="293942" y="71819"/>
                    </a:lnTo>
                    <a:lnTo>
                      <a:pt x="0" y="71819"/>
                    </a:lnTo>
                    <a:close/>
                  </a:path>
                </a:pathLst>
              </a:custGeom>
              <a:solidFill>
                <a:schemeClr val="bg2">
                  <a:lumMod val="10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25" name="Forme libre : forme 24">
                <a:extLst>
                  <a:ext uri="{FF2B5EF4-FFF2-40B4-BE49-F238E27FC236}">
                    <a16:creationId xmlns:a16="http://schemas.microsoft.com/office/drawing/2014/main" id="{666554F9-7C19-0DA8-B56B-8B79E5F0CDF8}"/>
                  </a:ext>
                </a:extLst>
              </p:cNvPr>
              <p:cNvSpPr/>
              <p:nvPr/>
            </p:nvSpPr>
            <p:spPr>
              <a:xfrm>
                <a:off x="2176857" y="842727"/>
                <a:ext cx="293941" cy="71818"/>
              </a:xfrm>
              <a:custGeom>
                <a:avLst/>
                <a:gdLst>
                  <a:gd name="connsiteX0" fmla="*/ 0 w 293941"/>
                  <a:gd name="connsiteY0" fmla="*/ 0 h 71818"/>
                  <a:gd name="connsiteX1" fmla="*/ 293942 w 293941"/>
                  <a:gd name="connsiteY1" fmla="*/ 0 h 71818"/>
                  <a:gd name="connsiteX2" fmla="*/ 293942 w 293941"/>
                  <a:gd name="connsiteY2" fmla="*/ 71819 h 71818"/>
                  <a:gd name="connsiteX3" fmla="*/ 0 w 293941"/>
                  <a:gd name="connsiteY3" fmla="*/ 71819 h 71818"/>
                </a:gdLst>
                <a:ahLst/>
                <a:cxnLst>
                  <a:cxn ang="0">
                    <a:pos x="connsiteX0" y="connsiteY0"/>
                  </a:cxn>
                  <a:cxn ang="0">
                    <a:pos x="connsiteX1" y="connsiteY1"/>
                  </a:cxn>
                  <a:cxn ang="0">
                    <a:pos x="connsiteX2" y="connsiteY2"/>
                  </a:cxn>
                  <a:cxn ang="0">
                    <a:pos x="connsiteX3" y="connsiteY3"/>
                  </a:cxn>
                </a:cxnLst>
                <a:rect l="l" t="t" r="r" b="b"/>
                <a:pathLst>
                  <a:path w="293941" h="71818">
                    <a:moveTo>
                      <a:pt x="0" y="0"/>
                    </a:moveTo>
                    <a:lnTo>
                      <a:pt x="293942" y="0"/>
                    </a:lnTo>
                    <a:lnTo>
                      <a:pt x="293942" y="71819"/>
                    </a:lnTo>
                    <a:lnTo>
                      <a:pt x="0" y="71819"/>
                    </a:lnTo>
                    <a:close/>
                  </a:path>
                </a:pathLst>
              </a:custGeom>
              <a:solidFill>
                <a:schemeClr val="bg2">
                  <a:lumMod val="10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grpSp>
        <p:pic>
          <p:nvPicPr>
            <p:cNvPr id="19" name="Graphic 12 [1]" hidden="1">
              <a:extLst>
                <a:ext uri="{FF2B5EF4-FFF2-40B4-BE49-F238E27FC236}">
                  <a16:creationId xmlns:a16="http://schemas.microsoft.com/office/drawing/2014/main" id="{F11242C0-DEDD-DCD6-6875-B43937CA0D24}"/>
                </a:ext>
              </a:extLst>
            </p:cNvPr>
            <p:cNvPicPr>
              <a:picLocks noChangeAspect="1"/>
            </p:cNvPicPr>
            <p:nvPr>
              <p:custDataLst>
                <p:tags r:id="rId60"/>
              </p:custDataLst>
            </p:nvPr>
          </p:nvPicPr>
          <p:blipFill>
            <a:blip r:embed="rId73">
              <a:extLst>
                <a:ext uri="{96DAC541-7B7A-43D3-8B79-37D633B846F1}">
                  <asvg:svgBlip xmlns:asvg="http://schemas.microsoft.com/office/drawing/2016/SVG/main" r:embed="rId74"/>
                </a:ext>
              </a:extLst>
            </a:blip>
            <a:stretch>
              <a:fillRect/>
            </a:stretch>
          </p:blipFill>
          <p:spPr>
            <a:xfrm>
              <a:off x="1540111" y="-185591"/>
              <a:ext cx="1619250" cy="1619250"/>
            </a:xfrm>
            <a:prstGeom prst="rect">
              <a:avLst/>
            </a:prstGeom>
          </p:spPr>
        </p:pic>
      </p:grpSp>
      <p:sp>
        <p:nvSpPr>
          <p:cNvPr id="60" name="TextBox 25">
            <a:extLst>
              <a:ext uri="{FF2B5EF4-FFF2-40B4-BE49-F238E27FC236}">
                <a16:creationId xmlns:a16="http://schemas.microsoft.com/office/drawing/2014/main" id="{1783465D-32B0-0185-909B-CA75487159B5}"/>
              </a:ext>
            </a:extLst>
          </p:cNvPr>
          <p:cNvSpPr txBox="1">
            <a:spLocks/>
          </p:cNvSpPr>
          <p:nvPr/>
        </p:nvSpPr>
        <p:spPr>
          <a:xfrm>
            <a:off x="8157645" y="1718375"/>
            <a:ext cx="3718116" cy="769441"/>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just" defTabSz="914400" rtl="0" eaLnBrk="1" fontAlgn="auto" latinLnBrk="0" hangingPunct="1">
              <a:lnSpc>
                <a:spcPct val="100000"/>
              </a:lnSpc>
              <a:spcBef>
                <a:spcPts val="738"/>
              </a:spcBef>
              <a:spcAft>
                <a:spcPts val="369"/>
              </a:spcAft>
              <a:buClrTx/>
              <a:buSzTx/>
              <a:buFontTx/>
              <a:buNone/>
              <a:tabLst/>
              <a:defRPr/>
            </a:pPr>
            <a:r>
              <a:rPr kumimoji="0" lang="fr-FR" sz="1100" b="1" i="0" u="none" strike="noStrike" kern="1200" cap="none" spc="0" normalizeH="0" baseline="0" noProof="0">
                <a:ln>
                  <a:noFill/>
                </a:ln>
                <a:solidFill>
                  <a:srgbClr val="451DC7"/>
                </a:solidFill>
                <a:effectLst/>
                <a:uLnTx/>
                <a:uFillTx/>
                <a:latin typeface="Aptos SemiBold"/>
                <a:ea typeface="+mn-ea"/>
                <a:cs typeface="+mn-cs"/>
              </a:rPr>
              <a:t>Mise en place de mesure de sécurité limitant l’accès </a:t>
            </a:r>
            <a:r>
              <a:rPr kumimoji="0" lang="fr-FR" sz="1100" b="0" i="0" u="none" strike="noStrike" kern="1200" cap="none" spc="0" normalizeH="0" baseline="0" noProof="0">
                <a:ln>
                  <a:noFill/>
                </a:ln>
                <a:solidFill>
                  <a:srgbClr val="5F5F5F"/>
                </a:solidFill>
                <a:effectLst/>
                <a:uLnTx/>
                <a:uFillTx/>
                <a:latin typeface="Aptos"/>
                <a:ea typeface="+mn-ea"/>
                <a:cs typeface="+mn-cs"/>
              </a:rPr>
              <a:t>de personnes non autorisées aux locaux, salles serveurs et locaux techniques et</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1" i="0" u="none" strike="noStrike" kern="1200" cap="none" spc="0" normalizeH="0" baseline="0" noProof="0">
                <a:ln>
                  <a:noFill/>
                </a:ln>
                <a:solidFill>
                  <a:srgbClr val="451DC7"/>
                </a:solidFill>
                <a:effectLst/>
                <a:uLnTx/>
                <a:uFillTx/>
                <a:latin typeface="Aptos SemiBold"/>
                <a:ea typeface="+mn-ea"/>
                <a:cs typeface="+mn-cs"/>
              </a:rPr>
              <a:t>vérification</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que les personnes externes y accédant sont </a:t>
            </a:r>
            <a:r>
              <a:rPr kumimoji="0" lang="fr-FR" sz="1100" b="1" i="0" u="none" strike="noStrike" kern="1200" cap="none" spc="0" normalizeH="0" baseline="0" noProof="0">
                <a:ln>
                  <a:noFill/>
                </a:ln>
                <a:solidFill>
                  <a:srgbClr val="451DC7"/>
                </a:solidFill>
                <a:effectLst/>
                <a:uLnTx/>
                <a:uFillTx/>
                <a:latin typeface="Aptos SemiBold"/>
                <a:ea typeface="+mn-ea"/>
                <a:cs typeface="+mn-cs"/>
              </a:rPr>
              <a:t>accompagnées</a:t>
            </a:r>
          </a:p>
        </p:txBody>
      </p:sp>
      <p:sp>
        <p:nvSpPr>
          <p:cNvPr id="18" name="Rectangle 17">
            <a:extLst>
              <a:ext uri="{FF2B5EF4-FFF2-40B4-BE49-F238E27FC236}">
                <a16:creationId xmlns:a16="http://schemas.microsoft.com/office/drawing/2014/main" id="{B5B4642A-4726-6405-E67C-C85854D61BD0}"/>
              </a:ext>
            </a:extLst>
          </p:cNvPr>
          <p:cNvSpPr>
            <a:spLocks/>
          </p:cNvSpPr>
          <p:nvPr/>
        </p:nvSpPr>
        <p:spPr>
          <a:xfrm>
            <a:off x="7939047" y="2877660"/>
            <a:ext cx="3829076" cy="1258738"/>
          </a:xfrm>
          <a:prstGeom prst="rect">
            <a:avLst/>
          </a:prstGeom>
          <a:noFill/>
          <a:ln w="9525" cap="flat" cmpd="sng" algn="ctr">
            <a:solidFill>
              <a:srgbClr val="546B8C"/>
            </a:solidFill>
            <a:prstDash val="lgDash"/>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FFFFFF"/>
              </a:solidFill>
              <a:effectLst/>
              <a:uLnTx/>
              <a:uFillTx/>
              <a:latin typeface="Aptos"/>
              <a:ea typeface="+mn-ea"/>
              <a:cs typeface="+mn-cs"/>
            </a:endParaRPr>
          </a:p>
        </p:txBody>
      </p:sp>
      <p:sp>
        <p:nvSpPr>
          <p:cNvPr id="26" name="TextBox 25">
            <a:extLst>
              <a:ext uri="{FF2B5EF4-FFF2-40B4-BE49-F238E27FC236}">
                <a16:creationId xmlns:a16="http://schemas.microsoft.com/office/drawing/2014/main" id="{E89A52FE-32DE-455E-F2D6-F96A98347AB3}"/>
              </a:ext>
            </a:extLst>
          </p:cNvPr>
          <p:cNvSpPr txBox="1">
            <a:spLocks/>
          </p:cNvSpPr>
          <p:nvPr/>
        </p:nvSpPr>
        <p:spPr>
          <a:xfrm>
            <a:off x="7940043" y="3050807"/>
            <a:ext cx="3790310" cy="990015"/>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1021" marR="0" lvl="1" indent="-211021" algn="just" defTabSz="914400" rtl="0" eaLnBrk="1" fontAlgn="auto" latinLnBrk="0" hangingPunct="1">
              <a:lnSpc>
                <a:spcPct val="100000"/>
              </a:lnSpc>
              <a:spcBef>
                <a:spcPts val="0"/>
              </a:spcBef>
              <a:spcAft>
                <a:spcPts val="369"/>
              </a:spcAft>
              <a:buClrTx/>
              <a:buSzTx/>
              <a:buFont typeface="Tahoma" panose="020B0604030504040204" pitchFamily="34" charset="0"/>
              <a:buChar char="⁄"/>
              <a:tabLst/>
              <a:defRPr/>
            </a:pPr>
            <a:r>
              <a:rPr kumimoji="0" lang="fr-FR" sz="1100" b="1" i="0" u="none" strike="noStrike" kern="1200" cap="none" spc="0" normalizeH="0" baseline="0" noProof="0">
                <a:ln>
                  <a:noFill/>
                </a:ln>
                <a:solidFill>
                  <a:srgbClr val="451DC7">
                    <a:lumMod val="100000"/>
                  </a:srgbClr>
                </a:solidFill>
                <a:effectLst/>
                <a:uLnTx/>
                <a:uFillTx/>
                <a:latin typeface="Aptos SemiBold"/>
                <a:ea typeface="+mn-ea"/>
                <a:cs typeface="+mn-cs"/>
              </a:rPr>
              <a:t>Protection physique et contrôle des accès </a:t>
            </a:r>
            <a:r>
              <a:rPr kumimoji="0" lang="fr-FR" sz="1100" b="0" i="0" u="none" strike="noStrike" kern="1200" cap="none" spc="0" normalizeH="0" baseline="0" noProof="0">
                <a:ln>
                  <a:noFill/>
                </a:ln>
                <a:solidFill>
                  <a:srgbClr val="5F5F5F"/>
                </a:solidFill>
                <a:effectLst/>
                <a:uLnTx/>
                <a:uFillTx/>
                <a:latin typeface="Aptos"/>
                <a:ea typeface="+mn-ea"/>
                <a:cs typeface="+mn-cs"/>
              </a:rPr>
              <a:t>des locaux, salles serveurs et locaux techniques (vidéosurveillance, gardiennage, alarme)</a:t>
            </a:r>
            <a:r>
              <a:rPr kumimoji="0" lang="fr-FR" sz="1100" b="1" i="0" u="none" strike="noStrike" kern="1200" cap="none" spc="0" normalizeH="0" baseline="0" noProof="0">
                <a:ln>
                  <a:noFill/>
                </a:ln>
                <a:solidFill>
                  <a:srgbClr val="5F5F5F"/>
                </a:solidFill>
                <a:effectLst/>
                <a:uLnTx/>
                <a:uFillTx/>
                <a:latin typeface="Aptos SemiBold"/>
                <a:ea typeface="+mn-ea"/>
                <a:cs typeface="+mn-cs"/>
              </a:rPr>
              <a:t> </a:t>
            </a:r>
          </a:p>
          <a:p>
            <a:pPr marL="211021" marR="0" lvl="1" indent="-211021" algn="just" defTabSz="914400" rtl="0" eaLnBrk="1" fontAlgn="auto" latinLnBrk="0" hangingPunct="1">
              <a:lnSpc>
                <a:spcPct val="100000"/>
              </a:lnSpc>
              <a:spcBef>
                <a:spcPts val="0"/>
              </a:spcBef>
              <a:spcAft>
                <a:spcPts val="369"/>
              </a:spcAft>
              <a:buClrTx/>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Octroie des </a:t>
            </a:r>
            <a:r>
              <a:rPr kumimoji="0" lang="fr-FR" sz="1100" b="1" i="0" u="none" strike="noStrike" kern="1200" cap="none" spc="0" normalizeH="0" baseline="0" noProof="0">
                <a:ln>
                  <a:noFill/>
                </a:ln>
                <a:solidFill>
                  <a:srgbClr val="451DC7">
                    <a:lumMod val="100000"/>
                  </a:srgbClr>
                </a:solidFill>
                <a:effectLst/>
                <a:uLnTx/>
                <a:uFillTx/>
                <a:latin typeface="Aptos SemiBold"/>
                <a:ea typeface="+mn-ea"/>
                <a:cs typeface="+mn-cs"/>
              </a:rPr>
              <a:t>droits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d'accès </a:t>
            </a:r>
            <a:r>
              <a:rPr kumimoji="0" lang="fr-FR" sz="1100" b="0" i="0" u="none" strike="noStrike" kern="1200" cap="none" spc="0" normalizeH="0" baseline="0" noProof="0">
                <a:ln>
                  <a:noFill/>
                </a:ln>
                <a:solidFill>
                  <a:srgbClr val="5F5F5F"/>
                </a:solidFill>
                <a:effectLst/>
                <a:uLnTx/>
                <a:uFillTx/>
                <a:latin typeface="Aptos"/>
                <a:ea typeface="+mn-ea"/>
                <a:cs typeface="+mn-cs"/>
              </a:rPr>
              <a:t>physique strictement nécessaires à la réalisation des missions des personnes</a:t>
            </a:r>
          </a:p>
        </p:txBody>
      </p:sp>
      <p:grpSp>
        <p:nvGrpSpPr>
          <p:cNvPr id="27" name="Groupe 26">
            <a:extLst>
              <a:ext uri="{FF2B5EF4-FFF2-40B4-BE49-F238E27FC236}">
                <a16:creationId xmlns:a16="http://schemas.microsoft.com/office/drawing/2014/main" id="{88A308B0-524D-6183-A19D-C7314E957CAF}"/>
              </a:ext>
            </a:extLst>
          </p:cNvPr>
          <p:cNvGrpSpPr>
            <a:grpSpLocks/>
          </p:cNvGrpSpPr>
          <p:nvPr/>
        </p:nvGrpSpPr>
        <p:grpSpPr>
          <a:xfrm>
            <a:off x="7809443" y="3357388"/>
            <a:ext cx="259207" cy="264178"/>
            <a:chOff x="-2832862" y="3454949"/>
            <a:chExt cx="210606" cy="214645"/>
          </a:xfrm>
          <a:solidFill>
            <a:srgbClr val="546B8C"/>
          </a:solidFill>
        </p:grpSpPr>
        <p:sp>
          <p:nvSpPr>
            <p:cNvPr id="40" name="Ellipse 139">
              <a:extLst>
                <a:ext uri="{FF2B5EF4-FFF2-40B4-BE49-F238E27FC236}">
                  <a16:creationId xmlns:a16="http://schemas.microsoft.com/office/drawing/2014/main" id="{9B5B43A8-457F-1546-9037-6396FCCC6C14}"/>
                </a:ext>
              </a:extLst>
            </p:cNvPr>
            <p:cNvSpPr>
              <a:spLocks/>
            </p:cNvSpPr>
            <p:nvPr/>
          </p:nvSpPr>
          <p:spPr>
            <a:xfrm>
              <a:off x="-2832862" y="3454949"/>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41" name="Connecteur droit 40">
              <a:extLst>
                <a:ext uri="{FF2B5EF4-FFF2-40B4-BE49-F238E27FC236}">
                  <a16:creationId xmlns:a16="http://schemas.microsoft.com/office/drawing/2014/main" id="{A11C3BB8-E62A-0FA1-194F-F324EF8C4C42}"/>
                </a:ext>
              </a:extLst>
            </p:cNvPr>
            <p:cNvCxnSpPr>
              <a:stCxn id="40" idx="7"/>
              <a:endCxn id="40" idx="3"/>
            </p:cNvCxnSpPr>
            <p:nvPr/>
          </p:nvCxnSpPr>
          <p:spPr>
            <a:xfrm flipH="1">
              <a:off x="-2802019" y="3486383"/>
              <a:ext cx="148921"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4" name="ZoneTexte 43">
            <a:extLst>
              <a:ext uri="{FF2B5EF4-FFF2-40B4-BE49-F238E27FC236}">
                <a16:creationId xmlns:a16="http://schemas.microsoft.com/office/drawing/2014/main" id="{48CC0F36-7796-8802-FD37-15F96FEFBD3A}"/>
              </a:ext>
            </a:extLst>
          </p:cNvPr>
          <p:cNvSpPr txBox="1">
            <a:spLocks/>
          </p:cNvSpPr>
          <p:nvPr/>
        </p:nvSpPr>
        <p:spPr>
          <a:xfrm>
            <a:off x="9516537" y="2872723"/>
            <a:ext cx="843529" cy="230832"/>
          </a:xfrm>
          <a:prstGeom prst="rect">
            <a:avLst/>
          </a:prstGeom>
          <a:noFill/>
        </p:spPr>
        <p:txBody>
          <a:bodyPr wrap="square">
            <a:spAutoFit/>
          </a:bodyPr>
          <a:lstStyle/>
          <a:p>
            <a:pPr marL="0" marR="0" lvl="1" indent="0" algn="ctr" defTabSz="914400" rtl="0" eaLnBrk="1" fontAlgn="auto" latinLnBrk="0" hangingPunct="1">
              <a:lnSpc>
                <a:spcPct val="100000"/>
              </a:lnSpc>
              <a:spcBef>
                <a:spcPts val="738"/>
              </a:spcBef>
              <a:spcAft>
                <a:spcPts val="369"/>
              </a:spcAft>
              <a:buClrTx/>
              <a:buSzTx/>
              <a:buFontTx/>
              <a:buNone/>
              <a:tabLst/>
              <a:defRPr/>
            </a:pP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p>
        </p:txBody>
      </p:sp>
      <p:cxnSp>
        <p:nvCxnSpPr>
          <p:cNvPr id="121" name="Connecteur droit 120">
            <a:extLst>
              <a:ext uri="{FF2B5EF4-FFF2-40B4-BE49-F238E27FC236}">
                <a16:creationId xmlns:a16="http://schemas.microsoft.com/office/drawing/2014/main" id="{737350E2-C2BB-0173-F8F0-A8F977CEBBC6}"/>
              </a:ext>
            </a:extLst>
          </p:cNvPr>
          <p:cNvCxnSpPr>
            <a:cxnSpLocks/>
          </p:cNvCxnSpPr>
          <p:nvPr/>
        </p:nvCxnSpPr>
        <p:spPr>
          <a:xfrm>
            <a:off x="7168195" y="1580434"/>
            <a:ext cx="4707565" cy="0"/>
          </a:xfrm>
          <a:prstGeom prst="line">
            <a:avLst/>
          </a:prstGeom>
          <a:ln w="6350" cap="flat" cmpd="sng" algn="ctr">
            <a:solidFill>
              <a:schemeClr val="accent6">
                <a:lumMod val="100000"/>
              </a:schemeClr>
            </a:solidFill>
            <a:prstDash val="dash"/>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Connecteur droit 123">
            <a:extLst>
              <a:ext uri="{FF2B5EF4-FFF2-40B4-BE49-F238E27FC236}">
                <a16:creationId xmlns:a16="http://schemas.microsoft.com/office/drawing/2014/main" id="{BE759726-D21D-E8F0-0141-C1CCF9DBA17E}"/>
              </a:ext>
            </a:extLst>
          </p:cNvPr>
          <p:cNvCxnSpPr>
            <a:cxnSpLocks/>
          </p:cNvCxnSpPr>
          <p:nvPr/>
        </p:nvCxnSpPr>
        <p:spPr>
          <a:xfrm>
            <a:off x="7297286" y="2695231"/>
            <a:ext cx="4578474" cy="0"/>
          </a:xfrm>
          <a:prstGeom prst="line">
            <a:avLst/>
          </a:prstGeom>
          <a:ln w="6350" cap="flat" cmpd="sng" algn="ctr">
            <a:solidFill>
              <a:schemeClr val="accent3">
                <a:lumMod val="100000"/>
              </a:schemeClr>
            </a:solidFill>
            <a:prstDash val="dash"/>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25" name="Pyramid">
            <a:extLst>
              <a:ext uri="{FF2B5EF4-FFF2-40B4-BE49-F238E27FC236}">
                <a16:creationId xmlns:a16="http://schemas.microsoft.com/office/drawing/2014/main" id="{2476F2DA-29EA-CB25-7115-439F50CD8BE5}"/>
              </a:ext>
            </a:extLst>
          </p:cNvPr>
          <p:cNvGrpSpPr>
            <a:grpSpLocks noChangeAspect="1"/>
          </p:cNvGrpSpPr>
          <p:nvPr>
            <p:custDataLst>
              <p:tags r:id="rId5"/>
            </p:custDataLst>
          </p:nvPr>
        </p:nvGrpSpPr>
        <p:grpSpPr>
          <a:xfrm rot="10800000">
            <a:off x="6080348" y="1498093"/>
            <a:ext cx="2148363" cy="2710841"/>
            <a:chOff x="1312290" y="4031482"/>
            <a:chExt cx="2754312" cy="2416899"/>
          </a:xfrm>
        </p:grpSpPr>
        <p:sp>
          <p:nvSpPr>
            <p:cNvPr id="126" name="Pyramid [2]" hidden="1">
              <a:extLst>
                <a:ext uri="{FF2B5EF4-FFF2-40B4-BE49-F238E27FC236}">
                  <a16:creationId xmlns:a16="http://schemas.microsoft.com/office/drawing/2014/main" id="{462B0063-F768-0135-6497-2AAEDFA88B84}"/>
                </a:ext>
              </a:extLst>
            </p:cNvPr>
            <p:cNvSpPr>
              <a:spLocks/>
            </p:cNvSpPr>
            <p:nvPr>
              <p:custDataLst>
                <p:tags r:id="rId33"/>
              </p:custDataLst>
            </p:nvPr>
          </p:nvSpPr>
          <p:spPr bwMode="blackWhite">
            <a:xfrm>
              <a:off x="1343070" y="5953627"/>
              <a:ext cx="2660650" cy="473075"/>
            </a:xfrm>
            <a:custGeom>
              <a:avLst/>
              <a:gdLst>
                <a:gd name="T0" fmla="*/ 2147483647 w 2676"/>
                <a:gd name="T1" fmla="*/ 0 h 484"/>
                <a:gd name="T2" fmla="*/ 0 w 2676"/>
                <a:gd name="T3" fmla="*/ 2147483647 h 484"/>
                <a:gd name="T4" fmla="*/ 2147483647 w 2676"/>
                <a:gd name="T5" fmla="*/ 2147483647 h 484"/>
                <a:gd name="T6" fmla="*/ 2147483647 w 2676"/>
                <a:gd name="T7" fmla="*/ 0 h 484"/>
                <a:gd name="T8" fmla="*/ 2147483647 w 2676"/>
                <a:gd name="T9" fmla="*/ 0 h 484"/>
                <a:gd name="T10" fmla="*/ 0 60000 65536"/>
                <a:gd name="T11" fmla="*/ 0 60000 65536"/>
                <a:gd name="T12" fmla="*/ 0 60000 65536"/>
                <a:gd name="T13" fmla="*/ 0 60000 65536"/>
                <a:gd name="T14" fmla="*/ 0 60000 65536"/>
                <a:gd name="T15" fmla="*/ 0 w 2676"/>
                <a:gd name="T16" fmla="*/ 0 h 484"/>
                <a:gd name="T17" fmla="*/ 2676 w 2676"/>
                <a:gd name="T18" fmla="*/ 484 h 484"/>
              </a:gdLst>
              <a:ahLst/>
              <a:cxnLst>
                <a:cxn ang="T10">
                  <a:pos x="T0" y="T1"/>
                </a:cxn>
                <a:cxn ang="T11">
                  <a:pos x="T2" y="T3"/>
                </a:cxn>
                <a:cxn ang="T12">
                  <a:pos x="T4" y="T5"/>
                </a:cxn>
                <a:cxn ang="T13">
                  <a:pos x="T6" y="T7"/>
                </a:cxn>
                <a:cxn ang="T14">
                  <a:pos x="T8" y="T9"/>
                </a:cxn>
              </a:cxnLst>
              <a:rect l="T15" t="T16" r="T17" b="T18"/>
              <a:pathLst>
                <a:path w="2676" h="484">
                  <a:moveTo>
                    <a:pt x="271" y="0"/>
                  </a:moveTo>
                  <a:lnTo>
                    <a:pt x="0" y="483"/>
                  </a:lnTo>
                  <a:lnTo>
                    <a:pt x="2675" y="483"/>
                  </a:lnTo>
                  <a:lnTo>
                    <a:pt x="2404" y="0"/>
                  </a:lnTo>
                  <a:lnTo>
                    <a:pt x="271" y="0"/>
                  </a:lnTo>
                </a:path>
              </a:pathLst>
            </a:custGeom>
            <a:solidFill>
              <a:schemeClr val="bg2"/>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27" name="Pyramid [2]" hidden="1">
              <a:extLst>
                <a:ext uri="{FF2B5EF4-FFF2-40B4-BE49-F238E27FC236}">
                  <a16:creationId xmlns:a16="http://schemas.microsoft.com/office/drawing/2014/main" id="{1B45B52D-51AA-4C96-C450-AA2160766F6C}"/>
                </a:ext>
              </a:extLst>
            </p:cNvPr>
            <p:cNvSpPr>
              <a:spLocks/>
            </p:cNvSpPr>
            <p:nvPr>
              <p:custDataLst>
                <p:tags r:id="rId34"/>
              </p:custDataLst>
            </p:nvPr>
          </p:nvSpPr>
          <p:spPr bwMode="blackWhite">
            <a:xfrm>
              <a:off x="2206670" y="4093077"/>
              <a:ext cx="935037" cy="819150"/>
            </a:xfrm>
            <a:custGeom>
              <a:avLst/>
              <a:gdLst>
                <a:gd name="T0" fmla="*/ 0 w 939"/>
                <a:gd name="T1" fmla="*/ 818174 h 839"/>
                <a:gd name="T2" fmla="*/ 1011746 w 939"/>
                <a:gd name="T3" fmla="*/ 818174 h 839"/>
                <a:gd name="T4" fmla="*/ 505873 w 939"/>
                <a:gd name="T5" fmla="*/ 0 h 839"/>
                <a:gd name="T6" fmla="*/ 0 w 939"/>
                <a:gd name="T7" fmla="*/ 818174 h 839"/>
                <a:gd name="T8" fmla="*/ 0 60000 65536"/>
                <a:gd name="T9" fmla="*/ 0 60000 65536"/>
                <a:gd name="T10" fmla="*/ 0 60000 65536"/>
                <a:gd name="T11" fmla="*/ 0 60000 65536"/>
                <a:gd name="T12" fmla="*/ 0 w 939"/>
                <a:gd name="T13" fmla="*/ 0 h 839"/>
                <a:gd name="T14" fmla="*/ 939 w 939"/>
                <a:gd name="T15" fmla="*/ 839 h 839"/>
              </a:gdLst>
              <a:ahLst/>
              <a:cxnLst>
                <a:cxn ang="T8">
                  <a:pos x="T0" y="T1"/>
                </a:cxn>
                <a:cxn ang="T9">
                  <a:pos x="T2" y="T3"/>
                </a:cxn>
                <a:cxn ang="T10">
                  <a:pos x="T4" y="T5"/>
                </a:cxn>
                <a:cxn ang="T11">
                  <a:pos x="T6" y="T7"/>
                </a:cxn>
              </a:cxnLst>
              <a:rect l="T12" t="T13" r="T14" b="T15"/>
              <a:pathLst>
                <a:path w="939" h="839">
                  <a:moveTo>
                    <a:pt x="0" y="838"/>
                  </a:moveTo>
                  <a:lnTo>
                    <a:pt x="938" y="838"/>
                  </a:lnTo>
                  <a:lnTo>
                    <a:pt x="469" y="0"/>
                  </a:lnTo>
                  <a:lnTo>
                    <a:pt x="0" y="838"/>
                  </a:lnTo>
                </a:path>
              </a:pathLst>
            </a:custGeom>
            <a:solidFill>
              <a:schemeClr val="accent2"/>
            </a:solidFill>
            <a:ln w="12700" cap="rnd">
              <a:solidFill>
                <a:schemeClr val="bg1"/>
              </a:solidFill>
              <a:round/>
              <a:headEnd type="none" w="sm" len="sm"/>
              <a:tailEnd type="none" w="sm" len="sm"/>
            </a:ln>
          </p:spPr>
          <p:txBody>
            <a:bodyPr lIns="36000" tIns="288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28" name="Pyramid [2]" hidden="1">
              <a:extLst>
                <a:ext uri="{FF2B5EF4-FFF2-40B4-BE49-F238E27FC236}">
                  <a16:creationId xmlns:a16="http://schemas.microsoft.com/office/drawing/2014/main" id="{81A14355-D57E-7F18-A7D6-3DC23319BC1B}"/>
                </a:ext>
              </a:extLst>
            </p:cNvPr>
            <p:cNvSpPr>
              <a:spLocks/>
            </p:cNvSpPr>
            <p:nvPr>
              <p:custDataLst>
                <p:tags r:id="rId35"/>
              </p:custDataLst>
            </p:nvPr>
          </p:nvSpPr>
          <p:spPr bwMode="blackWhite">
            <a:xfrm>
              <a:off x="1909807" y="4912227"/>
              <a:ext cx="1527175" cy="520700"/>
            </a:xfrm>
            <a:custGeom>
              <a:avLst/>
              <a:gdLst>
                <a:gd name="T0" fmla="*/ 0 w 1536"/>
                <a:gd name="T1" fmla="*/ 519723 h 533"/>
                <a:gd name="T2" fmla="*/ 1653098 w 1536"/>
                <a:gd name="T3" fmla="*/ 519723 h 533"/>
                <a:gd name="T4" fmla="*/ 1332171 w 1536"/>
                <a:gd name="T5" fmla="*/ 0 h 533"/>
                <a:gd name="T6" fmla="*/ 322004 w 1536"/>
                <a:gd name="T7" fmla="*/ 0 h 533"/>
                <a:gd name="T8" fmla="*/ 0 w 1536"/>
                <a:gd name="T9" fmla="*/ 519723 h 533"/>
                <a:gd name="T10" fmla="*/ 0 60000 65536"/>
                <a:gd name="T11" fmla="*/ 0 60000 65536"/>
                <a:gd name="T12" fmla="*/ 0 60000 65536"/>
                <a:gd name="T13" fmla="*/ 0 60000 65536"/>
                <a:gd name="T14" fmla="*/ 0 60000 65536"/>
                <a:gd name="T15" fmla="*/ 0 w 1536"/>
                <a:gd name="T16" fmla="*/ 0 h 533"/>
                <a:gd name="T17" fmla="*/ 1536 w 1536"/>
                <a:gd name="T18" fmla="*/ 533 h 533"/>
              </a:gdLst>
              <a:ahLst/>
              <a:cxnLst>
                <a:cxn ang="T10">
                  <a:pos x="T0" y="T1"/>
                </a:cxn>
                <a:cxn ang="T11">
                  <a:pos x="T2" y="T3"/>
                </a:cxn>
                <a:cxn ang="T12">
                  <a:pos x="T4" y="T5"/>
                </a:cxn>
                <a:cxn ang="T13">
                  <a:pos x="T6" y="T7"/>
                </a:cxn>
                <a:cxn ang="T14">
                  <a:pos x="T8" y="T9"/>
                </a:cxn>
              </a:cxnLst>
              <a:rect l="T15" t="T16" r="T17" b="T18"/>
              <a:pathLst>
                <a:path w="1536" h="533">
                  <a:moveTo>
                    <a:pt x="0" y="532"/>
                  </a:moveTo>
                  <a:lnTo>
                    <a:pt x="1535" y="532"/>
                  </a:lnTo>
                  <a:lnTo>
                    <a:pt x="1237" y="0"/>
                  </a:lnTo>
                  <a:lnTo>
                    <a:pt x="299" y="0"/>
                  </a:lnTo>
                  <a:lnTo>
                    <a:pt x="0" y="532"/>
                  </a:lnTo>
                </a:path>
              </a:pathLst>
            </a:custGeom>
            <a:solidFill>
              <a:schemeClr val="bg2"/>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29" name="Pyramid [2]" hidden="1">
              <a:extLst>
                <a:ext uri="{FF2B5EF4-FFF2-40B4-BE49-F238E27FC236}">
                  <a16:creationId xmlns:a16="http://schemas.microsoft.com/office/drawing/2014/main" id="{688952BF-2B10-3F70-75F4-24657DC5296D}"/>
                </a:ext>
              </a:extLst>
            </p:cNvPr>
            <p:cNvSpPr>
              <a:spLocks/>
            </p:cNvSpPr>
            <p:nvPr>
              <p:custDataLst>
                <p:tags r:id="rId36"/>
              </p:custDataLst>
            </p:nvPr>
          </p:nvSpPr>
          <p:spPr bwMode="blackWhite">
            <a:xfrm>
              <a:off x="1612945" y="5431340"/>
              <a:ext cx="2120900" cy="523875"/>
            </a:xfrm>
            <a:custGeom>
              <a:avLst/>
              <a:gdLst>
                <a:gd name="T0" fmla="*/ 2147483647 w 2134"/>
                <a:gd name="T1" fmla="*/ 0 h 535"/>
                <a:gd name="T2" fmla="*/ 0 w 2134"/>
                <a:gd name="T3" fmla="*/ 2147483647 h 535"/>
                <a:gd name="T4" fmla="*/ 2147483647 w 2134"/>
                <a:gd name="T5" fmla="*/ 2147483647 h 535"/>
                <a:gd name="T6" fmla="*/ 2147483647 w 2134"/>
                <a:gd name="T7" fmla="*/ 0 h 535"/>
                <a:gd name="T8" fmla="*/ 2147483647 w 2134"/>
                <a:gd name="T9" fmla="*/ 0 h 535"/>
                <a:gd name="T10" fmla="*/ 0 60000 65536"/>
                <a:gd name="T11" fmla="*/ 0 60000 65536"/>
                <a:gd name="T12" fmla="*/ 0 60000 65536"/>
                <a:gd name="T13" fmla="*/ 0 60000 65536"/>
                <a:gd name="T14" fmla="*/ 0 60000 65536"/>
                <a:gd name="T15" fmla="*/ 0 w 2134"/>
                <a:gd name="T16" fmla="*/ 0 h 535"/>
                <a:gd name="T17" fmla="*/ 2134 w 2134"/>
                <a:gd name="T18" fmla="*/ 535 h 535"/>
              </a:gdLst>
              <a:ahLst/>
              <a:cxnLst>
                <a:cxn ang="T10">
                  <a:pos x="T0" y="T1"/>
                </a:cxn>
                <a:cxn ang="T11">
                  <a:pos x="T2" y="T3"/>
                </a:cxn>
                <a:cxn ang="T12">
                  <a:pos x="T4" y="T5"/>
                </a:cxn>
                <a:cxn ang="T13">
                  <a:pos x="T6" y="T7"/>
                </a:cxn>
                <a:cxn ang="T14">
                  <a:pos x="T8" y="T9"/>
                </a:cxn>
              </a:cxnLst>
              <a:rect l="T15" t="T16" r="T17" b="T18"/>
              <a:pathLst>
                <a:path w="2134" h="535">
                  <a:moveTo>
                    <a:pt x="299" y="0"/>
                  </a:moveTo>
                  <a:lnTo>
                    <a:pt x="0" y="534"/>
                  </a:lnTo>
                  <a:lnTo>
                    <a:pt x="2133" y="534"/>
                  </a:lnTo>
                  <a:lnTo>
                    <a:pt x="1834" y="0"/>
                  </a:lnTo>
                  <a:lnTo>
                    <a:pt x="299" y="0"/>
                  </a:lnTo>
                </a:path>
              </a:pathLst>
            </a:custGeom>
            <a:solidFill>
              <a:schemeClr val="accent2"/>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30" name="Pyramid [3]" hidden="1">
              <a:extLst>
                <a:ext uri="{FF2B5EF4-FFF2-40B4-BE49-F238E27FC236}">
                  <a16:creationId xmlns:a16="http://schemas.microsoft.com/office/drawing/2014/main" id="{9E9BD0AE-D510-8EB9-E0BF-F463C4D5953C}"/>
                </a:ext>
              </a:extLst>
            </p:cNvPr>
            <p:cNvSpPr>
              <a:spLocks/>
            </p:cNvSpPr>
            <p:nvPr>
              <p:custDataLst>
                <p:tags r:id="rId37"/>
              </p:custDataLst>
            </p:nvPr>
          </p:nvSpPr>
          <p:spPr bwMode="blackWhite">
            <a:xfrm>
              <a:off x="2374327" y="4075069"/>
              <a:ext cx="588963" cy="517525"/>
            </a:xfrm>
            <a:custGeom>
              <a:avLst/>
              <a:gdLst>
                <a:gd name="T0" fmla="*/ 0 w 582"/>
                <a:gd name="T1" fmla="*/ 2147483647 h 520"/>
                <a:gd name="T2" fmla="*/ 2147483647 w 582"/>
                <a:gd name="T3" fmla="*/ 2147483647 h 520"/>
                <a:gd name="T4" fmla="*/ 2147483647 w 582"/>
                <a:gd name="T5" fmla="*/ 0 h 520"/>
                <a:gd name="T6" fmla="*/ 0 w 582"/>
                <a:gd name="T7" fmla="*/ 2147483647 h 520"/>
                <a:gd name="T8" fmla="*/ 0 60000 65536"/>
                <a:gd name="T9" fmla="*/ 0 60000 65536"/>
                <a:gd name="T10" fmla="*/ 0 60000 65536"/>
                <a:gd name="T11" fmla="*/ 0 60000 65536"/>
                <a:gd name="T12" fmla="*/ 0 w 582"/>
                <a:gd name="T13" fmla="*/ 0 h 520"/>
                <a:gd name="T14" fmla="*/ 582 w 582"/>
                <a:gd name="T15" fmla="*/ 520 h 520"/>
              </a:gdLst>
              <a:ahLst/>
              <a:cxnLst>
                <a:cxn ang="T8">
                  <a:pos x="T0" y="T1"/>
                </a:cxn>
                <a:cxn ang="T9">
                  <a:pos x="T2" y="T3"/>
                </a:cxn>
                <a:cxn ang="T10">
                  <a:pos x="T4" y="T5"/>
                </a:cxn>
                <a:cxn ang="T11">
                  <a:pos x="T6" y="T7"/>
                </a:cxn>
              </a:cxnLst>
              <a:rect l="T12" t="T13" r="T14" b="T15"/>
              <a:pathLst>
                <a:path w="582" h="520">
                  <a:moveTo>
                    <a:pt x="0" y="519"/>
                  </a:moveTo>
                  <a:lnTo>
                    <a:pt x="581" y="519"/>
                  </a:lnTo>
                  <a:lnTo>
                    <a:pt x="291" y="0"/>
                  </a:lnTo>
                  <a:lnTo>
                    <a:pt x="0" y="519"/>
                  </a:lnTo>
                </a:path>
              </a:pathLst>
            </a:custGeom>
            <a:solidFill>
              <a:schemeClr val="bg1"/>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ptos"/>
                <a:ea typeface="+mn-ea"/>
                <a:cs typeface="+mn-cs"/>
              </a:endParaRPr>
            </a:p>
          </p:txBody>
        </p:sp>
        <p:sp>
          <p:nvSpPr>
            <p:cNvPr id="131" name="Pyramid [3]" hidden="1">
              <a:extLst>
                <a:ext uri="{FF2B5EF4-FFF2-40B4-BE49-F238E27FC236}">
                  <a16:creationId xmlns:a16="http://schemas.microsoft.com/office/drawing/2014/main" id="{883D1DC4-39D4-370E-7F0C-580E9622DD62}"/>
                </a:ext>
              </a:extLst>
            </p:cNvPr>
            <p:cNvSpPr>
              <a:spLocks/>
            </p:cNvSpPr>
            <p:nvPr>
              <p:custDataLst>
                <p:tags r:id="rId38"/>
              </p:custDataLst>
            </p:nvPr>
          </p:nvSpPr>
          <p:spPr bwMode="blackWhite">
            <a:xfrm>
              <a:off x="2374327" y="4075069"/>
              <a:ext cx="588963" cy="517525"/>
            </a:xfrm>
            <a:custGeom>
              <a:avLst/>
              <a:gdLst>
                <a:gd name="T0" fmla="*/ 0 w 582"/>
                <a:gd name="T1" fmla="*/ 516530 h 520"/>
                <a:gd name="T2" fmla="*/ 637078 w 582"/>
                <a:gd name="T3" fmla="*/ 516530 h 520"/>
                <a:gd name="T4" fmla="*/ 319088 w 582"/>
                <a:gd name="T5" fmla="*/ 0 h 520"/>
                <a:gd name="T6" fmla="*/ 0 w 582"/>
                <a:gd name="T7" fmla="*/ 516530 h 520"/>
                <a:gd name="T8" fmla="*/ 0 60000 65536"/>
                <a:gd name="T9" fmla="*/ 0 60000 65536"/>
                <a:gd name="T10" fmla="*/ 0 60000 65536"/>
                <a:gd name="T11" fmla="*/ 0 60000 65536"/>
                <a:gd name="T12" fmla="*/ 0 w 582"/>
                <a:gd name="T13" fmla="*/ 0 h 520"/>
                <a:gd name="T14" fmla="*/ 582 w 582"/>
                <a:gd name="T15" fmla="*/ 520 h 520"/>
              </a:gdLst>
              <a:ahLst/>
              <a:cxnLst>
                <a:cxn ang="T8">
                  <a:pos x="T0" y="T1"/>
                </a:cxn>
                <a:cxn ang="T9">
                  <a:pos x="T2" y="T3"/>
                </a:cxn>
                <a:cxn ang="T10">
                  <a:pos x="T4" y="T5"/>
                </a:cxn>
                <a:cxn ang="T11">
                  <a:pos x="T6" y="T7"/>
                </a:cxn>
              </a:cxnLst>
              <a:rect l="T12" t="T13" r="T14" b="T15"/>
              <a:pathLst>
                <a:path w="582" h="520">
                  <a:moveTo>
                    <a:pt x="0" y="519"/>
                  </a:moveTo>
                  <a:lnTo>
                    <a:pt x="581" y="519"/>
                  </a:lnTo>
                  <a:lnTo>
                    <a:pt x="291" y="0"/>
                  </a:lnTo>
                  <a:lnTo>
                    <a:pt x="0" y="519"/>
                  </a:lnTo>
                </a:path>
              </a:pathLst>
            </a:custGeom>
            <a:solidFill>
              <a:schemeClr val="bg2"/>
            </a:solidFill>
            <a:ln w="12700" cap="rnd">
              <a:solidFill>
                <a:schemeClr val="bg1"/>
              </a:solidFill>
              <a:round/>
              <a:headEnd type="none" w="sm" len="sm"/>
              <a:tailEnd type="none" w="sm" len="sm"/>
            </a:ln>
          </p:spPr>
          <p:txBody>
            <a:bodyPr lIns="36000" tIns="288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32" name="Pyramid [3]" hidden="1">
              <a:extLst>
                <a:ext uri="{FF2B5EF4-FFF2-40B4-BE49-F238E27FC236}">
                  <a16:creationId xmlns:a16="http://schemas.microsoft.com/office/drawing/2014/main" id="{FF33828F-6BC4-EB4C-17E1-07ABAECCFD35}"/>
                </a:ext>
              </a:extLst>
            </p:cNvPr>
            <p:cNvSpPr>
              <a:spLocks/>
            </p:cNvSpPr>
            <p:nvPr>
              <p:custDataLst>
                <p:tags r:id="rId39"/>
              </p:custDataLst>
            </p:nvPr>
          </p:nvSpPr>
          <p:spPr bwMode="blackWhite">
            <a:xfrm>
              <a:off x="2240977" y="4591006"/>
              <a:ext cx="854075" cy="233363"/>
            </a:xfrm>
            <a:custGeom>
              <a:avLst/>
              <a:gdLst>
                <a:gd name="T0" fmla="*/ 0 w 843"/>
                <a:gd name="T1" fmla="*/ 2147483647 h 235"/>
                <a:gd name="T2" fmla="*/ 2147483647 w 843"/>
                <a:gd name="T3" fmla="*/ 2147483647 h 235"/>
                <a:gd name="T4" fmla="*/ 2147483647 w 843"/>
                <a:gd name="T5" fmla="*/ 0 h 235"/>
                <a:gd name="T6" fmla="*/ 2147483647 w 843"/>
                <a:gd name="T7" fmla="*/ 0 h 235"/>
                <a:gd name="T8" fmla="*/ 0 w 843"/>
                <a:gd name="T9" fmla="*/ 2147483647 h 235"/>
                <a:gd name="T10" fmla="*/ 0 60000 65536"/>
                <a:gd name="T11" fmla="*/ 0 60000 65536"/>
                <a:gd name="T12" fmla="*/ 0 60000 65536"/>
                <a:gd name="T13" fmla="*/ 0 60000 65536"/>
                <a:gd name="T14" fmla="*/ 0 60000 65536"/>
                <a:gd name="T15" fmla="*/ 0 w 843"/>
                <a:gd name="T16" fmla="*/ 0 h 235"/>
                <a:gd name="T17" fmla="*/ 843 w 843"/>
                <a:gd name="T18" fmla="*/ 235 h 235"/>
              </a:gdLst>
              <a:ahLst/>
              <a:cxnLst>
                <a:cxn ang="T10">
                  <a:pos x="T0" y="T1"/>
                </a:cxn>
                <a:cxn ang="T11">
                  <a:pos x="T2" y="T3"/>
                </a:cxn>
                <a:cxn ang="T12">
                  <a:pos x="T4" y="T5"/>
                </a:cxn>
                <a:cxn ang="T13">
                  <a:pos x="T6" y="T7"/>
                </a:cxn>
                <a:cxn ang="T14">
                  <a:pos x="T8" y="T9"/>
                </a:cxn>
              </a:cxnLst>
              <a:rect l="T15" t="T16" r="T17" b="T18"/>
              <a:pathLst>
                <a:path w="843" h="235">
                  <a:moveTo>
                    <a:pt x="0" y="234"/>
                  </a:moveTo>
                  <a:lnTo>
                    <a:pt x="842" y="234"/>
                  </a:lnTo>
                  <a:lnTo>
                    <a:pt x="711" y="0"/>
                  </a:lnTo>
                  <a:lnTo>
                    <a:pt x="130" y="0"/>
                  </a:lnTo>
                  <a:lnTo>
                    <a:pt x="0" y="234"/>
                  </a:lnTo>
                </a:path>
              </a:pathLst>
            </a:custGeom>
            <a:solidFill>
              <a:schemeClr val="bg1"/>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ptos"/>
                <a:ea typeface="+mn-ea"/>
                <a:cs typeface="+mn-cs"/>
              </a:endParaRPr>
            </a:p>
          </p:txBody>
        </p:sp>
        <p:sp>
          <p:nvSpPr>
            <p:cNvPr id="133" name="Pyramid [3]" hidden="1">
              <a:extLst>
                <a:ext uri="{FF2B5EF4-FFF2-40B4-BE49-F238E27FC236}">
                  <a16:creationId xmlns:a16="http://schemas.microsoft.com/office/drawing/2014/main" id="{1D5BA17E-56B0-7566-C0E9-B2317A9C3ABF}"/>
                </a:ext>
              </a:extLst>
            </p:cNvPr>
            <p:cNvSpPr>
              <a:spLocks/>
            </p:cNvSpPr>
            <p:nvPr>
              <p:custDataLst>
                <p:tags r:id="rId40"/>
              </p:custDataLst>
            </p:nvPr>
          </p:nvSpPr>
          <p:spPr bwMode="blackWhite">
            <a:xfrm>
              <a:off x="2240977" y="4591006"/>
              <a:ext cx="854075" cy="233363"/>
            </a:xfrm>
            <a:custGeom>
              <a:avLst/>
              <a:gdLst>
                <a:gd name="T0" fmla="*/ 0 w 843"/>
                <a:gd name="T1" fmla="*/ 2147483647 h 235"/>
                <a:gd name="T2" fmla="*/ 2147483647 w 843"/>
                <a:gd name="T3" fmla="*/ 2147483647 h 235"/>
                <a:gd name="T4" fmla="*/ 2147483647 w 843"/>
                <a:gd name="T5" fmla="*/ 0 h 235"/>
                <a:gd name="T6" fmla="*/ 2147483647 w 843"/>
                <a:gd name="T7" fmla="*/ 0 h 235"/>
                <a:gd name="T8" fmla="*/ 0 w 843"/>
                <a:gd name="T9" fmla="*/ 2147483647 h 235"/>
                <a:gd name="T10" fmla="*/ 0 60000 65536"/>
                <a:gd name="T11" fmla="*/ 0 60000 65536"/>
                <a:gd name="T12" fmla="*/ 0 60000 65536"/>
                <a:gd name="T13" fmla="*/ 0 60000 65536"/>
                <a:gd name="T14" fmla="*/ 0 60000 65536"/>
                <a:gd name="T15" fmla="*/ 0 w 843"/>
                <a:gd name="T16" fmla="*/ 0 h 235"/>
                <a:gd name="T17" fmla="*/ 843 w 843"/>
                <a:gd name="T18" fmla="*/ 235 h 235"/>
              </a:gdLst>
              <a:ahLst/>
              <a:cxnLst>
                <a:cxn ang="T10">
                  <a:pos x="T0" y="T1"/>
                </a:cxn>
                <a:cxn ang="T11">
                  <a:pos x="T2" y="T3"/>
                </a:cxn>
                <a:cxn ang="T12">
                  <a:pos x="T4" y="T5"/>
                </a:cxn>
                <a:cxn ang="T13">
                  <a:pos x="T6" y="T7"/>
                </a:cxn>
                <a:cxn ang="T14">
                  <a:pos x="T8" y="T9"/>
                </a:cxn>
              </a:cxnLst>
              <a:rect l="T15" t="T16" r="T17" b="T18"/>
              <a:pathLst>
                <a:path w="843" h="235">
                  <a:moveTo>
                    <a:pt x="0" y="234"/>
                  </a:moveTo>
                  <a:lnTo>
                    <a:pt x="842" y="234"/>
                  </a:lnTo>
                  <a:lnTo>
                    <a:pt x="711" y="0"/>
                  </a:lnTo>
                  <a:lnTo>
                    <a:pt x="130" y="0"/>
                  </a:lnTo>
                  <a:lnTo>
                    <a:pt x="0" y="234"/>
                  </a:lnTo>
                </a:path>
              </a:pathLst>
            </a:custGeom>
            <a:solidFill>
              <a:schemeClr val="accent2"/>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34" name="Pyramid [3]" hidden="1">
              <a:extLst>
                <a:ext uri="{FF2B5EF4-FFF2-40B4-BE49-F238E27FC236}">
                  <a16:creationId xmlns:a16="http://schemas.microsoft.com/office/drawing/2014/main" id="{AF493C1D-E27B-B009-3A69-7D640D114A32}"/>
                </a:ext>
              </a:extLst>
            </p:cNvPr>
            <p:cNvSpPr>
              <a:spLocks/>
            </p:cNvSpPr>
            <p:nvPr>
              <p:custDataLst>
                <p:tags r:id="rId41"/>
              </p:custDataLst>
            </p:nvPr>
          </p:nvSpPr>
          <p:spPr bwMode="blackWhite">
            <a:xfrm>
              <a:off x="2107627" y="4822781"/>
              <a:ext cx="1120775" cy="231775"/>
            </a:xfrm>
            <a:custGeom>
              <a:avLst/>
              <a:gdLst>
                <a:gd name="T0" fmla="*/ 2147483647 w 1106"/>
                <a:gd name="T1" fmla="*/ 0 h 233"/>
                <a:gd name="T2" fmla="*/ 0 w 1106"/>
                <a:gd name="T3" fmla="*/ 2147483647 h 233"/>
                <a:gd name="T4" fmla="*/ 2147483647 w 1106"/>
                <a:gd name="T5" fmla="*/ 2147483647 h 233"/>
                <a:gd name="T6" fmla="*/ 2147483647 w 1106"/>
                <a:gd name="T7" fmla="*/ 0 h 233"/>
                <a:gd name="T8" fmla="*/ 2147483647 w 1106"/>
                <a:gd name="T9" fmla="*/ 0 h 233"/>
                <a:gd name="T10" fmla="*/ 0 60000 65536"/>
                <a:gd name="T11" fmla="*/ 0 60000 65536"/>
                <a:gd name="T12" fmla="*/ 0 60000 65536"/>
                <a:gd name="T13" fmla="*/ 0 60000 65536"/>
                <a:gd name="T14" fmla="*/ 0 60000 65536"/>
                <a:gd name="T15" fmla="*/ 0 w 1106"/>
                <a:gd name="T16" fmla="*/ 0 h 233"/>
                <a:gd name="T17" fmla="*/ 1106 w 1106"/>
                <a:gd name="T18" fmla="*/ 233 h 233"/>
              </a:gdLst>
              <a:ahLst/>
              <a:cxnLst>
                <a:cxn ang="T10">
                  <a:pos x="T0" y="T1"/>
                </a:cxn>
                <a:cxn ang="T11">
                  <a:pos x="T2" y="T3"/>
                </a:cxn>
                <a:cxn ang="T12">
                  <a:pos x="T4" y="T5"/>
                </a:cxn>
                <a:cxn ang="T13">
                  <a:pos x="T6" y="T7"/>
                </a:cxn>
                <a:cxn ang="T14">
                  <a:pos x="T8" y="T9"/>
                </a:cxn>
              </a:cxnLst>
              <a:rect l="T15" t="T16" r="T17" b="T18"/>
              <a:pathLst>
                <a:path w="1106" h="233">
                  <a:moveTo>
                    <a:pt x="132" y="0"/>
                  </a:moveTo>
                  <a:lnTo>
                    <a:pt x="0" y="232"/>
                  </a:lnTo>
                  <a:lnTo>
                    <a:pt x="1105" y="232"/>
                  </a:lnTo>
                  <a:lnTo>
                    <a:pt x="974" y="0"/>
                  </a:lnTo>
                  <a:lnTo>
                    <a:pt x="132" y="0"/>
                  </a:lnTo>
                </a:path>
              </a:pathLst>
            </a:custGeom>
            <a:solidFill>
              <a:schemeClr val="bg2"/>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35" name="Pyramid [3]" hidden="1">
              <a:extLst>
                <a:ext uri="{FF2B5EF4-FFF2-40B4-BE49-F238E27FC236}">
                  <a16:creationId xmlns:a16="http://schemas.microsoft.com/office/drawing/2014/main" id="{6449D5D9-713E-296E-58AE-F98F542F7ED9}"/>
                </a:ext>
              </a:extLst>
            </p:cNvPr>
            <p:cNvSpPr>
              <a:spLocks/>
            </p:cNvSpPr>
            <p:nvPr>
              <p:custDataLst>
                <p:tags r:id="rId42"/>
              </p:custDataLst>
            </p:nvPr>
          </p:nvSpPr>
          <p:spPr bwMode="blackWhite">
            <a:xfrm>
              <a:off x="1975865" y="5054556"/>
              <a:ext cx="1385887" cy="233363"/>
            </a:xfrm>
            <a:custGeom>
              <a:avLst/>
              <a:gdLst>
                <a:gd name="T0" fmla="*/ 2147483647 w 1367"/>
                <a:gd name="T1" fmla="*/ 0 h 235"/>
                <a:gd name="T2" fmla="*/ 0 w 1367"/>
                <a:gd name="T3" fmla="*/ 2147483647 h 235"/>
                <a:gd name="T4" fmla="*/ 2147483647 w 1367"/>
                <a:gd name="T5" fmla="*/ 2147483647 h 235"/>
                <a:gd name="T6" fmla="*/ 2147483647 w 1367"/>
                <a:gd name="T7" fmla="*/ 0 h 235"/>
                <a:gd name="T8" fmla="*/ 2147483647 w 1367"/>
                <a:gd name="T9" fmla="*/ 0 h 235"/>
                <a:gd name="T10" fmla="*/ 0 60000 65536"/>
                <a:gd name="T11" fmla="*/ 0 60000 65536"/>
                <a:gd name="T12" fmla="*/ 0 60000 65536"/>
                <a:gd name="T13" fmla="*/ 0 60000 65536"/>
                <a:gd name="T14" fmla="*/ 0 60000 65536"/>
                <a:gd name="T15" fmla="*/ 0 w 1367"/>
                <a:gd name="T16" fmla="*/ 0 h 235"/>
                <a:gd name="T17" fmla="*/ 1367 w 1367"/>
                <a:gd name="T18" fmla="*/ 235 h 235"/>
              </a:gdLst>
              <a:ahLst/>
              <a:cxnLst>
                <a:cxn ang="T10">
                  <a:pos x="T0" y="T1"/>
                </a:cxn>
                <a:cxn ang="T11">
                  <a:pos x="T2" y="T3"/>
                </a:cxn>
                <a:cxn ang="T12">
                  <a:pos x="T4" y="T5"/>
                </a:cxn>
                <a:cxn ang="T13">
                  <a:pos x="T6" y="T7"/>
                </a:cxn>
                <a:cxn ang="T14">
                  <a:pos x="T8" y="T9"/>
                </a:cxn>
              </a:cxnLst>
              <a:rect l="T15" t="T16" r="T17" b="T18"/>
              <a:pathLst>
                <a:path w="1367" h="235">
                  <a:moveTo>
                    <a:pt x="130" y="0"/>
                  </a:moveTo>
                  <a:lnTo>
                    <a:pt x="0" y="234"/>
                  </a:lnTo>
                  <a:lnTo>
                    <a:pt x="1366" y="234"/>
                  </a:lnTo>
                  <a:lnTo>
                    <a:pt x="1235" y="0"/>
                  </a:lnTo>
                  <a:lnTo>
                    <a:pt x="130" y="0"/>
                  </a:lnTo>
                </a:path>
              </a:pathLst>
            </a:custGeom>
            <a:solidFill>
              <a:schemeClr val="bg1"/>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ptos"/>
                <a:ea typeface="+mn-ea"/>
                <a:cs typeface="+mn-cs"/>
              </a:endParaRPr>
            </a:p>
          </p:txBody>
        </p:sp>
        <p:sp>
          <p:nvSpPr>
            <p:cNvPr id="136" name="Pyramid [3]" hidden="1">
              <a:extLst>
                <a:ext uri="{FF2B5EF4-FFF2-40B4-BE49-F238E27FC236}">
                  <a16:creationId xmlns:a16="http://schemas.microsoft.com/office/drawing/2014/main" id="{C9A94E12-C1FC-6A0E-7267-41C3BC661D65}"/>
                </a:ext>
              </a:extLst>
            </p:cNvPr>
            <p:cNvSpPr>
              <a:spLocks/>
            </p:cNvSpPr>
            <p:nvPr>
              <p:custDataLst>
                <p:tags r:id="rId43"/>
              </p:custDataLst>
            </p:nvPr>
          </p:nvSpPr>
          <p:spPr bwMode="blackWhite">
            <a:xfrm>
              <a:off x="1975865" y="5054556"/>
              <a:ext cx="1385887" cy="233363"/>
            </a:xfrm>
            <a:custGeom>
              <a:avLst/>
              <a:gdLst>
                <a:gd name="T0" fmla="*/ 2147483647 w 1367"/>
                <a:gd name="T1" fmla="*/ 0 h 235"/>
                <a:gd name="T2" fmla="*/ 0 w 1367"/>
                <a:gd name="T3" fmla="*/ 2147483647 h 235"/>
                <a:gd name="T4" fmla="*/ 2147483647 w 1367"/>
                <a:gd name="T5" fmla="*/ 2147483647 h 235"/>
                <a:gd name="T6" fmla="*/ 2147483647 w 1367"/>
                <a:gd name="T7" fmla="*/ 0 h 235"/>
                <a:gd name="T8" fmla="*/ 2147483647 w 1367"/>
                <a:gd name="T9" fmla="*/ 0 h 235"/>
                <a:gd name="T10" fmla="*/ 0 60000 65536"/>
                <a:gd name="T11" fmla="*/ 0 60000 65536"/>
                <a:gd name="T12" fmla="*/ 0 60000 65536"/>
                <a:gd name="T13" fmla="*/ 0 60000 65536"/>
                <a:gd name="T14" fmla="*/ 0 60000 65536"/>
                <a:gd name="T15" fmla="*/ 0 w 1367"/>
                <a:gd name="T16" fmla="*/ 0 h 235"/>
                <a:gd name="T17" fmla="*/ 1367 w 1367"/>
                <a:gd name="T18" fmla="*/ 235 h 235"/>
              </a:gdLst>
              <a:ahLst/>
              <a:cxnLst>
                <a:cxn ang="T10">
                  <a:pos x="T0" y="T1"/>
                </a:cxn>
                <a:cxn ang="T11">
                  <a:pos x="T2" y="T3"/>
                </a:cxn>
                <a:cxn ang="T12">
                  <a:pos x="T4" y="T5"/>
                </a:cxn>
                <a:cxn ang="T13">
                  <a:pos x="T6" y="T7"/>
                </a:cxn>
                <a:cxn ang="T14">
                  <a:pos x="T8" y="T9"/>
                </a:cxn>
              </a:cxnLst>
              <a:rect l="T15" t="T16" r="T17" b="T18"/>
              <a:pathLst>
                <a:path w="1367" h="235">
                  <a:moveTo>
                    <a:pt x="130" y="0"/>
                  </a:moveTo>
                  <a:lnTo>
                    <a:pt x="0" y="234"/>
                  </a:lnTo>
                  <a:lnTo>
                    <a:pt x="1366" y="234"/>
                  </a:lnTo>
                  <a:lnTo>
                    <a:pt x="1235" y="0"/>
                  </a:lnTo>
                  <a:lnTo>
                    <a:pt x="130" y="0"/>
                  </a:lnTo>
                </a:path>
              </a:pathLst>
            </a:custGeom>
            <a:solidFill>
              <a:schemeClr val="accent2"/>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37" name="Pyramid [3]" hidden="1">
              <a:extLst>
                <a:ext uri="{FF2B5EF4-FFF2-40B4-BE49-F238E27FC236}">
                  <a16:creationId xmlns:a16="http://schemas.microsoft.com/office/drawing/2014/main" id="{398AA2F1-3DCD-537C-5B35-03F2AA69B731}"/>
                </a:ext>
              </a:extLst>
            </p:cNvPr>
            <p:cNvSpPr>
              <a:spLocks/>
            </p:cNvSpPr>
            <p:nvPr>
              <p:custDataLst>
                <p:tags r:id="rId44"/>
              </p:custDataLst>
            </p:nvPr>
          </p:nvSpPr>
          <p:spPr bwMode="blackWhite">
            <a:xfrm>
              <a:off x="1842515" y="5286331"/>
              <a:ext cx="1651000" cy="233363"/>
            </a:xfrm>
            <a:custGeom>
              <a:avLst/>
              <a:gdLst>
                <a:gd name="T0" fmla="*/ 2147483647 w 1628"/>
                <a:gd name="T1" fmla="*/ 0 h 235"/>
                <a:gd name="T2" fmla="*/ 0 w 1628"/>
                <a:gd name="T3" fmla="*/ 2147483647 h 235"/>
                <a:gd name="T4" fmla="*/ 2147483647 w 1628"/>
                <a:gd name="T5" fmla="*/ 2147483647 h 235"/>
                <a:gd name="T6" fmla="*/ 2147483647 w 1628"/>
                <a:gd name="T7" fmla="*/ 0 h 235"/>
                <a:gd name="T8" fmla="*/ 2147483647 w 1628"/>
                <a:gd name="T9" fmla="*/ 0 h 235"/>
                <a:gd name="T10" fmla="*/ 0 60000 65536"/>
                <a:gd name="T11" fmla="*/ 0 60000 65536"/>
                <a:gd name="T12" fmla="*/ 0 60000 65536"/>
                <a:gd name="T13" fmla="*/ 0 60000 65536"/>
                <a:gd name="T14" fmla="*/ 0 60000 65536"/>
                <a:gd name="T15" fmla="*/ 0 w 1628"/>
                <a:gd name="T16" fmla="*/ 0 h 235"/>
                <a:gd name="T17" fmla="*/ 1628 w 1628"/>
                <a:gd name="T18" fmla="*/ 235 h 235"/>
              </a:gdLst>
              <a:ahLst/>
              <a:cxnLst>
                <a:cxn ang="T10">
                  <a:pos x="T0" y="T1"/>
                </a:cxn>
                <a:cxn ang="T11">
                  <a:pos x="T2" y="T3"/>
                </a:cxn>
                <a:cxn ang="T12">
                  <a:pos x="T4" y="T5"/>
                </a:cxn>
                <a:cxn ang="T13">
                  <a:pos x="T6" y="T7"/>
                </a:cxn>
                <a:cxn ang="T14">
                  <a:pos x="T8" y="T9"/>
                </a:cxn>
              </a:cxnLst>
              <a:rect l="T15" t="T16" r="T17" b="T18"/>
              <a:pathLst>
                <a:path w="1628" h="235">
                  <a:moveTo>
                    <a:pt x="131" y="0"/>
                  </a:moveTo>
                  <a:lnTo>
                    <a:pt x="0" y="234"/>
                  </a:lnTo>
                  <a:lnTo>
                    <a:pt x="1627" y="234"/>
                  </a:lnTo>
                  <a:lnTo>
                    <a:pt x="1497" y="0"/>
                  </a:lnTo>
                  <a:lnTo>
                    <a:pt x="131" y="0"/>
                  </a:lnTo>
                </a:path>
              </a:pathLst>
            </a:custGeom>
            <a:solidFill>
              <a:schemeClr val="bg2"/>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38" name="Pyramid [3]" hidden="1">
              <a:extLst>
                <a:ext uri="{FF2B5EF4-FFF2-40B4-BE49-F238E27FC236}">
                  <a16:creationId xmlns:a16="http://schemas.microsoft.com/office/drawing/2014/main" id="{4322FCE2-88B4-55CA-7978-A150DE77DA13}"/>
                </a:ext>
              </a:extLst>
            </p:cNvPr>
            <p:cNvSpPr>
              <a:spLocks/>
            </p:cNvSpPr>
            <p:nvPr>
              <p:custDataLst>
                <p:tags r:id="rId45"/>
              </p:custDataLst>
            </p:nvPr>
          </p:nvSpPr>
          <p:spPr bwMode="blackWhite">
            <a:xfrm>
              <a:off x="1710752" y="5519694"/>
              <a:ext cx="1914525" cy="231775"/>
            </a:xfrm>
            <a:custGeom>
              <a:avLst/>
              <a:gdLst>
                <a:gd name="T0" fmla="*/ 2147483647 w 1890"/>
                <a:gd name="T1" fmla="*/ 0 h 234"/>
                <a:gd name="T2" fmla="*/ 0 w 1890"/>
                <a:gd name="T3" fmla="*/ 2147483647 h 234"/>
                <a:gd name="T4" fmla="*/ 2147483647 w 1890"/>
                <a:gd name="T5" fmla="*/ 2147483647 h 234"/>
                <a:gd name="T6" fmla="*/ 2147483647 w 1890"/>
                <a:gd name="T7" fmla="*/ 0 h 234"/>
                <a:gd name="T8" fmla="*/ 2147483647 w 1890"/>
                <a:gd name="T9" fmla="*/ 0 h 234"/>
                <a:gd name="T10" fmla="*/ 0 60000 65536"/>
                <a:gd name="T11" fmla="*/ 0 60000 65536"/>
                <a:gd name="T12" fmla="*/ 0 60000 65536"/>
                <a:gd name="T13" fmla="*/ 0 60000 65536"/>
                <a:gd name="T14" fmla="*/ 0 60000 65536"/>
                <a:gd name="T15" fmla="*/ 0 w 1890"/>
                <a:gd name="T16" fmla="*/ 0 h 234"/>
                <a:gd name="T17" fmla="*/ 1890 w 1890"/>
                <a:gd name="T18" fmla="*/ 234 h 234"/>
              </a:gdLst>
              <a:ahLst/>
              <a:cxnLst>
                <a:cxn ang="T10">
                  <a:pos x="T0" y="T1"/>
                </a:cxn>
                <a:cxn ang="T11">
                  <a:pos x="T2" y="T3"/>
                </a:cxn>
                <a:cxn ang="T12">
                  <a:pos x="T4" y="T5"/>
                </a:cxn>
                <a:cxn ang="T13">
                  <a:pos x="T6" y="T7"/>
                </a:cxn>
                <a:cxn ang="T14">
                  <a:pos x="T8" y="T9"/>
                </a:cxn>
              </a:cxnLst>
              <a:rect l="T15" t="T16" r="T17" b="T18"/>
              <a:pathLst>
                <a:path w="1890" h="234">
                  <a:moveTo>
                    <a:pt x="131" y="0"/>
                  </a:moveTo>
                  <a:lnTo>
                    <a:pt x="0" y="233"/>
                  </a:lnTo>
                  <a:lnTo>
                    <a:pt x="1889" y="233"/>
                  </a:lnTo>
                  <a:lnTo>
                    <a:pt x="1758" y="0"/>
                  </a:lnTo>
                  <a:lnTo>
                    <a:pt x="131" y="0"/>
                  </a:lnTo>
                </a:path>
              </a:pathLst>
            </a:custGeom>
            <a:solidFill>
              <a:schemeClr val="bg1"/>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ptos"/>
                <a:ea typeface="+mn-ea"/>
                <a:cs typeface="+mn-cs"/>
              </a:endParaRPr>
            </a:p>
          </p:txBody>
        </p:sp>
        <p:sp>
          <p:nvSpPr>
            <p:cNvPr id="139" name="Pyramid [3]" hidden="1">
              <a:extLst>
                <a:ext uri="{FF2B5EF4-FFF2-40B4-BE49-F238E27FC236}">
                  <a16:creationId xmlns:a16="http://schemas.microsoft.com/office/drawing/2014/main" id="{022C3549-3FBE-EFB9-338C-6C2B387428AC}"/>
                </a:ext>
              </a:extLst>
            </p:cNvPr>
            <p:cNvSpPr>
              <a:spLocks/>
            </p:cNvSpPr>
            <p:nvPr>
              <p:custDataLst>
                <p:tags r:id="rId46"/>
              </p:custDataLst>
            </p:nvPr>
          </p:nvSpPr>
          <p:spPr bwMode="blackWhite">
            <a:xfrm>
              <a:off x="1710752" y="5519694"/>
              <a:ext cx="1914525" cy="231775"/>
            </a:xfrm>
            <a:custGeom>
              <a:avLst/>
              <a:gdLst>
                <a:gd name="T0" fmla="*/ 143703 w 1890"/>
                <a:gd name="T1" fmla="*/ 0 h 234"/>
                <a:gd name="T2" fmla="*/ 0 w 1890"/>
                <a:gd name="T3" fmla="*/ 230785 h 234"/>
                <a:gd name="T4" fmla="*/ 2072178 w 1890"/>
                <a:gd name="T5" fmla="*/ 230785 h 234"/>
                <a:gd name="T6" fmla="*/ 1928475 w 1890"/>
                <a:gd name="T7" fmla="*/ 0 h 234"/>
                <a:gd name="T8" fmla="*/ 143703 w 1890"/>
                <a:gd name="T9" fmla="*/ 0 h 234"/>
                <a:gd name="T10" fmla="*/ 0 60000 65536"/>
                <a:gd name="T11" fmla="*/ 0 60000 65536"/>
                <a:gd name="T12" fmla="*/ 0 60000 65536"/>
                <a:gd name="T13" fmla="*/ 0 60000 65536"/>
                <a:gd name="T14" fmla="*/ 0 60000 65536"/>
                <a:gd name="T15" fmla="*/ 0 w 1890"/>
                <a:gd name="T16" fmla="*/ 0 h 234"/>
                <a:gd name="T17" fmla="*/ 1890 w 1890"/>
                <a:gd name="T18" fmla="*/ 234 h 234"/>
              </a:gdLst>
              <a:ahLst/>
              <a:cxnLst>
                <a:cxn ang="T10">
                  <a:pos x="T0" y="T1"/>
                </a:cxn>
                <a:cxn ang="T11">
                  <a:pos x="T2" y="T3"/>
                </a:cxn>
                <a:cxn ang="T12">
                  <a:pos x="T4" y="T5"/>
                </a:cxn>
                <a:cxn ang="T13">
                  <a:pos x="T6" y="T7"/>
                </a:cxn>
                <a:cxn ang="T14">
                  <a:pos x="T8" y="T9"/>
                </a:cxn>
              </a:cxnLst>
              <a:rect l="T15" t="T16" r="T17" b="T18"/>
              <a:pathLst>
                <a:path w="1890" h="234">
                  <a:moveTo>
                    <a:pt x="131" y="0"/>
                  </a:moveTo>
                  <a:lnTo>
                    <a:pt x="0" y="233"/>
                  </a:lnTo>
                  <a:lnTo>
                    <a:pt x="1889" y="233"/>
                  </a:lnTo>
                  <a:lnTo>
                    <a:pt x="1758" y="0"/>
                  </a:lnTo>
                  <a:lnTo>
                    <a:pt x="131" y="0"/>
                  </a:lnTo>
                </a:path>
              </a:pathLst>
            </a:custGeom>
            <a:solidFill>
              <a:schemeClr val="accent2"/>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40" name="Pyramid [3]" hidden="1">
              <a:extLst>
                <a:ext uri="{FF2B5EF4-FFF2-40B4-BE49-F238E27FC236}">
                  <a16:creationId xmlns:a16="http://schemas.microsoft.com/office/drawing/2014/main" id="{DEC3CE7D-F579-6DF1-190A-532BC594759F}"/>
                </a:ext>
              </a:extLst>
            </p:cNvPr>
            <p:cNvSpPr>
              <a:spLocks/>
            </p:cNvSpPr>
            <p:nvPr>
              <p:custDataLst>
                <p:tags r:id="rId47"/>
              </p:custDataLst>
            </p:nvPr>
          </p:nvSpPr>
          <p:spPr bwMode="blackWhite">
            <a:xfrm>
              <a:off x="1577402" y="5751469"/>
              <a:ext cx="2181225" cy="231775"/>
            </a:xfrm>
            <a:custGeom>
              <a:avLst/>
              <a:gdLst>
                <a:gd name="T0" fmla="*/ 2147483647 w 2152"/>
                <a:gd name="T1" fmla="*/ 0 h 234"/>
                <a:gd name="T2" fmla="*/ 0 w 2152"/>
                <a:gd name="T3" fmla="*/ 2147483647 h 234"/>
                <a:gd name="T4" fmla="*/ 2147483647 w 2152"/>
                <a:gd name="T5" fmla="*/ 2147483647 h 234"/>
                <a:gd name="T6" fmla="*/ 2147483647 w 2152"/>
                <a:gd name="T7" fmla="*/ 0 h 234"/>
                <a:gd name="T8" fmla="*/ 2147483647 w 2152"/>
                <a:gd name="T9" fmla="*/ 0 h 234"/>
                <a:gd name="T10" fmla="*/ 0 60000 65536"/>
                <a:gd name="T11" fmla="*/ 0 60000 65536"/>
                <a:gd name="T12" fmla="*/ 0 60000 65536"/>
                <a:gd name="T13" fmla="*/ 0 60000 65536"/>
                <a:gd name="T14" fmla="*/ 0 60000 65536"/>
                <a:gd name="T15" fmla="*/ 0 w 2152"/>
                <a:gd name="T16" fmla="*/ 0 h 234"/>
                <a:gd name="T17" fmla="*/ 2152 w 2152"/>
                <a:gd name="T18" fmla="*/ 234 h 234"/>
              </a:gdLst>
              <a:ahLst/>
              <a:cxnLst>
                <a:cxn ang="T10">
                  <a:pos x="T0" y="T1"/>
                </a:cxn>
                <a:cxn ang="T11">
                  <a:pos x="T2" y="T3"/>
                </a:cxn>
                <a:cxn ang="T12">
                  <a:pos x="T4" y="T5"/>
                </a:cxn>
                <a:cxn ang="T13">
                  <a:pos x="T6" y="T7"/>
                </a:cxn>
                <a:cxn ang="T14">
                  <a:pos x="T8" y="T9"/>
                </a:cxn>
              </a:cxnLst>
              <a:rect l="T15" t="T16" r="T17" b="T18"/>
              <a:pathLst>
                <a:path w="2152" h="234">
                  <a:moveTo>
                    <a:pt x="131" y="0"/>
                  </a:moveTo>
                  <a:lnTo>
                    <a:pt x="0" y="233"/>
                  </a:lnTo>
                  <a:lnTo>
                    <a:pt x="2151" y="233"/>
                  </a:lnTo>
                  <a:lnTo>
                    <a:pt x="2020" y="0"/>
                  </a:lnTo>
                  <a:lnTo>
                    <a:pt x="131" y="0"/>
                  </a:lnTo>
                </a:path>
              </a:pathLst>
            </a:custGeom>
            <a:solidFill>
              <a:schemeClr val="bg1"/>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ptos"/>
                <a:ea typeface="+mn-ea"/>
                <a:cs typeface="+mn-cs"/>
              </a:endParaRPr>
            </a:p>
          </p:txBody>
        </p:sp>
        <p:sp>
          <p:nvSpPr>
            <p:cNvPr id="141" name="Pyramid [3]" hidden="1">
              <a:extLst>
                <a:ext uri="{FF2B5EF4-FFF2-40B4-BE49-F238E27FC236}">
                  <a16:creationId xmlns:a16="http://schemas.microsoft.com/office/drawing/2014/main" id="{B246593A-17CC-670E-9749-CC74C76FE906}"/>
                </a:ext>
              </a:extLst>
            </p:cNvPr>
            <p:cNvSpPr>
              <a:spLocks/>
            </p:cNvSpPr>
            <p:nvPr>
              <p:custDataLst>
                <p:tags r:id="rId48"/>
              </p:custDataLst>
            </p:nvPr>
          </p:nvSpPr>
          <p:spPr bwMode="blackWhite">
            <a:xfrm>
              <a:off x="1577402" y="5751469"/>
              <a:ext cx="2181225" cy="231775"/>
            </a:xfrm>
            <a:custGeom>
              <a:avLst/>
              <a:gdLst>
                <a:gd name="T0" fmla="*/ 143796 w 2152"/>
                <a:gd name="T1" fmla="*/ 0 h 234"/>
                <a:gd name="T2" fmla="*/ 0 w 2152"/>
                <a:gd name="T3" fmla="*/ 230785 h 234"/>
                <a:gd name="T4" fmla="*/ 2361102 w 2152"/>
                <a:gd name="T5" fmla="*/ 230785 h 234"/>
                <a:gd name="T6" fmla="*/ 2217306 w 2152"/>
                <a:gd name="T7" fmla="*/ 0 h 234"/>
                <a:gd name="T8" fmla="*/ 143796 w 2152"/>
                <a:gd name="T9" fmla="*/ 0 h 234"/>
                <a:gd name="T10" fmla="*/ 0 60000 65536"/>
                <a:gd name="T11" fmla="*/ 0 60000 65536"/>
                <a:gd name="T12" fmla="*/ 0 60000 65536"/>
                <a:gd name="T13" fmla="*/ 0 60000 65536"/>
                <a:gd name="T14" fmla="*/ 0 60000 65536"/>
                <a:gd name="T15" fmla="*/ 0 w 2152"/>
                <a:gd name="T16" fmla="*/ 0 h 234"/>
                <a:gd name="T17" fmla="*/ 2152 w 2152"/>
                <a:gd name="T18" fmla="*/ 234 h 234"/>
              </a:gdLst>
              <a:ahLst/>
              <a:cxnLst>
                <a:cxn ang="T10">
                  <a:pos x="T0" y="T1"/>
                </a:cxn>
                <a:cxn ang="T11">
                  <a:pos x="T2" y="T3"/>
                </a:cxn>
                <a:cxn ang="T12">
                  <a:pos x="T4" y="T5"/>
                </a:cxn>
                <a:cxn ang="T13">
                  <a:pos x="T6" y="T7"/>
                </a:cxn>
                <a:cxn ang="T14">
                  <a:pos x="T8" y="T9"/>
                </a:cxn>
              </a:cxnLst>
              <a:rect l="T15" t="T16" r="T17" b="T18"/>
              <a:pathLst>
                <a:path w="2152" h="234">
                  <a:moveTo>
                    <a:pt x="131" y="0"/>
                  </a:moveTo>
                  <a:lnTo>
                    <a:pt x="0" y="233"/>
                  </a:lnTo>
                  <a:lnTo>
                    <a:pt x="2151" y="233"/>
                  </a:lnTo>
                  <a:lnTo>
                    <a:pt x="2020" y="0"/>
                  </a:lnTo>
                  <a:lnTo>
                    <a:pt x="131" y="0"/>
                  </a:lnTo>
                </a:path>
              </a:pathLst>
            </a:custGeom>
            <a:solidFill>
              <a:schemeClr val="bg2"/>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42" name="Pyramid [3]" hidden="1">
              <a:extLst>
                <a:ext uri="{FF2B5EF4-FFF2-40B4-BE49-F238E27FC236}">
                  <a16:creationId xmlns:a16="http://schemas.microsoft.com/office/drawing/2014/main" id="{C0ED3057-E0F0-BD05-5542-32643AAAD5C1}"/>
                </a:ext>
              </a:extLst>
            </p:cNvPr>
            <p:cNvSpPr>
              <a:spLocks/>
            </p:cNvSpPr>
            <p:nvPr>
              <p:custDataLst>
                <p:tags r:id="rId49"/>
              </p:custDataLst>
            </p:nvPr>
          </p:nvSpPr>
          <p:spPr bwMode="blackWhite">
            <a:xfrm>
              <a:off x="1445640" y="5981656"/>
              <a:ext cx="2444750" cy="234950"/>
            </a:xfrm>
            <a:custGeom>
              <a:avLst/>
              <a:gdLst>
                <a:gd name="T0" fmla="*/ 2147483647 w 2414"/>
                <a:gd name="T1" fmla="*/ 0 h 235"/>
                <a:gd name="T2" fmla="*/ 0 w 2414"/>
                <a:gd name="T3" fmla="*/ 2147483647 h 235"/>
                <a:gd name="T4" fmla="*/ 2147483647 w 2414"/>
                <a:gd name="T5" fmla="*/ 2147483647 h 235"/>
                <a:gd name="T6" fmla="*/ 2147483647 w 2414"/>
                <a:gd name="T7" fmla="*/ 0 h 235"/>
                <a:gd name="T8" fmla="*/ 2147483647 w 2414"/>
                <a:gd name="T9" fmla="*/ 0 h 235"/>
                <a:gd name="T10" fmla="*/ 0 60000 65536"/>
                <a:gd name="T11" fmla="*/ 0 60000 65536"/>
                <a:gd name="T12" fmla="*/ 0 60000 65536"/>
                <a:gd name="T13" fmla="*/ 0 60000 65536"/>
                <a:gd name="T14" fmla="*/ 0 60000 65536"/>
                <a:gd name="T15" fmla="*/ 0 w 2414"/>
                <a:gd name="T16" fmla="*/ 0 h 235"/>
                <a:gd name="T17" fmla="*/ 2414 w 2414"/>
                <a:gd name="T18" fmla="*/ 235 h 235"/>
              </a:gdLst>
              <a:ahLst/>
              <a:cxnLst>
                <a:cxn ang="T10">
                  <a:pos x="T0" y="T1"/>
                </a:cxn>
                <a:cxn ang="T11">
                  <a:pos x="T2" y="T3"/>
                </a:cxn>
                <a:cxn ang="T12">
                  <a:pos x="T4" y="T5"/>
                </a:cxn>
                <a:cxn ang="T13">
                  <a:pos x="T6" y="T7"/>
                </a:cxn>
                <a:cxn ang="T14">
                  <a:pos x="T8" y="T9"/>
                </a:cxn>
              </a:cxnLst>
              <a:rect l="T15" t="T16" r="T17" b="T18"/>
              <a:pathLst>
                <a:path w="2414" h="235">
                  <a:moveTo>
                    <a:pt x="131" y="0"/>
                  </a:moveTo>
                  <a:lnTo>
                    <a:pt x="0" y="234"/>
                  </a:lnTo>
                  <a:lnTo>
                    <a:pt x="2413" y="234"/>
                  </a:lnTo>
                  <a:lnTo>
                    <a:pt x="2282" y="0"/>
                  </a:lnTo>
                  <a:lnTo>
                    <a:pt x="131" y="0"/>
                  </a:lnTo>
                </a:path>
              </a:pathLst>
            </a:custGeom>
            <a:solidFill>
              <a:schemeClr val="accent2"/>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ptos"/>
                <a:ea typeface="+mn-ea"/>
                <a:cs typeface="+mn-cs"/>
              </a:endParaRPr>
            </a:p>
          </p:txBody>
        </p:sp>
        <p:sp>
          <p:nvSpPr>
            <p:cNvPr id="143" name="Pyramid [3]" hidden="1">
              <a:extLst>
                <a:ext uri="{FF2B5EF4-FFF2-40B4-BE49-F238E27FC236}">
                  <a16:creationId xmlns:a16="http://schemas.microsoft.com/office/drawing/2014/main" id="{BC179F74-82AD-4344-AB0F-06AAF143747D}"/>
                </a:ext>
              </a:extLst>
            </p:cNvPr>
            <p:cNvSpPr>
              <a:spLocks/>
            </p:cNvSpPr>
            <p:nvPr>
              <p:custDataLst>
                <p:tags r:id="rId50"/>
              </p:custDataLst>
            </p:nvPr>
          </p:nvSpPr>
          <p:spPr bwMode="blackWhite">
            <a:xfrm>
              <a:off x="1445640" y="5981656"/>
              <a:ext cx="2444750" cy="234950"/>
            </a:xfrm>
            <a:custGeom>
              <a:avLst/>
              <a:gdLst>
                <a:gd name="T0" fmla="*/ 2147483647 w 2414"/>
                <a:gd name="T1" fmla="*/ 0 h 235"/>
                <a:gd name="T2" fmla="*/ 0 w 2414"/>
                <a:gd name="T3" fmla="*/ 2147483647 h 235"/>
                <a:gd name="T4" fmla="*/ 2147483647 w 2414"/>
                <a:gd name="T5" fmla="*/ 2147483647 h 235"/>
                <a:gd name="T6" fmla="*/ 2147483647 w 2414"/>
                <a:gd name="T7" fmla="*/ 0 h 235"/>
                <a:gd name="T8" fmla="*/ 2147483647 w 2414"/>
                <a:gd name="T9" fmla="*/ 0 h 235"/>
                <a:gd name="T10" fmla="*/ 0 60000 65536"/>
                <a:gd name="T11" fmla="*/ 0 60000 65536"/>
                <a:gd name="T12" fmla="*/ 0 60000 65536"/>
                <a:gd name="T13" fmla="*/ 0 60000 65536"/>
                <a:gd name="T14" fmla="*/ 0 60000 65536"/>
                <a:gd name="T15" fmla="*/ 0 w 2414"/>
                <a:gd name="T16" fmla="*/ 0 h 235"/>
                <a:gd name="T17" fmla="*/ 2414 w 2414"/>
                <a:gd name="T18" fmla="*/ 235 h 235"/>
              </a:gdLst>
              <a:ahLst/>
              <a:cxnLst>
                <a:cxn ang="T10">
                  <a:pos x="T0" y="T1"/>
                </a:cxn>
                <a:cxn ang="T11">
                  <a:pos x="T2" y="T3"/>
                </a:cxn>
                <a:cxn ang="T12">
                  <a:pos x="T4" y="T5"/>
                </a:cxn>
                <a:cxn ang="T13">
                  <a:pos x="T6" y="T7"/>
                </a:cxn>
                <a:cxn ang="T14">
                  <a:pos x="T8" y="T9"/>
                </a:cxn>
              </a:cxnLst>
              <a:rect l="T15" t="T16" r="T17" b="T18"/>
              <a:pathLst>
                <a:path w="2414" h="235">
                  <a:moveTo>
                    <a:pt x="131" y="0"/>
                  </a:moveTo>
                  <a:lnTo>
                    <a:pt x="0" y="234"/>
                  </a:lnTo>
                  <a:lnTo>
                    <a:pt x="2413" y="234"/>
                  </a:lnTo>
                  <a:lnTo>
                    <a:pt x="2282" y="0"/>
                  </a:lnTo>
                  <a:lnTo>
                    <a:pt x="131" y="0"/>
                  </a:lnTo>
                </a:path>
              </a:pathLst>
            </a:custGeom>
            <a:solidFill>
              <a:schemeClr val="accent2"/>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44" name="Pyramid [3]" hidden="1">
              <a:extLst>
                <a:ext uri="{FF2B5EF4-FFF2-40B4-BE49-F238E27FC236}">
                  <a16:creationId xmlns:a16="http://schemas.microsoft.com/office/drawing/2014/main" id="{A8BEB8C7-5221-C1C1-C4AE-1F46F32BD3A7}"/>
                </a:ext>
              </a:extLst>
            </p:cNvPr>
            <p:cNvSpPr>
              <a:spLocks/>
            </p:cNvSpPr>
            <p:nvPr>
              <p:custDataLst>
                <p:tags r:id="rId51"/>
              </p:custDataLst>
            </p:nvPr>
          </p:nvSpPr>
          <p:spPr bwMode="blackWhite">
            <a:xfrm>
              <a:off x="1312290" y="6215019"/>
              <a:ext cx="2711450" cy="233362"/>
            </a:xfrm>
            <a:custGeom>
              <a:avLst/>
              <a:gdLst>
                <a:gd name="T0" fmla="*/ 2147483647 w 2676"/>
                <a:gd name="T1" fmla="*/ 0 h 235"/>
                <a:gd name="T2" fmla="*/ 0 w 2676"/>
                <a:gd name="T3" fmla="*/ 2147483647 h 235"/>
                <a:gd name="T4" fmla="*/ 2147483647 w 2676"/>
                <a:gd name="T5" fmla="*/ 2147483647 h 235"/>
                <a:gd name="T6" fmla="*/ 2147483647 w 2676"/>
                <a:gd name="T7" fmla="*/ 0 h 235"/>
                <a:gd name="T8" fmla="*/ 2147483647 w 2676"/>
                <a:gd name="T9" fmla="*/ 0 h 235"/>
                <a:gd name="T10" fmla="*/ 0 60000 65536"/>
                <a:gd name="T11" fmla="*/ 0 60000 65536"/>
                <a:gd name="T12" fmla="*/ 0 60000 65536"/>
                <a:gd name="T13" fmla="*/ 0 60000 65536"/>
                <a:gd name="T14" fmla="*/ 0 60000 65536"/>
                <a:gd name="T15" fmla="*/ 0 w 2676"/>
                <a:gd name="T16" fmla="*/ 0 h 235"/>
                <a:gd name="T17" fmla="*/ 2676 w 2676"/>
                <a:gd name="T18" fmla="*/ 235 h 235"/>
              </a:gdLst>
              <a:ahLst/>
              <a:cxnLst>
                <a:cxn ang="T10">
                  <a:pos x="T0" y="T1"/>
                </a:cxn>
                <a:cxn ang="T11">
                  <a:pos x="T2" y="T3"/>
                </a:cxn>
                <a:cxn ang="T12">
                  <a:pos x="T4" y="T5"/>
                </a:cxn>
                <a:cxn ang="T13">
                  <a:pos x="T6" y="T7"/>
                </a:cxn>
                <a:cxn ang="T14">
                  <a:pos x="T8" y="T9"/>
                </a:cxn>
              </a:cxnLst>
              <a:rect l="T15" t="T16" r="T17" b="T18"/>
              <a:pathLst>
                <a:path w="2676" h="235">
                  <a:moveTo>
                    <a:pt x="131" y="0"/>
                  </a:moveTo>
                  <a:lnTo>
                    <a:pt x="0" y="234"/>
                  </a:lnTo>
                  <a:lnTo>
                    <a:pt x="2675" y="234"/>
                  </a:lnTo>
                  <a:lnTo>
                    <a:pt x="2544" y="0"/>
                  </a:lnTo>
                  <a:lnTo>
                    <a:pt x="131" y="0"/>
                  </a:lnTo>
                </a:path>
              </a:pathLst>
            </a:custGeom>
            <a:solidFill>
              <a:schemeClr val="accent1"/>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ptos"/>
                <a:ea typeface="+mn-ea"/>
                <a:cs typeface="+mn-cs"/>
              </a:endParaRPr>
            </a:p>
          </p:txBody>
        </p:sp>
        <p:sp>
          <p:nvSpPr>
            <p:cNvPr id="145" name="Pyramid [3]" hidden="1">
              <a:extLst>
                <a:ext uri="{FF2B5EF4-FFF2-40B4-BE49-F238E27FC236}">
                  <a16:creationId xmlns:a16="http://schemas.microsoft.com/office/drawing/2014/main" id="{BDF18BF7-BA86-6130-7BB0-34F31EB0EFD7}"/>
                </a:ext>
              </a:extLst>
            </p:cNvPr>
            <p:cNvSpPr>
              <a:spLocks/>
            </p:cNvSpPr>
            <p:nvPr>
              <p:custDataLst>
                <p:tags r:id="rId52"/>
              </p:custDataLst>
            </p:nvPr>
          </p:nvSpPr>
          <p:spPr bwMode="blackWhite">
            <a:xfrm>
              <a:off x="1312290" y="6215019"/>
              <a:ext cx="2711450" cy="233362"/>
            </a:xfrm>
            <a:custGeom>
              <a:avLst/>
              <a:gdLst>
                <a:gd name="T0" fmla="*/ 2147483647 w 2676"/>
                <a:gd name="T1" fmla="*/ 0 h 235"/>
                <a:gd name="T2" fmla="*/ 0 w 2676"/>
                <a:gd name="T3" fmla="*/ 2147483647 h 235"/>
                <a:gd name="T4" fmla="*/ 2147483647 w 2676"/>
                <a:gd name="T5" fmla="*/ 2147483647 h 235"/>
                <a:gd name="T6" fmla="*/ 2147483647 w 2676"/>
                <a:gd name="T7" fmla="*/ 0 h 235"/>
                <a:gd name="T8" fmla="*/ 2147483647 w 2676"/>
                <a:gd name="T9" fmla="*/ 0 h 235"/>
                <a:gd name="T10" fmla="*/ 0 60000 65536"/>
                <a:gd name="T11" fmla="*/ 0 60000 65536"/>
                <a:gd name="T12" fmla="*/ 0 60000 65536"/>
                <a:gd name="T13" fmla="*/ 0 60000 65536"/>
                <a:gd name="T14" fmla="*/ 0 60000 65536"/>
                <a:gd name="T15" fmla="*/ 0 w 2676"/>
                <a:gd name="T16" fmla="*/ 0 h 235"/>
                <a:gd name="T17" fmla="*/ 2676 w 2676"/>
                <a:gd name="T18" fmla="*/ 235 h 235"/>
              </a:gdLst>
              <a:ahLst/>
              <a:cxnLst>
                <a:cxn ang="T10">
                  <a:pos x="T0" y="T1"/>
                </a:cxn>
                <a:cxn ang="T11">
                  <a:pos x="T2" y="T3"/>
                </a:cxn>
                <a:cxn ang="T12">
                  <a:pos x="T4" y="T5"/>
                </a:cxn>
                <a:cxn ang="T13">
                  <a:pos x="T6" y="T7"/>
                </a:cxn>
                <a:cxn ang="T14">
                  <a:pos x="T8" y="T9"/>
                </a:cxn>
              </a:cxnLst>
              <a:rect l="T15" t="T16" r="T17" b="T18"/>
              <a:pathLst>
                <a:path w="2676" h="235">
                  <a:moveTo>
                    <a:pt x="131" y="0"/>
                  </a:moveTo>
                  <a:lnTo>
                    <a:pt x="0" y="234"/>
                  </a:lnTo>
                  <a:lnTo>
                    <a:pt x="2675" y="234"/>
                  </a:lnTo>
                  <a:lnTo>
                    <a:pt x="2544" y="0"/>
                  </a:lnTo>
                  <a:lnTo>
                    <a:pt x="131" y="0"/>
                  </a:lnTo>
                </a:path>
              </a:pathLst>
            </a:custGeom>
            <a:solidFill>
              <a:schemeClr val="bg2"/>
            </a:solidFill>
            <a:ln w="12700" cap="rnd">
              <a:solidFill>
                <a:schemeClr val="bg1"/>
              </a:solidFill>
              <a:round/>
              <a:headEnd type="none" w="sm" len="sm"/>
              <a:tailEnd type="none" w="sm" len="sm"/>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46" name="Pyramid [1]" hidden="1">
              <a:extLst>
                <a:ext uri="{FF2B5EF4-FFF2-40B4-BE49-F238E27FC236}">
                  <a16:creationId xmlns:a16="http://schemas.microsoft.com/office/drawing/2014/main" id="{0D03275E-01F3-A35D-F9C9-9937D77FEBEC}"/>
                </a:ext>
              </a:extLst>
            </p:cNvPr>
            <p:cNvSpPr>
              <a:spLocks/>
            </p:cNvSpPr>
            <p:nvPr>
              <p:custDataLst>
                <p:tags r:id="rId53"/>
              </p:custDataLst>
            </p:nvPr>
          </p:nvSpPr>
          <p:spPr bwMode="blackWhite">
            <a:xfrm>
              <a:off x="2231452" y="4031482"/>
              <a:ext cx="915988" cy="795337"/>
            </a:xfrm>
            <a:custGeom>
              <a:avLst/>
              <a:gdLst>
                <a:gd name="T0" fmla="*/ 991074 w 891"/>
                <a:gd name="T1" fmla="*/ 794338 h 796"/>
                <a:gd name="T2" fmla="*/ 495537 w 891"/>
                <a:gd name="T3" fmla="*/ 0 h 796"/>
                <a:gd name="T4" fmla="*/ 0 w 891"/>
                <a:gd name="T5" fmla="*/ 794338 h 796"/>
                <a:gd name="T6" fmla="*/ 991074 w 891"/>
                <a:gd name="T7" fmla="*/ 794338 h 796"/>
                <a:gd name="T8" fmla="*/ 0 60000 65536"/>
                <a:gd name="T9" fmla="*/ 0 60000 65536"/>
                <a:gd name="T10" fmla="*/ 0 60000 65536"/>
                <a:gd name="T11" fmla="*/ 0 60000 65536"/>
                <a:gd name="T12" fmla="*/ 0 w 891"/>
                <a:gd name="T13" fmla="*/ 0 h 796"/>
                <a:gd name="T14" fmla="*/ 891 w 891"/>
                <a:gd name="T15" fmla="*/ 796 h 796"/>
              </a:gdLst>
              <a:ahLst/>
              <a:cxnLst>
                <a:cxn ang="T8">
                  <a:pos x="T0" y="T1"/>
                </a:cxn>
                <a:cxn ang="T9">
                  <a:pos x="T2" y="T3"/>
                </a:cxn>
                <a:cxn ang="T10">
                  <a:pos x="T4" y="T5"/>
                </a:cxn>
                <a:cxn ang="T11">
                  <a:pos x="T6" y="T7"/>
                </a:cxn>
              </a:cxnLst>
              <a:rect l="T12" t="T13" r="T14" b="T15"/>
              <a:pathLst>
                <a:path w="891" h="796">
                  <a:moveTo>
                    <a:pt x="890" y="795"/>
                  </a:moveTo>
                  <a:lnTo>
                    <a:pt x="445" y="0"/>
                  </a:lnTo>
                  <a:lnTo>
                    <a:pt x="0" y="795"/>
                  </a:lnTo>
                  <a:lnTo>
                    <a:pt x="890" y="795"/>
                  </a:lnTo>
                </a:path>
              </a:pathLst>
            </a:custGeom>
            <a:solidFill>
              <a:schemeClr val="bg2"/>
            </a:solidFill>
            <a:ln w="12700" cap="rnd">
              <a:solidFill>
                <a:schemeClr val="bg1"/>
              </a:solidFill>
              <a:round/>
              <a:headEnd/>
              <a:tailEnd/>
            </a:ln>
          </p:spPr>
          <p:txBody>
            <a:bodyPr lIns="36000" tIns="21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47" name="Pyramid [1]" hidden="1">
              <a:extLst>
                <a:ext uri="{FF2B5EF4-FFF2-40B4-BE49-F238E27FC236}">
                  <a16:creationId xmlns:a16="http://schemas.microsoft.com/office/drawing/2014/main" id="{C142F115-74D0-4304-52F4-F932BBD60CFA}"/>
                </a:ext>
              </a:extLst>
            </p:cNvPr>
            <p:cNvSpPr>
              <a:spLocks/>
            </p:cNvSpPr>
            <p:nvPr>
              <p:custDataLst>
                <p:tags r:id="rId54"/>
              </p:custDataLst>
            </p:nvPr>
          </p:nvSpPr>
          <p:spPr bwMode="blackWhite">
            <a:xfrm>
              <a:off x="1312290" y="5629777"/>
              <a:ext cx="2754312" cy="796925"/>
            </a:xfrm>
            <a:custGeom>
              <a:avLst/>
              <a:gdLst>
                <a:gd name="T0" fmla="*/ 2147483647 w 2676"/>
                <a:gd name="T1" fmla="*/ 0 h 798"/>
                <a:gd name="T2" fmla="*/ 2147483647 w 2676"/>
                <a:gd name="T3" fmla="*/ 0 h 798"/>
                <a:gd name="T4" fmla="*/ 0 w 2676"/>
                <a:gd name="T5" fmla="*/ 2147483647 h 798"/>
                <a:gd name="T6" fmla="*/ 2147483647 w 2676"/>
                <a:gd name="T7" fmla="*/ 2147483647 h 798"/>
                <a:gd name="T8" fmla="*/ 2147483647 w 2676"/>
                <a:gd name="T9" fmla="*/ 0 h 798"/>
                <a:gd name="T10" fmla="*/ 0 60000 65536"/>
                <a:gd name="T11" fmla="*/ 0 60000 65536"/>
                <a:gd name="T12" fmla="*/ 0 60000 65536"/>
                <a:gd name="T13" fmla="*/ 0 60000 65536"/>
                <a:gd name="T14" fmla="*/ 0 60000 65536"/>
                <a:gd name="T15" fmla="*/ 0 w 2676"/>
                <a:gd name="T16" fmla="*/ 0 h 798"/>
                <a:gd name="T17" fmla="*/ 2676 w 2676"/>
                <a:gd name="T18" fmla="*/ 798 h 798"/>
              </a:gdLst>
              <a:ahLst/>
              <a:cxnLst>
                <a:cxn ang="T10">
                  <a:pos x="T0" y="T1"/>
                </a:cxn>
                <a:cxn ang="T11">
                  <a:pos x="T2" y="T3"/>
                </a:cxn>
                <a:cxn ang="T12">
                  <a:pos x="T4" y="T5"/>
                </a:cxn>
                <a:cxn ang="T13">
                  <a:pos x="T6" y="T7"/>
                </a:cxn>
                <a:cxn ang="T14">
                  <a:pos x="T8" y="T9"/>
                </a:cxn>
              </a:cxnLst>
              <a:rect l="T15" t="T16" r="T17" b="T18"/>
              <a:pathLst>
                <a:path w="2676" h="798">
                  <a:moveTo>
                    <a:pt x="2229" y="0"/>
                  </a:moveTo>
                  <a:lnTo>
                    <a:pt x="446" y="0"/>
                  </a:lnTo>
                  <a:lnTo>
                    <a:pt x="0" y="797"/>
                  </a:lnTo>
                  <a:lnTo>
                    <a:pt x="2675" y="797"/>
                  </a:lnTo>
                  <a:lnTo>
                    <a:pt x="2229" y="0"/>
                  </a:lnTo>
                </a:path>
              </a:pathLst>
            </a:custGeom>
            <a:solidFill>
              <a:schemeClr val="bg2"/>
            </a:solidFill>
            <a:ln w="12700" cap="rnd">
              <a:solidFill>
                <a:schemeClr val="bg1"/>
              </a:solidFill>
              <a:round/>
              <a:headEnd/>
              <a:tailEnd/>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48" name="Pyramid [1]" hidden="1">
              <a:extLst>
                <a:ext uri="{FF2B5EF4-FFF2-40B4-BE49-F238E27FC236}">
                  <a16:creationId xmlns:a16="http://schemas.microsoft.com/office/drawing/2014/main" id="{573A19F2-F061-9B69-928A-EE8DBF13D85B}"/>
                </a:ext>
              </a:extLst>
            </p:cNvPr>
            <p:cNvSpPr>
              <a:spLocks/>
            </p:cNvSpPr>
            <p:nvPr>
              <p:custDataLst>
                <p:tags r:id="rId55"/>
              </p:custDataLst>
            </p:nvPr>
          </p:nvSpPr>
          <p:spPr bwMode="blackWhite">
            <a:xfrm>
              <a:off x="1771077" y="4829042"/>
              <a:ext cx="1838325" cy="798512"/>
            </a:xfrm>
            <a:custGeom>
              <a:avLst/>
              <a:gdLst>
                <a:gd name="T0" fmla="*/ 2147483647 w 1784"/>
                <a:gd name="T1" fmla="*/ 2147483647 h 796"/>
                <a:gd name="T2" fmla="*/ 2147483647 w 1784"/>
                <a:gd name="T3" fmla="*/ 0 h 796"/>
                <a:gd name="T4" fmla="*/ 2147483647 w 1784"/>
                <a:gd name="T5" fmla="*/ 0 h 796"/>
                <a:gd name="T6" fmla="*/ 0 w 1784"/>
                <a:gd name="T7" fmla="*/ 2147483647 h 796"/>
                <a:gd name="T8" fmla="*/ 2147483647 w 1784"/>
                <a:gd name="T9" fmla="*/ 2147483647 h 796"/>
                <a:gd name="T10" fmla="*/ 0 60000 65536"/>
                <a:gd name="T11" fmla="*/ 0 60000 65536"/>
                <a:gd name="T12" fmla="*/ 0 60000 65536"/>
                <a:gd name="T13" fmla="*/ 0 60000 65536"/>
                <a:gd name="T14" fmla="*/ 0 60000 65536"/>
                <a:gd name="T15" fmla="*/ 0 w 1784"/>
                <a:gd name="T16" fmla="*/ 0 h 796"/>
                <a:gd name="T17" fmla="*/ 1784 w 1784"/>
                <a:gd name="T18" fmla="*/ 796 h 796"/>
              </a:gdLst>
              <a:ahLst/>
              <a:cxnLst>
                <a:cxn ang="T10">
                  <a:pos x="T0" y="T1"/>
                </a:cxn>
                <a:cxn ang="T11">
                  <a:pos x="T2" y="T3"/>
                </a:cxn>
                <a:cxn ang="T12">
                  <a:pos x="T4" y="T5"/>
                </a:cxn>
                <a:cxn ang="T13">
                  <a:pos x="T6" y="T7"/>
                </a:cxn>
                <a:cxn ang="T14">
                  <a:pos x="T8" y="T9"/>
                </a:cxn>
              </a:cxnLst>
              <a:rect l="T15" t="T16" r="T17" b="T18"/>
              <a:pathLst>
                <a:path w="1784" h="796">
                  <a:moveTo>
                    <a:pt x="1783" y="795"/>
                  </a:moveTo>
                  <a:lnTo>
                    <a:pt x="1337" y="0"/>
                  </a:lnTo>
                  <a:lnTo>
                    <a:pt x="447" y="0"/>
                  </a:lnTo>
                  <a:lnTo>
                    <a:pt x="0" y="795"/>
                  </a:lnTo>
                  <a:lnTo>
                    <a:pt x="1783" y="795"/>
                  </a:lnTo>
                </a:path>
              </a:pathLst>
            </a:custGeom>
            <a:solidFill>
              <a:schemeClr val="accent2"/>
            </a:solidFill>
            <a:ln w="12700" cap="rnd">
              <a:solidFill>
                <a:schemeClr val="bg1"/>
              </a:solidFill>
              <a:round/>
              <a:headEnd/>
              <a:tailEnd/>
            </a:ln>
          </p:spPr>
          <p:txBody>
            <a:bodyPr lIns="36000" tIns="36000" rIns="36000" bIns="360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ptos"/>
                  <a:ea typeface="+mn-ea"/>
                  <a:cs typeface="+mn-cs"/>
                </a:rPr>
                <a:t>Text</a:t>
              </a:r>
            </a:p>
          </p:txBody>
        </p:sp>
        <p:sp>
          <p:nvSpPr>
            <p:cNvPr id="149" name="Pyramid [0]">
              <a:extLst>
                <a:ext uri="{FF2B5EF4-FFF2-40B4-BE49-F238E27FC236}">
                  <a16:creationId xmlns:a16="http://schemas.microsoft.com/office/drawing/2014/main" id="{21FFEF3B-DE01-C01D-492B-90B43C2C7585}"/>
                </a:ext>
              </a:extLst>
            </p:cNvPr>
            <p:cNvSpPr>
              <a:spLocks/>
            </p:cNvSpPr>
            <p:nvPr>
              <p:custDataLst>
                <p:tags r:id="rId56"/>
              </p:custDataLst>
            </p:nvPr>
          </p:nvSpPr>
          <p:spPr bwMode="blackWhite">
            <a:xfrm>
              <a:off x="1373340" y="4045168"/>
              <a:ext cx="2632213" cy="2360133"/>
            </a:xfrm>
            <a:custGeom>
              <a:avLst/>
              <a:gdLst>
                <a:gd name="T0" fmla="*/ 991074 w 891"/>
                <a:gd name="T1" fmla="*/ 794338 h 796"/>
                <a:gd name="T2" fmla="*/ 495537 w 891"/>
                <a:gd name="T3" fmla="*/ 0 h 796"/>
                <a:gd name="T4" fmla="*/ 0 w 891"/>
                <a:gd name="T5" fmla="*/ 794338 h 796"/>
                <a:gd name="T6" fmla="*/ 991074 w 891"/>
                <a:gd name="T7" fmla="*/ 794338 h 796"/>
                <a:gd name="T8" fmla="*/ 0 60000 65536"/>
                <a:gd name="T9" fmla="*/ 0 60000 65536"/>
                <a:gd name="T10" fmla="*/ 0 60000 65536"/>
                <a:gd name="T11" fmla="*/ 0 60000 65536"/>
                <a:gd name="T12" fmla="*/ 0 w 891"/>
                <a:gd name="T13" fmla="*/ 0 h 796"/>
                <a:gd name="T14" fmla="*/ 891 w 891"/>
                <a:gd name="T15" fmla="*/ 796 h 796"/>
              </a:gdLst>
              <a:ahLst/>
              <a:cxnLst>
                <a:cxn ang="T8">
                  <a:pos x="T0" y="T1"/>
                </a:cxn>
                <a:cxn ang="T9">
                  <a:pos x="T2" y="T3"/>
                </a:cxn>
                <a:cxn ang="T10">
                  <a:pos x="T4" y="T5"/>
                </a:cxn>
                <a:cxn ang="T11">
                  <a:pos x="T6" y="T7"/>
                </a:cxn>
              </a:cxnLst>
              <a:rect l="T12" t="T13" r="T14" b="T15"/>
              <a:pathLst>
                <a:path w="891" h="796">
                  <a:moveTo>
                    <a:pt x="890" y="795"/>
                  </a:moveTo>
                  <a:lnTo>
                    <a:pt x="445" y="0"/>
                  </a:lnTo>
                  <a:lnTo>
                    <a:pt x="0" y="795"/>
                  </a:lnTo>
                  <a:lnTo>
                    <a:pt x="890" y="795"/>
                  </a:lnTo>
                </a:path>
              </a:pathLst>
            </a:custGeom>
            <a:solidFill>
              <a:schemeClr val="accent5">
                <a:lumMod val="100000"/>
              </a:schemeClr>
            </a:solidFill>
            <a:ln w="12700" cap="rnd" cmpd="sng" algn="ctr">
              <a:noFill/>
              <a:prstDash val="solid"/>
              <a:round/>
              <a:headEnd type="none" w="med" len="med"/>
              <a:tailEnd type="none" w="med" len="med"/>
            </a:ln>
            <a:extLst>
              <a:ext uri="{91240B29-F687-4F45-9708-019B960494DF}">
                <a14:hiddenLine xmlns:a14="http://schemas.microsoft.com/office/drawing/2010/main" w="12700" cap="rnd" cmpd="sng" algn="ctr">
                  <a:solidFill>
                    <a:schemeClr val="accent1">
                      <a:lumMod val="100000"/>
                    </a:schemeClr>
                  </a:solidFill>
                  <a:prstDash val="solid"/>
                  <a:round/>
                  <a:headEnd type="none" w="med" len="med"/>
                  <a:tailEnd type="none" w="med" len="med"/>
                </a14:hiddenLine>
              </a:ext>
            </a:extLst>
          </p:spPr>
          <p:txBody>
            <a:bodyPr lIns="36000" tIns="1368000" rIns="3600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ptos"/>
                <a:ea typeface="+mn-ea"/>
                <a:cs typeface="+mn-cs"/>
              </a:endParaRPr>
            </a:p>
          </p:txBody>
        </p:sp>
        <p:sp>
          <p:nvSpPr>
            <p:cNvPr id="150" name="Pyramid [0]">
              <a:extLst>
                <a:ext uri="{FF2B5EF4-FFF2-40B4-BE49-F238E27FC236}">
                  <a16:creationId xmlns:a16="http://schemas.microsoft.com/office/drawing/2014/main" id="{385812C9-FC29-3B0E-D805-DE82E7740D41}"/>
                </a:ext>
              </a:extLst>
            </p:cNvPr>
            <p:cNvSpPr>
              <a:spLocks/>
            </p:cNvSpPr>
            <p:nvPr>
              <p:custDataLst>
                <p:tags r:id="rId57"/>
              </p:custDataLst>
            </p:nvPr>
          </p:nvSpPr>
          <p:spPr bwMode="blackWhite">
            <a:xfrm>
              <a:off x="1940646" y="4037549"/>
              <a:ext cx="1497600" cy="1342800"/>
            </a:xfrm>
            <a:custGeom>
              <a:avLst/>
              <a:gdLst>
                <a:gd name="T0" fmla="*/ 991074 w 891"/>
                <a:gd name="T1" fmla="*/ 794338 h 796"/>
                <a:gd name="T2" fmla="*/ 495537 w 891"/>
                <a:gd name="T3" fmla="*/ 0 h 796"/>
                <a:gd name="T4" fmla="*/ 0 w 891"/>
                <a:gd name="T5" fmla="*/ 794338 h 796"/>
                <a:gd name="T6" fmla="*/ 991074 w 891"/>
                <a:gd name="T7" fmla="*/ 794338 h 796"/>
                <a:gd name="T8" fmla="*/ 0 60000 65536"/>
                <a:gd name="T9" fmla="*/ 0 60000 65536"/>
                <a:gd name="T10" fmla="*/ 0 60000 65536"/>
                <a:gd name="T11" fmla="*/ 0 60000 65536"/>
                <a:gd name="T12" fmla="*/ 0 w 891"/>
                <a:gd name="T13" fmla="*/ 0 h 796"/>
                <a:gd name="T14" fmla="*/ 891 w 891"/>
                <a:gd name="T15" fmla="*/ 796 h 796"/>
              </a:gdLst>
              <a:ahLst/>
              <a:cxnLst>
                <a:cxn ang="T8">
                  <a:pos x="T0" y="T1"/>
                </a:cxn>
                <a:cxn ang="T9">
                  <a:pos x="T2" y="T3"/>
                </a:cxn>
                <a:cxn ang="T10">
                  <a:pos x="T4" y="T5"/>
                </a:cxn>
                <a:cxn ang="T11">
                  <a:pos x="T6" y="T7"/>
                </a:cxn>
              </a:cxnLst>
              <a:rect l="T12" t="T13" r="T14" b="T15"/>
              <a:pathLst>
                <a:path w="891" h="796">
                  <a:moveTo>
                    <a:pt x="890" y="795"/>
                  </a:moveTo>
                  <a:lnTo>
                    <a:pt x="445" y="0"/>
                  </a:lnTo>
                  <a:lnTo>
                    <a:pt x="0" y="795"/>
                  </a:lnTo>
                  <a:lnTo>
                    <a:pt x="890" y="795"/>
                  </a:lnTo>
                </a:path>
              </a:pathLst>
            </a:custGeom>
            <a:solidFill>
              <a:schemeClr val="accent4">
                <a:lumMod val="100000"/>
              </a:schemeClr>
            </a:solidFill>
            <a:ln w="12700" cap="rnd">
              <a:solidFill>
                <a:schemeClr val="bg1"/>
              </a:solidFill>
              <a:round/>
              <a:headEnd/>
              <a:tailEnd/>
            </a:ln>
          </p:spPr>
          <p:txBody>
            <a:bodyPr lIns="36000" tIns="36000" rIns="36000" bIns="252000" anchor="b"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ptos"/>
                <a:ea typeface="+mn-ea"/>
                <a:cs typeface="+mn-cs"/>
              </a:endParaRPr>
            </a:p>
          </p:txBody>
        </p:sp>
      </p:grpSp>
      <p:sp>
        <p:nvSpPr>
          <p:cNvPr id="78" name="Flèche : pentagone 57 [1]" hidden="1">
            <a:extLst>
              <a:ext uri="{FF2B5EF4-FFF2-40B4-BE49-F238E27FC236}">
                <a16:creationId xmlns:a16="http://schemas.microsoft.com/office/drawing/2014/main" id="{EAE3E489-BD63-364D-0424-69BBCCC73743}"/>
              </a:ext>
            </a:extLst>
          </p:cNvPr>
          <p:cNvSpPr>
            <a:spLocks/>
          </p:cNvSpPr>
          <p:nvPr>
            <p:custDataLst>
              <p:tags r:id="rId6"/>
            </p:custDataLst>
          </p:nvPr>
        </p:nvSpPr>
        <p:spPr bwMode="gray">
          <a:xfrm rot="5400000">
            <a:off x="-339608" y="5609132"/>
            <a:ext cx="1707003"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79" name="Flèche : pentagone 56 [1]" hidden="1">
            <a:extLst>
              <a:ext uri="{FF2B5EF4-FFF2-40B4-BE49-F238E27FC236}">
                <a16:creationId xmlns:a16="http://schemas.microsoft.com/office/drawing/2014/main" id="{C0CCE458-4CE2-6B49-1CF0-F4E5B42C19D7}"/>
              </a:ext>
            </a:extLst>
          </p:cNvPr>
          <p:cNvSpPr>
            <a:spLocks/>
          </p:cNvSpPr>
          <p:nvPr>
            <p:custDataLst>
              <p:tags r:id="rId7"/>
            </p:custDataLst>
          </p:nvPr>
        </p:nvSpPr>
        <p:spPr bwMode="gray">
          <a:xfrm rot="5400000">
            <a:off x="-336348" y="4032635"/>
            <a:ext cx="1700482"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80" name="Flèche : pentagone 46 [1]" hidden="1">
            <a:extLst>
              <a:ext uri="{FF2B5EF4-FFF2-40B4-BE49-F238E27FC236}">
                <a16:creationId xmlns:a16="http://schemas.microsoft.com/office/drawing/2014/main" id="{4C3D59FA-C415-1E09-9039-F15F596ED6B4}"/>
              </a:ext>
            </a:extLst>
          </p:cNvPr>
          <p:cNvSpPr/>
          <p:nvPr>
            <p:custDataLst>
              <p:tags r:id="rId8"/>
            </p:custDataLst>
          </p:nvPr>
        </p:nvSpPr>
        <p:spPr bwMode="gray">
          <a:xfrm rot="5400000">
            <a:off x="-339608" y="2456137"/>
            <a:ext cx="1707003" cy="321899"/>
          </a:xfrm>
          <a:prstGeom prst="homePlate">
            <a:avLst/>
          </a:prstGeom>
          <a:solidFill>
            <a:schemeClr val="accent3"/>
          </a:solidFill>
          <a:ln w="9525">
            <a:solidFill>
              <a:schemeClr val="accent3"/>
            </a:solidFill>
            <a:miter lim="800000"/>
            <a:headEnd/>
            <a:tailEnd/>
          </a:ln>
          <a:effectLst/>
        </p:spPr>
        <p:txBody>
          <a:bodyPr wrap="none" lIns="18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81" name="Flèche : pentagone 69 [2]" hidden="1">
            <a:extLst>
              <a:ext uri="{FF2B5EF4-FFF2-40B4-BE49-F238E27FC236}">
                <a16:creationId xmlns:a16="http://schemas.microsoft.com/office/drawing/2014/main" id="{10F0AEFB-0252-B8F7-CB3B-3160D22B474E}"/>
              </a:ext>
            </a:extLst>
          </p:cNvPr>
          <p:cNvSpPr>
            <a:spLocks/>
          </p:cNvSpPr>
          <p:nvPr>
            <p:custDataLst>
              <p:tags r:id="rId9"/>
            </p:custDataLst>
          </p:nvPr>
        </p:nvSpPr>
        <p:spPr bwMode="gray">
          <a:xfrm rot="5400000">
            <a:off x="-132942" y="5815331"/>
            <a:ext cx="1293669"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82" name="Flèche : pentagone 60 [2]" hidden="1">
            <a:extLst>
              <a:ext uri="{FF2B5EF4-FFF2-40B4-BE49-F238E27FC236}">
                <a16:creationId xmlns:a16="http://schemas.microsoft.com/office/drawing/2014/main" id="{58A4A869-54E2-FE9B-D827-A9856DB7FC8A}"/>
              </a:ext>
            </a:extLst>
          </p:cNvPr>
          <p:cNvSpPr>
            <a:spLocks/>
          </p:cNvSpPr>
          <p:nvPr>
            <p:custDataLst>
              <p:tags r:id="rId10"/>
            </p:custDataLst>
          </p:nvPr>
        </p:nvSpPr>
        <p:spPr bwMode="gray">
          <a:xfrm rot="5400000">
            <a:off x="-132941" y="4629125"/>
            <a:ext cx="1293669"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83" name="Flèche : pentagone 58 [2]" hidden="1">
            <a:extLst>
              <a:ext uri="{FF2B5EF4-FFF2-40B4-BE49-F238E27FC236}">
                <a16:creationId xmlns:a16="http://schemas.microsoft.com/office/drawing/2014/main" id="{865342BB-E370-DCE8-C66E-7AB2D9DFB3BC}"/>
              </a:ext>
            </a:extLst>
          </p:cNvPr>
          <p:cNvSpPr>
            <a:spLocks/>
          </p:cNvSpPr>
          <p:nvPr>
            <p:custDataLst>
              <p:tags r:id="rId11"/>
            </p:custDataLst>
          </p:nvPr>
        </p:nvSpPr>
        <p:spPr bwMode="gray">
          <a:xfrm rot="5400000">
            <a:off x="-132942" y="3441728"/>
            <a:ext cx="1293669"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84" name="Flèche : pentagone 48 [2]" hidden="1">
            <a:extLst>
              <a:ext uri="{FF2B5EF4-FFF2-40B4-BE49-F238E27FC236}">
                <a16:creationId xmlns:a16="http://schemas.microsoft.com/office/drawing/2014/main" id="{9DAA4D31-78ED-4E5F-E9E5-61BBE2BC0390}"/>
              </a:ext>
            </a:extLst>
          </p:cNvPr>
          <p:cNvSpPr/>
          <p:nvPr>
            <p:custDataLst>
              <p:tags r:id="rId12"/>
            </p:custDataLst>
          </p:nvPr>
        </p:nvSpPr>
        <p:spPr bwMode="gray">
          <a:xfrm rot="5400000">
            <a:off x="-135733" y="2252730"/>
            <a:ext cx="1299253" cy="321899"/>
          </a:xfrm>
          <a:prstGeom prst="homePlate">
            <a:avLst/>
          </a:prstGeom>
          <a:solidFill>
            <a:schemeClr val="accent3"/>
          </a:solidFill>
          <a:ln w="9525">
            <a:solidFill>
              <a:schemeClr val="accent3"/>
            </a:solidFill>
            <a:miter lim="800000"/>
            <a:headEnd/>
            <a:tailEnd/>
          </a:ln>
          <a:effectLst/>
        </p:spPr>
        <p:txBody>
          <a:bodyPr wrap="none" lIns="18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85" name="Flèche : pentagone 73 [3]" hidden="1">
            <a:extLst>
              <a:ext uri="{FF2B5EF4-FFF2-40B4-BE49-F238E27FC236}">
                <a16:creationId xmlns:a16="http://schemas.microsoft.com/office/drawing/2014/main" id="{ADA2687E-A55C-92BE-701E-5E345219B2E7}"/>
              </a:ext>
            </a:extLst>
          </p:cNvPr>
          <p:cNvSpPr/>
          <p:nvPr>
            <p:custDataLst>
              <p:tags r:id="rId13"/>
            </p:custDataLst>
          </p:nvPr>
        </p:nvSpPr>
        <p:spPr bwMode="gray">
          <a:xfrm rot="5400000">
            <a:off x="-14517" y="5934224"/>
            <a:ext cx="1056821"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86" name="Flèche : pentagone 74 [3]" hidden="1">
            <a:extLst>
              <a:ext uri="{FF2B5EF4-FFF2-40B4-BE49-F238E27FC236}">
                <a16:creationId xmlns:a16="http://schemas.microsoft.com/office/drawing/2014/main" id="{E1F55BAB-1A58-6BF7-8721-BD09E67903B0}"/>
              </a:ext>
            </a:extLst>
          </p:cNvPr>
          <p:cNvSpPr>
            <a:spLocks/>
          </p:cNvSpPr>
          <p:nvPr>
            <p:custDataLst>
              <p:tags r:id="rId14"/>
            </p:custDataLst>
          </p:nvPr>
        </p:nvSpPr>
        <p:spPr bwMode="gray">
          <a:xfrm rot="5400000">
            <a:off x="-23279" y="4966367"/>
            <a:ext cx="1074344"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06" name="Flèche : pentagone 72 [3]" hidden="1">
            <a:extLst>
              <a:ext uri="{FF2B5EF4-FFF2-40B4-BE49-F238E27FC236}">
                <a16:creationId xmlns:a16="http://schemas.microsoft.com/office/drawing/2014/main" id="{80B77057-CADD-775F-823C-F34A475ACE44}"/>
              </a:ext>
            </a:extLst>
          </p:cNvPr>
          <p:cNvSpPr>
            <a:spLocks/>
          </p:cNvSpPr>
          <p:nvPr>
            <p:custDataLst>
              <p:tags r:id="rId15"/>
            </p:custDataLst>
          </p:nvPr>
        </p:nvSpPr>
        <p:spPr bwMode="gray">
          <a:xfrm rot="5400000">
            <a:off x="-14517" y="4073787"/>
            <a:ext cx="1056821"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07" name="Flèche : pentagone 71 [3]" hidden="1">
            <a:extLst>
              <a:ext uri="{FF2B5EF4-FFF2-40B4-BE49-F238E27FC236}">
                <a16:creationId xmlns:a16="http://schemas.microsoft.com/office/drawing/2014/main" id="{B0965064-3647-978A-0A42-EBD458BC4A20}"/>
              </a:ext>
            </a:extLst>
          </p:cNvPr>
          <p:cNvSpPr>
            <a:spLocks/>
          </p:cNvSpPr>
          <p:nvPr>
            <p:custDataLst>
              <p:tags r:id="rId16"/>
            </p:custDataLst>
          </p:nvPr>
        </p:nvSpPr>
        <p:spPr bwMode="gray">
          <a:xfrm rot="5400000">
            <a:off x="-23279" y="3105930"/>
            <a:ext cx="1074344"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08" name="Pentagon 49 [3]" hidden="1">
            <a:extLst>
              <a:ext uri="{FF2B5EF4-FFF2-40B4-BE49-F238E27FC236}">
                <a16:creationId xmlns:a16="http://schemas.microsoft.com/office/drawing/2014/main" id="{82B5D4DC-B967-A6CA-1527-4BB7C52867DA}"/>
              </a:ext>
            </a:extLst>
          </p:cNvPr>
          <p:cNvSpPr>
            <a:spLocks/>
          </p:cNvSpPr>
          <p:nvPr>
            <p:custDataLst>
              <p:tags r:id="rId17"/>
            </p:custDataLst>
          </p:nvPr>
        </p:nvSpPr>
        <p:spPr bwMode="gray">
          <a:xfrm rot="5400000">
            <a:off x="-17778" y="2134307"/>
            <a:ext cx="1063343" cy="321899"/>
          </a:xfrm>
          <a:prstGeom prst="homePlate">
            <a:avLst/>
          </a:prstGeom>
          <a:solidFill>
            <a:schemeClr val="accent3"/>
          </a:solidFill>
          <a:ln w="9525">
            <a:solidFill>
              <a:schemeClr val="accent3"/>
            </a:solidFill>
            <a:miter lim="800000"/>
            <a:headEnd/>
            <a:tailEnd/>
          </a:ln>
          <a:effectLst/>
        </p:spPr>
        <p:txBody>
          <a:bodyPr wrap="none" lIns="18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09" name="Flèche : pentagone 79 [4]" hidden="1">
            <a:extLst>
              <a:ext uri="{FF2B5EF4-FFF2-40B4-BE49-F238E27FC236}">
                <a16:creationId xmlns:a16="http://schemas.microsoft.com/office/drawing/2014/main" id="{E58000DD-7297-AF49-C7B5-EF658C3A10E7}"/>
              </a:ext>
            </a:extLst>
          </p:cNvPr>
          <p:cNvSpPr>
            <a:spLocks/>
          </p:cNvSpPr>
          <p:nvPr>
            <p:custDataLst>
              <p:tags r:id="rId18"/>
            </p:custDataLst>
          </p:nvPr>
        </p:nvSpPr>
        <p:spPr bwMode="gray">
          <a:xfrm rot="5400000">
            <a:off x="66535" y="6013769"/>
            <a:ext cx="894716"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10" name="Flèche : pentagone 77 [4]" hidden="1">
            <a:extLst>
              <a:ext uri="{FF2B5EF4-FFF2-40B4-BE49-F238E27FC236}">
                <a16:creationId xmlns:a16="http://schemas.microsoft.com/office/drawing/2014/main" id="{D742AC29-8AAF-499D-3615-8074401831EC}"/>
              </a:ext>
            </a:extLst>
          </p:cNvPr>
          <p:cNvSpPr>
            <a:spLocks/>
          </p:cNvSpPr>
          <p:nvPr>
            <p:custDataLst>
              <p:tags r:id="rId19"/>
            </p:custDataLst>
          </p:nvPr>
        </p:nvSpPr>
        <p:spPr bwMode="gray">
          <a:xfrm rot="5400000">
            <a:off x="66535" y="5231608"/>
            <a:ext cx="894716"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11" name="Flèche : pentagone 78 [4]" hidden="1">
            <a:extLst>
              <a:ext uri="{FF2B5EF4-FFF2-40B4-BE49-F238E27FC236}">
                <a16:creationId xmlns:a16="http://schemas.microsoft.com/office/drawing/2014/main" id="{BDA41709-0DD4-9CC5-61B4-E561CB62D5FE}"/>
              </a:ext>
            </a:extLst>
          </p:cNvPr>
          <p:cNvSpPr>
            <a:spLocks/>
          </p:cNvSpPr>
          <p:nvPr>
            <p:custDataLst>
              <p:tags r:id="rId20"/>
            </p:custDataLst>
          </p:nvPr>
        </p:nvSpPr>
        <p:spPr bwMode="gray">
          <a:xfrm rot="5400000">
            <a:off x="66535" y="4428184"/>
            <a:ext cx="894716"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12" name="Flèche : pentagone 76 [4]" hidden="1">
            <a:extLst>
              <a:ext uri="{FF2B5EF4-FFF2-40B4-BE49-F238E27FC236}">
                <a16:creationId xmlns:a16="http://schemas.microsoft.com/office/drawing/2014/main" id="{06815D61-233B-6F7C-F83B-4EDE11A71A86}"/>
              </a:ext>
            </a:extLst>
          </p:cNvPr>
          <p:cNvSpPr>
            <a:spLocks/>
          </p:cNvSpPr>
          <p:nvPr>
            <p:custDataLst>
              <p:tags r:id="rId21"/>
            </p:custDataLst>
          </p:nvPr>
        </p:nvSpPr>
        <p:spPr bwMode="gray">
          <a:xfrm rot="5400000">
            <a:off x="66535" y="3631259"/>
            <a:ext cx="894716"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13" name="Flèche : pentagone 75 [4]" hidden="1">
            <a:extLst>
              <a:ext uri="{FF2B5EF4-FFF2-40B4-BE49-F238E27FC236}">
                <a16:creationId xmlns:a16="http://schemas.microsoft.com/office/drawing/2014/main" id="{058251D7-CDE2-C452-B976-5C8A58047587}"/>
              </a:ext>
            </a:extLst>
          </p:cNvPr>
          <p:cNvSpPr>
            <a:spLocks/>
          </p:cNvSpPr>
          <p:nvPr>
            <p:custDataLst>
              <p:tags r:id="rId22"/>
            </p:custDataLst>
          </p:nvPr>
        </p:nvSpPr>
        <p:spPr bwMode="gray">
          <a:xfrm rot="5400000">
            <a:off x="66535" y="2842598"/>
            <a:ext cx="894716"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14" name="Flèche : pentagone 50 [4]" hidden="1">
            <a:extLst>
              <a:ext uri="{FF2B5EF4-FFF2-40B4-BE49-F238E27FC236}">
                <a16:creationId xmlns:a16="http://schemas.microsoft.com/office/drawing/2014/main" id="{B4DDCCA8-AACB-350E-AF00-C63AA4188ADF}"/>
              </a:ext>
            </a:extLst>
          </p:cNvPr>
          <p:cNvSpPr/>
          <p:nvPr>
            <p:custDataLst>
              <p:tags r:id="rId23"/>
            </p:custDataLst>
          </p:nvPr>
        </p:nvSpPr>
        <p:spPr bwMode="gray">
          <a:xfrm rot="5400000">
            <a:off x="66067" y="2051969"/>
            <a:ext cx="895653" cy="321899"/>
          </a:xfrm>
          <a:prstGeom prst="homePlate">
            <a:avLst/>
          </a:prstGeom>
          <a:solidFill>
            <a:schemeClr val="accent3"/>
          </a:solidFill>
          <a:ln w="9525">
            <a:solidFill>
              <a:schemeClr val="accent3"/>
            </a:solidFill>
            <a:miter lim="800000"/>
            <a:headEnd/>
            <a:tailEnd/>
          </a:ln>
          <a:effectLst/>
        </p:spPr>
        <p:txBody>
          <a:bodyPr wrap="none" lIns="18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15" name="Flèche : pentagone 84 [5]" hidden="1">
            <a:extLst>
              <a:ext uri="{FF2B5EF4-FFF2-40B4-BE49-F238E27FC236}">
                <a16:creationId xmlns:a16="http://schemas.microsoft.com/office/drawing/2014/main" id="{36D14069-A374-1DCE-2101-DE51AFFEC3D3}"/>
              </a:ext>
            </a:extLst>
          </p:cNvPr>
          <p:cNvSpPr>
            <a:spLocks/>
          </p:cNvSpPr>
          <p:nvPr>
            <p:custDataLst>
              <p:tags r:id="rId24"/>
            </p:custDataLst>
          </p:nvPr>
        </p:nvSpPr>
        <p:spPr bwMode="gray">
          <a:xfrm rot="5400000">
            <a:off x="89610" y="6036844"/>
            <a:ext cx="848566"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16" name="Flèche : pentagone 85 [5]" hidden="1">
            <a:extLst>
              <a:ext uri="{FF2B5EF4-FFF2-40B4-BE49-F238E27FC236}">
                <a16:creationId xmlns:a16="http://schemas.microsoft.com/office/drawing/2014/main" id="{DFC984CB-D81B-BAC7-B4AE-AAD0757CF243}"/>
              </a:ext>
            </a:extLst>
          </p:cNvPr>
          <p:cNvSpPr>
            <a:spLocks/>
          </p:cNvSpPr>
          <p:nvPr>
            <p:custDataLst>
              <p:tags r:id="rId25"/>
            </p:custDataLst>
          </p:nvPr>
        </p:nvSpPr>
        <p:spPr bwMode="gray">
          <a:xfrm rot="5400000">
            <a:off x="88445" y="5364467"/>
            <a:ext cx="850896" cy="322146"/>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17" name="Flèche : pentagone 82 [5]" hidden="1">
            <a:extLst>
              <a:ext uri="{FF2B5EF4-FFF2-40B4-BE49-F238E27FC236}">
                <a16:creationId xmlns:a16="http://schemas.microsoft.com/office/drawing/2014/main" id="{E4888BA0-04ED-E5BD-9F56-E9F761915937}"/>
              </a:ext>
            </a:extLst>
          </p:cNvPr>
          <p:cNvSpPr>
            <a:spLocks/>
          </p:cNvSpPr>
          <p:nvPr>
            <p:custDataLst>
              <p:tags r:id="rId26"/>
            </p:custDataLst>
          </p:nvPr>
        </p:nvSpPr>
        <p:spPr bwMode="gray">
          <a:xfrm rot="5400000">
            <a:off x="89610" y="4698358"/>
            <a:ext cx="848566"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18" name="Flèche : pentagone 83 [5]" hidden="1">
            <a:extLst>
              <a:ext uri="{FF2B5EF4-FFF2-40B4-BE49-F238E27FC236}">
                <a16:creationId xmlns:a16="http://schemas.microsoft.com/office/drawing/2014/main" id="{34CBF61E-48D0-1F8E-18DF-A11A2ECCE243}"/>
              </a:ext>
            </a:extLst>
          </p:cNvPr>
          <p:cNvSpPr>
            <a:spLocks/>
          </p:cNvSpPr>
          <p:nvPr>
            <p:custDataLst>
              <p:tags r:id="rId27"/>
            </p:custDataLst>
          </p:nvPr>
        </p:nvSpPr>
        <p:spPr bwMode="gray">
          <a:xfrm rot="5400000">
            <a:off x="88445" y="4032357"/>
            <a:ext cx="850896"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19" name="Flèche : pentagone 81 [5]" hidden="1">
            <a:extLst>
              <a:ext uri="{FF2B5EF4-FFF2-40B4-BE49-F238E27FC236}">
                <a16:creationId xmlns:a16="http://schemas.microsoft.com/office/drawing/2014/main" id="{436365AA-88C4-9892-30A2-BE9EAB04ABD6}"/>
              </a:ext>
            </a:extLst>
          </p:cNvPr>
          <p:cNvSpPr>
            <a:spLocks/>
          </p:cNvSpPr>
          <p:nvPr>
            <p:custDataLst>
              <p:tags r:id="rId28"/>
            </p:custDataLst>
          </p:nvPr>
        </p:nvSpPr>
        <p:spPr bwMode="gray">
          <a:xfrm rot="5400000">
            <a:off x="89610" y="3378519"/>
            <a:ext cx="848566"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20" name="Flèche : pentagone 80 [5]" hidden="1">
            <a:extLst>
              <a:ext uri="{FF2B5EF4-FFF2-40B4-BE49-F238E27FC236}">
                <a16:creationId xmlns:a16="http://schemas.microsoft.com/office/drawing/2014/main" id="{D64AFC24-4FB5-E7B3-08CE-10D4CBB1E260}"/>
              </a:ext>
            </a:extLst>
          </p:cNvPr>
          <p:cNvSpPr>
            <a:spLocks/>
          </p:cNvSpPr>
          <p:nvPr>
            <p:custDataLst>
              <p:tags r:id="rId29"/>
            </p:custDataLst>
          </p:nvPr>
        </p:nvSpPr>
        <p:spPr bwMode="gray">
          <a:xfrm rot="5400000">
            <a:off x="88445" y="2710419"/>
            <a:ext cx="850896"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22" name="Flèche : pentagone 51 [5]" hidden="1">
            <a:extLst>
              <a:ext uri="{FF2B5EF4-FFF2-40B4-BE49-F238E27FC236}">
                <a16:creationId xmlns:a16="http://schemas.microsoft.com/office/drawing/2014/main" id="{24BAC014-3A7C-ACB7-B264-69C00D84D68C}"/>
              </a:ext>
            </a:extLst>
          </p:cNvPr>
          <p:cNvSpPr/>
          <p:nvPr>
            <p:custDataLst>
              <p:tags r:id="rId30"/>
            </p:custDataLst>
          </p:nvPr>
        </p:nvSpPr>
        <p:spPr bwMode="gray">
          <a:xfrm rot="5400000">
            <a:off x="83516" y="2034519"/>
            <a:ext cx="860753" cy="321899"/>
          </a:xfrm>
          <a:prstGeom prst="homePlate">
            <a:avLst/>
          </a:prstGeom>
          <a:solidFill>
            <a:schemeClr val="accent3"/>
          </a:solidFill>
          <a:ln w="9525">
            <a:solidFill>
              <a:schemeClr val="accent3"/>
            </a:solidFill>
            <a:miter lim="800000"/>
            <a:headEnd/>
            <a:tailEnd/>
          </a:ln>
          <a:effectLst/>
        </p:spPr>
        <p:txBody>
          <a:bodyPr wrap="none" lIns="18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grpSp>
        <p:nvGrpSpPr>
          <p:cNvPr id="5" name="Groupe 4">
            <a:extLst>
              <a:ext uri="{FF2B5EF4-FFF2-40B4-BE49-F238E27FC236}">
                <a16:creationId xmlns:a16="http://schemas.microsoft.com/office/drawing/2014/main" id="{36ACBB53-A45E-B960-8AC4-12DB612860C0}"/>
              </a:ext>
            </a:extLst>
          </p:cNvPr>
          <p:cNvGrpSpPr/>
          <p:nvPr/>
        </p:nvGrpSpPr>
        <p:grpSpPr>
          <a:xfrm>
            <a:off x="231315" y="1546412"/>
            <a:ext cx="540000" cy="5000057"/>
            <a:chOff x="231315" y="1766845"/>
            <a:chExt cx="540000" cy="4779624"/>
          </a:xfrm>
        </p:grpSpPr>
        <p:sp>
          <p:nvSpPr>
            <p:cNvPr id="46" name="Ellipse 45">
              <a:extLst>
                <a:ext uri="{FF2B5EF4-FFF2-40B4-BE49-F238E27FC236}">
                  <a16:creationId xmlns:a16="http://schemas.microsoft.com/office/drawing/2014/main" id="{7569594F-C387-6E1C-1A78-2546DB66E12D}"/>
                </a:ext>
              </a:extLst>
            </p:cNvPr>
            <p:cNvSpPr>
              <a:spLocks/>
            </p:cNvSpPr>
            <p:nvPr/>
          </p:nvSpPr>
          <p:spPr>
            <a:xfrm>
              <a:off x="231315" y="2983081"/>
              <a:ext cx="540000" cy="540000"/>
            </a:xfrm>
            <a:prstGeom prst="ellipse">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51DC7"/>
                </a:solidFill>
                <a:effectLst/>
                <a:uLnTx/>
                <a:uFillTx/>
                <a:latin typeface="Aptos"/>
                <a:ea typeface="+mn-ea"/>
                <a:cs typeface="+mn-cs"/>
              </a:endParaRPr>
            </a:p>
          </p:txBody>
        </p:sp>
        <p:sp>
          <p:nvSpPr>
            <p:cNvPr id="75" name="Flèche : pentagone 44 [0]">
              <a:extLst>
                <a:ext uri="{FF2B5EF4-FFF2-40B4-BE49-F238E27FC236}">
                  <a16:creationId xmlns:a16="http://schemas.microsoft.com/office/drawing/2014/main" id="{9F75FA96-140D-ED23-B626-DA79BED4FDAB}"/>
                </a:ext>
              </a:extLst>
            </p:cNvPr>
            <p:cNvSpPr>
              <a:spLocks/>
            </p:cNvSpPr>
            <p:nvPr>
              <p:custDataLst>
                <p:tags r:id="rId31"/>
              </p:custDataLst>
            </p:nvPr>
          </p:nvSpPr>
          <p:spPr bwMode="gray">
            <a:xfrm rot="5400000">
              <a:off x="-1194130" y="4675520"/>
              <a:ext cx="3419999" cy="321899"/>
            </a:xfrm>
            <a:prstGeom prst="homePlate">
              <a:avLst/>
            </a:prstGeom>
            <a:solidFill>
              <a:schemeClr val="bg2"/>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76" name="Pentagon 3 [0]">
              <a:extLst>
                <a:ext uri="{FF2B5EF4-FFF2-40B4-BE49-F238E27FC236}">
                  <a16:creationId xmlns:a16="http://schemas.microsoft.com/office/drawing/2014/main" id="{8B0A1360-C81B-BE46-6F38-432C0078E261}"/>
                </a:ext>
              </a:extLst>
            </p:cNvPr>
            <p:cNvSpPr>
              <a:spLocks/>
            </p:cNvSpPr>
            <p:nvPr>
              <p:custDataLst>
                <p:tags r:id="rId32"/>
              </p:custDataLst>
            </p:nvPr>
          </p:nvSpPr>
          <p:spPr bwMode="gray">
            <a:xfrm rot="5400000">
              <a:off x="-276131" y="2397895"/>
              <a:ext cx="1584000" cy="321899"/>
            </a:xfrm>
            <a:prstGeom prst="homePlate">
              <a:avLst/>
            </a:prstGeom>
            <a:solidFill>
              <a:schemeClr val="accent3"/>
            </a:solidFill>
            <a:ln w="9525">
              <a:solidFill>
                <a:schemeClr val="accent3"/>
              </a:solidFill>
              <a:miter lim="800000"/>
              <a:headEnd/>
              <a:tailEnd/>
            </a:ln>
            <a:effectLst/>
          </p:spPr>
          <p:txBody>
            <a:bodyPr wrap="none" lIns="18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123" name="ZoneTexte 122">
              <a:extLst>
                <a:ext uri="{FF2B5EF4-FFF2-40B4-BE49-F238E27FC236}">
                  <a16:creationId xmlns:a16="http://schemas.microsoft.com/office/drawing/2014/main" id="{7A25FE29-EA69-0122-F7FF-488D25D9295C}"/>
                </a:ext>
              </a:extLst>
            </p:cNvPr>
            <p:cNvSpPr txBox="1">
              <a:spLocks/>
            </p:cNvSpPr>
            <p:nvPr/>
          </p:nvSpPr>
          <p:spPr>
            <a:xfrm rot="16200000">
              <a:off x="-165227" y="2319054"/>
              <a:ext cx="1362193" cy="276999"/>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ptos"/>
                  <a:ea typeface="+mn-ea"/>
                  <a:cs typeface="+mn-cs"/>
                </a:rPr>
                <a:t>Cartographie</a:t>
              </a:r>
            </a:p>
          </p:txBody>
        </p:sp>
        <p:sp>
          <p:nvSpPr>
            <p:cNvPr id="87" name="ZoneTexte 86">
              <a:extLst>
                <a:ext uri="{FF2B5EF4-FFF2-40B4-BE49-F238E27FC236}">
                  <a16:creationId xmlns:a16="http://schemas.microsoft.com/office/drawing/2014/main" id="{C1F49BFE-376E-5709-8FDC-9A6E0CD0D313}"/>
                </a:ext>
              </a:extLst>
            </p:cNvPr>
            <p:cNvSpPr txBox="1">
              <a:spLocks/>
            </p:cNvSpPr>
            <p:nvPr/>
          </p:nvSpPr>
          <p:spPr>
            <a:xfrm rot="16200000">
              <a:off x="-400534" y="4661047"/>
              <a:ext cx="1832807" cy="278351"/>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ptos"/>
                  <a:ea typeface="+mn-ea"/>
                  <a:cs typeface="+mn-cs"/>
                </a:rPr>
                <a:t>MCO et MCS</a:t>
              </a:r>
            </a:p>
          </p:txBody>
        </p:sp>
      </p:grpSp>
      <p:grpSp>
        <p:nvGrpSpPr>
          <p:cNvPr id="3" name="Groupe 2">
            <a:extLst>
              <a:ext uri="{FF2B5EF4-FFF2-40B4-BE49-F238E27FC236}">
                <a16:creationId xmlns:a16="http://schemas.microsoft.com/office/drawing/2014/main" id="{060D50A2-A262-0C45-89DC-789C0C19D348}"/>
              </a:ext>
            </a:extLst>
          </p:cNvPr>
          <p:cNvGrpSpPr/>
          <p:nvPr/>
        </p:nvGrpSpPr>
        <p:grpSpPr>
          <a:xfrm>
            <a:off x="8968517" y="185504"/>
            <a:ext cx="2372228" cy="453642"/>
            <a:chOff x="8968517" y="185504"/>
            <a:chExt cx="2372228" cy="453642"/>
          </a:xfrm>
        </p:grpSpPr>
        <p:grpSp>
          <p:nvGrpSpPr>
            <p:cNvPr id="28" name="Groupe 27">
              <a:extLst>
                <a:ext uri="{FF2B5EF4-FFF2-40B4-BE49-F238E27FC236}">
                  <a16:creationId xmlns:a16="http://schemas.microsoft.com/office/drawing/2014/main" id="{8E4DE87A-E127-1A5F-D522-FC8355DC4ED9}"/>
                </a:ext>
              </a:extLst>
            </p:cNvPr>
            <p:cNvGrpSpPr>
              <a:grpSpLocks/>
            </p:cNvGrpSpPr>
            <p:nvPr/>
          </p:nvGrpSpPr>
          <p:grpSpPr>
            <a:xfrm>
              <a:off x="9050180" y="280235"/>
              <a:ext cx="259207" cy="264179"/>
              <a:chOff x="177275" y="6410013"/>
              <a:chExt cx="210606" cy="214645"/>
            </a:xfrm>
            <a:solidFill>
              <a:srgbClr val="546B8C"/>
            </a:solidFill>
          </p:grpSpPr>
          <p:sp>
            <p:nvSpPr>
              <p:cNvPr id="32" name="Ellipse 139">
                <a:extLst>
                  <a:ext uri="{FF2B5EF4-FFF2-40B4-BE49-F238E27FC236}">
                    <a16:creationId xmlns:a16="http://schemas.microsoft.com/office/drawing/2014/main" id="{A6716316-8274-3EF5-F5B4-F37CC4D83011}"/>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33" name="Connecteur droit 32">
                <a:extLst>
                  <a:ext uri="{FF2B5EF4-FFF2-40B4-BE49-F238E27FC236}">
                    <a16:creationId xmlns:a16="http://schemas.microsoft.com/office/drawing/2014/main" id="{AA9D79F8-6AF5-C465-D32A-8723E52161C7}"/>
                  </a:ext>
                </a:extLst>
              </p:cNvPr>
              <p:cNvCxnSpPr>
                <a:stCxn id="32" idx="7"/>
                <a:endCxn id="32" idx="3"/>
              </p:cNvCxnSpPr>
              <p:nvPr/>
            </p:nvCxnSpPr>
            <p:spPr>
              <a:xfrm flipH="1">
                <a:off x="208118" y="6441447"/>
                <a:ext cx="148921"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9" name="TextBox 302">
              <a:extLst>
                <a:ext uri="{FF2B5EF4-FFF2-40B4-BE49-F238E27FC236}">
                  <a16:creationId xmlns:a16="http://schemas.microsoft.com/office/drawing/2014/main" id="{03C2E648-A708-51BD-8F71-1C6F57AF8C6A}"/>
                </a:ext>
              </a:extLst>
            </p:cNvPr>
            <p:cNvSpPr txBox="1">
              <a:spLocks/>
            </p:cNvSpPr>
            <p:nvPr/>
          </p:nvSpPr>
          <p:spPr>
            <a:xfrm>
              <a:off x="9203296" y="279714"/>
              <a:ext cx="2137449" cy="265221"/>
            </a:xfrm>
            <a:prstGeom prst="rect">
              <a:avLst/>
            </a:prstGeom>
            <a:noFill/>
          </p:spPr>
          <p:txBody>
            <a:bodyPr wrap="square" lIns="132923" tIns="56271" rIns="132923" bIns="56271"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85" b="0" i="0" u="none" strike="noStrike" kern="1200" cap="none" spc="0" normalizeH="0" baseline="0" noProof="0">
                  <a:ln>
                    <a:noFill/>
                  </a:ln>
                  <a:solidFill>
                    <a:srgbClr val="451DC7">
                      <a:lumMod val="100000"/>
                    </a:srgbClr>
                  </a:solidFill>
                  <a:effectLst/>
                  <a:uLnTx/>
                  <a:uFillTx/>
                  <a:latin typeface="Aptos"/>
                  <a:ea typeface="+mn-ea"/>
                  <a:cs typeface="+mn-cs"/>
                </a:rPr>
                <a:t>Objectif ne s’appliquant qu’aux EE</a:t>
              </a:r>
              <a:endParaRPr kumimoji="0" lang="fr-FR" sz="985" b="0" i="0" u="none" strike="noStrike" kern="1200" cap="none" spc="0" normalizeH="0" baseline="0" noProof="0">
                <a:ln>
                  <a:noFill/>
                </a:ln>
                <a:solidFill>
                  <a:srgbClr val="451DC7">
                    <a:lumMod val="100000"/>
                  </a:srgbClr>
                </a:solidFill>
                <a:effectLst/>
                <a:uLnTx/>
                <a:uFillTx/>
                <a:latin typeface="Aptos"/>
                <a:ea typeface="Tahoma"/>
                <a:cs typeface="Tahoma"/>
              </a:endParaRPr>
            </a:p>
          </p:txBody>
        </p:sp>
        <p:sp>
          <p:nvSpPr>
            <p:cNvPr id="30" name="Rectangle 29">
              <a:extLst>
                <a:ext uri="{FF2B5EF4-FFF2-40B4-BE49-F238E27FC236}">
                  <a16:creationId xmlns:a16="http://schemas.microsoft.com/office/drawing/2014/main" id="{7108C2C7-C644-68EC-93A6-2D2A4871FC7E}"/>
                </a:ext>
              </a:extLst>
            </p:cNvPr>
            <p:cNvSpPr>
              <a:spLocks/>
            </p:cNvSpPr>
            <p:nvPr/>
          </p:nvSpPr>
          <p:spPr>
            <a:xfrm>
              <a:off x="8968517" y="185504"/>
              <a:ext cx="2270983" cy="453642"/>
            </a:xfrm>
            <a:prstGeom prst="rect">
              <a:avLst/>
            </a:prstGeom>
            <a:noFill/>
            <a:ln w="12700" cap="flat" cmpd="sng" algn="ctr">
              <a:solidFill>
                <a:schemeClr val="tx1">
                  <a:lumMod val="100000"/>
                </a:schemeClr>
              </a:solidFill>
              <a:prstDash val="sys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451DC7"/>
                </a:solidFill>
                <a:effectLst/>
                <a:uLnTx/>
                <a:uFillTx/>
                <a:latin typeface="Aptos"/>
                <a:ea typeface="+mn-ea"/>
                <a:cs typeface="+mn-cs"/>
              </a:endParaRPr>
            </a:p>
          </p:txBody>
        </p:sp>
      </p:grpSp>
      <p:sp>
        <p:nvSpPr>
          <p:cNvPr id="6" name="Espace réservé du texte 2">
            <a:extLst>
              <a:ext uri="{FF2B5EF4-FFF2-40B4-BE49-F238E27FC236}">
                <a16:creationId xmlns:a16="http://schemas.microsoft.com/office/drawing/2014/main" id="{7538E9A0-1C97-FBD8-606D-5D3E282E1DA4}"/>
              </a:ext>
            </a:extLst>
          </p:cNvPr>
          <p:cNvSpPr>
            <a:spLocks noGrp="1"/>
          </p:cNvSpPr>
          <p:nvPr>
            <p:ph type="body" sz="quarter" idx="13"/>
          </p:nvPr>
        </p:nvSpPr>
        <p:spPr>
          <a:xfrm>
            <a:off x="425354" y="144314"/>
            <a:ext cx="11342769" cy="260350"/>
          </a:xfrm>
        </p:spPr>
        <p:txBody>
          <a:bodyPr/>
          <a:lstStyle/>
          <a:p>
            <a:r>
              <a:rPr lang="fr-FR"/>
              <a:t>MISE EN CONFORMITE A LA NIS 2</a:t>
            </a:r>
          </a:p>
        </p:txBody>
      </p:sp>
    </p:spTree>
    <p:extLst>
      <p:ext uri="{BB962C8B-B14F-4D97-AF65-F5344CB8AC3E}">
        <p14:creationId xmlns:p14="http://schemas.microsoft.com/office/powerpoint/2010/main" val="2430415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 coins arrondis 10">
            <a:extLst>
              <a:ext uri="{FF2B5EF4-FFF2-40B4-BE49-F238E27FC236}">
                <a16:creationId xmlns:a16="http://schemas.microsoft.com/office/drawing/2014/main" id="{69082FF4-75DD-ACC1-9DE4-63E9D72075B7}"/>
              </a:ext>
            </a:extLst>
          </p:cNvPr>
          <p:cNvSpPr>
            <a:spLocks/>
          </p:cNvSpPr>
          <p:nvPr/>
        </p:nvSpPr>
        <p:spPr>
          <a:xfrm>
            <a:off x="423879" y="1628380"/>
            <a:ext cx="4969948" cy="337534"/>
          </a:xfrm>
          <a:prstGeom prst="roundRect">
            <a:avLst/>
          </a:prstGeom>
          <a:solidFill>
            <a:schemeClr val="accent3">
              <a:lumMod val="100000"/>
            </a:schemeClr>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250F6B">
                  <a:lumMod val="100000"/>
                </a:srgbClr>
              </a:solidFill>
              <a:effectLst/>
              <a:uLnTx/>
              <a:uFillTx/>
              <a:latin typeface="Aptos"/>
              <a:ea typeface="+mn-ea"/>
              <a:cs typeface="+mn-cs"/>
            </a:endParaRPr>
          </a:p>
        </p:txBody>
      </p:sp>
      <p:sp>
        <p:nvSpPr>
          <p:cNvPr id="10" name="Rectangle : coins arrondis 9">
            <a:extLst>
              <a:ext uri="{FF2B5EF4-FFF2-40B4-BE49-F238E27FC236}">
                <a16:creationId xmlns:a16="http://schemas.microsoft.com/office/drawing/2014/main" id="{696D6996-0158-178F-AD95-C2FA3D7D7AD9}"/>
              </a:ext>
            </a:extLst>
          </p:cNvPr>
          <p:cNvSpPr>
            <a:spLocks/>
          </p:cNvSpPr>
          <p:nvPr/>
        </p:nvSpPr>
        <p:spPr>
          <a:xfrm>
            <a:off x="423879" y="4588085"/>
            <a:ext cx="4969948" cy="337534"/>
          </a:xfrm>
          <a:prstGeom prst="roundRect">
            <a:avLst/>
          </a:prstGeom>
          <a:solidFill>
            <a:schemeClr val="accent3">
              <a:lumMod val="100000"/>
            </a:schemeClr>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250F6B">
                  <a:lumMod val="100000"/>
                </a:srgbClr>
              </a:solidFill>
              <a:effectLst/>
              <a:uLnTx/>
              <a:uFillTx/>
              <a:latin typeface="Aptos"/>
              <a:ea typeface="+mn-ea"/>
              <a:cs typeface="+mn-cs"/>
            </a:endParaRPr>
          </a:p>
        </p:txBody>
      </p:sp>
      <p:sp>
        <p:nvSpPr>
          <p:cNvPr id="70" name="Rectangle 69">
            <a:extLst>
              <a:ext uri="{FF2B5EF4-FFF2-40B4-BE49-F238E27FC236}">
                <a16:creationId xmlns:a16="http://schemas.microsoft.com/office/drawing/2014/main" id="{12E897B4-34DF-A720-1674-6CD9B9894EAD}"/>
              </a:ext>
            </a:extLst>
          </p:cNvPr>
          <p:cNvSpPr/>
          <p:nvPr/>
        </p:nvSpPr>
        <p:spPr>
          <a:xfrm>
            <a:off x="10089377" y="5708928"/>
            <a:ext cx="2084962" cy="11331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451DC7"/>
              </a:solidFill>
              <a:effectLst/>
              <a:uLnTx/>
              <a:uFillTx/>
              <a:latin typeface="Aptos"/>
              <a:ea typeface="+mn-ea"/>
              <a:cs typeface="+mn-cs"/>
            </a:endParaRPr>
          </a:p>
        </p:txBody>
      </p:sp>
      <p:sp>
        <p:nvSpPr>
          <p:cNvPr id="2" name="Titre 1">
            <a:extLst>
              <a:ext uri="{FF2B5EF4-FFF2-40B4-BE49-F238E27FC236}">
                <a16:creationId xmlns:a16="http://schemas.microsoft.com/office/drawing/2014/main" id="{51FD15A2-A9DA-CDE8-55C4-EA78223E0549}"/>
              </a:ext>
            </a:extLst>
          </p:cNvPr>
          <p:cNvSpPr>
            <a:spLocks noGrp="1"/>
          </p:cNvSpPr>
          <p:nvPr>
            <p:ph type="title"/>
          </p:nvPr>
        </p:nvSpPr>
        <p:spPr/>
        <p:txBody>
          <a:bodyPr/>
          <a:lstStyle/>
          <a:p>
            <a:r>
              <a:rPr lang="fr-FR"/>
              <a:t>Protection - Objectifs 9/11/12</a:t>
            </a:r>
            <a:endParaRPr lang="en-US"/>
          </a:p>
        </p:txBody>
      </p:sp>
      <p:sp>
        <p:nvSpPr>
          <p:cNvPr id="13" name="ZoneTexte 25">
            <a:extLst>
              <a:ext uri="{FF2B5EF4-FFF2-40B4-BE49-F238E27FC236}">
                <a16:creationId xmlns:a16="http://schemas.microsoft.com/office/drawing/2014/main" id="{59A31997-26AB-A229-CEFA-8C42E3D616F3}"/>
              </a:ext>
            </a:extLst>
          </p:cNvPr>
          <p:cNvSpPr txBox="1">
            <a:spLocks/>
          </p:cNvSpPr>
          <p:nvPr/>
        </p:nvSpPr>
        <p:spPr>
          <a:xfrm>
            <a:off x="423879" y="878387"/>
            <a:ext cx="4969948" cy="523220"/>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9 : </a:t>
            </a:r>
            <a:r>
              <a:rPr kumimoji="0" lang="fr-FR" sz="1400" b="1" i="0" u="none" strike="noStrike" kern="1200" cap="none" spc="0" normalizeH="0" baseline="0" noProof="0">
                <a:ln>
                  <a:noFill/>
                </a:ln>
                <a:solidFill>
                  <a:srgbClr val="451DC7"/>
                </a:solidFill>
                <a:effectLst/>
                <a:uLnTx/>
                <a:uFillTx/>
                <a:latin typeface="Aptos"/>
                <a:ea typeface="+mn-ea"/>
                <a:cs typeface="+mn-cs"/>
              </a:rPr>
              <a:t>L’entité sécurise l’architecture de ses systèmes d’information réglementés</a:t>
            </a:r>
          </a:p>
        </p:txBody>
      </p:sp>
      <p:pic>
        <p:nvPicPr>
          <p:cNvPr id="145" name="Graphic 2 [2]" hidden="1">
            <a:extLst>
              <a:ext uri="{FF2B5EF4-FFF2-40B4-BE49-F238E27FC236}">
                <a16:creationId xmlns:a16="http://schemas.microsoft.com/office/drawing/2014/main" id="{9BE46FAB-E9B4-CE80-C846-4AA62E7BE580}"/>
              </a:ext>
            </a:extLst>
          </p:cNvPr>
          <p:cNvPicPr>
            <a:picLocks noChangeAspect="1"/>
          </p:cNvPicPr>
          <p:nvPr>
            <p:custDataLst>
              <p:tags r:id="rId1"/>
            </p:custDataLst>
          </p:nvPr>
        </p:nvPicPr>
        <p:blipFill>
          <a:blip r:embed="rId18">
            <a:extLst>
              <a:ext uri="{96DAC541-7B7A-43D3-8B79-37D633B846F1}">
                <asvg:svgBlip xmlns:asvg="http://schemas.microsoft.com/office/drawing/2016/SVG/main" r:embed="rId19"/>
              </a:ext>
            </a:extLst>
          </a:blip>
          <a:stretch>
            <a:fillRect/>
          </a:stretch>
        </p:blipFill>
        <p:spPr>
          <a:xfrm>
            <a:off x="565057" y="2529964"/>
            <a:ext cx="409797" cy="409797"/>
          </a:xfrm>
          <a:prstGeom prst="rect">
            <a:avLst/>
          </a:prstGeom>
        </p:spPr>
      </p:pic>
      <p:pic>
        <p:nvPicPr>
          <p:cNvPr id="147" name="Graphic 8 [0]" hidden="1">
            <a:extLst>
              <a:ext uri="{FF2B5EF4-FFF2-40B4-BE49-F238E27FC236}">
                <a16:creationId xmlns:a16="http://schemas.microsoft.com/office/drawing/2014/main" id="{837E5FED-F54C-703C-AF2A-300EE662F101}"/>
              </a:ext>
            </a:extLst>
          </p:cNvPr>
          <p:cNvPicPr>
            <a:picLocks noChangeAspect="1"/>
          </p:cNvPicPr>
          <p:nvPr>
            <p:custDataLst>
              <p:tags r:id="rId2"/>
            </p:custDataLst>
          </p:nvPr>
        </p:nvPicPr>
        <p:blipFill>
          <a:blip r:embed="rId20">
            <a:extLst>
              <a:ext uri="{96DAC541-7B7A-43D3-8B79-37D633B846F1}">
                <asvg:svgBlip xmlns:asvg="http://schemas.microsoft.com/office/drawing/2016/SVG/main" r:embed="rId21"/>
              </a:ext>
            </a:extLst>
          </a:blip>
          <a:stretch>
            <a:fillRect/>
          </a:stretch>
        </p:blipFill>
        <p:spPr>
          <a:xfrm>
            <a:off x="565057" y="2529964"/>
            <a:ext cx="409797" cy="409797"/>
          </a:xfrm>
          <a:prstGeom prst="rect">
            <a:avLst/>
          </a:prstGeom>
        </p:spPr>
      </p:pic>
      <p:pic>
        <p:nvPicPr>
          <p:cNvPr id="148" name="Graphic 12 [3]" hidden="1">
            <a:extLst>
              <a:ext uri="{FF2B5EF4-FFF2-40B4-BE49-F238E27FC236}">
                <a16:creationId xmlns:a16="http://schemas.microsoft.com/office/drawing/2014/main" id="{3F54FB12-F38F-ED25-5D04-09E150256FAF}"/>
              </a:ext>
            </a:extLst>
          </p:cNvPr>
          <p:cNvPicPr>
            <a:picLocks noChangeAspect="1"/>
          </p:cNvPicPr>
          <p:nvPr>
            <p:custDataLst>
              <p:tags r:id="rId3"/>
            </p:custDataLst>
          </p:nvPr>
        </p:nvPicPr>
        <p:blipFill>
          <a:blip r:embed="rId22">
            <a:extLst>
              <a:ext uri="{96DAC541-7B7A-43D3-8B79-37D633B846F1}">
                <asvg:svgBlip xmlns:asvg="http://schemas.microsoft.com/office/drawing/2016/SVG/main" r:embed="rId23"/>
              </a:ext>
            </a:extLst>
          </a:blip>
          <a:stretch>
            <a:fillRect/>
          </a:stretch>
        </p:blipFill>
        <p:spPr>
          <a:xfrm>
            <a:off x="565057" y="2529964"/>
            <a:ext cx="409797" cy="409797"/>
          </a:xfrm>
          <a:prstGeom prst="rect">
            <a:avLst/>
          </a:prstGeom>
        </p:spPr>
      </p:pic>
      <p:pic>
        <p:nvPicPr>
          <p:cNvPr id="139" name="Graphic 2 [2]" hidden="1">
            <a:extLst>
              <a:ext uri="{FF2B5EF4-FFF2-40B4-BE49-F238E27FC236}">
                <a16:creationId xmlns:a16="http://schemas.microsoft.com/office/drawing/2014/main" id="{A8110EAE-AC40-F928-8F30-0758BC8D128D}"/>
              </a:ext>
            </a:extLst>
          </p:cNvPr>
          <p:cNvPicPr>
            <a:picLocks noChangeAspect="1"/>
          </p:cNvPicPr>
          <p:nvPr>
            <p:custDataLst>
              <p:tags r:id="rId4"/>
            </p:custDataLst>
          </p:nvPr>
        </p:nvPicPr>
        <p:blipFill>
          <a:blip r:embed="rId24">
            <a:extLst>
              <a:ext uri="{96DAC541-7B7A-43D3-8B79-37D633B846F1}">
                <asvg:svgBlip xmlns:asvg="http://schemas.microsoft.com/office/drawing/2016/SVG/main" r:embed="rId25"/>
              </a:ext>
            </a:extLst>
          </a:blip>
          <a:stretch>
            <a:fillRect/>
          </a:stretch>
        </p:blipFill>
        <p:spPr>
          <a:xfrm>
            <a:off x="565057" y="3049146"/>
            <a:ext cx="409797" cy="409797"/>
          </a:xfrm>
          <a:prstGeom prst="rect">
            <a:avLst/>
          </a:prstGeom>
        </p:spPr>
      </p:pic>
      <p:pic>
        <p:nvPicPr>
          <p:cNvPr id="141" name="Graphic 7 [0]" hidden="1">
            <a:extLst>
              <a:ext uri="{FF2B5EF4-FFF2-40B4-BE49-F238E27FC236}">
                <a16:creationId xmlns:a16="http://schemas.microsoft.com/office/drawing/2014/main" id="{2421BCFD-DA95-4B71-9E76-A3DC8620534B}"/>
              </a:ext>
            </a:extLst>
          </p:cNvPr>
          <p:cNvPicPr>
            <a:picLocks noChangeAspect="1"/>
          </p:cNvPicPr>
          <p:nvPr>
            <p:custDataLst>
              <p:tags r:id="rId5"/>
            </p:custDataLst>
          </p:nvPr>
        </p:nvPicPr>
        <p:blipFill>
          <a:blip r:embed="rId26">
            <a:extLst>
              <a:ext uri="{96DAC541-7B7A-43D3-8B79-37D633B846F1}">
                <asvg:svgBlip xmlns:asvg="http://schemas.microsoft.com/office/drawing/2016/SVG/main" r:embed="rId27"/>
              </a:ext>
            </a:extLst>
          </a:blip>
          <a:stretch>
            <a:fillRect/>
          </a:stretch>
        </p:blipFill>
        <p:spPr>
          <a:xfrm>
            <a:off x="565057" y="3049146"/>
            <a:ext cx="409797" cy="409797"/>
          </a:xfrm>
          <a:prstGeom prst="rect">
            <a:avLst/>
          </a:prstGeom>
        </p:spPr>
      </p:pic>
      <p:pic>
        <p:nvPicPr>
          <p:cNvPr id="142" name="Graphic 9 [3]" hidden="1">
            <a:extLst>
              <a:ext uri="{FF2B5EF4-FFF2-40B4-BE49-F238E27FC236}">
                <a16:creationId xmlns:a16="http://schemas.microsoft.com/office/drawing/2014/main" id="{0BDAA877-1F8D-04E5-7FC3-A75D1BE63F45}"/>
              </a:ext>
            </a:extLst>
          </p:cNvPr>
          <p:cNvPicPr>
            <a:picLocks noChangeAspect="1"/>
          </p:cNvPicPr>
          <p:nvPr>
            <p:custDataLst>
              <p:tags r:id="rId6"/>
            </p:custDataLst>
          </p:nvPr>
        </p:nvPicPr>
        <p:blipFill>
          <a:blip r:embed="rId28">
            <a:extLst>
              <a:ext uri="{96DAC541-7B7A-43D3-8B79-37D633B846F1}">
                <asvg:svgBlip xmlns:asvg="http://schemas.microsoft.com/office/drawing/2016/SVG/main" r:embed="rId29"/>
              </a:ext>
            </a:extLst>
          </a:blip>
          <a:stretch>
            <a:fillRect/>
          </a:stretch>
        </p:blipFill>
        <p:spPr>
          <a:xfrm>
            <a:off x="565057" y="3049146"/>
            <a:ext cx="409797" cy="409797"/>
          </a:xfrm>
          <a:prstGeom prst="rect">
            <a:avLst/>
          </a:prstGeom>
        </p:spPr>
      </p:pic>
      <p:pic>
        <p:nvPicPr>
          <p:cNvPr id="134" name="Graphic 4 [0]" hidden="1">
            <a:extLst>
              <a:ext uri="{FF2B5EF4-FFF2-40B4-BE49-F238E27FC236}">
                <a16:creationId xmlns:a16="http://schemas.microsoft.com/office/drawing/2014/main" id="{600FD372-BAD4-431D-8EA7-F3B6FA286003}"/>
              </a:ext>
            </a:extLst>
          </p:cNvPr>
          <p:cNvPicPr>
            <a:picLocks noChangeAspect="1"/>
          </p:cNvPicPr>
          <p:nvPr>
            <p:custDataLst>
              <p:tags r:id="rId7"/>
            </p:custDataLst>
          </p:nvPr>
        </p:nvPicPr>
        <p:blipFill>
          <a:blip r:embed="rId30">
            <a:extLst>
              <a:ext uri="{96DAC541-7B7A-43D3-8B79-37D633B846F1}">
                <asvg:svgBlip xmlns:asvg="http://schemas.microsoft.com/office/drawing/2016/SVG/main" r:embed="rId31"/>
              </a:ext>
            </a:extLst>
          </a:blip>
          <a:stretch>
            <a:fillRect/>
          </a:stretch>
        </p:blipFill>
        <p:spPr>
          <a:xfrm>
            <a:off x="776118" y="3547705"/>
            <a:ext cx="409797" cy="409797"/>
          </a:xfrm>
          <a:prstGeom prst="rect">
            <a:avLst/>
          </a:prstGeom>
        </p:spPr>
      </p:pic>
      <p:pic>
        <p:nvPicPr>
          <p:cNvPr id="135" name="Graphic 8 [3]" hidden="1">
            <a:extLst>
              <a:ext uri="{FF2B5EF4-FFF2-40B4-BE49-F238E27FC236}">
                <a16:creationId xmlns:a16="http://schemas.microsoft.com/office/drawing/2014/main" id="{2AA08B65-2938-AC87-8417-085307944000}"/>
              </a:ext>
            </a:extLst>
          </p:cNvPr>
          <p:cNvPicPr>
            <a:picLocks noChangeAspect="1"/>
          </p:cNvPicPr>
          <p:nvPr>
            <p:custDataLst>
              <p:tags r:id="rId8"/>
            </p:custDataLst>
          </p:nvPr>
        </p:nvPicPr>
        <p:blipFill>
          <a:blip r:embed="rId32">
            <a:extLst>
              <a:ext uri="{96DAC541-7B7A-43D3-8B79-37D633B846F1}">
                <asvg:svgBlip xmlns:asvg="http://schemas.microsoft.com/office/drawing/2016/SVG/main" r:embed="rId33"/>
              </a:ext>
            </a:extLst>
          </a:blip>
          <a:stretch>
            <a:fillRect/>
          </a:stretch>
        </p:blipFill>
        <p:spPr>
          <a:xfrm>
            <a:off x="776118" y="3547705"/>
            <a:ext cx="409797" cy="409797"/>
          </a:xfrm>
          <a:prstGeom prst="rect">
            <a:avLst/>
          </a:prstGeom>
        </p:spPr>
      </p:pic>
      <p:pic>
        <p:nvPicPr>
          <p:cNvPr id="136" name="Graphic 12 [2]" hidden="1">
            <a:extLst>
              <a:ext uri="{FF2B5EF4-FFF2-40B4-BE49-F238E27FC236}">
                <a16:creationId xmlns:a16="http://schemas.microsoft.com/office/drawing/2014/main" id="{2569AB2A-27EF-F925-BD17-B5A9464669C2}"/>
              </a:ext>
            </a:extLst>
          </p:cNvPr>
          <p:cNvPicPr>
            <a:picLocks noChangeAspect="1"/>
          </p:cNvPicPr>
          <p:nvPr>
            <p:custDataLst>
              <p:tags r:id="rId9"/>
            </p:custDataLst>
          </p:nvPr>
        </p:nvPicPr>
        <p:blipFill>
          <a:blip r:embed="rId34">
            <a:extLst>
              <a:ext uri="{96DAC541-7B7A-43D3-8B79-37D633B846F1}">
                <asvg:svgBlip xmlns:asvg="http://schemas.microsoft.com/office/drawing/2016/SVG/main" r:embed="rId35"/>
              </a:ext>
            </a:extLst>
          </a:blip>
          <a:stretch>
            <a:fillRect/>
          </a:stretch>
        </p:blipFill>
        <p:spPr>
          <a:xfrm>
            <a:off x="776118" y="3547705"/>
            <a:ext cx="409797" cy="409797"/>
          </a:xfrm>
          <a:prstGeom prst="rect">
            <a:avLst/>
          </a:prstGeom>
        </p:spPr>
      </p:pic>
      <p:pic>
        <p:nvPicPr>
          <p:cNvPr id="166" name="Graphic 2 [3]" hidden="1">
            <a:extLst>
              <a:ext uri="{FF2B5EF4-FFF2-40B4-BE49-F238E27FC236}">
                <a16:creationId xmlns:a16="http://schemas.microsoft.com/office/drawing/2014/main" id="{2A87CBEA-DED1-5011-5269-CBB9DB1B14E4}"/>
              </a:ext>
            </a:extLst>
          </p:cNvPr>
          <p:cNvPicPr>
            <a:picLocks noChangeAspect="1"/>
          </p:cNvPicPr>
          <p:nvPr>
            <p:custDataLst>
              <p:tags r:id="rId10"/>
            </p:custDataLst>
          </p:nvPr>
        </p:nvPicPr>
        <p:blipFill>
          <a:blip r:embed="rId36">
            <a:extLst>
              <a:ext uri="{96DAC541-7B7A-43D3-8B79-37D633B846F1}">
                <asvg:svgBlip xmlns:asvg="http://schemas.microsoft.com/office/drawing/2016/SVG/main" r:embed="rId37"/>
              </a:ext>
            </a:extLst>
          </a:blip>
          <a:stretch>
            <a:fillRect/>
          </a:stretch>
        </p:blipFill>
        <p:spPr>
          <a:xfrm>
            <a:off x="774812" y="2498506"/>
            <a:ext cx="271697" cy="271697"/>
          </a:xfrm>
          <a:prstGeom prst="rect">
            <a:avLst/>
          </a:prstGeom>
        </p:spPr>
      </p:pic>
      <p:pic>
        <p:nvPicPr>
          <p:cNvPr id="167" name="Graphic 4 [2]" hidden="1">
            <a:extLst>
              <a:ext uri="{FF2B5EF4-FFF2-40B4-BE49-F238E27FC236}">
                <a16:creationId xmlns:a16="http://schemas.microsoft.com/office/drawing/2014/main" id="{05D6A7FC-71E6-37CF-4F39-1E3DC8A09441}"/>
              </a:ext>
            </a:extLst>
          </p:cNvPr>
          <p:cNvPicPr>
            <a:picLocks noChangeAspect="1"/>
          </p:cNvPicPr>
          <p:nvPr>
            <p:custDataLst>
              <p:tags r:id="rId11"/>
            </p:custDataLst>
          </p:nvPr>
        </p:nvPicPr>
        <p:blipFill>
          <a:blip r:embed="rId38">
            <a:extLst>
              <a:ext uri="{96DAC541-7B7A-43D3-8B79-37D633B846F1}">
                <asvg:svgBlip xmlns:asvg="http://schemas.microsoft.com/office/drawing/2016/SVG/main" r:embed="rId39"/>
              </a:ext>
            </a:extLst>
          </a:blip>
          <a:stretch>
            <a:fillRect/>
          </a:stretch>
        </p:blipFill>
        <p:spPr>
          <a:xfrm>
            <a:off x="774812" y="2498506"/>
            <a:ext cx="271697" cy="271697"/>
          </a:xfrm>
          <a:prstGeom prst="rect">
            <a:avLst/>
          </a:prstGeom>
        </p:spPr>
      </p:pic>
      <p:pic>
        <p:nvPicPr>
          <p:cNvPr id="169" name="Graphic 12 [1]" hidden="1">
            <a:extLst>
              <a:ext uri="{FF2B5EF4-FFF2-40B4-BE49-F238E27FC236}">
                <a16:creationId xmlns:a16="http://schemas.microsoft.com/office/drawing/2014/main" id="{967E5E5F-CE45-3FC8-DD79-A6AE4C36ECE9}"/>
              </a:ext>
            </a:extLst>
          </p:cNvPr>
          <p:cNvPicPr>
            <a:picLocks noChangeAspect="1"/>
          </p:cNvPicPr>
          <p:nvPr>
            <p:custDataLst>
              <p:tags r:id="rId12"/>
            </p:custDataLst>
          </p:nvPr>
        </p:nvPicPr>
        <p:blipFill>
          <a:blip r:embed="rId40">
            <a:extLst>
              <a:ext uri="{96DAC541-7B7A-43D3-8B79-37D633B846F1}">
                <asvg:svgBlip xmlns:asvg="http://schemas.microsoft.com/office/drawing/2016/SVG/main" r:embed="rId41"/>
              </a:ext>
            </a:extLst>
          </a:blip>
          <a:stretch>
            <a:fillRect/>
          </a:stretch>
        </p:blipFill>
        <p:spPr>
          <a:xfrm>
            <a:off x="774812" y="2498506"/>
            <a:ext cx="271697" cy="271697"/>
          </a:xfrm>
          <a:prstGeom prst="rect">
            <a:avLst/>
          </a:prstGeom>
        </p:spPr>
      </p:pic>
      <p:pic>
        <p:nvPicPr>
          <p:cNvPr id="32" name="Graphic 2 [2]" hidden="1">
            <a:extLst>
              <a:ext uri="{FF2B5EF4-FFF2-40B4-BE49-F238E27FC236}">
                <a16:creationId xmlns:a16="http://schemas.microsoft.com/office/drawing/2014/main" id="{64E66287-DD88-E3CD-73B7-DC2FD215F677}"/>
              </a:ext>
            </a:extLst>
          </p:cNvPr>
          <p:cNvPicPr>
            <a:picLocks noChangeAspect="1"/>
          </p:cNvPicPr>
          <p:nvPr>
            <p:custDataLst>
              <p:tags r:id="rId13"/>
            </p:custDataLst>
          </p:nvPr>
        </p:nvPicPr>
        <p:blipFill>
          <a:blip r:embed="rId42">
            <a:extLst>
              <a:ext uri="{96DAC541-7B7A-43D3-8B79-37D633B846F1}">
                <asvg:svgBlip xmlns:asvg="http://schemas.microsoft.com/office/drawing/2016/SVG/main" r:embed="rId43"/>
              </a:ext>
            </a:extLst>
          </a:blip>
          <a:stretch>
            <a:fillRect/>
          </a:stretch>
        </p:blipFill>
        <p:spPr>
          <a:xfrm>
            <a:off x="-127898" y="4382869"/>
            <a:ext cx="1619250" cy="1619250"/>
          </a:xfrm>
          <a:prstGeom prst="rect">
            <a:avLst/>
          </a:prstGeom>
        </p:spPr>
      </p:pic>
      <p:pic>
        <p:nvPicPr>
          <p:cNvPr id="33" name="Graphic 4 [1]" hidden="1">
            <a:extLst>
              <a:ext uri="{FF2B5EF4-FFF2-40B4-BE49-F238E27FC236}">
                <a16:creationId xmlns:a16="http://schemas.microsoft.com/office/drawing/2014/main" id="{824530CC-9B58-C47A-6BDB-1DF5119CD06A}"/>
              </a:ext>
            </a:extLst>
          </p:cNvPr>
          <p:cNvPicPr>
            <a:picLocks noChangeAspect="1"/>
          </p:cNvPicPr>
          <p:nvPr>
            <p:custDataLst>
              <p:tags r:id="rId14"/>
            </p:custDataLst>
          </p:nvPr>
        </p:nvPicPr>
        <p:blipFill>
          <a:blip r:embed="rId44">
            <a:extLst>
              <a:ext uri="{96DAC541-7B7A-43D3-8B79-37D633B846F1}">
                <asvg:svgBlip xmlns:asvg="http://schemas.microsoft.com/office/drawing/2016/SVG/main" r:embed="rId45"/>
              </a:ext>
            </a:extLst>
          </a:blip>
          <a:stretch>
            <a:fillRect/>
          </a:stretch>
        </p:blipFill>
        <p:spPr>
          <a:xfrm>
            <a:off x="-127898" y="4382869"/>
            <a:ext cx="1619250" cy="1619250"/>
          </a:xfrm>
          <a:prstGeom prst="rect">
            <a:avLst/>
          </a:prstGeom>
        </p:spPr>
      </p:pic>
      <p:pic>
        <p:nvPicPr>
          <p:cNvPr id="35" name="Graphic 12 [3]" hidden="1">
            <a:extLst>
              <a:ext uri="{FF2B5EF4-FFF2-40B4-BE49-F238E27FC236}">
                <a16:creationId xmlns:a16="http://schemas.microsoft.com/office/drawing/2014/main" id="{19B21653-5F4A-1D4D-BE68-6DAC8557E9EA}"/>
              </a:ext>
            </a:extLst>
          </p:cNvPr>
          <p:cNvPicPr>
            <a:picLocks noChangeAspect="1"/>
          </p:cNvPicPr>
          <p:nvPr>
            <p:custDataLst>
              <p:tags r:id="rId15"/>
            </p:custDataLst>
          </p:nvPr>
        </p:nvPicPr>
        <p:blipFill>
          <a:blip r:embed="rId46">
            <a:extLst>
              <a:ext uri="{96DAC541-7B7A-43D3-8B79-37D633B846F1}">
                <asvg:svgBlip xmlns:asvg="http://schemas.microsoft.com/office/drawing/2016/SVG/main" r:embed="rId47"/>
              </a:ext>
            </a:extLst>
          </a:blip>
          <a:stretch>
            <a:fillRect/>
          </a:stretch>
        </p:blipFill>
        <p:spPr>
          <a:xfrm>
            <a:off x="-127898" y="4382869"/>
            <a:ext cx="1619250" cy="1619250"/>
          </a:xfrm>
          <a:prstGeom prst="rect">
            <a:avLst/>
          </a:prstGeom>
        </p:spPr>
      </p:pic>
      <p:sp>
        <p:nvSpPr>
          <p:cNvPr id="41" name="ZoneTexte 40">
            <a:extLst>
              <a:ext uri="{FF2B5EF4-FFF2-40B4-BE49-F238E27FC236}">
                <a16:creationId xmlns:a16="http://schemas.microsoft.com/office/drawing/2014/main" id="{40AD08ED-BFE2-2750-1812-C13D8E5BBECC}"/>
              </a:ext>
            </a:extLst>
          </p:cNvPr>
          <p:cNvSpPr txBox="1">
            <a:spLocks/>
          </p:cNvSpPr>
          <p:nvPr/>
        </p:nvSpPr>
        <p:spPr>
          <a:xfrm>
            <a:off x="6265415" y="880909"/>
            <a:ext cx="5624460" cy="523220"/>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11 :</a:t>
            </a:r>
            <a:r>
              <a:rPr kumimoji="0" lang="fr-FR" sz="1400" b="1" i="0" u="none" strike="noStrike" kern="1200" cap="none" spc="0" normalizeH="0" baseline="0" noProof="0">
                <a:ln>
                  <a:noFill/>
                </a:ln>
                <a:solidFill>
                  <a:srgbClr val="451DC7"/>
                </a:solidFill>
                <a:effectLst/>
                <a:uLnTx/>
                <a:uFillTx/>
                <a:latin typeface="Aptos"/>
                <a:ea typeface="+mn-ea"/>
                <a:cs typeface="+mn-cs"/>
              </a:rPr>
              <a:t> L’entité protège ses systèmes d’information réglementés contre les codes malveillants</a:t>
            </a:r>
          </a:p>
        </p:txBody>
      </p:sp>
      <p:sp>
        <p:nvSpPr>
          <p:cNvPr id="95" name="ZoneTexte 94">
            <a:extLst>
              <a:ext uri="{FF2B5EF4-FFF2-40B4-BE49-F238E27FC236}">
                <a16:creationId xmlns:a16="http://schemas.microsoft.com/office/drawing/2014/main" id="{36688A11-076A-540A-318D-5C3559FD41B9}"/>
              </a:ext>
            </a:extLst>
          </p:cNvPr>
          <p:cNvSpPr txBox="1">
            <a:spLocks/>
          </p:cNvSpPr>
          <p:nvPr/>
        </p:nvSpPr>
        <p:spPr>
          <a:xfrm>
            <a:off x="6265415" y="4080011"/>
            <a:ext cx="5668558" cy="523220"/>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12 :</a:t>
            </a:r>
            <a:r>
              <a:rPr kumimoji="0" lang="fr-FR" sz="1400" b="1" i="0" u="none" strike="noStrike" kern="1200" cap="none" spc="0" normalizeH="0" baseline="0" noProof="0">
                <a:ln>
                  <a:noFill/>
                </a:ln>
                <a:solidFill>
                  <a:srgbClr val="451DC7"/>
                </a:solidFill>
                <a:effectLst/>
                <a:uLnTx/>
                <a:uFillTx/>
                <a:latin typeface="Aptos"/>
                <a:ea typeface="+mn-ea"/>
                <a:cs typeface="+mn-cs"/>
              </a:rPr>
              <a:t> L’entité essentielle sécurise la configuration des ressources de ses systèmes d’information réglementés</a:t>
            </a:r>
          </a:p>
        </p:txBody>
      </p:sp>
      <p:sp>
        <p:nvSpPr>
          <p:cNvPr id="92" name="ZoneTexte 91">
            <a:extLst>
              <a:ext uri="{FF2B5EF4-FFF2-40B4-BE49-F238E27FC236}">
                <a16:creationId xmlns:a16="http://schemas.microsoft.com/office/drawing/2014/main" id="{C578AC92-691A-9674-27C3-25F3A30FBA54}"/>
              </a:ext>
            </a:extLst>
          </p:cNvPr>
          <p:cNvSpPr txBox="1">
            <a:spLocks/>
          </p:cNvSpPr>
          <p:nvPr/>
        </p:nvSpPr>
        <p:spPr>
          <a:xfrm>
            <a:off x="1308621" y="1658648"/>
            <a:ext cx="3200465" cy="276999"/>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lumMod val="100000"/>
                  </a:srgbClr>
                </a:solidFill>
                <a:effectLst/>
                <a:uLnTx/>
                <a:uFillTx/>
                <a:latin typeface="Aptos"/>
                <a:ea typeface="+mn-ea"/>
                <a:cs typeface="+mn-cs"/>
              </a:rPr>
              <a:t>Cloisonnement physique ou logique</a:t>
            </a:r>
          </a:p>
        </p:txBody>
      </p:sp>
      <p:sp>
        <p:nvSpPr>
          <p:cNvPr id="94" name="ZoneTexte 93">
            <a:extLst>
              <a:ext uri="{FF2B5EF4-FFF2-40B4-BE49-F238E27FC236}">
                <a16:creationId xmlns:a16="http://schemas.microsoft.com/office/drawing/2014/main" id="{6B52CB32-70F8-0076-36DE-02D5F6C2EF71}"/>
              </a:ext>
            </a:extLst>
          </p:cNvPr>
          <p:cNvSpPr txBox="1">
            <a:spLocks/>
          </p:cNvSpPr>
          <p:nvPr/>
        </p:nvSpPr>
        <p:spPr>
          <a:xfrm>
            <a:off x="1304802" y="4618352"/>
            <a:ext cx="3208102" cy="276999"/>
          </a:xfrm>
          <a:prstGeom prst="rect">
            <a:avLst/>
          </a:prstGeom>
          <a:noFill/>
        </p:spPr>
        <p:txBody>
          <a:bodyPr wrap="square" lIns="132923" rIns="1329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lumMod val="100000"/>
                  </a:srgbClr>
                </a:solidFill>
                <a:effectLst/>
                <a:uLnTx/>
                <a:uFillTx/>
                <a:latin typeface="Aptos"/>
                <a:ea typeface="+mn-ea"/>
                <a:cs typeface="+mn-cs"/>
              </a:rPr>
              <a:t>Filtrage des communications</a:t>
            </a:r>
          </a:p>
        </p:txBody>
      </p:sp>
      <p:sp>
        <p:nvSpPr>
          <p:cNvPr id="30" name="ZoneTexte 29">
            <a:extLst>
              <a:ext uri="{FF2B5EF4-FFF2-40B4-BE49-F238E27FC236}">
                <a16:creationId xmlns:a16="http://schemas.microsoft.com/office/drawing/2014/main" id="{87257082-328B-C6C0-BB6B-E217094AD44E}"/>
              </a:ext>
            </a:extLst>
          </p:cNvPr>
          <p:cNvSpPr txBox="1">
            <a:spLocks/>
          </p:cNvSpPr>
          <p:nvPr/>
        </p:nvSpPr>
        <p:spPr>
          <a:xfrm>
            <a:off x="804366" y="2444777"/>
            <a:ext cx="4602209" cy="1677382"/>
          </a:xfrm>
          <a:prstGeom prst="rect">
            <a:avLst/>
          </a:prstGeom>
          <a:noFill/>
        </p:spPr>
        <p:txBody>
          <a:bodyPr wrap="square" lIns="132923" rIns="132923" rtlCol="0">
            <a:spAutoFit/>
          </a:bodyPr>
          <a:lstStyle/>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De</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1" i="0" u="none" strike="noStrike" kern="1200" cap="none" spc="0" normalizeH="0" baseline="0" noProof="0">
                <a:ln>
                  <a:noFill/>
                </a:ln>
                <a:solidFill>
                  <a:srgbClr val="451DC7"/>
                </a:solidFill>
                <a:effectLst/>
                <a:uLnTx/>
                <a:uFillTx/>
                <a:latin typeface="Aptos"/>
                <a:ea typeface="+mn-ea"/>
                <a:cs typeface="+mn-cs"/>
              </a:rPr>
              <a:t>chaque SIR </a:t>
            </a:r>
            <a:r>
              <a:rPr kumimoji="0" lang="fr-FR" sz="1100" b="0" i="0" u="none" strike="noStrike" kern="1200" cap="none" spc="0" normalizeH="0" baseline="0" noProof="0">
                <a:ln>
                  <a:noFill/>
                </a:ln>
                <a:solidFill>
                  <a:srgbClr val="5F5F5F"/>
                </a:solidFill>
                <a:effectLst/>
                <a:uLnTx/>
                <a:uFillTx/>
                <a:latin typeface="Aptos"/>
                <a:ea typeface="+mn-ea"/>
                <a:cs typeface="+mn-cs"/>
              </a:rPr>
              <a:t>vis-à-vis des autres SI, et entre les sous-systèmes d’un SIR</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Fourniture d’une justification en cas de non-identification de sous-systèmes</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œuvre d’une</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1" i="0" u="none" strike="noStrike" kern="1200" cap="none" spc="0" normalizeH="0" baseline="0" noProof="0">
                <a:ln>
                  <a:noFill/>
                </a:ln>
                <a:solidFill>
                  <a:srgbClr val="451DC7"/>
                </a:solidFill>
                <a:effectLst/>
                <a:uLnTx/>
                <a:uFillTx/>
                <a:latin typeface="Aptos"/>
                <a:ea typeface="+mn-ea"/>
                <a:cs typeface="+mn-cs"/>
              </a:rPr>
              <a:t>passerelle sortante </a:t>
            </a:r>
            <a:r>
              <a:rPr kumimoji="0" lang="fr-FR" sz="1100" b="0" i="0" u="none" strike="noStrike" kern="1200" cap="none" spc="0" normalizeH="0" baseline="0" noProof="0">
                <a:ln>
                  <a:noFill/>
                </a:ln>
                <a:solidFill>
                  <a:srgbClr val="5F5F5F"/>
                </a:solidFill>
                <a:effectLst/>
                <a:uLnTx/>
                <a:uFillTx/>
                <a:latin typeface="Aptos"/>
                <a:ea typeface="+mn-ea"/>
                <a:cs typeface="+mn-cs"/>
              </a:rPr>
              <a:t>permettant d’authentifier, de filtrer, de tracer les accès aux SI tiers depuis des ressources SIR </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œuvre d’une </a:t>
            </a:r>
            <a:r>
              <a:rPr kumimoji="0" lang="fr-FR" sz="1100" b="1" i="0" u="none" strike="noStrike" kern="1200" cap="none" spc="0" normalizeH="0" baseline="0" noProof="0">
                <a:ln>
                  <a:noFill/>
                </a:ln>
                <a:solidFill>
                  <a:srgbClr val="451DC7"/>
                </a:solidFill>
                <a:effectLst/>
                <a:uLnTx/>
                <a:uFillTx/>
                <a:latin typeface="Aptos"/>
                <a:ea typeface="+mn-ea"/>
                <a:cs typeface="+mn-cs"/>
              </a:rPr>
              <a:t>passerelle entrante </a:t>
            </a:r>
            <a:r>
              <a:rPr kumimoji="0" lang="fr-FR" sz="1100" b="0" i="0" u="none" strike="noStrike" kern="1200" cap="none" spc="0" normalizeH="0" baseline="0" noProof="0">
                <a:ln>
                  <a:noFill/>
                </a:ln>
                <a:solidFill>
                  <a:srgbClr val="5F5F5F"/>
                </a:solidFill>
                <a:effectLst/>
                <a:uLnTx/>
                <a:uFillTx/>
                <a:latin typeface="Aptos"/>
                <a:ea typeface="+mn-ea"/>
                <a:cs typeface="+mn-cs"/>
              </a:rPr>
              <a:t>permettant de filtrer, de tracer les accès depuis des SI tiers vers les ressources des SIR</a:t>
            </a:r>
          </a:p>
        </p:txBody>
      </p:sp>
      <p:sp>
        <p:nvSpPr>
          <p:cNvPr id="64" name="Rectangle 63">
            <a:extLst>
              <a:ext uri="{FF2B5EF4-FFF2-40B4-BE49-F238E27FC236}">
                <a16:creationId xmlns:a16="http://schemas.microsoft.com/office/drawing/2014/main" id="{53FE645E-A67C-92E1-0A01-341C29A6CAEC}"/>
              </a:ext>
            </a:extLst>
          </p:cNvPr>
          <p:cNvSpPr>
            <a:spLocks/>
          </p:cNvSpPr>
          <p:nvPr/>
        </p:nvSpPr>
        <p:spPr>
          <a:xfrm>
            <a:off x="817119" y="2090829"/>
            <a:ext cx="4576708" cy="283524"/>
          </a:xfrm>
          <a:prstGeom prst="rect">
            <a:avLst/>
          </a:prstGeom>
          <a:noFill/>
          <a:ln w="9525" cap="flat" cmpd="sng" algn="ctr">
            <a:solidFill>
              <a:srgbClr val="546B8C"/>
            </a:solidFill>
            <a:prstDash val="lgDash"/>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FFFFFF"/>
              </a:solidFill>
              <a:effectLst/>
              <a:uLnTx/>
              <a:uFillTx/>
              <a:latin typeface="Aptos"/>
              <a:ea typeface="+mn-ea"/>
              <a:cs typeface="+mn-cs"/>
            </a:endParaRPr>
          </a:p>
        </p:txBody>
      </p:sp>
      <p:sp>
        <p:nvSpPr>
          <p:cNvPr id="71" name="TextBox 25">
            <a:extLst>
              <a:ext uri="{FF2B5EF4-FFF2-40B4-BE49-F238E27FC236}">
                <a16:creationId xmlns:a16="http://schemas.microsoft.com/office/drawing/2014/main" id="{A9BDBFBC-B776-3EEF-7414-B6DB806193F0}"/>
              </a:ext>
            </a:extLst>
          </p:cNvPr>
          <p:cNvSpPr txBox="1">
            <a:spLocks/>
          </p:cNvSpPr>
          <p:nvPr/>
        </p:nvSpPr>
        <p:spPr>
          <a:xfrm>
            <a:off x="817118" y="2090828"/>
            <a:ext cx="4576707" cy="261610"/>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883" marR="0" lvl="1" indent="-216883" algn="l" defTabSz="914400" rtl="0" eaLnBrk="1" fontAlgn="auto" latinLnBrk="0" hangingPunct="1">
              <a:lnSpc>
                <a:spcPct val="100000"/>
              </a:lnSpc>
              <a:spcBef>
                <a:spcPts val="0"/>
              </a:spcBef>
              <a:spcAft>
                <a:spcPts val="369"/>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De</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1" i="0" u="none" strike="noStrike" kern="1200" cap="none" spc="0" normalizeH="0" baseline="0" noProof="0">
                <a:ln>
                  <a:noFill/>
                </a:ln>
                <a:solidFill>
                  <a:srgbClr val="451DC7"/>
                </a:solidFill>
                <a:effectLst/>
                <a:uLnTx/>
                <a:uFillTx/>
                <a:latin typeface="Aptos"/>
                <a:ea typeface="+mn-ea"/>
                <a:cs typeface="+mn-cs"/>
              </a:rPr>
              <a:t>l’ensemble de ses SIR </a:t>
            </a:r>
            <a:r>
              <a:rPr kumimoji="0" lang="fr-FR" sz="1100" b="0" i="0" u="none" strike="noStrike" kern="1200" cap="none" spc="0" normalizeH="0" baseline="0" noProof="0">
                <a:ln>
                  <a:noFill/>
                </a:ln>
                <a:solidFill>
                  <a:srgbClr val="5F5F5F"/>
                </a:solidFill>
                <a:effectLst/>
                <a:uLnTx/>
                <a:uFillTx/>
                <a:latin typeface="Aptos"/>
                <a:ea typeface="+mn-ea"/>
                <a:cs typeface="+mn-cs"/>
              </a:rPr>
              <a:t>vis-à-vis des autres SI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endParaRPr kumimoji="0" lang="fr-FR" sz="1100" b="0" i="0" u="none" strike="sngStrike" kern="1200" cap="none" spc="0" normalizeH="0" baseline="0" noProof="0">
              <a:ln>
                <a:noFill/>
              </a:ln>
              <a:solidFill>
                <a:srgbClr val="DCACBC"/>
              </a:solidFill>
              <a:effectLst/>
              <a:uLnTx/>
              <a:uFillTx/>
              <a:latin typeface="Aptos SemiBold"/>
              <a:ea typeface="+mn-ea"/>
              <a:cs typeface="+mn-cs"/>
            </a:endParaRPr>
          </a:p>
        </p:txBody>
      </p:sp>
      <p:grpSp>
        <p:nvGrpSpPr>
          <p:cNvPr id="72" name="Groupe 71">
            <a:extLst>
              <a:ext uri="{FF2B5EF4-FFF2-40B4-BE49-F238E27FC236}">
                <a16:creationId xmlns:a16="http://schemas.microsoft.com/office/drawing/2014/main" id="{EC31F078-83FD-5C82-DAA2-8C925A95BB82}"/>
              </a:ext>
            </a:extLst>
          </p:cNvPr>
          <p:cNvGrpSpPr>
            <a:grpSpLocks/>
          </p:cNvGrpSpPr>
          <p:nvPr/>
        </p:nvGrpSpPr>
        <p:grpSpPr>
          <a:xfrm>
            <a:off x="583120" y="2114233"/>
            <a:ext cx="259207" cy="264178"/>
            <a:chOff x="177275" y="6410013"/>
            <a:chExt cx="210606" cy="214645"/>
          </a:xfrm>
          <a:solidFill>
            <a:srgbClr val="546B8C"/>
          </a:solidFill>
        </p:grpSpPr>
        <p:sp>
          <p:nvSpPr>
            <p:cNvPr id="78" name="Ellipse 139">
              <a:extLst>
                <a:ext uri="{FF2B5EF4-FFF2-40B4-BE49-F238E27FC236}">
                  <a16:creationId xmlns:a16="http://schemas.microsoft.com/office/drawing/2014/main" id="{847668A1-49E0-557C-15CB-9303B9E7C91B}"/>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79" name="Connecteur droit 78">
              <a:extLst>
                <a:ext uri="{FF2B5EF4-FFF2-40B4-BE49-F238E27FC236}">
                  <a16:creationId xmlns:a16="http://schemas.microsoft.com/office/drawing/2014/main" id="{E878866F-868F-A211-525D-68F4D5877CF5}"/>
                </a:ext>
              </a:extLst>
            </p:cNvPr>
            <p:cNvCxnSpPr>
              <a:stCxn id="78" idx="7"/>
              <a:endCxn id="78" idx="3"/>
            </p:cNvCxnSpPr>
            <p:nvPr/>
          </p:nvCxnSpPr>
          <p:spPr>
            <a:xfrm flipH="1">
              <a:off x="208118" y="6441447"/>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0" name="ZoneTexte 79">
            <a:extLst>
              <a:ext uri="{FF2B5EF4-FFF2-40B4-BE49-F238E27FC236}">
                <a16:creationId xmlns:a16="http://schemas.microsoft.com/office/drawing/2014/main" id="{1BC65CE8-B6AC-1F77-151C-157407D0E51E}"/>
              </a:ext>
            </a:extLst>
          </p:cNvPr>
          <p:cNvSpPr txBox="1">
            <a:spLocks/>
          </p:cNvSpPr>
          <p:nvPr/>
        </p:nvSpPr>
        <p:spPr>
          <a:xfrm>
            <a:off x="817116" y="5598984"/>
            <a:ext cx="4589459" cy="846386"/>
          </a:xfrm>
          <a:prstGeom prst="rect">
            <a:avLst/>
          </a:prstGeom>
          <a:noFill/>
        </p:spPr>
        <p:txBody>
          <a:bodyPr wrap="square" lIns="132923" rIns="132923" rtlCol="0">
            <a:spAutoFit/>
          </a:bodyPr>
          <a:lstStyle/>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solidFill>
                <a:effectLst/>
                <a:uLnTx/>
                <a:uFillTx/>
                <a:latin typeface="Aptos"/>
                <a:ea typeface="+mn-ea"/>
                <a:cs typeface="+mn-cs"/>
              </a:rPr>
              <a:t>Mise en œuvre d’un filtrage des flux entre l’ensemble des SIR </a:t>
            </a:r>
            <a:r>
              <a:rPr kumimoji="0" lang="fr-FR" sz="1100" b="0" i="0" u="none" strike="noStrike" kern="1200" cap="none" spc="0" normalizeH="0" baseline="0" noProof="0">
                <a:ln>
                  <a:noFill/>
                </a:ln>
                <a:solidFill>
                  <a:srgbClr val="5F5F5F"/>
                </a:solidFill>
                <a:effectLst/>
                <a:uLnTx/>
                <a:uFillTx/>
                <a:latin typeface="Aptos"/>
                <a:ea typeface="+mn-ea"/>
                <a:cs typeface="+mn-cs"/>
              </a:rPr>
              <a:t>et les autres SI</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Définition des </a:t>
            </a:r>
            <a:r>
              <a:rPr kumimoji="0" lang="fr-FR" sz="1100" b="1" i="0" u="none" strike="noStrike" kern="1200" cap="none" spc="0" normalizeH="0" baseline="0" noProof="0">
                <a:ln>
                  <a:noFill/>
                </a:ln>
                <a:solidFill>
                  <a:srgbClr val="451DC7"/>
                </a:solidFill>
                <a:effectLst/>
                <a:uLnTx/>
                <a:uFillTx/>
                <a:latin typeface="Aptos"/>
                <a:ea typeface="+mn-ea"/>
                <a:cs typeface="+mn-cs"/>
              </a:rPr>
              <a:t>règles de filtrage </a:t>
            </a:r>
            <a:r>
              <a:rPr kumimoji="0" lang="fr-FR" sz="1100" b="0" i="0" u="none" strike="noStrike" kern="1200" cap="none" spc="0" normalizeH="0" baseline="0" noProof="0">
                <a:ln>
                  <a:noFill/>
                </a:ln>
                <a:solidFill>
                  <a:srgbClr val="5F5F5F"/>
                </a:solidFill>
                <a:effectLst/>
                <a:uLnTx/>
                <a:uFillTx/>
                <a:latin typeface="Aptos"/>
                <a:ea typeface="+mn-ea"/>
                <a:cs typeface="+mn-cs"/>
              </a:rPr>
              <a:t>et </a:t>
            </a:r>
            <a:r>
              <a:rPr kumimoji="0" lang="fr-FR" sz="1100" b="1" i="0" u="none" strike="noStrike" kern="1200" cap="none" spc="0" normalizeH="0" baseline="0" noProof="0">
                <a:ln>
                  <a:noFill/>
                </a:ln>
                <a:solidFill>
                  <a:srgbClr val="451DC7"/>
                </a:solidFill>
                <a:effectLst/>
                <a:uLnTx/>
                <a:uFillTx/>
                <a:latin typeface="Aptos"/>
                <a:ea typeface="+mn-ea"/>
                <a:cs typeface="+mn-cs"/>
              </a:rPr>
              <a:t>revue annuelle</a:t>
            </a:r>
            <a:r>
              <a:rPr kumimoji="0" lang="fr-FR" sz="1100" b="0" i="0" u="none" strike="noStrike" kern="1200" cap="none" spc="0" normalizeH="0" baseline="0" noProof="0">
                <a:ln>
                  <a:noFill/>
                </a:ln>
                <a:solidFill>
                  <a:srgbClr val="451DC7"/>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de la mise en œuvre technique de ces règles</a:t>
            </a:r>
          </a:p>
        </p:txBody>
      </p:sp>
      <p:sp>
        <p:nvSpPr>
          <p:cNvPr id="81" name="Rectangle 80">
            <a:extLst>
              <a:ext uri="{FF2B5EF4-FFF2-40B4-BE49-F238E27FC236}">
                <a16:creationId xmlns:a16="http://schemas.microsoft.com/office/drawing/2014/main" id="{84E0B3EC-5DCA-264E-8480-5E3A248B553A}"/>
              </a:ext>
            </a:extLst>
          </p:cNvPr>
          <p:cNvSpPr>
            <a:spLocks/>
          </p:cNvSpPr>
          <p:nvPr/>
        </p:nvSpPr>
        <p:spPr>
          <a:xfrm>
            <a:off x="817119" y="5049392"/>
            <a:ext cx="4576706" cy="464587"/>
          </a:xfrm>
          <a:prstGeom prst="rect">
            <a:avLst/>
          </a:prstGeom>
          <a:noFill/>
          <a:ln w="9525" cap="flat" cmpd="sng" algn="ctr">
            <a:solidFill>
              <a:srgbClr val="546B8C"/>
            </a:solidFill>
            <a:prstDash val="lgDash"/>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FFFFFF"/>
              </a:solidFill>
              <a:effectLst/>
              <a:uLnTx/>
              <a:uFillTx/>
              <a:latin typeface="Aptos"/>
              <a:ea typeface="+mn-ea"/>
              <a:cs typeface="+mn-cs"/>
            </a:endParaRPr>
          </a:p>
        </p:txBody>
      </p:sp>
      <p:sp>
        <p:nvSpPr>
          <p:cNvPr id="82" name="TextBox 25">
            <a:extLst>
              <a:ext uri="{FF2B5EF4-FFF2-40B4-BE49-F238E27FC236}">
                <a16:creationId xmlns:a16="http://schemas.microsoft.com/office/drawing/2014/main" id="{C5A11A5A-19A6-9CD0-47FB-D34F4F7FB65A}"/>
              </a:ext>
            </a:extLst>
          </p:cNvPr>
          <p:cNvSpPr txBox="1">
            <a:spLocks/>
          </p:cNvSpPr>
          <p:nvPr/>
        </p:nvSpPr>
        <p:spPr>
          <a:xfrm>
            <a:off x="804366" y="5049391"/>
            <a:ext cx="4589459" cy="433324"/>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883" marR="0" lvl="1" indent="-216883" algn="l" defTabSz="914400" rtl="0" eaLnBrk="1" fontAlgn="auto" latinLnBrk="0" hangingPunct="1">
              <a:lnSpc>
                <a:spcPct val="100000"/>
              </a:lnSpc>
              <a:spcBef>
                <a:spcPts val="0"/>
              </a:spcBef>
              <a:spcAft>
                <a:spcPts val="369"/>
              </a:spcAft>
              <a:buClrTx/>
              <a:buSzTx/>
              <a:buFontTx/>
              <a:buChar char="⁄"/>
              <a:tabLst/>
              <a:defRPr/>
            </a:pPr>
            <a:r>
              <a:rPr kumimoji="0" lang="fr-FR" sz="1100" b="1" i="0" u="none" strike="noStrike" kern="1200" cap="none" spc="0" normalizeH="0" baseline="0" noProof="0">
                <a:ln>
                  <a:noFill/>
                </a:ln>
                <a:solidFill>
                  <a:srgbClr val="451DC7"/>
                </a:solidFill>
                <a:effectLst/>
                <a:uLnTx/>
                <a:uFillTx/>
                <a:latin typeface="Aptos"/>
                <a:ea typeface="+mn-ea"/>
                <a:cs typeface="+mn-cs"/>
              </a:rPr>
              <a:t>Mise en œuvre d’un filtrage des flux entre chaque SIR </a:t>
            </a:r>
            <a:r>
              <a:rPr kumimoji="0" lang="fr-FR" sz="1100" b="0" i="0" u="none" strike="noStrike" kern="1200" cap="none" spc="0" normalizeH="0" baseline="0" noProof="0">
                <a:ln>
                  <a:noFill/>
                </a:ln>
                <a:solidFill>
                  <a:srgbClr val="5F5F5F"/>
                </a:solidFill>
                <a:effectLst/>
                <a:uLnTx/>
                <a:uFillTx/>
                <a:latin typeface="Aptos"/>
                <a:ea typeface="+mn-ea"/>
                <a:cs typeface="+mn-cs"/>
              </a:rPr>
              <a:t>les autres SI ou entre les sous-systèmes du SIR</a:t>
            </a:r>
          </a:p>
        </p:txBody>
      </p:sp>
      <p:grpSp>
        <p:nvGrpSpPr>
          <p:cNvPr id="83" name="Groupe 82">
            <a:extLst>
              <a:ext uri="{FF2B5EF4-FFF2-40B4-BE49-F238E27FC236}">
                <a16:creationId xmlns:a16="http://schemas.microsoft.com/office/drawing/2014/main" id="{E1B5E58B-77F3-2344-23A2-B3830127B75D}"/>
              </a:ext>
            </a:extLst>
          </p:cNvPr>
          <p:cNvGrpSpPr>
            <a:grpSpLocks/>
          </p:cNvGrpSpPr>
          <p:nvPr/>
        </p:nvGrpSpPr>
        <p:grpSpPr>
          <a:xfrm>
            <a:off x="594596" y="5134397"/>
            <a:ext cx="259207" cy="264178"/>
            <a:chOff x="177275" y="6410013"/>
            <a:chExt cx="210606" cy="214645"/>
          </a:xfrm>
          <a:solidFill>
            <a:srgbClr val="546B8C"/>
          </a:solidFill>
        </p:grpSpPr>
        <p:sp>
          <p:nvSpPr>
            <p:cNvPr id="84" name="Ellipse 139">
              <a:extLst>
                <a:ext uri="{FF2B5EF4-FFF2-40B4-BE49-F238E27FC236}">
                  <a16:creationId xmlns:a16="http://schemas.microsoft.com/office/drawing/2014/main" id="{A535B7DB-9C4C-DA36-5555-012EE65C084E}"/>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85" name="Connecteur droit 84">
              <a:extLst>
                <a:ext uri="{FF2B5EF4-FFF2-40B4-BE49-F238E27FC236}">
                  <a16:creationId xmlns:a16="http://schemas.microsoft.com/office/drawing/2014/main" id="{3787D08B-5306-CCA6-2618-B6B4ADF5F3D1}"/>
                </a:ext>
              </a:extLst>
            </p:cNvPr>
            <p:cNvCxnSpPr>
              <a:stCxn id="84" idx="7"/>
              <a:endCxn id="84" idx="3"/>
            </p:cNvCxnSpPr>
            <p:nvPr/>
          </p:nvCxnSpPr>
          <p:spPr>
            <a:xfrm flipH="1">
              <a:off x="208118" y="6441447"/>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0" name="Rectangle 109">
            <a:extLst>
              <a:ext uri="{FF2B5EF4-FFF2-40B4-BE49-F238E27FC236}">
                <a16:creationId xmlns:a16="http://schemas.microsoft.com/office/drawing/2014/main" id="{F35B8ED6-D609-3784-7849-667A3B67EBD5}"/>
              </a:ext>
            </a:extLst>
          </p:cNvPr>
          <p:cNvSpPr>
            <a:spLocks/>
          </p:cNvSpPr>
          <p:nvPr/>
        </p:nvSpPr>
        <p:spPr>
          <a:xfrm>
            <a:off x="6521950" y="1526067"/>
            <a:ext cx="5262673" cy="433324"/>
          </a:xfrm>
          <a:prstGeom prst="rect">
            <a:avLst/>
          </a:prstGeom>
          <a:noFill/>
          <a:ln w="9525" cap="flat" cmpd="sng" algn="ctr">
            <a:solidFill>
              <a:srgbClr val="546B8C"/>
            </a:solidFill>
            <a:prstDash val="lgDash"/>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FFFFFF"/>
              </a:solidFill>
              <a:effectLst/>
              <a:uLnTx/>
              <a:uFillTx/>
              <a:latin typeface="Aptos"/>
              <a:ea typeface="+mn-ea"/>
              <a:cs typeface="+mn-cs"/>
            </a:endParaRPr>
          </a:p>
        </p:txBody>
      </p:sp>
      <p:sp>
        <p:nvSpPr>
          <p:cNvPr id="111" name="TextBox 25">
            <a:extLst>
              <a:ext uri="{FF2B5EF4-FFF2-40B4-BE49-F238E27FC236}">
                <a16:creationId xmlns:a16="http://schemas.microsoft.com/office/drawing/2014/main" id="{4F98CC82-7E3B-FCBF-68D8-86B007963616}"/>
              </a:ext>
            </a:extLst>
          </p:cNvPr>
          <p:cNvSpPr txBox="1">
            <a:spLocks/>
          </p:cNvSpPr>
          <p:nvPr/>
        </p:nvSpPr>
        <p:spPr>
          <a:xfrm>
            <a:off x="6521950" y="1526067"/>
            <a:ext cx="5262673" cy="433324"/>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883" marR="0" lvl="1" indent="-216883" algn="just" defTabSz="914400" rtl="0" eaLnBrk="1" fontAlgn="auto" latinLnBrk="0" hangingPunct="1">
              <a:lnSpc>
                <a:spcPct val="100000"/>
              </a:lnSpc>
              <a:spcBef>
                <a:spcPts val="369"/>
              </a:spcBef>
              <a:spcAft>
                <a:spcPts val="369"/>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Gestion et limitation des actifs matériels qui se connectent aux SIR (mise en place des mesures pour restreindre la connexion aux actifs autorisés) </a:t>
            </a:r>
          </a:p>
        </p:txBody>
      </p:sp>
      <p:grpSp>
        <p:nvGrpSpPr>
          <p:cNvPr id="112" name="Groupe 111">
            <a:extLst>
              <a:ext uri="{FF2B5EF4-FFF2-40B4-BE49-F238E27FC236}">
                <a16:creationId xmlns:a16="http://schemas.microsoft.com/office/drawing/2014/main" id="{14C5718A-AF11-97F3-F0F0-A7A0D8157DC7}"/>
              </a:ext>
            </a:extLst>
          </p:cNvPr>
          <p:cNvGrpSpPr>
            <a:grpSpLocks/>
          </p:cNvGrpSpPr>
          <p:nvPr/>
        </p:nvGrpSpPr>
        <p:grpSpPr>
          <a:xfrm>
            <a:off x="6351230" y="1621260"/>
            <a:ext cx="259207" cy="264178"/>
            <a:chOff x="177275" y="6410013"/>
            <a:chExt cx="210606" cy="214645"/>
          </a:xfrm>
          <a:solidFill>
            <a:srgbClr val="546B8C"/>
          </a:solidFill>
        </p:grpSpPr>
        <p:sp>
          <p:nvSpPr>
            <p:cNvPr id="113" name="Ellipse 139">
              <a:extLst>
                <a:ext uri="{FF2B5EF4-FFF2-40B4-BE49-F238E27FC236}">
                  <a16:creationId xmlns:a16="http://schemas.microsoft.com/office/drawing/2014/main" id="{5CE7D9EE-D047-B824-D237-BAEA4AF19A17}"/>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114" name="Connecteur droit 113">
              <a:extLst>
                <a:ext uri="{FF2B5EF4-FFF2-40B4-BE49-F238E27FC236}">
                  <a16:creationId xmlns:a16="http://schemas.microsoft.com/office/drawing/2014/main" id="{0E712B24-F000-AE17-F9E0-B693AA32AC25}"/>
                </a:ext>
              </a:extLst>
            </p:cNvPr>
            <p:cNvCxnSpPr>
              <a:stCxn id="113" idx="7"/>
              <a:endCxn id="113" idx="3"/>
            </p:cNvCxnSpPr>
            <p:nvPr/>
          </p:nvCxnSpPr>
          <p:spPr>
            <a:xfrm flipH="1">
              <a:off x="208118" y="6441447"/>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5" name="TextBox 25">
            <a:extLst>
              <a:ext uri="{FF2B5EF4-FFF2-40B4-BE49-F238E27FC236}">
                <a16:creationId xmlns:a16="http://schemas.microsoft.com/office/drawing/2014/main" id="{4855FA8D-A3AC-9C2E-DF88-69FCD28EA70D}"/>
              </a:ext>
            </a:extLst>
          </p:cNvPr>
          <p:cNvSpPr txBox="1">
            <a:spLocks/>
          </p:cNvSpPr>
          <p:nvPr/>
        </p:nvSpPr>
        <p:spPr>
          <a:xfrm>
            <a:off x="6521950" y="2049022"/>
            <a:ext cx="5262673" cy="1600438"/>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Maitrise et limitation des actifs matériels interne et externe qui se  connectent aux SIR (mise en place des mesures pour restreindre la connexion aux actifs autorisés) </a:t>
            </a:r>
            <a:endParaRPr kumimoji="0" lang="fr-FR" sz="1100" b="0" i="0" u="none" strike="noStrike" kern="1200" cap="none" spc="0" normalizeH="0" baseline="0" noProof="0">
              <a:ln>
                <a:noFill/>
              </a:ln>
              <a:solidFill>
                <a:srgbClr val="DCACBC"/>
              </a:solidFill>
              <a:effectLst/>
              <a:uLnTx/>
              <a:uFillTx/>
              <a:latin typeface="Aptos"/>
              <a:ea typeface="+mn-ea"/>
              <a:cs typeface="+mn-cs"/>
            </a:endParaRP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Connexion exclusive des</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1" i="0" u="none" strike="noStrike" kern="1200" cap="none" spc="0" normalizeH="0" baseline="0" noProof="0">
                <a:ln>
                  <a:noFill/>
                </a:ln>
                <a:solidFill>
                  <a:srgbClr val="451DC7"/>
                </a:solidFill>
                <a:effectLst/>
                <a:uLnTx/>
                <a:uFillTx/>
                <a:latin typeface="Aptos SemiBold"/>
                <a:ea typeface="+mn-ea"/>
                <a:cs typeface="+mn-cs"/>
              </a:rPr>
              <a:t>supports amovibles maitrisés et strictement nécessaires</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solidFill>
                <a:effectLst/>
                <a:uLnTx/>
                <a:uFillTx/>
                <a:latin typeface="Aptos SemiBold"/>
                <a:ea typeface="+mn-ea"/>
                <a:cs typeface="+mn-cs"/>
              </a:rPr>
              <a:t>Mécanismes de protection</a:t>
            </a:r>
            <a:r>
              <a:rPr kumimoji="0" lang="fr-FR" sz="1100" b="1" i="0" u="none" strike="noStrike" kern="1200" cap="none" spc="0" normalizeH="0" baseline="0" noProof="0">
                <a:ln>
                  <a:noFill/>
                </a:ln>
                <a:solidFill>
                  <a:srgbClr val="503078"/>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contre les codes malveillants sur </a:t>
            </a:r>
            <a:r>
              <a:rPr kumimoji="0" lang="fr-FR" sz="1100" b="1" i="0" u="none" strike="noStrike" kern="1200" cap="none" spc="0" normalizeH="0" baseline="0" noProof="0">
                <a:ln>
                  <a:noFill/>
                </a:ln>
                <a:solidFill>
                  <a:srgbClr val="451DC7"/>
                </a:solidFill>
                <a:effectLst/>
                <a:uLnTx/>
                <a:uFillTx/>
                <a:latin typeface="Aptos SemiBold"/>
                <a:ea typeface="+mn-ea"/>
                <a:cs typeface="+mn-cs"/>
              </a:rPr>
              <a:t>les postes de travail, les serveurs et les équipements </a:t>
            </a:r>
            <a:r>
              <a:rPr kumimoji="0" lang="fr-FR" sz="1100" b="0" i="0" u="none" strike="noStrike" kern="1200" cap="none" spc="0" normalizeH="0" baseline="0" noProof="0">
                <a:ln>
                  <a:noFill/>
                </a:ln>
                <a:solidFill>
                  <a:srgbClr val="5F5F5F"/>
                </a:solidFill>
                <a:effectLst/>
                <a:uLnTx/>
                <a:uFillTx/>
                <a:latin typeface="Aptos"/>
                <a:ea typeface="+mn-ea"/>
                <a:cs typeface="+mn-cs"/>
              </a:rPr>
              <a:t>(antivirus, analyse des données provenant de sources externes lors de leur réception)</a:t>
            </a:r>
          </a:p>
        </p:txBody>
      </p:sp>
      <p:grpSp>
        <p:nvGrpSpPr>
          <p:cNvPr id="116" name="Groupe 115">
            <a:extLst>
              <a:ext uri="{FF2B5EF4-FFF2-40B4-BE49-F238E27FC236}">
                <a16:creationId xmlns:a16="http://schemas.microsoft.com/office/drawing/2014/main" id="{942F0DAD-921B-A3FD-70D7-115D0C21786B}"/>
              </a:ext>
            </a:extLst>
          </p:cNvPr>
          <p:cNvGrpSpPr>
            <a:grpSpLocks/>
          </p:cNvGrpSpPr>
          <p:nvPr/>
        </p:nvGrpSpPr>
        <p:grpSpPr>
          <a:xfrm>
            <a:off x="11027727" y="4328106"/>
            <a:ext cx="259207" cy="264178"/>
            <a:chOff x="177275" y="6410013"/>
            <a:chExt cx="210606" cy="214645"/>
          </a:xfrm>
          <a:solidFill>
            <a:srgbClr val="546B8C"/>
          </a:solidFill>
        </p:grpSpPr>
        <p:sp>
          <p:nvSpPr>
            <p:cNvPr id="117" name="Ellipse 139">
              <a:extLst>
                <a:ext uri="{FF2B5EF4-FFF2-40B4-BE49-F238E27FC236}">
                  <a16:creationId xmlns:a16="http://schemas.microsoft.com/office/drawing/2014/main" id="{F4571E51-67A6-17CD-96D2-D12E2F736C96}"/>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118" name="Connecteur droit 117">
              <a:extLst>
                <a:ext uri="{FF2B5EF4-FFF2-40B4-BE49-F238E27FC236}">
                  <a16:creationId xmlns:a16="http://schemas.microsoft.com/office/drawing/2014/main" id="{56C7AEE4-A46F-A3FE-BF4E-ADD633E9FC91}"/>
                </a:ext>
              </a:extLst>
            </p:cNvPr>
            <p:cNvCxnSpPr>
              <a:stCxn id="117" idx="7"/>
              <a:endCxn id="117" idx="3"/>
            </p:cNvCxnSpPr>
            <p:nvPr/>
          </p:nvCxnSpPr>
          <p:spPr>
            <a:xfrm flipH="1">
              <a:off x="208118" y="6441447"/>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9" name="TextBox 25">
            <a:extLst>
              <a:ext uri="{FF2B5EF4-FFF2-40B4-BE49-F238E27FC236}">
                <a16:creationId xmlns:a16="http://schemas.microsoft.com/office/drawing/2014/main" id="{5DAD4D17-5C31-638D-D22E-3524DA1CCCB6}"/>
              </a:ext>
            </a:extLst>
          </p:cNvPr>
          <p:cNvSpPr txBox="1">
            <a:spLocks/>
          </p:cNvSpPr>
          <p:nvPr/>
        </p:nvSpPr>
        <p:spPr>
          <a:xfrm>
            <a:off x="6521950" y="4698362"/>
            <a:ext cx="5262673" cy="1041311"/>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solidFill>
                <a:effectLst/>
                <a:uLnTx/>
                <a:uFillTx/>
                <a:latin typeface="Aptos SemiBold"/>
                <a:ea typeface="+mn-ea"/>
                <a:cs typeface="+mn-cs"/>
              </a:rPr>
              <a:t>Installation ou conservation </a:t>
            </a:r>
            <a:r>
              <a:rPr kumimoji="0" lang="fr-FR" sz="1100" b="0" i="0" u="none" strike="noStrike" kern="1200" cap="none" spc="0" normalizeH="0" baseline="0" noProof="0">
                <a:ln>
                  <a:noFill/>
                </a:ln>
                <a:solidFill>
                  <a:srgbClr val="5F5F5F"/>
                </a:solidFill>
                <a:effectLst/>
                <a:uLnTx/>
                <a:uFillTx/>
                <a:latin typeface="Aptos"/>
                <a:ea typeface="+mn-ea"/>
                <a:cs typeface="+mn-cs"/>
              </a:rPr>
              <a:t>des seuls services, fonctionnalités ou ressources logicielles </a:t>
            </a:r>
            <a:r>
              <a:rPr kumimoji="0" lang="fr-FR" sz="1100" b="1" i="0" u="none" strike="noStrike" kern="1200" cap="none" spc="0" normalizeH="0" baseline="0" noProof="0">
                <a:ln>
                  <a:noFill/>
                </a:ln>
                <a:solidFill>
                  <a:srgbClr val="451DC7"/>
                </a:solidFill>
                <a:effectLst/>
                <a:uLnTx/>
                <a:uFillTx/>
                <a:latin typeface="Aptos SemiBold"/>
                <a:ea typeface="+mn-ea"/>
                <a:cs typeface="+mn-cs"/>
              </a:rPr>
              <a:t>strictement nécessaires</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solidFill>
                <a:effectLst/>
                <a:uLnTx/>
                <a:uFillTx/>
                <a:latin typeface="Aptos SemiBold"/>
                <a:ea typeface="+mn-ea"/>
                <a:cs typeface="+mn-cs"/>
              </a:rPr>
              <a:t>Configuration</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des ressources en s’appuyant sur les recommandations de </a:t>
            </a:r>
            <a:r>
              <a:rPr kumimoji="0" lang="fr-FR" sz="1100" b="1" i="0" u="none" strike="noStrike" kern="1200" cap="none" spc="0" normalizeH="0" baseline="0" noProof="0">
                <a:ln>
                  <a:noFill/>
                </a:ln>
                <a:solidFill>
                  <a:srgbClr val="451DC7"/>
                </a:solidFill>
                <a:effectLst/>
                <a:uLnTx/>
                <a:uFillTx/>
                <a:latin typeface="Aptos SemiBold"/>
                <a:ea typeface="+mn-ea"/>
                <a:cs typeface="+mn-cs"/>
              </a:rPr>
              <a:t>l’éditeur</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ou du </a:t>
            </a:r>
            <a:r>
              <a:rPr kumimoji="0" lang="fr-FR" sz="1100" b="1" i="0" u="none" strike="noStrike" kern="1200" cap="none" spc="0" normalizeH="0" baseline="0" noProof="0">
                <a:ln>
                  <a:noFill/>
                </a:ln>
                <a:solidFill>
                  <a:srgbClr val="451DC7"/>
                </a:solidFill>
                <a:effectLst/>
                <a:uLnTx/>
                <a:uFillTx/>
                <a:latin typeface="Aptos SemiBold"/>
                <a:ea typeface="+mn-ea"/>
                <a:cs typeface="+mn-cs"/>
              </a:rPr>
              <a:t>fabricant</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ou de </a:t>
            </a:r>
            <a:r>
              <a:rPr kumimoji="0" lang="fr-FR" sz="1100" b="1" i="0" u="none" strike="noStrike" kern="1200" cap="none" spc="0" normalizeH="0" baseline="0" noProof="0">
                <a:ln>
                  <a:noFill/>
                </a:ln>
                <a:solidFill>
                  <a:srgbClr val="503078"/>
                </a:solidFill>
                <a:effectLst/>
                <a:uLnTx/>
                <a:uFillTx/>
                <a:latin typeface="Aptos SemiBold"/>
                <a:ea typeface="+mn-ea"/>
                <a:cs typeface="+mn-cs"/>
              </a:rPr>
              <a:t>l’</a:t>
            </a:r>
            <a:r>
              <a:rPr kumimoji="0" lang="fr-FR" sz="1100" b="1" i="0" u="none" strike="noStrike" kern="1200" cap="none" spc="0" normalizeH="0" baseline="0" noProof="0">
                <a:ln>
                  <a:noFill/>
                </a:ln>
                <a:solidFill>
                  <a:srgbClr val="451DC7"/>
                </a:solidFill>
                <a:effectLst/>
                <a:uLnTx/>
                <a:uFillTx/>
                <a:latin typeface="Aptos SemiBold"/>
                <a:ea typeface="+mn-ea"/>
                <a:cs typeface="+mn-cs"/>
              </a:rPr>
              <a:t>ANSSI</a:t>
            </a:r>
            <a:r>
              <a:rPr kumimoji="0" lang="fr-FR" sz="1100" b="1" i="0" u="none" strike="noStrike" kern="1200" cap="none" spc="0" normalizeH="0" baseline="0" noProof="0">
                <a:ln>
                  <a:noFill/>
                </a:ln>
                <a:solidFill>
                  <a:srgbClr val="5F5F5F"/>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et revue annuelle (basée sur des outils automatisés)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endParaRPr kumimoji="0" lang="fr-FR" sz="1100" b="0" i="0" u="none" strike="noStrike" kern="1200" cap="none" spc="0" normalizeH="0" baseline="0" noProof="0">
              <a:ln>
                <a:noFill/>
              </a:ln>
              <a:solidFill>
                <a:srgbClr val="5F5F5F"/>
              </a:solidFill>
              <a:effectLst/>
              <a:uLnTx/>
              <a:uFillTx/>
              <a:latin typeface="Aptos SemiBold"/>
              <a:ea typeface="+mn-ea"/>
              <a:cs typeface="+mn-cs"/>
            </a:endParaRPr>
          </a:p>
        </p:txBody>
      </p:sp>
      <p:grpSp>
        <p:nvGrpSpPr>
          <p:cNvPr id="121" name="Graphic 2 [0]">
            <a:extLst>
              <a:ext uri="{FF2B5EF4-FFF2-40B4-BE49-F238E27FC236}">
                <a16:creationId xmlns:a16="http://schemas.microsoft.com/office/drawing/2014/main" id="{5823E60D-D55D-6443-E7D9-DF0315D2BC3E}"/>
              </a:ext>
            </a:extLst>
          </p:cNvPr>
          <p:cNvGrpSpPr>
            <a:grpSpLocks/>
          </p:cNvGrpSpPr>
          <p:nvPr/>
        </p:nvGrpSpPr>
        <p:grpSpPr>
          <a:xfrm>
            <a:off x="678244" y="1665058"/>
            <a:ext cx="259207" cy="264178"/>
            <a:chOff x="4155311" y="5284359"/>
            <a:chExt cx="1540001" cy="1540003"/>
          </a:xfrm>
        </p:grpSpPr>
        <p:sp>
          <p:nvSpPr>
            <p:cNvPr id="122" name="Forme libre : forme 121">
              <a:extLst>
                <a:ext uri="{FF2B5EF4-FFF2-40B4-BE49-F238E27FC236}">
                  <a16:creationId xmlns:a16="http://schemas.microsoft.com/office/drawing/2014/main" id="{627BED73-13C7-7FE9-4EAF-3D1640A0B135}"/>
                </a:ext>
              </a:extLst>
            </p:cNvPr>
            <p:cNvSpPr/>
            <p:nvPr/>
          </p:nvSpPr>
          <p:spPr>
            <a:xfrm>
              <a:off x="4155311" y="5284359"/>
              <a:ext cx="1540001" cy="1540003"/>
            </a:xfrm>
            <a:custGeom>
              <a:avLst/>
              <a:gdLst>
                <a:gd name="connsiteX0" fmla="*/ 1534859 w 1540001"/>
                <a:gd name="connsiteY0" fmla="*/ 857719 h 1540003"/>
                <a:gd name="connsiteX1" fmla="*/ 1540002 w 1540001"/>
                <a:gd name="connsiteY1" fmla="*/ 769612 h 1540003"/>
                <a:gd name="connsiteX2" fmla="*/ 769612 w 1540001"/>
                <a:gd name="connsiteY2" fmla="*/ 0 h 1540003"/>
                <a:gd name="connsiteX3" fmla="*/ 0 w 1540001"/>
                <a:gd name="connsiteY3" fmla="*/ 770390 h 1540003"/>
                <a:gd name="connsiteX4" fmla="*/ 770390 w 1540001"/>
                <a:gd name="connsiteY4" fmla="*/ 1540004 h 1540003"/>
                <a:gd name="connsiteX5" fmla="*/ 1094327 w 1540001"/>
                <a:gd name="connsiteY5" fmla="*/ 1468366 h 1540003"/>
                <a:gd name="connsiteX6" fmla="*/ 1534859 w 1540001"/>
                <a:gd name="connsiteY6" fmla="*/ 857719 h 154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0001" h="1540003">
                  <a:moveTo>
                    <a:pt x="1534859" y="857719"/>
                  </a:moveTo>
                  <a:cubicBezTo>
                    <a:pt x="1538211" y="828468"/>
                    <a:pt x="1539926" y="799054"/>
                    <a:pt x="1540002" y="769612"/>
                  </a:cubicBezTo>
                  <a:cubicBezTo>
                    <a:pt x="1539783" y="344353"/>
                    <a:pt x="1194873" y="-215"/>
                    <a:pt x="769612" y="0"/>
                  </a:cubicBezTo>
                  <a:cubicBezTo>
                    <a:pt x="344353" y="215"/>
                    <a:pt x="-214" y="345130"/>
                    <a:pt x="0" y="770390"/>
                  </a:cubicBezTo>
                  <a:cubicBezTo>
                    <a:pt x="215" y="1195647"/>
                    <a:pt x="345130" y="1540213"/>
                    <a:pt x="770390" y="1540004"/>
                  </a:cubicBezTo>
                  <a:cubicBezTo>
                    <a:pt x="882291" y="1539947"/>
                    <a:pt x="992838" y="1515496"/>
                    <a:pt x="1094327" y="1468366"/>
                  </a:cubicBezTo>
                  <a:cubicBezTo>
                    <a:pt x="1243203" y="1148803"/>
                    <a:pt x="1426940" y="954016"/>
                    <a:pt x="1534859" y="857719"/>
                  </a:cubicBezTo>
                  <a:close/>
                </a:path>
              </a:pathLst>
            </a:custGeom>
            <a:noFill/>
            <a:ln w="19050" cap="flat" cmpd="sng" algn="ctr">
              <a:solidFill>
                <a:schemeClr val="bg1">
                  <a:lumMod val="100000"/>
                </a:schemeClr>
              </a:solidFill>
              <a:prstDash val="solid"/>
              <a:miter lim="800000"/>
              <a:headEnd type="none" w="med" len="med"/>
              <a:tailEnd type="none" w="med" len="med"/>
            </a:ln>
            <a:extLst>
              <a:ext uri="{909E8E84-426E-40DD-AFC4-6F175D3DCCD1}">
                <a14:hiddenFill xmlns:a14="http://schemas.microsoft.com/office/drawing/2010/main">
                  <a:solidFill>
                    <a:schemeClr val="bg1">
                      <a:lumMod val="100000"/>
                    </a:schemeClr>
                  </a:solidFill>
                </a14:hiddenFill>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15" b="0" i="0" u="none" strike="noStrike" kern="1200" cap="none" spc="0" normalizeH="0" baseline="0" noProof="0">
                <a:ln>
                  <a:noFill/>
                </a:ln>
                <a:solidFill>
                  <a:srgbClr val="000000"/>
                </a:solidFill>
                <a:effectLst/>
                <a:uLnTx/>
                <a:uFillTx/>
                <a:latin typeface="Aptos"/>
                <a:ea typeface="+mn-ea"/>
                <a:cs typeface="+mn-cs"/>
              </a:endParaRPr>
            </a:p>
          </p:txBody>
        </p:sp>
        <p:sp>
          <p:nvSpPr>
            <p:cNvPr id="123" name="Forme libre : forme 122">
              <a:extLst>
                <a:ext uri="{FF2B5EF4-FFF2-40B4-BE49-F238E27FC236}">
                  <a16:creationId xmlns:a16="http://schemas.microsoft.com/office/drawing/2014/main" id="{A0363BCD-DAFB-6BCB-042F-9544ED0FF502}"/>
                </a:ext>
              </a:extLst>
            </p:cNvPr>
            <p:cNvSpPr>
              <a:spLocks/>
            </p:cNvSpPr>
            <p:nvPr/>
          </p:nvSpPr>
          <p:spPr>
            <a:xfrm>
              <a:off x="4510687" y="5521617"/>
              <a:ext cx="802099" cy="1037273"/>
            </a:xfrm>
            <a:custGeom>
              <a:avLst/>
              <a:gdLst>
                <a:gd name="connsiteX0" fmla="*/ 567500 w 802100"/>
                <a:gd name="connsiteY0" fmla="*/ 247650 h 1037272"/>
                <a:gd name="connsiteX1" fmla="*/ 567500 w 802100"/>
                <a:gd name="connsiteY1" fmla="*/ 0 h 1037272"/>
                <a:gd name="connsiteX2" fmla="*/ 0 w 802100"/>
                <a:gd name="connsiteY2" fmla="*/ 251841 h 1037272"/>
                <a:gd name="connsiteX3" fmla="*/ 0 w 802100"/>
                <a:gd name="connsiteY3" fmla="*/ 894398 h 1037272"/>
                <a:gd name="connsiteX4" fmla="*/ 234791 w 802100"/>
                <a:gd name="connsiteY4" fmla="*/ 789623 h 1037272"/>
                <a:gd name="connsiteX5" fmla="*/ 234791 w 802100"/>
                <a:gd name="connsiteY5" fmla="*/ 1037272 h 1037272"/>
                <a:gd name="connsiteX6" fmla="*/ 802100 w 802100"/>
                <a:gd name="connsiteY6" fmla="*/ 785146 h 1037272"/>
                <a:gd name="connsiteX7" fmla="*/ 802100 w 802100"/>
                <a:gd name="connsiteY7" fmla="*/ 143351 h 1037272"/>
                <a:gd name="connsiteX8" fmla="*/ 725996 w 802100"/>
                <a:gd name="connsiteY8" fmla="*/ 260509 h 1037272"/>
                <a:gd name="connsiteX9" fmla="*/ 725996 w 802100"/>
                <a:gd name="connsiteY9" fmla="*/ 693134 h 1037272"/>
                <a:gd name="connsiteX10" fmla="*/ 567500 w 802100"/>
                <a:gd name="connsiteY10" fmla="*/ 596170 h 1037272"/>
                <a:gd name="connsiteX11" fmla="*/ 567500 w 802100"/>
                <a:gd name="connsiteY11" fmla="*/ 330994 h 1037272"/>
                <a:gd name="connsiteX12" fmla="*/ 491300 w 802100"/>
                <a:gd name="connsiteY12" fmla="*/ 281464 h 1037272"/>
                <a:gd name="connsiteX13" fmla="*/ 275749 w 802100"/>
                <a:gd name="connsiteY13" fmla="*/ 376714 h 1037272"/>
                <a:gd name="connsiteX14" fmla="*/ 119825 w 802100"/>
                <a:gd name="connsiteY14" fmla="*/ 281940 h 1037272"/>
                <a:gd name="connsiteX15" fmla="*/ 491300 w 802100"/>
                <a:gd name="connsiteY15" fmla="*/ 116681 h 1037272"/>
                <a:gd name="connsiteX16" fmla="*/ 491300 w 802100"/>
                <a:gd name="connsiteY16" fmla="*/ 364808 h 1037272"/>
                <a:gd name="connsiteX17" fmla="*/ 491300 w 802100"/>
                <a:gd name="connsiteY17" fmla="*/ 592931 h 1037272"/>
                <a:gd name="connsiteX18" fmla="*/ 311087 w 802100"/>
                <a:gd name="connsiteY18" fmla="*/ 672941 h 1037272"/>
                <a:gd name="connsiteX19" fmla="*/ 311087 w 802100"/>
                <a:gd name="connsiteY19" fmla="*/ 444913 h 1037272"/>
                <a:gd name="connsiteX20" fmla="*/ 76200 w 802100"/>
                <a:gd name="connsiteY20" fmla="*/ 777145 h 1037272"/>
                <a:gd name="connsiteX21" fmla="*/ 76200 w 802100"/>
                <a:gd name="connsiteY21" fmla="*/ 344615 h 1037272"/>
                <a:gd name="connsiteX22" fmla="*/ 234791 w 802100"/>
                <a:gd name="connsiteY22" fmla="*/ 441484 h 1037272"/>
                <a:gd name="connsiteX23" fmla="*/ 234791 w 802100"/>
                <a:gd name="connsiteY23" fmla="*/ 707231 h 1037272"/>
                <a:gd name="connsiteX24" fmla="*/ 310991 w 802100"/>
                <a:gd name="connsiteY24" fmla="*/ 756285 h 1037272"/>
                <a:gd name="connsiteX25" fmla="*/ 526447 w 802100"/>
                <a:gd name="connsiteY25" fmla="*/ 660559 h 1037272"/>
                <a:gd name="connsiteX26" fmla="*/ 682181 w 802100"/>
                <a:gd name="connsiteY26" fmla="*/ 755809 h 1037272"/>
                <a:gd name="connsiteX27" fmla="*/ 310706 w 802100"/>
                <a:gd name="connsiteY27" fmla="*/ 920782 h 103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2100" h="1037272">
                  <a:moveTo>
                    <a:pt x="567500" y="247650"/>
                  </a:moveTo>
                  <a:lnTo>
                    <a:pt x="567500" y="0"/>
                  </a:lnTo>
                  <a:lnTo>
                    <a:pt x="0" y="251841"/>
                  </a:lnTo>
                  <a:lnTo>
                    <a:pt x="0" y="894398"/>
                  </a:lnTo>
                  <a:lnTo>
                    <a:pt x="234791" y="789623"/>
                  </a:lnTo>
                  <a:lnTo>
                    <a:pt x="234791" y="1037272"/>
                  </a:lnTo>
                  <a:lnTo>
                    <a:pt x="802100" y="785146"/>
                  </a:lnTo>
                  <a:lnTo>
                    <a:pt x="802100" y="143351"/>
                  </a:lnTo>
                  <a:close/>
                  <a:moveTo>
                    <a:pt x="725996" y="260509"/>
                  </a:moveTo>
                  <a:lnTo>
                    <a:pt x="725996" y="693134"/>
                  </a:lnTo>
                  <a:lnTo>
                    <a:pt x="567500" y="596170"/>
                  </a:lnTo>
                  <a:lnTo>
                    <a:pt x="567500" y="330994"/>
                  </a:lnTo>
                  <a:close/>
                  <a:moveTo>
                    <a:pt x="491300" y="281464"/>
                  </a:moveTo>
                  <a:lnTo>
                    <a:pt x="275749" y="376714"/>
                  </a:lnTo>
                  <a:lnTo>
                    <a:pt x="119825" y="281940"/>
                  </a:lnTo>
                  <a:lnTo>
                    <a:pt x="491300" y="116681"/>
                  </a:lnTo>
                  <a:close/>
                  <a:moveTo>
                    <a:pt x="491300" y="364808"/>
                  </a:moveTo>
                  <a:lnTo>
                    <a:pt x="491300" y="592931"/>
                  </a:lnTo>
                  <a:lnTo>
                    <a:pt x="311087" y="672941"/>
                  </a:lnTo>
                  <a:lnTo>
                    <a:pt x="311087" y="444913"/>
                  </a:lnTo>
                  <a:close/>
                  <a:moveTo>
                    <a:pt x="76200" y="777145"/>
                  </a:moveTo>
                  <a:lnTo>
                    <a:pt x="76200" y="344615"/>
                  </a:lnTo>
                  <a:lnTo>
                    <a:pt x="234791" y="441484"/>
                  </a:lnTo>
                  <a:lnTo>
                    <a:pt x="234791" y="707231"/>
                  </a:lnTo>
                  <a:close/>
                  <a:moveTo>
                    <a:pt x="310991" y="756285"/>
                  </a:moveTo>
                  <a:lnTo>
                    <a:pt x="526447" y="660559"/>
                  </a:lnTo>
                  <a:lnTo>
                    <a:pt x="682181" y="755809"/>
                  </a:lnTo>
                  <a:lnTo>
                    <a:pt x="310706" y="920782"/>
                  </a:lnTo>
                  <a:close/>
                </a:path>
              </a:pathLst>
            </a:custGeom>
            <a:solidFill>
              <a:schemeClr val="bg1">
                <a:lumMod val="100000"/>
              </a:schemeClr>
            </a:solidFill>
            <a:ln w="9525" cap="flat" cmpd="sng" algn="ctr">
              <a:noFill/>
              <a:prstDash val="solid"/>
              <a:miter lim="800000"/>
              <a:headEnd type="none" w="med" len="med"/>
              <a:tailEnd type="none" w="med" len="med"/>
            </a:ln>
            <a:extLst>
              <a:ext uri="{91240B29-F687-4F45-9708-019B960494DF}">
                <a14:hiddenLine xmlns:a14="http://schemas.microsoft.com/office/drawing/2010/main" w="9525" cap="flat" cmpd="sng" algn="ctr">
                  <a:solidFill>
                    <a:schemeClr val="bg2">
                      <a:lumMod val="100000"/>
                    </a:schemeClr>
                  </a:solidFill>
                  <a:prstDash val="solid"/>
                  <a:miter lim="800000"/>
                  <a:headEnd type="none" w="med" len="med"/>
                  <a:tailEnd type="none" w="med" len="med"/>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15" b="0" i="0" u="none" strike="noStrike" kern="1200" cap="none" spc="0" normalizeH="0" baseline="0" noProof="0">
                <a:ln>
                  <a:noFill/>
                </a:ln>
                <a:solidFill>
                  <a:srgbClr val="000000"/>
                </a:solidFill>
                <a:effectLst/>
                <a:uLnTx/>
                <a:uFillTx/>
                <a:latin typeface="Aptos"/>
                <a:ea typeface="+mn-ea"/>
                <a:cs typeface="+mn-cs"/>
              </a:endParaRPr>
            </a:p>
          </p:txBody>
        </p:sp>
      </p:grpSp>
      <p:grpSp>
        <p:nvGrpSpPr>
          <p:cNvPr id="124" name="Groupe 123">
            <a:extLst>
              <a:ext uri="{FF2B5EF4-FFF2-40B4-BE49-F238E27FC236}">
                <a16:creationId xmlns:a16="http://schemas.microsoft.com/office/drawing/2014/main" id="{7E63C1E1-21C4-6C9D-FBEC-F487BC693FBB}"/>
              </a:ext>
            </a:extLst>
          </p:cNvPr>
          <p:cNvGrpSpPr>
            <a:grpSpLocks/>
          </p:cNvGrpSpPr>
          <p:nvPr/>
        </p:nvGrpSpPr>
        <p:grpSpPr>
          <a:xfrm>
            <a:off x="621081" y="4624762"/>
            <a:ext cx="259207" cy="264178"/>
            <a:chOff x="7059933" y="1341439"/>
            <a:chExt cx="540000" cy="540000"/>
          </a:xfrm>
        </p:grpSpPr>
        <p:pic>
          <p:nvPicPr>
            <p:cNvPr id="125" name="Background-circle-purple">
              <a:extLst>
                <a:ext uri="{FF2B5EF4-FFF2-40B4-BE49-F238E27FC236}">
                  <a16:creationId xmlns:a16="http://schemas.microsoft.com/office/drawing/2014/main" id="{886857DF-F585-1839-A6B1-3D203112B604}"/>
                </a:ext>
              </a:extLst>
            </p:cNvPr>
            <p:cNvPicPr>
              <a:picLocks noChangeAspect="1"/>
            </p:cNvPicPr>
            <p:nvPr/>
          </p:nvPicPr>
          <p:blipFill>
            <a:blip r:embed="rId48" cstate="print">
              <a:biLevel thresh="25000"/>
              <a:extLst>
                <a:ext uri="{BEBA8EAE-BF5A-486C-A8C5-ECC9F3942E4B}">
                  <a14:imgProps xmlns:a14="http://schemas.microsoft.com/office/drawing/2010/main">
                    <a14:imgLayer r:embed="rId49">
                      <a14:imgEffect>
                        <a14:saturation sat="0"/>
                      </a14:imgEffect>
                    </a14:imgLayer>
                  </a14:imgProps>
                </a:ext>
                <a:ext uri="{28A0092B-C50C-407E-A947-70E740481C1C}">
                  <a14:useLocalDpi xmlns:a14="http://schemas.microsoft.com/office/drawing/2010/main" val="0"/>
                </a:ext>
              </a:extLst>
            </a:blip>
            <a:stretch>
              <a:fillRect/>
            </a:stretch>
          </p:blipFill>
          <p:spPr>
            <a:xfrm>
              <a:off x="7059933" y="1341439"/>
              <a:ext cx="540000" cy="540000"/>
            </a:xfrm>
            <a:prstGeom prst="rect">
              <a:avLst/>
            </a:prstGeom>
          </p:spPr>
        </p:pic>
        <p:cxnSp>
          <p:nvCxnSpPr>
            <p:cNvPr id="126" name="Connecteur droit avec flèche 125">
              <a:extLst>
                <a:ext uri="{FF2B5EF4-FFF2-40B4-BE49-F238E27FC236}">
                  <a16:creationId xmlns:a16="http://schemas.microsoft.com/office/drawing/2014/main" id="{0FC75563-D07C-3B2C-2A4D-632C8FCABC5C}"/>
                </a:ext>
              </a:extLst>
            </p:cNvPr>
            <p:cNvCxnSpPr/>
            <p:nvPr/>
          </p:nvCxnSpPr>
          <p:spPr>
            <a:xfrm>
              <a:off x="7170473" y="1519712"/>
              <a:ext cx="316038" cy="0"/>
            </a:xfrm>
            <a:prstGeom prst="straightConnector1">
              <a:avLst/>
            </a:prstGeom>
            <a:ln w="28575" cap="flat" cmpd="sng" algn="ctr">
              <a:solidFill>
                <a:schemeClr val="bg1">
                  <a:lumMod val="100000"/>
                </a:schemeClr>
              </a:solidFill>
              <a:prstDash val="solid"/>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7" name="Connecteur droit 126">
              <a:extLst>
                <a:ext uri="{FF2B5EF4-FFF2-40B4-BE49-F238E27FC236}">
                  <a16:creationId xmlns:a16="http://schemas.microsoft.com/office/drawing/2014/main" id="{52573209-18A8-EACF-4672-FDD0A4E607D1}"/>
                </a:ext>
              </a:extLst>
            </p:cNvPr>
            <p:cNvCxnSpPr>
              <a:stCxn id="125" idx="0"/>
            </p:cNvCxnSpPr>
            <p:nvPr/>
          </p:nvCxnSpPr>
          <p:spPr>
            <a:xfrm flipH="1">
              <a:off x="7328492" y="1341439"/>
              <a:ext cx="1441" cy="150443"/>
            </a:xfrm>
            <a:prstGeom prst="line">
              <a:avLst/>
            </a:prstGeom>
            <a:ln w="28575" cap="flat" cmpd="sng" algn="ctr">
              <a:solidFill>
                <a:schemeClr val="bg1">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EF3993C1-D1A8-E493-39C2-D2A3999BD46B}"/>
                </a:ext>
              </a:extLst>
            </p:cNvPr>
            <p:cNvCxnSpPr>
              <a:cxnSpLocks/>
              <a:endCxn id="125" idx="2"/>
            </p:cNvCxnSpPr>
            <p:nvPr/>
          </p:nvCxnSpPr>
          <p:spPr>
            <a:xfrm>
              <a:off x="7326630" y="1550103"/>
              <a:ext cx="3303" cy="331336"/>
            </a:xfrm>
            <a:prstGeom prst="line">
              <a:avLst/>
            </a:prstGeom>
            <a:ln w="28575" cap="flat" cmpd="sng" algn="ctr">
              <a:solidFill>
                <a:schemeClr val="bg1">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Connecteur droit 128">
              <a:extLst>
                <a:ext uri="{FF2B5EF4-FFF2-40B4-BE49-F238E27FC236}">
                  <a16:creationId xmlns:a16="http://schemas.microsoft.com/office/drawing/2014/main" id="{4813F52F-E4FD-FD36-F1CA-C97C526B8B34}"/>
                </a:ext>
              </a:extLst>
            </p:cNvPr>
            <p:cNvCxnSpPr>
              <a:cxnSpLocks/>
            </p:cNvCxnSpPr>
            <p:nvPr/>
          </p:nvCxnSpPr>
          <p:spPr>
            <a:xfrm>
              <a:off x="7170473" y="1660477"/>
              <a:ext cx="159460" cy="0"/>
            </a:xfrm>
            <a:prstGeom prst="line">
              <a:avLst/>
            </a:prstGeom>
            <a:ln w="28575" cap="flat" cmpd="sng" algn="ctr">
              <a:solidFill>
                <a:schemeClr val="bg1">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Groupe 2">
            <a:extLst>
              <a:ext uri="{FF2B5EF4-FFF2-40B4-BE49-F238E27FC236}">
                <a16:creationId xmlns:a16="http://schemas.microsoft.com/office/drawing/2014/main" id="{E6287B39-C956-7D26-546F-265DA9F7D5B1}"/>
              </a:ext>
            </a:extLst>
          </p:cNvPr>
          <p:cNvGrpSpPr/>
          <p:nvPr/>
        </p:nvGrpSpPr>
        <p:grpSpPr>
          <a:xfrm>
            <a:off x="8968517" y="185504"/>
            <a:ext cx="2372228" cy="453642"/>
            <a:chOff x="8968517" y="185504"/>
            <a:chExt cx="2372228" cy="453642"/>
          </a:xfrm>
        </p:grpSpPr>
        <p:grpSp>
          <p:nvGrpSpPr>
            <p:cNvPr id="4" name="Groupe 3">
              <a:extLst>
                <a:ext uri="{FF2B5EF4-FFF2-40B4-BE49-F238E27FC236}">
                  <a16:creationId xmlns:a16="http://schemas.microsoft.com/office/drawing/2014/main" id="{31CC4D20-B959-F499-4763-63F3E27FF9E3}"/>
                </a:ext>
              </a:extLst>
            </p:cNvPr>
            <p:cNvGrpSpPr>
              <a:grpSpLocks/>
            </p:cNvGrpSpPr>
            <p:nvPr/>
          </p:nvGrpSpPr>
          <p:grpSpPr>
            <a:xfrm>
              <a:off x="9050180" y="280235"/>
              <a:ext cx="259207" cy="264179"/>
              <a:chOff x="177275" y="6410013"/>
              <a:chExt cx="210606" cy="214645"/>
            </a:xfrm>
            <a:solidFill>
              <a:srgbClr val="546B8C"/>
            </a:solidFill>
          </p:grpSpPr>
          <p:sp>
            <p:nvSpPr>
              <p:cNvPr id="8" name="Ellipse 139">
                <a:extLst>
                  <a:ext uri="{FF2B5EF4-FFF2-40B4-BE49-F238E27FC236}">
                    <a16:creationId xmlns:a16="http://schemas.microsoft.com/office/drawing/2014/main" id="{3687ADC4-D70D-B49D-FE40-6F5AC08E576B}"/>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9" name="Connecteur droit 8">
                <a:extLst>
                  <a:ext uri="{FF2B5EF4-FFF2-40B4-BE49-F238E27FC236}">
                    <a16:creationId xmlns:a16="http://schemas.microsoft.com/office/drawing/2014/main" id="{2B16C424-C3A3-76D7-1E58-BAEDC2FE32B9}"/>
                  </a:ext>
                </a:extLst>
              </p:cNvPr>
              <p:cNvCxnSpPr>
                <a:stCxn id="8" idx="7"/>
                <a:endCxn id="8" idx="3"/>
              </p:cNvCxnSpPr>
              <p:nvPr/>
            </p:nvCxnSpPr>
            <p:spPr>
              <a:xfrm flipH="1">
                <a:off x="208118" y="6441447"/>
                <a:ext cx="148921"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 name="TextBox 302">
              <a:extLst>
                <a:ext uri="{FF2B5EF4-FFF2-40B4-BE49-F238E27FC236}">
                  <a16:creationId xmlns:a16="http://schemas.microsoft.com/office/drawing/2014/main" id="{41851F18-0CFF-A62F-D164-A680EBB0129C}"/>
                </a:ext>
              </a:extLst>
            </p:cNvPr>
            <p:cNvSpPr txBox="1">
              <a:spLocks/>
            </p:cNvSpPr>
            <p:nvPr/>
          </p:nvSpPr>
          <p:spPr>
            <a:xfrm>
              <a:off x="9203296" y="279714"/>
              <a:ext cx="2137449" cy="265221"/>
            </a:xfrm>
            <a:prstGeom prst="rect">
              <a:avLst/>
            </a:prstGeom>
            <a:noFill/>
          </p:spPr>
          <p:txBody>
            <a:bodyPr wrap="square" lIns="132923" tIns="56271" rIns="132923" bIns="56271"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85" b="0" i="0" u="none" strike="noStrike" kern="1200" cap="none" spc="0" normalizeH="0" baseline="0" noProof="0">
                  <a:ln>
                    <a:noFill/>
                  </a:ln>
                  <a:solidFill>
                    <a:srgbClr val="451DC7">
                      <a:lumMod val="100000"/>
                    </a:srgbClr>
                  </a:solidFill>
                  <a:effectLst/>
                  <a:uLnTx/>
                  <a:uFillTx/>
                  <a:latin typeface="Aptos"/>
                  <a:ea typeface="+mn-ea"/>
                  <a:cs typeface="+mn-cs"/>
                </a:rPr>
                <a:t>Objectif ne s’appliquant qu’aux EE</a:t>
              </a:r>
              <a:endParaRPr kumimoji="0" lang="fr-FR" sz="985" b="0" i="0" u="none" strike="noStrike" kern="1200" cap="none" spc="0" normalizeH="0" baseline="0" noProof="0">
                <a:ln>
                  <a:noFill/>
                </a:ln>
                <a:solidFill>
                  <a:srgbClr val="451DC7">
                    <a:lumMod val="100000"/>
                  </a:srgbClr>
                </a:solidFill>
                <a:effectLst/>
                <a:uLnTx/>
                <a:uFillTx/>
                <a:latin typeface="Aptos"/>
                <a:ea typeface="Tahoma"/>
                <a:cs typeface="Tahoma"/>
              </a:endParaRPr>
            </a:p>
          </p:txBody>
        </p:sp>
        <p:sp>
          <p:nvSpPr>
            <p:cNvPr id="7" name="Rectangle 6">
              <a:extLst>
                <a:ext uri="{FF2B5EF4-FFF2-40B4-BE49-F238E27FC236}">
                  <a16:creationId xmlns:a16="http://schemas.microsoft.com/office/drawing/2014/main" id="{A6EDFD62-7D12-747D-4B24-27EF19EF322C}"/>
                </a:ext>
              </a:extLst>
            </p:cNvPr>
            <p:cNvSpPr>
              <a:spLocks/>
            </p:cNvSpPr>
            <p:nvPr/>
          </p:nvSpPr>
          <p:spPr>
            <a:xfrm>
              <a:off x="8968517" y="185504"/>
              <a:ext cx="2270983" cy="453642"/>
            </a:xfrm>
            <a:prstGeom prst="rect">
              <a:avLst/>
            </a:prstGeom>
            <a:noFill/>
            <a:ln w="12700" cap="flat" cmpd="sng" algn="ctr">
              <a:solidFill>
                <a:schemeClr val="tx1">
                  <a:lumMod val="100000"/>
                </a:schemeClr>
              </a:solidFill>
              <a:prstDash val="sys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451DC7"/>
                </a:solidFill>
                <a:effectLst/>
                <a:uLnTx/>
                <a:uFillTx/>
                <a:latin typeface="Aptos"/>
                <a:ea typeface="+mn-ea"/>
                <a:cs typeface="+mn-cs"/>
              </a:endParaRPr>
            </a:p>
          </p:txBody>
        </p:sp>
      </p:grpSp>
      <p:sp>
        <p:nvSpPr>
          <p:cNvPr id="12" name="Espace réservé du texte 2">
            <a:extLst>
              <a:ext uri="{FF2B5EF4-FFF2-40B4-BE49-F238E27FC236}">
                <a16:creationId xmlns:a16="http://schemas.microsoft.com/office/drawing/2014/main" id="{B0A320B1-CE61-79C6-8339-6F794970C61B}"/>
              </a:ext>
            </a:extLst>
          </p:cNvPr>
          <p:cNvSpPr>
            <a:spLocks noGrp="1"/>
          </p:cNvSpPr>
          <p:nvPr>
            <p:ph type="body" sz="quarter" idx="13"/>
          </p:nvPr>
        </p:nvSpPr>
        <p:spPr>
          <a:xfrm>
            <a:off x="425354" y="144314"/>
            <a:ext cx="11342769" cy="260350"/>
          </a:xfrm>
        </p:spPr>
        <p:txBody>
          <a:bodyPr/>
          <a:lstStyle/>
          <a:p>
            <a:r>
              <a:rPr lang="fr-FR"/>
              <a:t>MISE EN CONFORMITE A LA NIS 2</a:t>
            </a:r>
          </a:p>
        </p:txBody>
      </p:sp>
    </p:spTree>
    <p:extLst>
      <p:ext uri="{BB962C8B-B14F-4D97-AF65-F5344CB8AC3E}">
        <p14:creationId xmlns:p14="http://schemas.microsoft.com/office/powerpoint/2010/main" val="445130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FD15A2-A9DA-CDE8-55C4-EA78223E0549}"/>
              </a:ext>
            </a:extLst>
          </p:cNvPr>
          <p:cNvSpPr>
            <a:spLocks noGrp="1"/>
          </p:cNvSpPr>
          <p:nvPr>
            <p:ph type="title"/>
          </p:nvPr>
        </p:nvSpPr>
        <p:spPr/>
        <p:txBody>
          <a:bodyPr/>
          <a:lstStyle/>
          <a:p>
            <a:r>
              <a:rPr lang="fr-FR"/>
              <a:t>Protection - Objectif 13</a:t>
            </a:r>
            <a:endParaRPr lang="en-US"/>
          </a:p>
        </p:txBody>
      </p:sp>
      <p:sp>
        <p:nvSpPr>
          <p:cNvPr id="4" name="ZoneTexte 25">
            <a:extLst>
              <a:ext uri="{FF2B5EF4-FFF2-40B4-BE49-F238E27FC236}">
                <a16:creationId xmlns:a16="http://schemas.microsoft.com/office/drawing/2014/main" id="{967C4D30-FF8C-0BDF-098C-292A2E9E6676}"/>
              </a:ext>
            </a:extLst>
          </p:cNvPr>
          <p:cNvSpPr txBox="1">
            <a:spLocks/>
          </p:cNvSpPr>
          <p:nvPr/>
        </p:nvSpPr>
        <p:spPr>
          <a:xfrm>
            <a:off x="423877" y="878387"/>
            <a:ext cx="9276683" cy="307777"/>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13 :</a:t>
            </a:r>
            <a:r>
              <a:rPr kumimoji="0" lang="fr-FR" sz="1400" b="1" i="0" u="none" strike="noStrike" kern="1200" cap="none" spc="0" normalizeH="0" baseline="0" noProof="0">
                <a:ln>
                  <a:noFill/>
                </a:ln>
                <a:solidFill>
                  <a:srgbClr val="451DC7"/>
                </a:solidFill>
                <a:effectLst/>
                <a:uLnTx/>
                <a:uFillTx/>
                <a:latin typeface="Aptos"/>
                <a:ea typeface="+mn-ea"/>
                <a:cs typeface="+mn-cs"/>
              </a:rPr>
              <a:t> </a:t>
            </a:r>
            <a:r>
              <a:rPr kumimoji="0" lang="fr-FR" sz="1400" b="0" i="0" u="none" strike="noStrike" kern="1200" cap="none" spc="0" normalizeH="0" baseline="0" noProof="0">
                <a:ln>
                  <a:noFill/>
                </a:ln>
                <a:solidFill>
                  <a:srgbClr val="451DC7"/>
                </a:solidFill>
                <a:effectLst/>
                <a:uLnTx/>
                <a:uFillTx/>
                <a:latin typeface="Aptos"/>
                <a:ea typeface="+mn-ea"/>
                <a:cs typeface="+mn-cs"/>
              </a:rPr>
              <a:t>L’entité gère les identités et les accès des utilisateurs a ses systèmes d’information réglementés</a:t>
            </a:r>
            <a:endParaRPr kumimoji="0" lang="fr-FR" sz="1400" b="0" i="1" u="none" strike="noStrike" kern="1200" cap="none" spc="0" normalizeH="0" baseline="0" noProof="0">
              <a:ln>
                <a:noFill/>
              </a:ln>
              <a:solidFill>
                <a:srgbClr val="451DC7"/>
              </a:solidFill>
              <a:effectLst/>
              <a:uLnTx/>
              <a:uFillTx/>
              <a:latin typeface="Aptos"/>
              <a:ea typeface="+mn-ea"/>
              <a:cs typeface="+mn-cs"/>
            </a:endParaRPr>
          </a:p>
        </p:txBody>
      </p:sp>
      <p:sp>
        <p:nvSpPr>
          <p:cNvPr id="54" name="ZoneTexte 53">
            <a:extLst>
              <a:ext uri="{FF2B5EF4-FFF2-40B4-BE49-F238E27FC236}">
                <a16:creationId xmlns:a16="http://schemas.microsoft.com/office/drawing/2014/main" id="{13CEC742-8A09-F22F-6C99-31E7AEA43256}"/>
              </a:ext>
            </a:extLst>
          </p:cNvPr>
          <p:cNvSpPr txBox="1">
            <a:spLocks/>
          </p:cNvSpPr>
          <p:nvPr/>
        </p:nvSpPr>
        <p:spPr>
          <a:xfrm>
            <a:off x="2883794" y="1386965"/>
            <a:ext cx="5540815" cy="507831"/>
          </a:xfrm>
          <a:prstGeom prst="rect">
            <a:avLst/>
          </a:prstGeom>
          <a:noFill/>
        </p:spPr>
        <p:txBody>
          <a:bodyPr wrap="square" lIns="132923" rIns="132923" rtlCol="0">
            <a:spAutoFit/>
          </a:bodyPr>
          <a:lstStyle/>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Attribution d’un </a:t>
            </a:r>
            <a:r>
              <a:rPr kumimoji="0" lang="fr-FR" sz="1100" b="1" i="0" u="none" strike="noStrike" kern="1200" cap="none" spc="0" normalizeH="0" baseline="0" noProof="0">
                <a:ln>
                  <a:noFill/>
                </a:ln>
                <a:solidFill>
                  <a:srgbClr val="451DC7"/>
                </a:solidFill>
                <a:effectLst/>
                <a:uLnTx/>
                <a:uFillTx/>
                <a:latin typeface="Aptos SemiBold"/>
                <a:ea typeface="+mn-ea"/>
                <a:cs typeface="+mn-cs"/>
              </a:rPr>
              <a:t>compte individuel </a:t>
            </a:r>
            <a:r>
              <a:rPr kumimoji="0" lang="fr-FR" sz="1100" b="0" i="0" u="none" strike="noStrike" kern="1200" cap="none" spc="0" normalizeH="0" baseline="0" noProof="0">
                <a:ln>
                  <a:noFill/>
                </a:ln>
                <a:solidFill>
                  <a:srgbClr val="5F5F5F"/>
                </a:solidFill>
                <a:effectLst/>
                <a:uLnTx/>
                <a:uFillTx/>
                <a:latin typeface="Aptos"/>
                <a:ea typeface="+mn-ea"/>
                <a:cs typeface="+mn-cs"/>
              </a:rPr>
              <a:t>à chaque utilisateur ou processus automatique</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solidFill>
                <a:effectLst/>
                <a:uLnTx/>
                <a:uFillTx/>
                <a:latin typeface="Aptos SemiBold"/>
                <a:ea typeface="+mn-ea"/>
                <a:cs typeface="+mn-cs"/>
              </a:rPr>
              <a:t>Désactivation sans délai </a:t>
            </a:r>
            <a:r>
              <a:rPr kumimoji="0" lang="fr-FR" sz="1100" b="0" i="0" u="none" strike="noStrike" kern="1200" cap="none" spc="0" normalizeH="0" baseline="0" noProof="0">
                <a:ln>
                  <a:noFill/>
                </a:ln>
                <a:solidFill>
                  <a:srgbClr val="5F5F5F"/>
                </a:solidFill>
                <a:effectLst/>
                <a:uLnTx/>
                <a:uFillTx/>
                <a:latin typeface="Aptos"/>
                <a:ea typeface="+mn-ea"/>
                <a:cs typeface="+mn-cs"/>
              </a:rPr>
              <a:t>des comptes non nécessaires</a:t>
            </a:r>
          </a:p>
        </p:txBody>
      </p:sp>
      <p:sp>
        <p:nvSpPr>
          <p:cNvPr id="55" name="ZoneTexte 54">
            <a:extLst>
              <a:ext uri="{FF2B5EF4-FFF2-40B4-BE49-F238E27FC236}">
                <a16:creationId xmlns:a16="http://schemas.microsoft.com/office/drawing/2014/main" id="{D0F062BE-2E1B-CCB2-C11F-E7D8F98E1B34}"/>
              </a:ext>
            </a:extLst>
          </p:cNvPr>
          <p:cNvSpPr txBox="1">
            <a:spLocks/>
          </p:cNvSpPr>
          <p:nvPr/>
        </p:nvSpPr>
        <p:spPr>
          <a:xfrm>
            <a:off x="2883794" y="3982634"/>
            <a:ext cx="5540815" cy="1015663"/>
          </a:xfrm>
          <a:prstGeom prst="rect">
            <a:avLst/>
          </a:prstGeom>
          <a:noFill/>
        </p:spPr>
        <p:txBody>
          <a:bodyPr wrap="square" lIns="132923" rIns="132923" rtlCol="0">
            <a:spAutoFit/>
          </a:bodyPr>
          <a:lstStyle/>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Pour chaque utilisateur ou processus</a:t>
            </a:r>
            <a:r>
              <a:rPr kumimoji="0" lang="fr-FR" sz="1100" b="1" i="0" u="none" strike="noStrike" kern="1200" cap="none" spc="0" normalizeH="0" baseline="0" noProof="0">
                <a:ln>
                  <a:noFill/>
                </a:ln>
                <a:solidFill>
                  <a:srgbClr val="503078"/>
                </a:solidFill>
                <a:effectLst/>
                <a:uLnTx/>
                <a:uFillTx/>
                <a:latin typeface="Aptos"/>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automatique</a:t>
            </a:r>
            <a:r>
              <a:rPr kumimoji="0" lang="fr-FR" sz="1100" b="1" i="0" u="none" strike="noStrike" kern="1200" cap="none" spc="0" normalizeH="0" baseline="0" noProof="0">
                <a:ln>
                  <a:noFill/>
                </a:ln>
                <a:solidFill>
                  <a:srgbClr val="503078"/>
                </a:solidFill>
                <a:effectLst/>
                <a:uLnTx/>
                <a:uFillTx/>
                <a:latin typeface="Aptos"/>
                <a:ea typeface="+mn-ea"/>
                <a:cs typeface="+mn-cs"/>
              </a:rPr>
              <a:t> </a:t>
            </a:r>
            <a:r>
              <a:rPr kumimoji="0" lang="fr-FR" sz="1100" b="1" i="0" u="none" strike="noStrike" kern="1200" cap="none" spc="0" normalizeH="0" baseline="0" noProof="0">
                <a:ln>
                  <a:noFill/>
                </a:ln>
                <a:solidFill>
                  <a:srgbClr val="451DC7"/>
                </a:solidFill>
                <a:effectLst/>
                <a:uLnTx/>
                <a:uFillTx/>
                <a:latin typeface="Aptos"/>
                <a:ea typeface="+mn-ea"/>
                <a:cs typeface="+mn-cs"/>
              </a:rPr>
              <a:t>authentifié</a:t>
            </a:r>
            <a:r>
              <a:rPr kumimoji="0" lang="fr-FR" sz="1100" b="0" i="0" u="none" strike="noStrike" kern="1200" cap="none" spc="0" normalizeH="0" baseline="0" noProof="0">
                <a:ln>
                  <a:noFill/>
                </a:ln>
                <a:solidFill>
                  <a:srgbClr val="5F5F5F"/>
                </a:solidFill>
                <a:effectLst/>
                <a:uLnTx/>
                <a:uFillTx/>
                <a:latin typeface="Aptos"/>
                <a:ea typeface="+mn-ea"/>
                <a:cs typeface="+mn-cs"/>
              </a:rPr>
              <a:t>, les droits d’accès sont attribués </a:t>
            </a:r>
            <a:r>
              <a:rPr kumimoji="0" lang="fr-FR" sz="1100" b="1" i="0" u="none" strike="noStrike" kern="1200" cap="none" spc="0" normalizeH="0" baseline="0" noProof="0">
                <a:ln>
                  <a:noFill/>
                </a:ln>
                <a:solidFill>
                  <a:srgbClr val="451DC7"/>
                </a:solidFill>
                <a:effectLst/>
                <a:uLnTx/>
                <a:uFillTx/>
                <a:latin typeface="Aptos SemiBold"/>
                <a:ea typeface="+mn-ea"/>
                <a:cs typeface="+mn-cs"/>
              </a:rPr>
              <a:t>exclusivement</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aux ressources </a:t>
            </a:r>
            <a:r>
              <a:rPr kumimoji="0" lang="fr-FR" sz="1100" b="1" i="0" u="none" strike="noStrike" kern="1200" cap="none" spc="0" normalizeH="0" baseline="0" noProof="0">
                <a:ln>
                  <a:noFill/>
                </a:ln>
                <a:solidFill>
                  <a:srgbClr val="451DC7"/>
                </a:solidFill>
                <a:effectLst/>
                <a:uLnTx/>
                <a:uFillTx/>
                <a:latin typeface="Aptos"/>
                <a:ea typeface="+mn-ea"/>
                <a:cs typeface="+mn-cs"/>
              </a:rPr>
              <a:t>nécessaires</a:t>
            </a:r>
            <a:r>
              <a:rPr kumimoji="0" lang="fr-FR" sz="1100" b="0" i="0" u="none" strike="noStrike" kern="1200" cap="none" spc="0" normalizeH="0" baseline="0" noProof="0">
                <a:ln>
                  <a:noFill/>
                </a:ln>
                <a:solidFill>
                  <a:srgbClr val="5F5F5F"/>
                </a:solidFill>
                <a:effectLst/>
                <a:uLnTx/>
                <a:uFillTx/>
                <a:latin typeface="Aptos"/>
                <a:ea typeface="+mn-ea"/>
                <a:cs typeface="+mn-cs"/>
              </a:rPr>
              <a:t> à l'accomplissement de leurs activités ou services au sein de l'entité, en accord avec leurs missions respectives</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solidFill>
                <a:effectLst/>
                <a:uLnTx/>
                <a:uFillTx/>
                <a:latin typeface="Aptos SemiBold"/>
                <a:ea typeface="+mn-ea"/>
                <a:cs typeface="+mn-cs"/>
              </a:rPr>
              <a:t>Gestion et revue annuelle </a:t>
            </a:r>
            <a:r>
              <a:rPr kumimoji="0" lang="fr-FR" sz="1100" b="0" i="0" u="none" strike="noStrike" kern="1200" cap="none" spc="0" normalizeH="0" baseline="0" noProof="0">
                <a:ln>
                  <a:noFill/>
                </a:ln>
                <a:solidFill>
                  <a:srgbClr val="5F5F5F"/>
                </a:solidFill>
                <a:effectLst/>
                <a:uLnTx/>
                <a:uFillTx/>
                <a:latin typeface="Aptos"/>
                <a:ea typeface="+mn-ea"/>
                <a:cs typeface="+mn-cs"/>
              </a:rPr>
              <a:t>des droit d’accès</a:t>
            </a:r>
          </a:p>
        </p:txBody>
      </p:sp>
      <p:sp>
        <p:nvSpPr>
          <p:cNvPr id="56" name="ZoneTexte 55">
            <a:extLst>
              <a:ext uri="{FF2B5EF4-FFF2-40B4-BE49-F238E27FC236}">
                <a16:creationId xmlns:a16="http://schemas.microsoft.com/office/drawing/2014/main" id="{A501751C-6077-C21B-AE53-3A36EC180F61}"/>
              </a:ext>
            </a:extLst>
          </p:cNvPr>
          <p:cNvSpPr txBox="1">
            <a:spLocks/>
          </p:cNvSpPr>
          <p:nvPr/>
        </p:nvSpPr>
        <p:spPr>
          <a:xfrm>
            <a:off x="2883794" y="2617851"/>
            <a:ext cx="5540815" cy="1092607"/>
          </a:xfrm>
          <a:prstGeom prst="rect">
            <a:avLst/>
          </a:prstGeom>
          <a:noFill/>
        </p:spPr>
        <p:txBody>
          <a:bodyPr wrap="square" lIns="132923" rIns="132923" rtlCol="0">
            <a:spAutoFit/>
          </a:bodyPr>
          <a:lstStyle/>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solidFill>
                <a:effectLst/>
                <a:uLnTx/>
                <a:uFillTx/>
                <a:latin typeface="Aptos SemiBold"/>
                <a:ea typeface="+mn-ea"/>
                <a:cs typeface="+mn-cs"/>
              </a:rPr>
              <a:t>Authentification</a:t>
            </a:r>
            <a:r>
              <a:rPr kumimoji="0" lang="fr-FR" sz="1100" b="1" i="0" u="none" strike="noStrike" kern="1200" cap="none" spc="0" normalizeH="0" baseline="0" noProof="0">
                <a:ln>
                  <a:noFill/>
                </a:ln>
                <a:solidFill>
                  <a:srgbClr val="503078"/>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impliquant un </a:t>
            </a:r>
            <a:r>
              <a:rPr kumimoji="0" lang="fr-FR" sz="1100" b="1" i="0" u="none" strike="noStrike" kern="1200" cap="none" spc="0" normalizeH="0" baseline="0" noProof="0">
                <a:ln>
                  <a:noFill/>
                </a:ln>
                <a:solidFill>
                  <a:srgbClr val="451DC7"/>
                </a:solidFill>
                <a:effectLst/>
                <a:uLnTx/>
                <a:uFillTx/>
                <a:latin typeface="Aptos SemiBold"/>
                <a:ea typeface="+mn-ea"/>
                <a:cs typeface="+mn-cs"/>
              </a:rPr>
              <a:t>élément secret conforme aux exigences de l’ANSSI</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solidFill>
                <a:effectLst/>
                <a:uLnTx/>
                <a:uFillTx/>
                <a:latin typeface="Aptos SemiBold"/>
                <a:ea typeface="+mn-ea"/>
                <a:cs typeface="+mn-cs"/>
              </a:rPr>
              <a:t>Définition des règles de gestion des facteurs d’authentification</a:t>
            </a:r>
            <a:r>
              <a:rPr kumimoji="0" lang="fr-FR" sz="1100" b="1" i="0" u="none" strike="noStrike" kern="1200" cap="none" spc="0" normalizeH="0" baseline="0" noProof="0">
                <a:ln>
                  <a:noFill/>
                </a:ln>
                <a:solidFill>
                  <a:srgbClr val="331595">
                    <a:lumMod val="100000"/>
                  </a:srgbClr>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mis en œuvre sur les SIR</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331595">
                    <a:lumMod val="100000"/>
                  </a:srgbClr>
                </a:solidFill>
                <a:effectLst/>
                <a:uLnTx/>
                <a:uFillTx/>
                <a:latin typeface="Aptos SemiBold"/>
                <a:ea typeface="+mn-ea"/>
                <a:cs typeface="+mn-cs"/>
              </a:rPr>
              <a:t>Renouvellement</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de l’élément secret </a:t>
            </a:r>
            <a:r>
              <a:rPr kumimoji="0" lang="fr-FR" sz="1100" b="1" i="0" u="none" strike="noStrike" kern="1200" cap="none" spc="0" normalizeH="0" baseline="0" noProof="0">
                <a:ln>
                  <a:noFill/>
                </a:ln>
                <a:solidFill>
                  <a:srgbClr val="451DC7"/>
                </a:solidFill>
                <a:effectLst/>
                <a:uLnTx/>
                <a:uFillTx/>
                <a:latin typeface="Aptos SemiBold"/>
                <a:ea typeface="+mn-ea"/>
                <a:cs typeface="+mn-cs"/>
              </a:rPr>
              <a:t>configuré par défaut </a:t>
            </a:r>
            <a:r>
              <a:rPr kumimoji="0" lang="fr-FR" sz="1100" b="0" i="0" u="none" strike="noStrike" kern="1200" cap="none" spc="0" normalizeH="0" baseline="0" noProof="0">
                <a:ln>
                  <a:noFill/>
                </a:ln>
                <a:solidFill>
                  <a:srgbClr val="5F5F5F"/>
                </a:solidFill>
                <a:effectLst/>
                <a:uLnTx/>
                <a:uFillTx/>
                <a:latin typeface="Aptos"/>
                <a:ea typeface="+mn-ea"/>
                <a:cs typeface="+mn-cs"/>
              </a:rPr>
              <a:t>et à </a:t>
            </a:r>
            <a:r>
              <a:rPr kumimoji="0" lang="fr-FR" sz="1100" b="0" i="0" u="none" strike="noStrike" kern="1200" cap="none" spc="0" normalizeH="0" baseline="0" noProof="0">
                <a:ln>
                  <a:noFill/>
                </a:ln>
                <a:solidFill>
                  <a:srgbClr val="451DC7"/>
                </a:solidFill>
                <a:effectLst/>
                <a:uLnTx/>
                <a:uFillTx/>
                <a:latin typeface="Aptos"/>
                <a:ea typeface="+mn-ea"/>
                <a:cs typeface="+mn-cs"/>
              </a:rPr>
              <a:t>chaque </a:t>
            </a:r>
            <a:r>
              <a:rPr kumimoji="0" lang="fr-FR" sz="1100" b="1" i="0" u="none" strike="noStrike" kern="1200" cap="none" spc="0" normalizeH="0" baseline="0" noProof="0">
                <a:ln>
                  <a:noFill/>
                </a:ln>
                <a:solidFill>
                  <a:srgbClr val="451DC7"/>
                </a:solidFill>
                <a:effectLst/>
                <a:uLnTx/>
                <a:uFillTx/>
                <a:latin typeface="Aptos SemiBold"/>
                <a:ea typeface="+mn-ea"/>
                <a:cs typeface="+mn-cs"/>
              </a:rPr>
              <a:t>retrait d’un utilisateur </a:t>
            </a:r>
            <a:r>
              <a:rPr kumimoji="0" lang="fr-FR" sz="1100" b="0" i="0" u="none" strike="noStrike" kern="1200" cap="none" spc="0" normalizeH="0" baseline="0" noProof="0">
                <a:ln>
                  <a:noFill/>
                </a:ln>
                <a:solidFill>
                  <a:srgbClr val="5F5F5F"/>
                </a:solidFill>
                <a:effectLst/>
                <a:uLnTx/>
                <a:uFillTx/>
                <a:latin typeface="Aptos"/>
                <a:ea typeface="+mn-ea"/>
                <a:cs typeface="+mn-cs"/>
              </a:rPr>
              <a:t>d’un compte partagé</a:t>
            </a:r>
          </a:p>
        </p:txBody>
      </p:sp>
      <p:sp>
        <p:nvSpPr>
          <p:cNvPr id="57" name="Rectangle 56">
            <a:extLst>
              <a:ext uri="{FF2B5EF4-FFF2-40B4-BE49-F238E27FC236}">
                <a16:creationId xmlns:a16="http://schemas.microsoft.com/office/drawing/2014/main" id="{7EECC76B-BAD4-95E4-77D7-41F67AE6C526}"/>
              </a:ext>
            </a:extLst>
          </p:cNvPr>
          <p:cNvSpPr>
            <a:spLocks/>
          </p:cNvSpPr>
          <p:nvPr/>
        </p:nvSpPr>
        <p:spPr>
          <a:xfrm>
            <a:off x="8758947" y="2804717"/>
            <a:ext cx="3269232" cy="430887"/>
          </a:xfrm>
          <a:prstGeom prst="rect">
            <a:avLst/>
          </a:prstGeom>
          <a:noFill/>
          <a:ln w="9525" cap="flat" cmpd="sng" algn="ctr">
            <a:solidFill>
              <a:srgbClr val="546B8C"/>
            </a:solidFill>
            <a:prstDash val="lgDash"/>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FFFFFF"/>
              </a:solidFill>
              <a:effectLst/>
              <a:uLnTx/>
              <a:uFillTx/>
              <a:latin typeface="Aptos"/>
              <a:ea typeface="+mn-ea"/>
              <a:cs typeface="+mn-cs"/>
            </a:endParaRPr>
          </a:p>
        </p:txBody>
      </p:sp>
      <p:sp>
        <p:nvSpPr>
          <p:cNvPr id="58" name="TextBox 25">
            <a:extLst>
              <a:ext uri="{FF2B5EF4-FFF2-40B4-BE49-F238E27FC236}">
                <a16:creationId xmlns:a16="http://schemas.microsoft.com/office/drawing/2014/main" id="{7F548338-EFBF-AE37-43CC-010F4EDD4D7F}"/>
              </a:ext>
            </a:extLst>
          </p:cNvPr>
          <p:cNvSpPr txBox="1">
            <a:spLocks/>
          </p:cNvSpPr>
          <p:nvPr/>
        </p:nvSpPr>
        <p:spPr>
          <a:xfrm>
            <a:off x="8850210" y="2846867"/>
            <a:ext cx="3269232" cy="430887"/>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883" marR="0" lvl="1" indent="-216883" algn="just" defTabSz="914400" rtl="0" eaLnBrk="1" fontAlgn="auto" latinLnBrk="0" hangingPunct="1">
              <a:lnSpc>
                <a:spcPct val="100000"/>
              </a:lnSpc>
              <a:spcBef>
                <a:spcPts val="0"/>
              </a:spcBef>
              <a:spcAft>
                <a:spcPts val="369"/>
              </a:spcAft>
              <a:buClrTx/>
              <a:buSzTx/>
              <a:buFontTx/>
              <a:buChar char="⁄"/>
              <a:tabLst/>
              <a:defRPr/>
            </a:pPr>
            <a:r>
              <a:rPr kumimoji="0" lang="fr-FR" sz="1100" b="1" i="0" u="none" strike="noStrike" kern="1200" cap="none" spc="0" normalizeH="0" baseline="0" noProof="0">
                <a:ln>
                  <a:noFill/>
                </a:ln>
                <a:solidFill>
                  <a:srgbClr val="451DC7"/>
                </a:solidFill>
                <a:effectLst/>
                <a:uLnTx/>
                <a:uFillTx/>
                <a:latin typeface="Aptos SemiBold"/>
                <a:ea typeface="+mn-ea"/>
                <a:cs typeface="+mn-cs"/>
              </a:rPr>
              <a:t>Modification sans déla</a:t>
            </a:r>
            <a:r>
              <a:rPr kumimoji="0" lang="fr-FR" sz="1100" b="1" i="0" u="none" strike="noStrike" kern="1200" cap="none" spc="0" normalizeH="0" baseline="0" noProof="0">
                <a:ln>
                  <a:noFill/>
                </a:ln>
                <a:solidFill>
                  <a:srgbClr val="331595">
                    <a:lumMod val="100000"/>
                  </a:srgbClr>
                </a:solidFill>
                <a:effectLst/>
                <a:uLnTx/>
                <a:uFillTx/>
                <a:latin typeface="Aptos SemiBold"/>
                <a:ea typeface="+mn-ea"/>
                <a:cs typeface="+mn-cs"/>
              </a:rPr>
              <a:t>i </a:t>
            </a:r>
            <a:r>
              <a:rPr kumimoji="0" lang="fr-FR" sz="1100" b="0" i="0" u="none" strike="noStrike" kern="1200" cap="none" spc="0" normalizeH="0" baseline="0" noProof="0">
                <a:ln>
                  <a:noFill/>
                </a:ln>
                <a:solidFill>
                  <a:srgbClr val="5F5F5F"/>
                </a:solidFill>
                <a:effectLst/>
                <a:uLnTx/>
                <a:uFillTx/>
                <a:latin typeface="Aptos"/>
                <a:ea typeface="+mn-ea"/>
                <a:cs typeface="+mn-cs"/>
              </a:rPr>
              <a:t>de l’élément secret associé à un </a:t>
            </a:r>
            <a:r>
              <a:rPr kumimoji="0" lang="fr-FR" sz="1100" b="1" i="0" u="none" strike="noStrike" kern="1200" cap="none" spc="0" normalizeH="0" baseline="0" noProof="0">
                <a:ln>
                  <a:noFill/>
                </a:ln>
                <a:solidFill>
                  <a:srgbClr val="451DC7"/>
                </a:solidFill>
                <a:effectLst/>
                <a:uLnTx/>
                <a:uFillTx/>
                <a:latin typeface="Aptos SemiBold"/>
                <a:ea typeface="+mn-ea"/>
                <a:cs typeface="+mn-cs"/>
              </a:rPr>
              <a:t>compte désactivé</a:t>
            </a:r>
          </a:p>
        </p:txBody>
      </p:sp>
      <p:grpSp>
        <p:nvGrpSpPr>
          <p:cNvPr id="59" name="Groupe 58">
            <a:extLst>
              <a:ext uri="{FF2B5EF4-FFF2-40B4-BE49-F238E27FC236}">
                <a16:creationId xmlns:a16="http://schemas.microsoft.com/office/drawing/2014/main" id="{60660362-E4E9-44F1-5521-D4BA36707011}"/>
              </a:ext>
            </a:extLst>
          </p:cNvPr>
          <p:cNvGrpSpPr>
            <a:grpSpLocks/>
          </p:cNvGrpSpPr>
          <p:nvPr/>
        </p:nvGrpSpPr>
        <p:grpSpPr>
          <a:xfrm>
            <a:off x="8585837" y="2888071"/>
            <a:ext cx="264374" cy="264178"/>
            <a:chOff x="177275" y="6410013"/>
            <a:chExt cx="210606" cy="214645"/>
          </a:xfrm>
          <a:solidFill>
            <a:srgbClr val="546B8C"/>
          </a:solidFill>
        </p:grpSpPr>
        <p:sp>
          <p:nvSpPr>
            <p:cNvPr id="60" name="Ellipse 139">
              <a:extLst>
                <a:ext uri="{FF2B5EF4-FFF2-40B4-BE49-F238E27FC236}">
                  <a16:creationId xmlns:a16="http://schemas.microsoft.com/office/drawing/2014/main" id="{B3506460-42B2-BAF6-5B80-835435ED1B18}"/>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61" name="Connecteur droit 60">
              <a:extLst>
                <a:ext uri="{FF2B5EF4-FFF2-40B4-BE49-F238E27FC236}">
                  <a16:creationId xmlns:a16="http://schemas.microsoft.com/office/drawing/2014/main" id="{047B672B-0E02-58A6-8124-6F9033C69F83}"/>
                </a:ext>
              </a:extLst>
            </p:cNvPr>
            <p:cNvCxnSpPr>
              <a:stCxn id="60" idx="7"/>
              <a:endCxn id="60" idx="3"/>
            </p:cNvCxnSpPr>
            <p:nvPr/>
          </p:nvCxnSpPr>
          <p:spPr>
            <a:xfrm flipH="1">
              <a:off x="208118" y="6441447"/>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2" name="Rectangle : coins arrondis 61">
            <a:extLst>
              <a:ext uri="{FF2B5EF4-FFF2-40B4-BE49-F238E27FC236}">
                <a16:creationId xmlns:a16="http://schemas.microsoft.com/office/drawing/2014/main" id="{4D85D029-6316-AB1C-4389-C960F54BFE51}"/>
              </a:ext>
            </a:extLst>
          </p:cNvPr>
          <p:cNvSpPr>
            <a:spLocks/>
          </p:cNvSpPr>
          <p:nvPr/>
        </p:nvSpPr>
        <p:spPr>
          <a:xfrm>
            <a:off x="758133" y="1386965"/>
            <a:ext cx="1953084" cy="409797"/>
          </a:xfrm>
          <a:prstGeom prst="roundRect">
            <a:avLst/>
          </a:prstGeom>
          <a:solidFill>
            <a:schemeClr val="accent3">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lumMod val="100000"/>
                  </a:srgbClr>
                </a:solidFill>
                <a:effectLst/>
                <a:uLnTx/>
                <a:uFillTx/>
                <a:latin typeface="Aptos"/>
                <a:ea typeface="+mn-ea"/>
                <a:cs typeface="+mn-cs"/>
              </a:rPr>
              <a:t>Identification</a:t>
            </a:r>
          </a:p>
        </p:txBody>
      </p:sp>
      <p:sp>
        <p:nvSpPr>
          <p:cNvPr id="63" name="Rectangle : coins arrondis 62">
            <a:extLst>
              <a:ext uri="{FF2B5EF4-FFF2-40B4-BE49-F238E27FC236}">
                <a16:creationId xmlns:a16="http://schemas.microsoft.com/office/drawing/2014/main" id="{9FD7F59C-2C60-59C7-F3CC-40E297A3DD2B}"/>
              </a:ext>
            </a:extLst>
          </p:cNvPr>
          <p:cNvSpPr>
            <a:spLocks/>
          </p:cNvSpPr>
          <p:nvPr/>
        </p:nvSpPr>
        <p:spPr>
          <a:xfrm>
            <a:off x="744981" y="4084872"/>
            <a:ext cx="1953084" cy="409797"/>
          </a:xfrm>
          <a:prstGeom prst="roundRect">
            <a:avLst/>
          </a:prstGeom>
          <a:solidFill>
            <a:schemeClr val="bg2">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lumMod val="100000"/>
                  </a:srgbClr>
                </a:solidFill>
                <a:effectLst/>
                <a:uLnTx/>
                <a:uFillTx/>
                <a:latin typeface="Aptos"/>
                <a:ea typeface="+mn-ea"/>
                <a:cs typeface="+mn-cs"/>
              </a:rPr>
              <a:t>Droit d’accès</a:t>
            </a:r>
          </a:p>
        </p:txBody>
      </p:sp>
      <p:sp>
        <p:nvSpPr>
          <p:cNvPr id="64" name="Rectangle : coins arrondis 63">
            <a:extLst>
              <a:ext uri="{FF2B5EF4-FFF2-40B4-BE49-F238E27FC236}">
                <a16:creationId xmlns:a16="http://schemas.microsoft.com/office/drawing/2014/main" id="{29743BFC-C017-AC94-72E1-644C9B67A25A}"/>
              </a:ext>
            </a:extLst>
          </p:cNvPr>
          <p:cNvSpPr>
            <a:spLocks/>
          </p:cNvSpPr>
          <p:nvPr/>
        </p:nvSpPr>
        <p:spPr>
          <a:xfrm>
            <a:off x="758133" y="2737061"/>
            <a:ext cx="1953084" cy="409797"/>
          </a:xfrm>
          <a:prstGeom prst="roundRect">
            <a:avLst/>
          </a:prstGeom>
          <a:solidFill>
            <a:schemeClr val="accent4">
              <a:lumMod val="10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lumMod val="100000"/>
                  </a:srgbClr>
                </a:solidFill>
                <a:effectLst/>
                <a:uLnTx/>
                <a:uFillTx/>
                <a:latin typeface="Aptos"/>
                <a:ea typeface="+mn-ea"/>
                <a:cs typeface="+mn-cs"/>
              </a:rPr>
              <a:t>Authentification</a:t>
            </a:r>
          </a:p>
        </p:txBody>
      </p:sp>
      <p:pic>
        <p:nvPicPr>
          <p:cNvPr id="65" name="Picture 3">
            <a:extLst>
              <a:ext uri="{FF2B5EF4-FFF2-40B4-BE49-F238E27FC236}">
                <a16:creationId xmlns:a16="http://schemas.microsoft.com/office/drawing/2014/main" id="{3746936C-4F28-5885-E71A-8CB95B7BCCEB}"/>
              </a:ext>
            </a:extLst>
          </p:cNvPr>
          <p:cNvPicPr>
            <a:picLocks noChangeAspect="1" noChangeArrowheads="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670" y="1386965"/>
            <a:ext cx="400797" cy="401392"/>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e 28">
            <a:extLst>
              <a:ext uri="{FF2B5EF4-FFF2-40B4-BE49-F238E27FC236}">
                <a16:creationId xmlns:a16="http://schemas.microsoft.com/office/drawing/2014/main" id="{7A9EFC14-EA50-8A2C-4F5B-2DBAACE9828F}"/>
              </a:ext>
            </a:extLst>
          </p:cNvPr>
          <p:cNvGrpSpPr>
            <a:grpSpLocks/>
          </p:cNvGrpSpPr>
          <p:nvPr/>
        </p:nvGrpSpPr>
        <p:grpSpPr>
          <a:xfrm>
            <a:off x="110580" y="2741263"/>
            <a:ext cx="814977" cy="401392"/>
            <a:chOff x="110580" y="2720621"/>
            <a:chExt cx="814977" cy="401392"/>
          </a:xfrm>
        </p:grpSpPr>
        <p:pic>
          <p:nvPicPr>
            <p:cNvPr id="66" name="Picture 2">
              <a:extLst>
                <a:ext uri="{FF2B5EF4-FFF2-40B4-BE49-F238E27FC236}">
                  <a16:creationId xmlns:a16="http://schemas.microsoft.com/office/drawing/2014/main" id="{90EB6DD0-E87A-05A5-FFFE-ED276A60AD16}"/>
                </a:ext>
              </a:extLst>
            </p:cNvPr>
            <p:cNvPicPr>
              <a:picLocks noChangeAspect="1" noChangeArrowheads="1"/>
            </p:cNvPicPr>
            <p:nvPr/>
          </p:nvPicPr>
          <p:blipFill>
            <a:blip r:embed="rId6" cstate="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7670" y="2720621"/>
              <a:ext cx="400797" cy="401392"/>
            </a:xfrm>
            <a:prstGeom prst="rect">
              <a:avLst/>
            </a:prstGeom>
            <a:noFill/>
            <a:extLst>
              <a:ext uri="{909E8E84-426E-40DD-AFC4-6F175D3DCCD1}">
                <a14:hiddenFill xmlns:a14="http://schemas.microsoft.com/office/drawing/2010/main">
                  <a:solidFill>
                    <a:srgbClr val="FFFFFF"/>
                  </a:solidFill>
                </a14:hiddenFill>
              </a:ext>
            </a:extLst>
          </p:spPr>
        </p:pic>
        <p:sp>
          <p:nvSpPr>
            <p:cNvPr id="67" name="ZoneTexte 66">
              <a:extLst>
                <a:ext uri="{FF2B5EF4-FFF2-40B4-BE49-F238E27FC236}">
                  <a16:creationId xmlns:a16="http://schemas.microsoft.com/office/drawing/2014/main" id="{146322F8-995A-4353-DA06-1F915E949729}"/>
                </a:ext>
              </a:extLst>
            </p:cNvPr>
            <p:cNvSpPr txBox="1">
              <a:spLocks/>
            </p:cNvSpPr>
            <p:nvPr/>
          </p:nvSpPr>
          <p:spPr>
            <a:xfrm>
              <a:off x="110580" y="2799361"/>
              <a:ext cx="814977" cy="243913"/>
            </a:xfrm>
            <a:prstGeom prst="rect">
              <a:avLst/>
            </a:prstGeom>
            <a:noFill/>
          </p:spPr>
          <p:txBody>
            <a:bodyPr wrap="square" lIns="132923" rIns="1329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985" b="0" i="0" u="none" strike="noStrike" kern="1200" cap="none" spc="0" normalizeH="0" baseline="0" noProof="0">
                  <a:ln>
                    <a:noFill/>
                  </a:ln>
                  <a:solidFill>
                    <a:srgbClr val="331595">
                      <a:lumMod val="100000"/>
                    </a:srgbClr>
                  </a:solidFill>
                  <a:effectLst/>
                  <a:uLnTx/>
                  <a:uFillTx/>
                  <a:latin typeface="Aptos"/>
                  <a:ea typeface="+mn-ea"/>
                  <a:cs typeface="+mn-cs"/>
                </a:rPr>
                <a:t>XXXX</a:t>
              </a:r>
              <a:endParaRPr kumimoji="0" lang="en-US" sz="985" b="0" i="0" u="none" strike="noStrike" kern="1200" cap="none" spc="0" normalizeH="0" baseline="0" noProof="0">
                <a:ln>
                  <a:noFill/>
                </a:ln>
                <a:solidFill>
                  <a:srgbClr val="331595">
                    <a:lumMod val="100000"/>
                  </a:srgbClr>
                </a:solidFill>
                <a:effectLst/>
                <a:uLnTx/>
                <a:uFillTx/>
                <a:latin typeface="Aptos"/>
                <a:ea typeface="+mn-ea"/>
                <a:cs typeface="+mn-cs"/>
              </a:endParaRPr>
            </a:p>
          </p:txBody>
        </p:sp>
      </p:grpSp>
      <p:pic>
        <p:nvPicPr>
          <p:cNvPr id="68" name="Picture 4" descr="Une image contenant chose, objet&#10;&#10;Description générée avec un niveau de confiance élevé">
            <a:extLst>
              <a:ext uri="{FF2B5EF4-FFF2-40B4-BE49-F238E27FC236}">
                <a16:creationId xmlns:a16="http://schemas.microsoft.com/office/drawing/2014/main" id="{A7A6574F-0CC1-587C-957C-A1BCBCCB241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7670" y="4089074"/>
            <a:ext cx="400797" cy="401392"/>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2 [3]" hidden="1">
            <a:extLst>
              <a:ext uri="{FF2B5EF4-FFF2-40B4-BE49-F238E27FC236}">
                <a16:creationId xmlns:a16="http://schemas.microsoft.com/office/drawing/2014/main" id="{BF5CC2B7-B9D6-6E4D-2D65-A04C7E36DCD5}"/>
              </a:ext>
            </a:extLst>
          </p:cNvPr>
          <p:cNvPicPr>
            <a:picLocks noChangeAspect="1"/>
          </p:cNvPicPr>
          <p:nvPr>
            <p:custDataLst>
              <p:tags r:id="rId1"/>
            </p:custDataLst>
          </p:nvPr>
        </p:nvPicPr>
        <p:blipFill>
          <a:blip r:embed="rId8">
            <a:extLst>
              <a:ext uri="{96DAC541-7B7A-43D3-8B79-37D633B846F1}">
                <asvg:svgBlip xmlns:asvg="http://schemas.microsoft.com/office/drawing/2016/SVG/main" r:embed="rId9"/>
              </a:ext>
            </a:extLst>
          </a:blip>
          <a:stretch>
            <a:fillRect/>
          </a:stretch>
        </p:blipFill>
        <p:spPr>
          <a:xfrm>
            <a:off x="1970256" y="4491435"/>
            <a:ext cx="1619250" cy="1619250"/>
          </a:xfrm>
          <a:prstGeom prst="rect">
            <a:avLst/>
          </a:prstGeom>
        </p:spPr>
      </p:pic>
      <p:pic>
        <p:nvPicPr>
          <p:cNvPr id="7" name="Graphic 4 [2]" hidden="1">
            <a:extLst>
              <a:ext uri="{FF2B5EF4-FFF2-40B4-BE49-F238E27FC236}">
                <a16:creationId xmlns:a16="http://schemas.microsoft.com/office/drawing/2014/main" id="{B2E989FD-73BF-C813-6174-0AFECE5F472E}"/>
              </a:ext>
            </a:extLst>
          </p:cNvPr>
          <p:cNvPicPr>
            <a:picLocks noChangeAspect="1"/>
          </p:cNvPicPr>
          <p:nvPr>
            <p:custDataLst>
              <p:tags r:id="rId2"/>
            </p:custDataLst>
          </p:nvPr>
        </p:nvPicPr>
        <p:blipFill>
          <a:blip r:embed="rId10">
            <a:extLst>
              <a:ext uri="{96DAC541-7B7A-43D3-8B79-37D633B846F1}">
                <asvg:svgBlip xmlns:asvg="http://schemas.microsoft.com/office/drawing/2016/SVG/main" r:embed="rId11"/>
              </a:ext>
            </a:extLst>
          </a:blip>
          <a:stretch>
            <a:fillRect/>
          </a:stretch>
        </p:blipFill>
        <p:spPr>
          <a:xfrm>
            <a:off x="1970256" y="4491435"/>
            <a:ext cx="1619250" cy="1619250"/>
          </a:xfrm>
          <a:prstGeom prst="rect">
            <a:avLst/>
          </a:prstGeom>
        </p:spPr>
      </p:pic>
      <p:pic>
        <p:nvPicPr>
          <p:cNvPr id="9" name="Graphic 12 [1]" hidden="1">
            <a:extLst>
              <a:ext uri="{FF2B5EF4-FFF2-40B4-BE49-F238E27FC236}">
                <a16:creationId xmlns:a16="http://schemas.microsoft.com/office/drawing/2014/main" id="{DB961804-11B9-451E-4CEC-528BA61BDEE7}"/>
              </a:ext>
            </a:extLst>
          </p:cNvPr>
          <p:cNvPicPr>
            <a:picLocks noChangeAspect="1"/>
          </p:cNvPicPr>
          <p:nvPr>
            <p:custDataLst>
              <p:tags r:id="rId3"/>
            </p:custDataLst>
          </p:nvPr>
        </p:nvPicPr>
        <p:blipFill>
          <a:blip r:embed="rId12">
            <a:extLst>
              <a:ext uri="{96DAC541-7B7A-43D3-8B79-37D633B846F1}">
                <asvg:svgBlip xmlns:asvg="http://schemas.microsoft.com/office/drawing/2016/SVG/main" r:embed="rId13"/>
              </a:ext>
            </a:extLst>
          </a:blip>
          <a:stretch>
            <a:fillRect/>
          </a:stretch>
        </p:blipFill>
        <p:spPr>
          <a:xfrm>
            <a:off x="1970256" y="4491435"/>
            <a:ext cx="1619250" cy="1619250"/>
          </a:xfrm>
          <a:prstGeom prst="rect">
            <a:avLst/>
          </a:prstGeom>
        </p:spPr>
      </p:pic>
      <p:sp>
        <p:nvSpPr>
          <p:cNvPr id="25" name="Rectangle 24">
            <a:extLst>
              <a:ext uri="{FF2B5EF4-FFF2-40B4-BE49-F238E27FC236}">
                <a16:creationId xmlns:a16="http://schemas.microsoft.com/office/drawing/2014/main" id="{F4EDE42D-FC71-632F-EFB5-816D043ED05E}"/>
              </a:ext>
            </a:extLst>
          </p:cNvPr>
          <p:cNvSpPr>
            <a:spLocks/>
          </p:cNvSpPr>
          <p:nvPr/>
        </p:nvSpPr>
        <p:spPr bwMode="gray">
          <a:xfrm>
            <a:off x="-4575" y="5625078"/>
            <a:ext cx="12196575" cy="1231537"/>
          </a:xfrm>
          <a:prstGeom prst="rect">
            <a:avLst/>
          </a:prstGeom>
          <a:solidFill>
            <a:schemeClr val="bg2">
              <a:lumMod val="100000"/>
            </a:schemeClr>
          </a:solidFill>
          <a:ln w="9525" cap="flat" cmpd="sng" algn="ctr">
            <a:noFill/>
            <a:prstDash val="solid"/>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985838" marR="0" lvl="0" indent="-195263" algn="just" defTabSz="457189" rtl="0" eaLnBrk="1" fontAlgn="auto" latinLnBrk="0" hangingPunct="1">
              <a:lnSpc>
                <a:spcPct val="100000"/>
              </a:lnSpc>
              <a:spcBef>
                <a:spcPts val="0"/>
              </a:spcBef>
              <a:spcAft>
                <a:spcPts val="600"/>
              </a:spcAft>
              <a:buClr>
                <a:srgbClr val="FFFFFF"/>
              </a:buClr>
              <a:buSzTx/>
              <a:buFont typeface="Tahoma" panose="020B0604030504040204" pitchFamily="34" charset="0"/>
              <a:buChar char="⁄"/>
              <a:tabLst/>
              <a:defRPr/>
            </a:pPr>
            <a:r>
              <a:rPr kumimoji="0" lang="fr-FR" sz="1100" b="0" i="0" u="none" strike="noStrike" kern="1200" cap="none" spc="0" normalizeH="0" baseline="0" noProof="0">
                <a:ln>
                  <a:noFill/>
                </a:ln>
                <a:solidFill>
                  <a:srgbClr val="FFFFFF"/>
                </a:solidFill>
                <a:effectLst/>
                <a:uLnTx/>
                <a:uFillTx/>
                <a:latin typeface="Aptos"/>
                <a:ea typeface="+mn-ea"/>
                <a:cs typeface="+mn-cs"/>
              </a:rPr>
              <a:t>Généralement trivial sur le SI tertiaire, la mise en œuvre de ces obligations peut s’avérer ardue sur le SI industriel, car les composants peuvent avoir une durée de vie très longue, et les constructeurs n’intègrent que depuis peu les mesures de sécurité (en raison de l’éloignement aux menaces cyber : SI peu connecté et très spécifique). Deux solutions : la mise à jour des </a:t>
            </a:r>
            <a:r>
              <a:rPr kumimoji="0" lang="fr-FR" sz="1100" b="0" i="0" u="none" strike="noStrike" kern="1200" cap="none" spc="0" normalizeH="0" baseline="0" noProof="0" err="1">
                <a:ln>
                  <a:noFill/>
                </a:ln>
                <a:solidFill>
                  <a:srgbClr val="FFFFFF"/>
                </a:solidFill>
                <a:effectLst/>
                <a:uLnTx/>
                <a:uFillTx/>
                <a:latin typeface="Aptos"/>
                <a:ea typeface="+mn-ea"/>
                <a:cs typeface="+mn-cs"/>
              </a:rPr>
              <a:t>firmwares</a:t>
            </a:r>
            <a:r>
              <a:rPr kumimoji="0" lang="fr-FR" sz="1100" b="0" i="0" u="none" strike="noStrike" kern="1200" cap="none" spc="0" normalizeH="0" baseline="0" noProof="0">
                <a:ln>
                  <a:noFill/>
                </a:ln>
                <a:solidFill>
                  <a:srgbClr val="FFFFFF"/>
                </a:solidFill>
                <a:effectLst/>
                <a:uLnTx/>
                <a:uFillTx/>
                <a:latin typeface="Aptos"/>
                <a:ea typeface="+mn-ea"/>
                <a:cs typeface="+mn-cs"/>
              </a:rPr>
              <a:t> par le constructeur, ou la dérogation à mentionner dans le dossier d’homologation.</a:t>
            </a:r>
          </a:p>
          <a:p>
            <a:pPr marL="985838" marR="0" lvl="0" indent="-195263" algn="just" defTabSz="457189" rtl="0" eaLnBrk="1" fontAlgn="auto" latinLnBrk="0" hangingPunct="1">
              <a:lnSpc>
                <a:spcPct val="100000"/>
              </a:lnSpc>
              <a:spcBef>
                <a:spcPts val="0"/>
              </a:spcBef>
              <a:spcAft>
                <a:spcPts val="0"/>
              </a:spcAft>
              <a:buClr>
                <a:srgbClr val="FFFFFF"/>
              </a:buClr>
              <a:buSzTx/>
              <a:buFont typeface="Tahoma" panose="020B0604030504040204" pitchFamily="34" charset="0"/>
              <a:buChar char="⁄"/>
              <a:tabLst/>
              <a:defRPr/>
            </a:pPr>
            <a:r>
              <a:rPr kumimoji="0" lang="fr-FR" sz="1100" b="0" i="0" u="none" strike="noStrike" kern="1200" cap="none" spc="0" normalizeH="0" baseline="0" noProof="0">
                <a:ln>
                  <a:noFill/>
                </a:ln>
                <a:solidFill>
                  <a:srgbClr val="FFFFFF"/>
                </a:solidFill>
                <a:effectLst/>
                <a:uLnTx/>
                <a:uFillTx/>
                <a:latin typeface="Aptos"/>
                <a:ea typeface="+mn-ea"/>
                <a:cs typeface="+mn-cs"/>
              </a:rPr>
              <a:t>La robustesse des mots de passe peut être évaluée sur le site de l’ANSSI en fonction de la complexité retenue </a:t>
            </a:r>
          </a:p>
          <a:p>
            <a:pPr marL="985838" marR="0" lvl="0" indent="0" algn="just" defTabSz="457189" rtl="0" eaLnBrk="1" fontAlgn="auto" latinLnBrk="0" hangingPunct="1">
              <a:lnSpc>
                <a:spcPct val="100000"/>
              </a:lnSpc>
              <a:spcBef>
                <a:spcPts val="0"/>
              </a:spcBef>
              <a:spcAft>
                <a:spcPts val="0"/>
              </a:spcAft>
              <a:buClr>
                <a:srgbClr val="FFFFFF"/>
              </a:buClr>
              <a:buSzTx/>
              <a:buFontTx/>
              <a:buNone/>
              <a:tabLst/>
              <a:defRPr/>
            </a:pPr>
            <a:r>
              <a:rPr kumimoji="0" lang="fr-FR" sz="1100" b="0" i="0" u="none" strike="noStrike" kern="1200" cap="none" spc="0" normalizeH="0" baseline="0" noProof="0">
                <a:ln>
                  <a:noFill/>
                </a:ln>
                <a:solidFill>
                  <a:srgbClr val="FFFFFF"/>
                </a:solidFill>
                <a:effectLst/>
                <a:uLnTx/>
                <a:uFillTx/>
                <a:latin typeface="Aptos"/>
                <a:ea typeface="+mn-ea"/>
                <a:cs typeface="+mn-cs"/>
                <a:sym typeface="Wingdings" panose="05000000000000000000" pitchFamily="2" charset="2"/>
              </a:rPr>
              <a:t> https://www.ssi.gouv.fr/administration/precautions-elementaires/calculer-la-force-dun-mot-de-passe/).</a:t>
            </a:r>
            <a:endParaRPr kumimoji="0" lang="fr-FR" sz="1100" b="0" i="0" u="none" strike="noStrike" kern="1200" cap="none" spc="0" normalizeH="0" baseline="0" noProof="0">
              <a:ln>
                <a:noFill/>
              </a:ln>
              <a:solidFill>
                <a:srgbClr val="FFFFFF"/>
              </a:solidFill>
              <a:effectLst/>
              <a:uLnTx/>
              <a:uFillTx/>
              <a:latin typeface="Aptos"/>
              <a:ea typeface="+mn-ea"/>
              <a:cs typeface="+mn-cs"/>
            </a:endParaRPr>
          </a:p>
        </p:txBody>
      </p:sp>
      <p:pic>
        <p:nvPicPr>
          <p:cNvPr id="26" name="Creativity-Transparency-Background">
            <a:extLst>
              <a:ext uri="{FF2B5EF4-FFF2-40B4-BE49-F238E27FC236}">
                <a16:creationId xmlns:a16="http://schemas.microsoft.com/office/drawing/2014/main" id="{9346F560-26A4-9345-C307-4235FD684358}"/>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09646" y="6040151"/>
            <a:ext cx="400797" cy="401392"/>
          </a:xfrm>
          <a:prstGeom prst="rect">
            <a:avLst/>
          </a:prstGeom>
        </p:spPr>
      </p:pic>
      <p:pic>
        <p:nvPicPr>
          <p:cNvPr id="27" name="Image 26">
            <a:extLst>
              <a:ext uri="{FF2B5EF4-FFF2-40B4-BE49-F238E27FC236}">
                <a16:creationId xmlns:a16="http://schemas.microsoft.com/office/drawing/2014/main" id="{D592CE64-C3F1-FC32-AF79-EC0BABFDC129}"/>
              </a:ext>
            </a:extLst>
          </p:cNvPr>
          <p:cNvPicPr>
            <a:picLocks noChangeAspect="1"/>
          </p:cNvPicPr>
          <p:nvPr/>
        </p:nvPicPr>
        <p:blipFill>
          <a:blip r:embed="rId15">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rot="4078589" flipV="1">
            <a:off x="65028" y="1905073"/>
            <a:ext cx="663313" cy="586200"/>
          </a:xfrm>
          <a:prstGeom prst="rect">
            <a:avLst/>
          </a:prstGeom>
        </p:spPr>
      </p:pic>
      <p:pic>
        <p:nvPicPr>
          <p:cNvPr id="28" name="Image 27">
            <a:extLst>
              <a:ext uri="{FF2B5EF4-FFF2-40B4-BE49-F238E27FC236}">
                <a16:creationId xmlns:a16="http://schemas.microsoft.com/office/drawing/2014/main" id="{46DC1181-7C6B-F725-4850-FA79264CA24E}"/>
              </a:ext>
            </a:extLst>
          </p:cNvPr>
          <p:cNvPicPr>
            <a:picLocks noChangeAspect="1"/>
          </p:cNvPicPr>
          <p:nvPr/>
        </p:nvPicPr>
        <p:blipFill>
          <a:blip r:embed="rId15">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4078589" flipV="1">
            <a:off x="65028" y="3397258"/>
            <a:ext cx="663313" cy="586200"/>
          </a:xfrm>
          <a:prstGeom prst="rect">
            <a:avLst/>
          </a:prstGeom>
        </p:spPr>
      </p:pic>
      <p:grpSp>
        <p:nvGrpSpPr>
          <p:cNvPr id="3" name="Groupe 2">
            <a:extLst>
              <a:ext uri="{FF2B5EF4-FFF2-40B4-BE49-F238E27FC236}">
                <a16:creationId xmlns:a16="http://schemas.microsoft.com/office/drawing/2014/main" id="{8E05F452-3D9F-E9C7-0BB7-29843C4E8B04}"/>
              </a:ext>
            </a:extLst>
          </p:cNvPr>
          <p:cNvGrpSpPr/>
          <p:nvPr/>
        </p:nvGrpSpPr>
        <p:grpSpPr>
          <a:xfrm>
            <a:off x="8968517" y="185504"/>
            <a:ext cx="2372228" cy="453642"/>
            <a:chOff x="8968517" y="185504"/>
            <a:chExt cx="2372228" cy="453642"/>
          </a:xfrm>
        </p:grpSpPr>
        <p:grpSp>
          <p:nvGrpSpPr>
            <p:cNvPr id="5" name="Groupe 4">
              <a:extLst>
                <a:ext uri="{FF2B5EF4-FFF2-40B4-BE49-F238E27FC236}">
                  <a16:creationId xmlns:a16="http://schemas.microsoft.com/office/drawing/2014/main" id="{DFC3D4E1-8D6F-B3CC-7E9C-BA388A0A3751}"/>
                </a:ext>
              </a:extLst>
            </p:cNvPr>
            <p:cNvGrpSpPr>
              <a:grpSpLocks/>
            </p:cNvGrpSpPr>
            <p:nvPr/>
          </p:nvGrpSpPr>
          <p:grpSpPr>
            <a:xfrm>
              <a:off x="9050180" y="280235"/>
              <a:ext cx="259207" cy="264179"/>
              <a:chOff x="177275" y="6410013"/>
              <a:chExt cx="210606" cy="214645"/>
            </a:xfrm>
            <a:solidFill>
              <a:srgbClr val="546B8C"/>
            </a:solidFill>
          </p:grpSpPr>
          <p:sp>
            <p:nvSpPr>
              <p:cNvPr id="12" name="Ellipse 139">
                <a:extLst>
                  <a:ext uri="{FF2B5EF4-FFF2-40B4-BE49-F238E27FC236}">
                    <a16:creationId xmlns:a16="http://schemas.microsoft.com/office/drawing/2014/main" id="{83B5F94E-FD7E-8B74-A167-A5F7EA31530B}"/>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13" name="Connecteur droit 12">
                <a:extLst>
                  <a:ext uri="{FF2B5EF4-FFF2-40B4-BE49-F238E27FC236}">
                    <a16:creationId xmlns:a16="http://schemas.microsoft.com/office/drawing/2014/main" id="{3D468580-5F03-E2D6-64C6-E5CBA3A4CAE4}"/>
                  </a:ext>
                </a:extLst>
              </p:cNvPr>
              <p:cNvCxnSpPr>
                <a:stCxn id="12" idx="7"/>
                <a:endCxn id="12" idx="3"/>
              </p:cNvCxnSpPr>
              <p:nvPr/>
            </p:nvCxnSpPr>
            <p:spPr>
              <a:xfrm flipH="1">
                <a:off x="208118" y="6441447"/>
                <a:ext cx="148921"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 name="TextBox 302">
              <a:extLst>
                <a:ext uri="{FF2B5EF4-FFF2-40B4-BE49-F238E27FC236}">
                  <a16:creationId xmlns:a16="http://schemas.microsoft.com/office/drawing/2014/main" id="{627B4FD5-366C-E161-F822-70EEA098C4E4}"/>
                </a:ext>
              </a:extLst>
            </p:cNvPr>
            <p:cNvSpPr txBox="1">
              <a:spLocks/>
            </p:cNvSpPr>
            <p:nvPr/>
          </p:nvSpPr>
          <p:spPr>
            <a:xfrm>
              <a:off x="9203296" y="279714"/>
              <a:ext cx="2137449" cy="265221"/>
            </a:xfrm>
            <a:prstGeom prst="rect">
              <a:avLst/>
            </a:prstGeom>
            <a:noFill/>
          </p:spPr>
          <p:txBody>
            <a:bodyPr wrap="square" lIns="132923" tIns="56271" rIns="132923" bIns="56271"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85" b="0" i="0" u="none" strike="noStrike" kern="1200" cap="none" spc="0" normalizeH="0" baseline="0" noProof="0">
                  <a:ln>
                    <a:noFill/>
                  </a:ln>
                  <a:solidFill>
                    <a:srgbClr val="451DC7">
                      <a:lumMod val="100000"/>
                    </a:srgbClr>
                  </a:solidFill>
                  <a:effectLst/>
                  <a:uLnTx/>
                  <a:uFillTx/>
                  <a:latin typeface="Aptos"/>
                  <a:ea typeface="+mn-ea"/>
                  <a:cs typeface="+mn-cs"/>
                </a:rPr>
                <a:t>Objectif ne s’appliquant qu’aux EE</a:t>
              </a:r>
              <a:endParaRPr kumimoji="0" lang="fr-FR" sz="985" b="0" i="0" u="none" strike="noStrike" kern="1200" cap="none" spc="0" normalizeH="0" baseline="0" noProof="0">
                <a:ln>
                  <a:noFill/>
                </a:ln>
                <a:solidFill>
                  <a:srgbClr val="451DC7">
                    <a:lumMod val="100000"/>
                  </a:srgbClr>
                </a:solidFill>
                <a:effectLst/>
                <a:uLnTx/>
                <a:uFillTx/>
                <a:latin typeface="Aptos"/>
                <a:ea typeface="Tahoma"/>
                <a:cs typeface="Tahoma"/>
              </a:endParaRPr>
            </a:p>
          </p:txBody>
        </p:sp>
        <p:sp>
          <p:nvSpPr>
            <p:cNvPr id="11" name="Rectangle 10">
              <a:extLst>
                <a:ext uri="{FF2B5EF4-FFF2-40B4-BE49-F238E27FC236}">
                  <a16:creationId xmlns:a16="http://schemas.microsoft.com/office/drawing/2014/main" id="{6953B409-2B93-D077-8E29-9A2125C9AF39}"/>
                </a:ext>
              </a:extLst>
            </p:cNvPr>
            <p:cNvSpPr>
              <a:spLocks/>
            </p:cNvSpPr>
            <p:nvPr/>
          </p:nvSpPr>
          <p:spPr>
            <a:xfrm>
              <a:off x="8968517" y="185504"/>
              <a:ext cx="2270983" cy="453642"/>
            </a:xfrm>
            <a:prstGeom prst="rect">
              <a:avLst/>
            </a:prstGeom>
            <a:noFill/>
            <a:ln w="12700" cap="flat" cmpd="sng" algn="ctr">
              <a:solidFill>
                <a:schemeClr val="tx1">
                  <a:lumMod val="100000"/>
                </a:schemeClr>
              </a:solidFill>
              <a:prstDash val="sys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451DC7"/>
                </a:solidFill>
                <a:effectLst/>
                <a:uLnTx/>
                <a:uFillTx/>
                <a:latin typeface="Aptos"/>
                <a:ea typeface="+mn-ea"/>
                <a:cs typeface="+mn-cs"/>
              </a:endParaRPr>
            </a:p>
          </p:txBody>
        </p:sp>
      </p:grpSp>
      <p:sp>
        <p:nvSpPr>
          <p:cNvPr id="14" name="Espace réservé du texte 2">
            <a:extLst>
              <a:ext uri="{FF2B5EF4-FFF2-40B4-BE49-F238E27FC236}">
                <a16:creationId xmlns:a16="http://schemas.microsoft.com/office/drawing/2014/main" id="{A9E92EFF-8BA0-4C8E-A861-62D0B8039010}"/>
              </a:ext>
            </a:extLst>
          </p:cNvPr>
          <p:cNvSpPr>
            <a:spLocks noGrp="1"/>
          </p:cNvSpPr>
          <p:nvPr>
            <p:ph type="body" sz="quarter" idx="13"/>
          </p:nvPr>
        </p:nvSpPr>
        <p:spPr>
          <a:xfrm>
            <a:off x="425354" y="144314"/>
            <a:ext cx="11342769" cy="260350"/>
          </a:xfrm>
        </p:spPr>
        <p:txBody>
          <a:bodyPr/>
          <a:lstStyle/>
          <a:p>
            <a:r>
              <a:rPr lang="fr-FR"/>
              <a:t>MISE EN CONFORMITE A LA NIS 2</a:t>
            </a:r>
          </a:p>
        </p:txBody>
      </p:sp>
    </p:spTree>
    <p:extLst>
      <p:ext uri="{BB962C8B-B14F-4D97-AF65-F5344CB8AC3E}">
        <p14:creationId xmlns:p14="http://schemas.microsoft.com/office/powerpoint/2010/main" val="3998984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FD15A2-A9DA-CDE8-55C4-EA78223E0549}"/>
              </a:ext>
            </a:extLst>
          </p:cNvPr>
          <p:cNvSpPr>
            <a:spLocks noGrp="1"/>
          </p:cNvSpPr>
          <p:nvPr>
            <p:ph type="title"/>
          </p:nvPr>
        </p:nvSpPr>
        <p:spPr/>
        <p:txBody>
          <a:bodyPr/>
          <a:lstStyle/>
          <a:p>
            <a:r>
              <a:rPr lang="fr-FR"/>
              <a:t>Protection et défense - Objectifs 14/15</a:t>
            </a:r>
            <a:endParaRPr lang="en-US"/>
          </a:p>
        </p:txBody>
      </p:sp>
      <p:sp>
        <p:nvSpPr>
          <p:cNvPr id="4" name="ZoneTexte 25">
            <a:extLst>
              <a:ext uri="{FF2B5EF4-FFF2-40B4-BE49-F238E27FC236}">
                <a16:creationId xmlns:a16="http://schemas.microsoft.com/office/drawing/2014/main" id="{967C4D30-FF8C-0BDF-098C-292A2E9E6676}"/>
              </a:ext>
            </a:extLst>
          </p:cNvPr>
          <p:cNvSpPr txBox="1">
            <a:spLocks/>
          </p:cNvSpPr>
          <p:nvPr/>
        </p:nvSpPr>
        <p:spPr>
          <a:xfrm>
            <a:off x="423878" y="878387"/>
            <a:ext cx="6178400" cy="518720"/>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14 :</a:t>
            </a:r>
            <a:r>
              <a:rPr kumimoji="0" lang="fr-FR" sz="1400" b="1" i="0" u="none" strike="noStrike" kern="1200" cap="none" spc="0" normalizeH="0" baseline="0" noProof="0">
                <a:ln>
                  <a:noFill/>
                </a:ln>
                <a:solidFill>
                  <a:srgbClr val="451DC7"/>
                </a:solidFill>
                <a:effectLst/>
                <a:uLnTx/>
                <a:uFillTx/>
                <a:latin typeface="Aptos"/>
                <a:ea typeface="+mn-ea"/>
                <a:cs typeface="+mn-cs"/>
              </a:rPr>
              <a:t> L’entité maitrise l’administration de ses systèmes d’information réglementés</a:t>
            </a:r>
          </a:p>
        </p:txBody>
      </p:sp>
      <p:sp>
        <p:nvSpPr>
          <p:cNvPr id="93" name="ZoneTexte 89">
            <a:extLst>
              <a:ext uri="{FF2B5EF4-FFF2-40B4-BE49-F238E27FC236}">
                <a16:creationId xmlns:a16="http://schemas.microsoft.com/office/drawing/2014/main" id="{CB6EE3D9-35EE-FD66-BDC4-E6A3D04A2D83}"/>
              </a:ext>
            </a:extLst>
          </p:cNvPr>
          <p:cNvSpPr txBox="1">
            <a:spLocks/>
          </p:cNvSpPr>
          <p:nvPr/>
        </p:nvSpPr>
        <p:spPr>
          <a:xfrm>
            <a:off x="995846" y="1374460"/>
            <a:ext cx="4954259" cy="430887"/>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250F6B">
                    <a:lumMod val="40000"/>
                    <a:lumOff val="60000"/>
                  </a:srgbClr>
                </a:solidFill>
                <a:effectLst/>
                <a:uLnTx/>
                <a:uFillTx/>
                <a:latin typeface="Aptos"/>
                <a:ea typeface="+mn-ea"/>
                <a:cs typeface="+mn-cs"/>
              </a:rPr>
              <a:t>Une présomption de conformité s’applique à l’objectif en cas de recours à un prestataire PAMS </a:t>
            </a:r>
          </a:p>
        </p:txBody>
      </p:sp>
      <p:sp>
        <p:nvSpPr>
          <p:cNvPr id="31" name="ZoneTexte 30">
            <a:extLst>
              <a:ext uri="{FF2B5EF4-FFF2-40B4-BE49-F238E27FC236}">
                <a16:creationId xmlns:a16="http://schemas.microsoft.com/office/drawing/2014/main" id="{5B46AD8F-49A6-689E-D368-1638E25EADF5}"/>
              </a:ext>
            </a:extLst>
          </p:cNvPr>
          <p:cNvSpPr txBox="1">
            <a:spLocks/>
          </p:cNvSpPr>
          <p:nvPr/>
        </p:nvSpPr>
        <p:spPr>
          <a:xfrm>
            <a:off x="1095245" y="2571481"/>
            <a:ext cx="4954261" cy="1715854"/>
          </a:xfrm>
          <a:prstGeom prst="rect">
            <a:avLst/>
          </a:prstGeom>
          <a:noFill/>
        </p:spPr>
        <p:txBody>
          <a:bodyPr wrap="square" lIns="132923" rIns="132923" rtlCol="0">
            <a:spAutoFit/>
          </a:bodyPr>
          <a:lstStyle/>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Comptes dédiés à l’administration </a:t>
            </a:r>
            <a:r>
              <a:rPr kumimoji="0" lang="fr-FR" sz="1100" b="0" i="0" u="none" strike="noStrike" kern="1200" cap="none" spc="0" normalizeH="0" baseline="0" noProof="0">
                <a:ln>
                  <a:noFill/>
                </a:ln>
                <a:solidFill>
                  <a:srgbClr val="5F5F5F"/>
                </a:solidFill>
                <a:effectLst/>
                <a:uLnTx/>
                <a:uFillTx/>
                <a:latin typeface="Aptos"/>
                <a:ea typeface="+mn-ea"/>
                <a:cs typeface="+mn-cs"/>
              </a:rPr>
              <a:t>et utilisation d’éléments secrets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unique</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Utilisation exclusive </a:t>
            </a:r>
            <a:r>
              <a:rPr kumimoji="0" lang="fr-FR" sz="1100" b="0" i="0" u="none" strike="noStrike" kern="1200" cap="none" spc="0" normalizeH="0" baseline="0" noProof="0">
                <a:ln>
                  <a:noFill/>
                </a:ln>
                <a:solidFill>
                  <a:srgbClr val="5F5F5F"/>
                </a:solidFill>
                <a:effectLst/>
                <a:uLnTx/>
                <a:uFillTx/>
                <a:latin typeface="Aptos"/>
                <a:ea typeface="+mn-ea"/>
                <a:cs typeface="+mn-cs"/>
              </a:rPr>
              <a:t>des comptes d’administration pour des actions d’administration et vice versa </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SemiBold"/>
                <a:ea typeface="+mn-ea"/>
                <a:cs typeface="+mn-cs"/>
              </a:rPr>
              <a:t>Maintien à jour de la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liste des comptes d’administration </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SemiBold"/>
                <a:ea typeface="+mn-ea"/>
                <a:cs typeface="+mn-cs"/>
              </a:rPr>
              <a:t>Attribution des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droits </a:t>
            </a:r>
            <a:r>
              <a:rPr kumimoji="0" lang="fr-FR" sz="1100" b="0" i="0" u="none" strike="noStrike" kern="1200" cap="none" spc="0" normalizeH="0" baseline="0" noProof="0">
                <a:ln>
                  <a:noFill/>
                </a:ln>
                <a:solidFill>
                  <a:srgbClr val="5F5F5F"/>
                </a:solidFill>
                <a:effectLst/>
                <a:uLnTx/>
                <a:uFillTx/>
                <a:latin typeface="Aptos"/>
                <a:ea typeface="+mn-ea"/>
                <a:cs typeface="+mn-cs"/>
              </a:rPr>
              <a:t>nécessaires aux actions d’administration et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vérification des droits </a:t>
            </a:r>
            <a:r>
              <a:rPr kumimoji="0" lang="fr-FR" sz="1100" b="0" i="0" u="none" strike="noStrike" kern="1200" cap="none" spc="0" normalizeH="0" baseline="0" noProof="0">
                <a:ln>
                  <a:noFill/>
                </a:ln>
                <a:solidFill>
                  <a:srgbClr val="5F5F5F"/>
                </a:solidFill>
                <a:effectLst/>
                <a:uLnTx/>
                <a:uFillTx/>
                <a:latin typeface="Aptos"/>
                <a:ea typeface="+mn-ea"/>
                <a:cs typeface="+mn-cs"/>
              </a:rPr>
              <a:t>lors de toute modification des comptes d’administration</a:t>
            </a:r>
          </a:p>
        </p:txBody>
      </p:sp>
      <p:sp>
        <p:nvSpPr>
          <p:cNvPr id="49" name="ZoneTexte 48">
            <a:extLst>
              <a:ext uri="{FF2B5EF4-FFF2-40B4-BE49-F238E27FC236}">
                <a16:creationId xmlns:a16="http://schemas.microsoft.com/office/drawing/2014/main" id="{B0D7AB87-E645-3DCB-CFB9-FE7D4EA63508}"/>
              </a:ext>
            </a:extLst>
          </p:cNvPr>
          <p:cNvSpPr txBox="1">
            <a:spLocks/>
          </p:cNvSpPr>
          <p:nvPr/>
        </p:nvSpPr>
        <p:spPr>
          <a:xfrm>
            <a:off x="1095245" y="4920342"/>
            <a:ext cx="4954261" cy="1885131"/>
          </a:xfrm>
          <a:prstGeom prst="rect">
            <a:avLst/>
          </a:prstGeom>
          <a:no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4">
                    <a:lumMod val="100000"/>
                  </a:schemeClr>
                </a:solidFill>
                <a:prstDash val="solid"/>
                <a:round/>
                <a:headEnd type="none" w="med" len="med"/>
                <a:tailEnd type="none" w="med" len="med"/>
              </a14:hiddenLine>
            </a:ext>
          </a:extLst>
        </p:spPr>
        <p:txBody>
          <a:bodyPr wrap="square" lIns="132923" rIns="132923" rtlCol="0">
            <a:spAutoFit/>
          </a:bodyPr>
          <a:lstStyle/>
          <a:p>
            <a:pPr marL="0" marR="0" lvl="1" indent="0" algn="just" defTabSz="914400" rtl="0" eaLnBrk="1" fontAlgn="auto" latinLnBrk="0" hangingPunct="1">
              <a:lnSpc>
                <a:spcPct val="100000"/>
              </a:lnSpc>
              <a:spcBef>
                <a:spcPts val="0"/>
              </a:spcBef>
              <a:spcAft>
                <a:spcPts val="738"/>
              </a:spcAft>
              <a:buClrTx/>
              <a:buSzTx/>
              <a:buFontTx/>
              <a:buNone/>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Le cœur de confiance </a:t>
            </a:r>
            <a:r>
              <a:rPr kumimoji="0" lang="fr-FR" sz="1100" b="0" i="0" u="none" strike="noStrike" kern="1200" cap="none" spc="0" normalizeH="0" baseline="0" noProof="0">
                <a:ln>
                  <a:noFill/>
                </a:ln>
                <a:solidFill>
                  <a:srgbClr val="5F5F5F"/>
                </a:solidFill>
                <a:effectLst/>
                <a:uLnTx/>
                <a:uFillTx/>
                <a:latin typeface="Aptos"/>
                <a:ea typeface="+mn-ea"/>
                <a:cs typeface="+mn-cs"/>
              </a:rPr>
              <a:t>est l’ensemble des ressources regroupant, hébergeant les annuaires et permettant d’en prendre le contrôle </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Actions d’administrations du cœur de confiance réalisées via des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comptes d’administration </a:t>
            </a:r>
            <a:r>
              <a:rPr kumimoji="0" lang="fr-FR" sz="1100" b="0" i="0" u="none" strike="noStrike" kern="1200" cap="none" spc="0" normalizeH="0" baseline="0" noProof="0">
                <a:ln>
                  <a:noFill/>
                </a:ln>
                <a:solidFill>
                  <a:srgbClr val="5F5F5F"/>
                </a:solidFill>
                <a:effectLst/>
                <a:uLnTx/>
                <a:uFillTx/>
                <a:latin typeface="Aptos"/>
                <a:ea typeface="+mn-ea"/>
                <a:cs typeface="+mn-cs"/>
              </a:rPr>
              <a:t>et des ressources dédiées exclusivement à cet usage </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Dispositif de filtrage </a:t>
            </a:r>
            <a:r>
              <a:rPr kumimoji="0" lang="fr-FR" sz="1100" b="0" i="0" u="none" strike="noStrike" kern="1200" cap="none" spc="0" normalizeH="0" baseline="0" noProof="0">
                <a:ln>
                  <a:noFill/>
                </a:ln>
                <a:solidFill>
                  <a:srgbClr val="5F5F5F"/>
                </a:solidFill>
                <a:effectLst/>
                <a:uLnTx/>
                <a:uFillTx/>
                <a:latin typeface="Aptos"/>
                <a:ea typeface="+mn-ea"/>
                <a:cs typeface="+mn-cs"/>
              </a:rPr>
              <a:t>entre les connexions externes et les ressources d’administration du cœur de confiance </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Révision annuelle </a:t>
            </a:r>
            <a:r>
              <a:rPr kumimoji="0" lang="fr-FR" sz="1100" b="0" i="0" u="none" strike="noStrike" kern="1200" cap="none" spc="0" normalizeH="0" baseline="0" noProof="0">
                <a:ln>
                  <a:noFill/>
                </a:ln>
                <a:solidFill>
                  <a:srgbClr val="5F5F5F"/>
                </a:solidFill>
                <a:effectLst/>
                <a:uLnTx/>
                <a:uFillTx/>
                <a:latin typeface="Aptos"/>
                <a:ea typeface="+mn-ea"/>
                <a:cs typeface="+mn-cs"/>
              </a:rPr>
              <a:t>de la configuration des annuaires (peut s’appuyer sur un outil automatisé)</a:t>
            </a:r>
          </a:p>
        </p:txBody>
      </p:sp>
      <p:sp>
        <p:nvSpPr>
          <p:cNvPr id="50" name="ZoneTexte 25">
            <a:extLst>
              <a:ext uri="{FF2B5EF4-FFF2-40B4-BE49-F238E27FC236}">
                <a16:creationId xmlns:a16="http://schemas.microsoft.com/office/drawing/2014/main" id="{FB9D7745-E927-750A-192E-C57FE23F11A2}"/>
              </a:ext>
            </a:extLst>
          </p:cNvPr>
          <p:cNvSpPr txBox="1">
            <a:spLocks/>
          </p:cNvSpPr>
          <p:nvPr/>
        </p:nvSpPr>
        <p:spPr>
          <a:xfrm>
            <a:off x="6556325" y="2046383"/>
            <a:ext cx="5550592" cy="518720"/>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15 : </a:t>
            </a:r>
            <a:r>
              <a:rPr kumimoji="0" lang="fr-FR" sz="1400" b="1" i="0" u="none" strike="noStrike" kern="1200" cap="none" spc="0" normalizeH="0" baseline="0" noProof="0">
                <a:ln>
                  <a:noFill/>
                </a:ln>
                <a:solidFill>
                  <a:srgbClr val="451DC7"/>
                </a:solidFill>
                <a:effectLst/>
                <a:uLnTx/>
                <a:uFillTx/>
                <a:latin typeface="Aptos"/>
                <a:ea typeface="+mn-ea"/>
                <a:cs typeface="+mn-cs"/>
              </a:rPr>
              <a:t>L’entité essentielle réalise les actions d’administration depuis des ressources dédiées</a:t>
            </a:r>
          </a:p>
        </p:txBody>
      </p:sp>
      <p:sp>
        <p:nvSpPr>
          <p:cNvPr id="51" name="TextBox 25">
            <a:extLst>
              <a:ext uri="{FF2B5EF4-FFF2-40B4-BE49-F238E27FC236}">
                <a16:creationId xmlns:a16="http://schemas.microsoft.com/office/drawing/2014/main" id="{E8FB1C40-3F31-7084-A31C-7D69693490D6}"/>
              </a:ext>
            </a:extLst>
          </p:cNvPr>
          <p:cNvSpPr txBox="1">
            <a:spLocks/>
          </p:cNvSpPr>
          <p:nvPr/>
        </p:nvSpPr>
        <p:spPr>
          <a:xfrm>
            <a:off x="6703126" y="3322938"/>
            <a:ext cx="5053833" cy="2169825"/>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1021" marR="0" lvl="1" indent="-211021" algn="just" defTabSz="914400" rtl="0" eaLnBrk="1" fontAlgn="auto" latinLnBrk="0" hangingPunct="1">
              <a:lnSpc>
                <a:spcPct val="100000"/>
              </a:lnSpc>
              <a:spcBef>
                <a:spcPts val="0"/>
              </a:spcBef>
              <a:spcAft>
                <a:spcPts val="600"/>
              </a:spcAft>
              <a:buClrTx/>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Actions d’administration effectués au moyen d’un SI d’administration</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SI d’admin </a:t>
            </a:r>
            <a:r>
              <a:rPr kumimoji="0" lang="fr-FR" sz="1100" b="0" i="0" u="none" strike="noStrike" kern="1200" cap="none" spc="0" normalizeH="0" baseline="0" noProof="0">
                <a:ln>
                  <a:noFill/>
                </a:ln>
                <a:solidFill>
                  <a:srgbClr val="5F5F5F"/>
                </a:solidFill>
                <a:effectLst/>
                <a:uLnTx/>
                <a:uFillTx/>
                <a:latin typeface="Aptos"/>
                <a:ea typeface="+mn-ea"/>
                <a:cs typeface="+mn-cs"/>
              </a:rPr>
              <a:t>géré et configuré par l’entité (ou le prestataire qu'elle a mandaté) </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Ressources d’administration utilisées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exclusivement</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pour des actions d’administration ​</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Connexion des administrateurs au SI d’administration s’effectuant au moyen d’un système d’exploitation utilisé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exclusivement</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pour des actions d’administration</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Connexion du SI d'administration aux ressources à administrer au travers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d’interface physique d’administration​​</a:t>
            </a:r>
          </a:p>
          <a:p>
            <a:pPr marL="216883" marR="0" lvl="1" indent="-216883" algn="just" defTabSz="914400" rtl="0" eaLnBrk="1" fontAlgn="auto" latinLnBrk="0" hangingPunct="1">
              <a:lnSpc>
                <a:spcPct val="100000"/>
              </a:lnSpc>
              <a:spcBef>
                <a:spcPts val="0"/>
              </a:spcBef>
              <a:spcAft>
                <a:spcPts val="600"/>
              </a:spcAft>
              <a:buClrTx/>
              <a:buSzTx/>
              <a:buFontTx/>
              <a:buChar char="⁄"/>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Cloisonnement, chiffrement et authentification </a:t>
            </a:r>
            <a:r>
              <a:rPr kumimoji="0" lang="fr-FR" sz="1100" b="0" i="0" u="none" strike="noStrike" kern="1200" cap="none" spc="0" normalizeH="0" baseline="0" noProof="0">
                <a:ln>
                  <a:noFill/>
                </a:ln>
                <a:solidFill>
                  <a:srgbClr val="5F5F5F"/>
                </a:solidFill>
                <a:effectLst/>
                <a:uLnTx/>
                <a:uFillTx/>
                <a:latin typeface="Aptos"/>
                <a:ea typeface="+mn-ea"/>
                <a:cs typeface="+mn-cs"/>
              </a:rPr>
              <a:t>des flux d’administration</a:t>
            </a:r>
          </a:p>
        </p:txBody>
      </p:sp>
      <p:sp>
        <p:nvSpPr>
          <p:cNvPr id="52" name="ZoneTexte 89">
            <a:extLst>
              <a:ext uri="{FF2B5EF4-FFF2-40B4-BE49-F238E27FC236}">
                <a16:creationId xmlns:a16="http://schemas.microsoft.com/office/drawing/2014/main" id="{E7C48641-C93C-18F4-D80C-6EF578AE5392}"/>
              </a:ext>
            </a:extLst>
          </p:cNvPr>
          <p:cNvSpPr txBox="1">
            <a:spLocks/>
          </p:cNvSpPr>
          <p:nvPr/>
        </p:nvSpPr>
        <p:spPr>
          <a:xfrm>
            <a:off x="7139962" y="2687210"/>
            <a:ext cx="4616997" cy="430887"/>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250F6B">
                    <a:lumMod val="40000"/>
                    <a:lumOff val="60000"/>
                  </a:srgbClr>
                </a:solidFill>
                <a:effectLst/>
                <a:uLnTx/>
                <a:uFillTx/>
                <a:latin typeface="Aptos"/>
                <a:ea typeface="+mn-ea"/>
                <a:cs typeface="+mn-cs"/>
              </a:rPr>
              <a:t>Une présomption de conformité s’applique à l’objectif en cas de recours à un prestataire PAMS </a:t>
            </a:r>
          </a:p>
        </p:txBody>
      </p:sp>
      <p:pic>
        <p:nvPicPr>
          <p:cNvPr id="59" name="Image 58">
            <a:extLst>
              <a:ext uri="{FF2B5EF4-FFF2-40B4-BE49-F238E27FC236}">
                <a16:creationId xmlns:a16="http://schemas.microsoft.com/office/drawing/2014/main" id="{A6E427F5-2643-2850-F9E0-5B8D5245567C}"/>
              </a:ext>
            </a:extLst>
          </p:cNvPr>
          <p:cNvPicPr>
            <a:picLocks noChangeAspect="1"/>
          </p:cNvPicPr>
          <p:nvPr/>
        </p:nvPicPr>
        <p:blipFill>
          <a:blip r:embed="rId10">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rot="4078589" flipV="1">
            <a:off x="-164551" y="2987648"/>
            <a:ext cx="1299020" cy="585729"/>
          </a:xfrm>
          <a:prstGeom prst="rect">
            <a:avLst/>
          </a:prstGeom>
        </p:spPr>
      </p:pic>
      <p:grpSp>
        <p:nvGrpSpPr>
          <p:cNvPr id="117" name="Groupe 116">
            <a:extLst>
              <a:ext uri="{FF2B5EF4-FFF2-40B4-BE49-F238E27FC236}">
                <a16:creationId xmlns:a16="http://schemas.microsoft.com/office/drawing/2014/main" id="{BD62A4AF-DE69-A066-D1BB-A594BCBF638A}"/>
              </a:ext>
            </a:extLst>
          </p:cNvPr>
          <p:cNvGrpSpPr>
            <a:grpSpLocks/>
          </p:cNvGrpSpPr>
          <p:nvPr/>
        </p:nvGrpSpPr>
        <p:grpSpPr>
          <a:xfrm>
            <a:off x="423879" y="2070876"/>
            <a:ext cx="5526228" cy="334456"/>
            <a:chOff x="1095245" y="2108297"/>
            <a:chExt cx="5526228" cy="334456"/>
          </a:xfrm>
        </p:grpSpPr>
        <p:sp>
          <p:nvSpPr>
            <p:cNvPr id="115" name="Rectangle : coins arrondis 114">
              <a:extLst>
                <a:ext uri="{FF2B5EF4-FFF2-40B4-BE49-F238E27FC236}">
                  <a16:creationId xmlns:a16="http://schemas.microsoft.com/office/drawing/2014/main" id="{50358075-FC94-6945-E4C7-DF67896F52E0}"/>
                </a:ext>
              </a:extLst>
            </p:cNvPr>
            <p:cNvSpPr>
              <a:spLocks/>
            </p:cNvSpPr>
            <p:nvPr/>
          </p:nvSpPr>
          <p:spPr>
            <a:xfrm>
              <a:off x="1095245" y="2109192"/>
              <a:ext cx="5526228" cy="333561"/>
            </a:xfrm>
            <a:prstGeom prst="roundRect">
              <a:avLst/>
            </a:prstGeom>
            <a:solidFill>
              <a:schemeClr val="accent3">
                <a:lumMod val="100000"/>
              </a:schemeClr>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5F5F5F"/>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250F6B">
                    <a:lumMod val="100000"/>
                  </a:srgbClr>
                </a:solidFill>
                <a:effectLst/>
                <a:uLnTx/>
                <a:uFillTx/>
                <a:latin typeface="Aptos"/>
                <a:ea typeface="+mn-ea"/>
                <a:cs typeface="+mn-cs"/>
              </a:endParaRPr>
            </a:p>
          </p:txBody>
        </p:sp>
        <p:sp>
          <p:nvSpPr>
            <p:cNvPr id="5" name="Rectangle : coins arrondis 4">
              <a:extLst>
                <a:ext uri="{FF2B5EF4-FFF2-40B4-BE49-F238E27FC236}">
                  <a16:creationId xmlns:a16="http://schemas.microsoft.com/office/drawing/2014/main" id="{56AEDFF1-1468-70B7-5B12-E88316DCC10B}"/>
                </a:ext>
              </a:extLst>
            </p:cNvPr>
            <p:cNvSpPr>
              <a:spLocks/>
            </p:cNvSpPr>
            <p:nvPr/>
          </p:nvSpPr>
          <p:spPr>
            <a:xfrm>
              <a:off x="1095245" y="2108297"/>
              <a:ext cx="4954261" cy="333561"/>
            </a:xfrm>
            <a:prstGeom prst="roundRect">
              <a:avLst/>
            </a:prstGeom>
            <a:noFill/>
            <a:ln w="12700" cap="flat" cmpd="sng" algn="ctr">
              <a:noFill/>
              <a:prstDash val="solid"/>
              <a:miter lim="800000"/>
            </a:ln>
            <a:effectLst/>
            <a:extLst>
              <a:ext uri="{91240B29-F687-4F45-9708-019B960494DF}">
                <a14:hiddenLine xmlns:a14="http://schemas.microsoft.com/office/drawing/2010/main" w="1270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lumMod val="100000"/>
                    </a:srgbClr>
                  </a:solidFill>
                  <a:effectLst/>
                  <a:uLnTx/>
                  <a:uFillTx/>
                  <a:latin typeface="Aptos"/>
                  <a:ea typeface="+mn-ea"/>
                  <a:cs typeface="+mn-cs"/>
                </a:rPr>
                <a:t>Comptes d’administration</a:t>
              </a:r>
            </a:p>
          </p:txBody>
        </p:sp>
      </p:grpSp>
      <p:grpSp>
        <p:nvGrpSpPr>
          <p:cNvPr id="118" name="Groupe 117">
            <a:extLst>
              <a:ext uri="{FF2B5EF4-FFF2-40B4-BE49-F238E27FC236}">
                <a16:creationId xmlns:a16="http://schemas.microsoft.com/office/drawing/2014/main" id="{DB2EBE4A-E558-C209-0EAF-E50648C6D64C}"/>
              </a:ext>
            </a:extLst>
          </p:cNvPr>
          <p:cNvGrpSpPr>
            <a:grpSpLocks/>
          </p:cNvGrpSpPr>
          <p:nvPr/>
        </p:nvGrpSpPr>
        <p:grpSpPr>
          <a:xfrm>
            <a:off x="423878" y="4408302"/>
            <a:ext cx="5526227" cy="337534"/>
            <a:chOff x="1095245" y="4417729"/>
            <a:chExt cx="4969948" cy="337534"/>
          </a:xfrm>
        </p:grpSpPr>
        <p:sp>
          <p:nvSpPr>
            <p:cNvPr id="116" name="Rectangle : coins arrondis 115">
              <a:extLst>
                <a:ext uri="{FF2B5EF4-FFF2-40B4-BE49-F238E27FC236}">
                  <a16:creationId xmlns:a16="http://schemas.microsoft.com/office/drawing/2014/main" id="{DB06C021-AF17-1137-5E1A-A81997FFE4B0}"/>
                </a:ext>
              </a:extLst>
            </p:cNvPr>
            <p:cNvSpPr>
              <a:spLocks/>
            </p:cNvSpPr>
            <p:nvPr/>
          </p:nvSpPr>
          <p:spPr>
            <a:xfrm>
              <a:off x="1095245" y="4417729"/>
              <a:ext cx="4969948" cy="337534"/>
            </a:xfrm>
            <a:prstGeom prst="roundRect">
              <a:avLst/>
            </a:prstGeom>
            <a:solidFill>
              <a:schemeClr val="accent3">
                <a:lumMod val="100000"/>
              </a:schemeClr>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5F5F5F"/>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250F6B">
                    <a:lumMod val="100000"/>
                  </a:srgbClr>
                </a:solidFill>
                <a:effectLst/>
                <a:uLnTx/>
                <a:uFillTx/>
                <a:latin typeface="Aptos"/>
                <a:ea typeface="+mn-ea"/>
                <a:cs typeface="+mn-cs"/>
              </a:endParaRPr>
            </a:p>
          </p:txBody>
        </p:sp>
        <p:sp>
          <p:nvSpPr>
            <p:cNvPr id="32" name="Rectangle : coins arrondis 31">
              <a:extLst>
                <a:ext uri="{FF2B5EF4-FFF2-40B4-BE49-F238E27FC236}">
                  <a16:creationId xmlns:a16="http://schemas.microsoft.com/office/drawing/2014/main" id="{3BB67903-A94E-EFC8-17EC-1C674A6C93D0}"/>
                </a:ext>
              </a:extLst>
            </p:cNvPr>
            <p:cNvSpPr>
              <a:spLocks/>
            </p:cNvSpPr>
            <p:nvPr/>
          </p:nvSpPr>
          <p:spPr>
            <a:xfrm>
              <a:off x="1095245" y="4417729"/>
              <a:ext cx="4969948" cy="337534"/>
            </a:xfrm>
            <a:prstGeom prst="roundRect">
              <a:avLst/>
            </a:prstGeom>
            <a:noFill/>
            <a:ln w="12700" cap="flat" cmpd="sng" algn="ctr">
              <a:noFill/>
              <a:prstDash val="solid"/>
              <a:miter lim="800000"/>
            </a:ln>
            <a:effectLst/>
            <a:extLst>
              <a:ext uri="{91240B29-F687-4F45-9708-019B960494DF}">
                <a14:hiddenLine xmlns:a14="http://schemas.microsoft.com/office/drawing/2010/main" w="1270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lumMod val="100000"/>
                    </a:srgbClr>
                  </a:solidFill>
                  <a:effectLst/>
                  <a:uLnTx/>
                  <a:uFillTx/>
                  <a:latin typeface="Aptos"/>
                  <a:ea typeface="+mn-ea"/>
                  <a:cs typeface="+mn-cs"/>
                </a:rPr>
                <a:t>Sécurité des annuaires</a:t>
              </a:r>
            </a:p>
          </p:txBody>
        </p:sp>
      </p:grpSp>
      <p:grpSp>
        <p:nvGrpSpPr>
          <p:cNvPr id="121" name="Group 162">
            <a:extLst>
              <a:ext uri="{FF2B5EF4-FFF2-40B4-BE49-F238E27FC236}">
                <a16:creationId xmlns:a16="http://schemas.microsoft.com/office/drawing/2014/main" id="{F1C49277-CF2C-E5E0-3490-43BFB274ED57}"/>
              </a:ext>
            </a:extLst>
          </p:cNvPr>
          <p:cNvGrpSpPr>
            <a:grpSpLocks noChangeAspect="1"/>
          </p:cNvGrpSpPr>
          <p:nvPr/>
        </p:nvGrpSpPr>
        <p:grpSpPr bwMode="auto">
          <a:xfrm>
            <a:off x="735157" y="2141894"/>
            <a:ext cx="180642" cy="179937"/>
            <a:chOff x="5005" y="141"/>
            <a:chExt cx="384" cy="381"/>
          </a:xfrm>
          <a:solidFill>
            <a:schemeClr val="bg2"/>
          </a:solidFill>
        </p:grpSpPr>
        <p:sp>
          <p:nvSpPr>
            <p:cNvPr id="122" name="Freeform 163">
              <a:extLst>
                <a:ext uri="{FF2B5EF4-FFF2-40B4-BE49-F238E27FC236}">
                  <a16:creationId xmlns:a16="http://schemas.microsoft.com/office/drawing/2014/main" id="{713BD506-CB98-FDC2-F843-1B632B14861C}"/>
                </a:ext>
              </a:extLst>
            </p:cNvPr>
            <p:cNvSpPr>
              <a:spLocks/>
            </p:cNvSpPr>
            <p:nvPr/>
          </p:nvSpPr>
          <p:spPr bwMode="auto">
            <a:xfrm flipV="1">
              <a:off x="5005" y="141"/>
              <a:ext cx="260" cy="367"/>
            </a:xfrm>
            <a:custGeom>
              <a:avLst/>
              <a:gdLst>
                <a:gd name="T0" fmla="*/ 36920 w 69460"/>
                <a:gd name="T1" fmla="*/ 97520 h 97760"/>
                <a:gd name="T2" fmla="*/ 20140 w 69460"/>
                <a:gd name="T3" fmla="*/ 79480 h 97760"/>
                <a:gd name="T4" fmla="*/ 20860 w 69460"/>
                <a:gd name="T5" fmla="*/ 64460 h 97760"/>
                <a:gd name="T6" fmla="*/ 28880 w 69460"/>
                <a:gd name="T7" fmla="*/ 48180 h 97760"/>
                <a:gd name="T8" fmla="*/ 30540 w 69460"/>
                <a:gd name="T9" fmla="*/ 43380 h 97760"/>
                <a:gd name="T10" fmla="*/ 29980 w 69460"/>
                <a:gd name="T11" fmla="*/ 40940 h 97760"/>
                <a:gd name="T12" fmla="*/ 24560 w 69460"/>
                <a:gd name="T13" fmla="*/ 37080 h 97760"/>
                <a:gd name="T14" fmla="*/ 11660 w 69460"/>
                <a:gd name="T15" fmla="*/ 30680 h 97760"/>
                <a:gd name="T16" fmla="*/ 1280 w 69460"/>
                <a:gd name="T17" fmla="*/ 20960 h 97760"/>
                <a:gd name="T18" fmla="*/ 100 w 69460"/>
                <a:gd name="T19" fmla="*/ 14400 h 97760"/>
                <a:gd name="T20" fmla="*/ 820 w 69460"/>
                <a:gd name="T21" fmla="*/ 10500 h 97760"/>
                <a:gd name="T22" fmla="*/ 18180 w 69460"/>
                <a:gd name="T23" fmla="*/ 1620 h 97760"/>
                <a:gd name="T24" fmla="*/ 40960 w 69460"/>
                <a:gd name="T25" fmla="*/ 0 h 97760"/>
                <a:gd name="T26" fmla="*/ 51460 w 69460"/>
                <a:gd name="T27" fmla="*/ 380 h 97760"/>
                <a:gd name="T28" fmla="*/ 44960 w 69460"/>
                <a:gd name="T29" fmla="*/ 4520 h 97760"/>
                <a:gd name="T30" fmla="*/ 40460 w 69460"/>
                <a:gd name="T31" fmla="*/ 7580 h 97760"/>
                <a:gd name="T32" fmla="*/ 37060 w 69460"/>
                <a:gd name="T33" fmla="*/ 15720 h 97760"/>
                <a:gd name="T34" fmla="*/ 38320 w 69460"/>
                <a:gd name="T35" fmla="*/ 21140 h 97760"/>
                <a:gd name="T36" fmla="*/ 43540 w 69460"/>
                <a:gd name="T37" fmla="*/ 28460 h 97760"/>
                <a:gd name="T38" fmla="*/ 52160 w 69460"/>
                <a:gd name="T39" fmla="*/ 31800 h 97760"/>
                <a:gd name="T40" fmla="*/ 63960 w 69460"/>
                <a:gd name="T41" fmla="*/ 27100 h 97760"/>
                <a:gd name="T42" fmla="*/ 65240 w 69460"/>
                <a:gd name="T43" fmla="*/ 26200 h 97760"/>
                <a:gd name="T44" fmla="*/ 65900 w 69460"/>
                <a:gd name="T45" fmla="*/ 26980 h 97760"/>
                <a:gd name="T46" fmla="*/ 68000 w 69460"/>
                <a:gd name="T47" fmla="*/ 29600 h 97760"/>
                <a:gd name="T48" fmla="*/ 69240 w 69460"/>
                <a:gd name="T49" fmla="*/ 31620 h 97760"/>
                <a:gd name="T50" fmla="*/ 65620 w 69460"/>
                <a:gd name="T51" fmla="*/ 33480 h 97760"/>
                <a:gd name="T52" fmla="*/ 55180 w 69460"/>
                <a:gd name="T53" fmla="*/ 37900 h 97760"/>
                <a:gd name="T54" fmla="*/ 52440 w 69460"/>
                <a:gd name="T55" fmla="*/ 46320 h 97760"/>
                <a:gd name="T56" fmla="*/ 53820 w 69460"/>
                <a:gd name="T57" fmla="*/ 48500 h 97760"/>
                <a:gd name="T58" fmla="*/ 62620 w 69460"/>
                <a:gd name="T59" fmla="*/ 76700 h 97760"/>
                <a:gd name="T60" fmla="*/ 47260 w 69460"/>
                <a:gd name="T61" fmla="*/ 97120 h 97760"/>
                <a:gd name="T62" fmla="*/ 41860 w 69460"/>
                <a:gd name="T63" fmla="*/ 97720 h 97760"/>
                <a:gd name="T64" fmla="*/ 36920 w 69460"/>
                <a:gd name="T65" fmla="*/ 97520 h 97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460" h="97760">
                  <a:moveTo>
                    <a:pt x="36920" y="97520"/>
                  </a:moveTo>
                  <a:cubicBezTo>
                    <a:pt x="27820" y="95780"/>
                    <a:pt x="21920" y="89440"/>
                    <a:pt x="20140" y="79480"/>
                  </a:cubicBezTo>
                  <a:cubicBezTo>
                    <a:pt x="19440" y="75540"/>
                    <a:pt x="19740" y="69320"/>
                    <a:pt x="20860" y="64460"/>
                  </a:cubicBezTo>
                  <a:cubicBezTo>
                    <a:pt x="22240" y="58500"/>
                    <a:pt x="25220" y="52420"/>
                    <a:pt x="28880" y="48180"/>
                  </a:cubicBezTo>
                  <a:cubicBezTo>
                    <a:pt x="30160" y="46660"/>
                    <a:pt x="30560" y="45560"/>
                    <a:pt x="30540" y="43380"/>
                  </a:cubicBezTo>
                  <a:cubicBezTo>
                    <a:pt x="30540" y="42360"/>
                    <a:pt x="30420" y="41820"/>
                    <a:pt x="29980" y="40940"/>
                  </a:cubicBezTo>
                  <a:cubicBezTo>
                    <a:pt x="29140" y="39200"/>
                    <a:pt x="28220" y="38540"/>
                    <a:pt x="24560" y="37080"/>
                  </a:cubicBezTo>
                  <a:cubicBezTo>
                    <a:pt x="20620" y="35480"/>
                    <a:pt x="14460" y="32440"/>
                    <a:pt x="11660" y="30680"/>
                  </a:cubicBezTo>
                  <a:cubicBezTo>
                    <a:pt x="6600" y="27520"/>
                    <a:pt x="2720" y="23880"/>
                    <a:pt x="1280" y="20960"/>
                  </a:cubicBezTo>
                  <a:cubicBezTo>
                    <a:pt x="240" y="18860"/>
                    <a:pt x="0" y="17520"/>
                    <a:pt x="100" y="14400"/>
                  </a:cubicBezTo>
                  <a:cubicBezTo>
                    <a:pt x="160" y="12080"/>
                    <a:pt x="220" y="11800"/>
                    <a:pt x="820" y="10500"/>
                  </a:cubicBezTo>
                  <a:cubicBezTo>
                    <a:pt x="2800" y="6260"/>
                    <a:pt x="8480" y="3360"/>
                    <a:pt x="18180" y="1620"/>
                  </a:cubicBezTo>
                  <a:cubicBezTo>
                    <a:pt x="23640" y="640"/>
                    <a:pt x="32660" y="0"/>
                    <a:pt x="40960" y="0"/>
                  </a:cubicBezTo>
                  <a:cubicBezTo>
                    <a:pt x="46600" y="0"/>
                    <a:pt x="51460" y="180"/>
                    <a:pt x="51460" y="380"/>
                  </a:cubicBezTo>
                  <a:cubicBezTo>
                    <a:pt x="51460" y="700"/>
                    <a:pt x="47620" y="3160"/>
                    <a:pt x="44960" y="4520"/>
                  </a:cubicBezTo>
                  <a:cubicBezTo>
                    <a:pt x="42340" y="5880"/>
                    <a:pt x="41780" y="6260"/>
                    <a:pt x="40460" y="7580"/>
                  </a:cubicBezTo>
                  <a:cubicBezTo>
                    <a:pt x="38180" y="9880"/>
                    <a:pt x="37060" y="12540"/>
                    <a:pt x="37060" y="15720"/>
                  </a:cubicBezTo>
                  <a:cubicBezTo>
                    <a:pt x="37060" y="17360"/>
                    <a:pt x="37620" y="19720"/>
                    <a:pt x="38320" y="21140"/>
                  </a:cubicBezTo>
                  <a:cubicBezTo>
                    <a:pt x="39220" y="22900"/>
                    <a:pt x="42340" y="27280"/>
                    <a:pt x="43540" y="28460"/>
                  </a:cubicBezTo>
                  <a:cubicBezTo>
                    <a:pt x="45580" y="30460"/>
                    <a:pt x="49040" y="31800"/>
                    <a:pt x="52160" y="31800"/>
                  </a:cubicBezTo>
                  <a:cubicBezTo>
                    <a:pt x="55740" y="31800"/>
                    <a:pt x="60200" y="30020"/>
                    <a:pt x="63960" y="27100"/>
                  </a:cubicBezTo>
                  <a:cubicBezTo>
                    <a:pt x="64600" y="26600"/>
                    <a:pt x="65180" y="26200"/>
                    <a:pt x="65240" y="26200"/>
                  </a:cubicBezTo>
                  <a:cubicBezTo>
                    <a:pt x="65300" y="26200"/>
                    <a:pt x="65600" y="26560"/>
                    <a:pt x="65900" y="26980"/>
                  </a:cubicBezTo>
                  <a:cubicBezTo>
                    <a:pt x="66220" y="27420"/>
                    <a:pt x="67140" y="28580"/>
                    <a:pt x="68000" y="29600"/>
                  </a:cubicBezTo>
                  <a:cubicBezTo>
                    <a:pt x="69200" y="31060"/>
                    <a:pt x="69460" y="31480"/>
                    <a:pt x="69240" y="31620"/>
                  </a:cubicBezTo>
                  <a:cubicBezTo>
                    <a:pt x="69080" y="31740"/>
                    <a:pt x="67460" y="32560"/>
                    <a:pt x="65620" y="33480"/>
                  </a:cubicBezTo>
                  <a:cubicBezTo>
                    <a:pt x="62760" y="34920"/>
                    <a:pt x="58940" y="36540"/>
                    <a:pt x="55180" y="37900"/>
                  </a:cubicBezTo>
                  <a:cubicBezTo>
                    <a:pt x="52200" y="38980"/>
                    <a:pt x="51240" y="41900"/>
                    <a:pt x="52440" y="46320"/>
                  </a:cubicBezTo>
                  <a:cubicBezTo>
                    <a:pt x="52560" y="46780"/>
                    <a:pt x="53140" y="47700"/>
                    <a:pt x="53820" y="48500"/>
                  </a:cubicBezTo>
                  <a:cubicBezTo>
                    <a:pt x="60000" y="55860"/>
                    <a:pt x="63360" y="66640"/>
                    <a:pt x="62620" y="76700"/>
                  </a:cubicBezTo>
                  <a:cubicBezTo>
                    <a:pt x="61860" y="87300"/>
                    <a:pt x="56340" y="94620"/>
                    <a:pt x="47260" y="97120"/>
                  </a:cubicBezTo>
                  <a:cubicBezTo>
                    <a:pt x="45640" y="97560"/>
                    <a:pt x="44860" y="97640"/>
                    <a:pt x="41860" y="97720"/>
                  </a:cubicBezTo>
                  <a:cubicBezTo>
                    <a:pt x="39440" y="97760"/>
                    <a:pt x="37920" y="97700"/>
                    <a:pt x="36920" y="97520"/>
                  </a:cubicBezTo>
                  <a:close/>
                </a:path>
              </a:pathLst>
            </a:custGeom>
            <a:solidFill>
              <a:schemeClr val="bg1">
                <a:lumMod val="100000"/>
              </a:schemeClr>
            </a:solidFill>
            <a:ln w="0">
              <a:noFill/>
              <a:prstDash val="solid"/>
              <a:round/>
              <a:headEnd/>
              <a:tailEnd/>
            </a:ln>
          </p:spPr>
          <p:txBody>
            <a:bodyPr vert="horz" wrap="square" lIns="112542" tIns="56271" rIns="112542" bIns="5627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000000"/>
                </a:solidFill>
                <a:effectLst/>
                <a:uLnTx/>
                <a:uFillTx/>
                <a:latin typeface="Aptos"/>
                <a:ea typeface="+mn-ea"/>
                <a:cs typeface="+mn-cs"/>
              </a:endParaRPr>
            </a:p>
          </p:txBody>
        </p:sp>
        <p:sp>
          <p:nvSpPr>
            <p:cNvPr id="123" name="Freeform 164">
              <a:extLst>
                <a:ext uri="{FF2B5EF4-FFF2-40B4-BE49-F238E27FC236}">
                  <a16:creationId xmlns:a16="http://schemas.microsoft.com/office/drawing/2014/main" id="{B295DCB6-F595-9C0E-AE40-E855F5716BC0}"/>
                </a:ext>
              </a:extLst>
            </p:cNvPr>
            <p:cNvSpPr>
              <a:spLocks/>
            </p:cNvSpPr>
            <p:nvPr/>
          </p:nvSpPr>
          <p:spPr bwMode="auto">
            <a:xfrm flipV="1">
              <a:off x="5172" y="342"/>
              <a:ext cx="217" cy="180"/>
            </a:xfrm>
            <a:custGeom>
              <a:avLst/>
              <a:gdLst>
                <a:gd name="T0" fmla="*/ 54440 w 58080"/>
                <a:gd name="T1" fmla="*/ 46560 h 48040"/>
                <a:gd name="T2" fmla="*/ 33220 w 58080"/>
                <a:gd name="T3" fmla="*/ 32540 h 48040"/>
                <a:gd name="T4" fmla="*/ 22940 w 58080"/>
                <a:gd name="T5" fmla="*/ 18920 h 48040"/>
                <a:gd name="T6" fmla="*/ 21980 w 58080"/>
                <a:gd name="T7" fmla="*/ 17040 h 48040"/>
                <a:gd name="T8" fmla="*/ 21720 w 58080"/>
                <a:gd name="T9" fmla="*/ 17260 h 48040"/>
                <a:gd name="T10" fmla="*/ 17180 w 58080"/>
                <a:gd name="T11" fmla="*/ 22580 h 48040"/>
                <a:gd name="T12" fmla="*/ 7480 w 58080"/>
                <a:gd name="T13" fmla="*/ 27680 h 48040"/>
                <a:gd name="T14" fmla="*/ 2400 w 58080"/>
                <a:gd name="T15" fmla="*/ 24060 h 48040"/>
                <a:gd name="T16" fmla="*/ 260 w 58080"/>
                <a:gd name="T17" fmla="*/ 18660 h 48040"/>
                <a:gd name="T18" fmla="*/ 4120 w 58080"/>
                <a:gd name="T19" fmla="*/ 14840 h 48040"/>
                <a:gd name="T20" fmla="*/ 17600 w 58080"/>
                <a:gd name="T21" fmla="*/ 3480 h 48040"/>
                <a:gd name="T22" fmla="*/ 21720 w 58080"/>
                <a:gd name="T23" fmla="*/ 80 h 48040"/>
                <a:gd name="T24" fmla="*/ 24380 w 58080"/>
                <a:gd name="T25" fmla="*/ 980 h 48040"/>
                <a:gd name="T26" fmla="*/ 27740 w 58080"/>
                <a:gd name="T27" fmla="*/ 7940 h 48040"/>
                <a:gd name="T28" fmla="*/ 36880 w 58080"/>
                <a:gd name="T29" fmla="*/ 25740 h 48040"/>
                <a:gd name="T30" fmla="*/ 55400 w 58080"/>
                <a:gd name="T31" fmla="*/ 45900 h 48040"/>
                <a:gd name="T32" fmla="*/ 54440 w 58080"/>
                <a:gd name="T33" fmla="*/ 46560 h 48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8080" h="48040">
                  <a:moveTo>
                    <a:pt x="54440" y="46560"/>
                  </a:moveTo>
                  <a:cubicBezTo>
                    <a:pt x="46300" y="43240"/>
                    <a:pt x="39440" y="38720"/>
                    <a:pt x="33220" y="32540"/>
                  </a:cubicBezTo>
                  <a:cubicBezTo>
                    <a:pt x="28800" y="28160"/>
                    <a:pt x="25180" y="23360"/>
                    <a:pt x="22940" y="18920"/>
                  </a:cubicBezTo>
                  <a:cubicBezTo>
                    <a:pt x="22440" y="17940"/>
                    <a:pt x="22020" y="17100"/>
                    <a:pt x="21980" y="17040"/>
                  </a:cubicBezTo>
                  <a:cubicBezTo>
                    <a:pt x="21940" y="16980"/>
                    <a:pt x="21820" y="17080"/>
                    <a:pt x="21720" y="17260"/>
                  </a:cubicBezTo>
                  <a:cubicBezTo>
                    <a:pt x="21280" y="18060"/>
                    <a:pt x="18700" y="21080"/>
                    <a:pt x="17180" y="22580"/>
                  </a:cubicBezTo>
                  <a:cubicBezTo>
                    <a:pt x="13680" y="26020"/>
                    <a:pt x="10480" y="27700"/>
                    <a:pt x="7480" y="27680"/>
                  </a:cubicBezTo>
                  <a:cubicBezTo>
                    <a:pt x="5200" y="27680"/>
                    <a:pt x="4600" y="27240"/>
                    <a:pt x="2400" y="24060"/>
                  </a:cubicBezTo>
                  <a:cubicBezTo>
                    <a:pt x="460" y="21240"/>
                    <a:pt x="0" y="20100"/>
                    <a:pt x="260" y="18660"/>
                  </a:cubicBezTo>
                  <a:cubicBezTo>
                    <a:pt x="560" y="16980"/>
                    <a:pt x="1300" y="16260"/>
                    <a:pt x="4120" y="14840"/>
                  </a:cubicBezTo>
                  <a:cubicBezTo>
                    <a:pt x="10040" y="11900"/>
                    <a:pt x="14040" y="8520"/>
                    <a:pt x="17600" y="3480"/>
                  </a:cubicBezTo>
                  <a:cubicBezTo>
                    <a:pt x="19560" y="700"/>
                    <a:pt x="20180" y="200"/>
                    <a:pt x="21720" y="80"/>
                  </a:cubicBezTo>
                  <a:cubicBezTo>
                    <a:pt x="22940" y="0"/>
                    <a:pt x="23740" y="260"/>
                    <a:pt x="24380" y="980"/>
                  </a:cubicBezTo>
                  <a:cubicBezTo>
                    <a:pt x="24860" y="1500"/>
                    <a:pt x="25740" y="3360"/>
                    <a:pt x="27740" y="7940"/>
                  </a:cubicBezTo>
                  <a:cubicBezTo>
                    <a:pt x="31040" y="15540"/>
                    <a:pt x="33960" y="21220"/>
                    <a:pt x="36880" y="25740"/>
                  </a:cubicBezTo>
                  <a:cubicBezTo>
                    <a:pt x="41760" y="33240"/>
                    <a:pt x="48080" y="40140"/>
                    <a:pt x="55400" y="45900"/>
                  </a:cubicBezTo>
                  <a:cubicBezTo>
                    <a:pt x="58080" y="48040"/>
                    <a:pt x="58080" y="48040"/>
                    <a:pt x="54440" y="46560"/>
                  </a:cubicBezTo>
                  <a:close/>
                </a:path>
              </a:pathLst>
            </a:custGeom>
            <a:solidFill>
              <a:schemeClr val="bg1">
                <a:lumMod val="100000"/>
              </a:schemeClr>
            </a:solidFill>
            <a:ln w="0">
              <a:noFill/>
              <a:prstDash val="solid"/>
              <a:round/>
              <a:headEnd/>
              <a:tailEnd/>
            </a:ln>
          </p:spPr>
          <p:txBody>
            <a:bodyPr vert="horz" wrap="square" lIns="112542" tIns="56271" rIns="112542" bIns="5627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000000"/>
                </a:solidFill>
                <a:effectLst/>
                <a:uLnTx/>
                <a:uFillTx/>
                <a:latin typeface="Aptos"/>
                <a:ea typeface="+mn-ea"/>
                <a:cs typeface="+mn-cs"/>
              </a:endParaRPr>
            </a:p>
          </p:txBody>
        </p:sp>
      </p:grpSp>
      <p:pic>
        <p:nvPicPr>
          <p:cNvPr id="124" name="Picture 2">
            <a:extLst>
              <a:ext uri="{FF2B5EF4-FFF2-40B4-BE49-F238E27FC236}">
                <a16:creationId xmlns:a16="http://schemas.microsoft.com/office/drawing/2014/main" id="{03B2F56B-8C89-7949-12F6-836FDBC20A93}"/>
              </a:ext>
            </a:extLst>
          </p:cNvPr>
          <p:cNvPicPr>
            <a:picLocks noChangeAspect="1" noChangeArrowheads="1"/>
          </p:cNvPicPr>
          <p:nvPr/>
        </p:nvPicPr>
        <p:blipFill>
          <a:blip r:embed="rId11" cstate="print">
            <a:biLevel thresh="25000"/>
            <a:extLst>
              <a:ext uri="{BEBA8EAE-BF5A-486C-A8C5-ECC9F3942E4B}">
                <a14:imgProps xmlns:a14="http://schemas.microsoft.com/office/drawing/2010/main">
                  <a14:imgLayer r:embed="rId12">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663847" y="2094104"/>
            <a:ext cx="288000" cy="288000"/>
          </a:xfrm>
          <a:prstGeom prst="rect">
            <a:avLst/>
          </a:prstGeom>
          <a:noFill/>
          <a:ln w="9525" cap="flat" cmpd="sng" algn="ctr">
            <a:noFill/>
            <a:prstDash val="solid"/>
            <a:round/>
            <a:headEnd type="none" w="med" len="med"/>
            <a:tailEnd type="none" w="med" len="med"/>
          </a:ln>
          <a:extLst>
            <a:ext uri="{909E8E84-426E-40DD-AFC4-6F175D3DCCD1}">
              <a14:hiddenFill xmlns:a14="http://schemas.microsoft.com/office/drawing/2010/main">
                <a:solidFill>
                  <a:schemeClr val="accent4">
                    <a:lumMod val="100000"/>
                  </a:schemeClr>
                </a:solidFill>
              </a14:hiddenFill>
            </a:ext>
          </a:extLst>
        </p:spPr>
      </p:pic>
      <p:sp>
        <p:nvSpPr>
          <p:cNvPr id="125" name="Rectangle à coins arrondis 35">
            <a:extLst>
              <a:ext uri="{FF2B5EF4-FFF2-40B4-BE49-F238E27FC236}">
                <a16:creationId xmlns:a16="http://schemas.microsoft.com/office/drawing/2014/main" id="{581EC685-CB28-2C4D-9582-712CDA3D7D7D}"/>
              </a:ext>
            </a:extLst>
          </p:cNvPr>
          <p:cNvSpPr>
            <a:spLocks/>
          </p:cNvSpPr>
          <p:nvPr/>
        </p:nvSpPr>
        <p:spPr>
          <a:xfrm>
            <a:off x="741838" y="4489007"/>
            <a:ext cx="127450" cy="191105"/>
          </a:xfrm>
          <a:custGeom>
            <a:avLst/>
            <a:gdLst/>
            <a:ahLst/>
            <a:cxnLst/>
            <a:rect l="l" t="t" r="r" b="b"/>
            <a:pathLst>
              <a:path w="2912980" h="3240360">
                <a:moveTo>
                  <a:pt x="405877" y="180020"/>
                </a:moveTo>
                <a:cubicBezTo>
                  <a:pt x="382024" y="180020"/>
                  <a:pt x="362687" y="199357"/>
                  <a:pt x="362687" y="223210"/>
                </a:cubicBezTo>
                <a:lnTo>
                  <a:pt x="362687" y="395089"/>
                </a:lnTo>
                <a:lnTo>
                  <a:pt x="591677" y="395089"/>
                </a:lnTo>
                <a:cubicBezTo>
                  <a:pt x="603444" y="395089"/>
                  <a:pt x="612983" y="404628"/>
                  <a:pt x="612983" y="416395"/>
                </a:cubicBezTo>
                <a:lnTo>
                  <a:pt x="612983" y="637246"/>
                </a:lnTo>
                <a:cubicBezTo>
                  <a:pt x="612983" y="649013"/>
                  <a:pt x="603444" y="658552"/>
                  <a:pt x="591677" y="658552"/>
                </a:cubicBezTo>
                <a:lnTo>
                  <a:pt x="362687" y="658552"/>
                </a:lnTo>
                <a:lnTo>
                  <a:pt x="362687" y="839589"/>
                </a:lnTo>
                <a:lnTo>
                  <a:pt x="591677" y="839589"/>
                </a:lnTo>
                <a:cubicBezTo>
                  <a:pt x="603444" y="839589"/>
                  <a:pt x="612983" y="849128"/>
                  <a:pt x="612983" y="860895"/>
                </a:cubicBezTo>
                <a:lnTo>
                  <a:pt x="612983" y="1081746"/>
                </a:lnTo>
                <a:cubicBezTo>
                  <a:pt x="612983" y="1093513"/>
                  <a:pt x="603444" y="1103052"/>
                  <a:pt x="591677" y="1103052"/>
                </a:cubicBezTo>
                <a:lnTo>
                  <a:pt x="362687" y="1103052"/>
                </a:lnTo>
                <a:lnTo>
                  <a:pt x="362687" y="1284089"/>
                </a:lnTo>
                <a:lnTo>
                  <a:pt x="591677" y="1284089"/>
                </a:lnTo>
                <a:cubicBezTo>
                  <a:pt x="603444" y="1284089"/>
                  <a:pt x="612983" y="1293628"/>
                  <a:pt x="612983" y="1305395"/>
                </a:cubicBezTo>
                <a:lnTo>
                  <a:pt x="612983" y="1526246"/>
                </a:lnTo>
                <a:cubicBezTo>
                  <a:pt x="612983" y="1538013"/>
                  <a:pt x="603444" y="1547552"/>
                  <a:pt x="591677" y="1547552"/>
                </a:cubicBezTo>
                <a:lnTo>
                  <a:pt x="362687" y="1547552"/>
                </a:lnTo>
                <a:lnTo>
                  <a:pt x="362687" y="1728589"/>
                </a:lnTo>
                <a:lnTo>
                  <a:pt x="591677" y="1728589"/>
                </a:lnTo>
                <a:cubicBezTo>
                  <a:pt x="603444" y="1728589"/>
                  <a:pt x="612983" y="1738128"/>
                  <a:pt x="612983" y="1749895"/>
                </a:cubicBezTo>
                <a:lnTo>
                  <a:pt x="612983" y="1970746"/>
                </a:lnTo>
                <a:cubicBezTo>
                  <a:pt x="612983" y="1982513"/>
                  <a:pt x="603444" y="1992052"/>
                  <a:pt x="591677" y="1992052"/>
                </a:cubicBezTo>
                <a:lnTo>
                  <a:pt x="362687" y="1992052"/>
                </a:lnTo>
                <a:lnTo>
                  <a:pt x="362687" y="2173089"/>
                </a:lnTo>
                <a:lnTo>
                  <a:pt x="591677" y="2173089"/>
                </a:lnTo>
                <a:cubicBezTo>
                  <a:pt x="603444" y="2173089"/>
                  <a:pt x="612983" y="2182628"/>
                  <a:pt x="612983" y="2194395"/>
                </a:cubicBezTo>
                <a:lnTo>
                  <a:pt x="612983" y="2415246"/>
                </a:lnTo>
                <a:cubicBezTo>
                  <a:pt x="612983" y="2427013"/>
                  <a:pt x="603444" y="2436552"/>
                  <a:pt x="591677" y="2436552"/>
                </a:cubicBezTo>
                <a:lnTo>
                  <a:pt x="362687" y="2436552"/>
                </a:lnTo>
                <a:lnTo>
                  <a:pt x="362687" y="2617589"/>
                </a:lnTo>
                <a:lnTo>
                  <a:pt x="591677" y="2617589"/>
                </a:lnTo>
                <a:cubicBezTo>
                  <a:pt x="603444" y="2617589"/>
                  <a:pt x="612983" y="2627128"/>
                  <a:pt x="612983" y="2638895"/>
                </a:cubicBezTo>
                <a:lnTo>
                  <a:pt x="612983" y="2859746"/>
                </a:lnTo>
                <a:cubicBezTo>
                  <a:pt x="612983" y="2871513"/>
                  <a:pt x="603444" y="2881052"/>
                  <a:pt x="591677" y="2881052"/>
                </a:cubicBezTo>
                <a:lnTo>
                  <a:pt x="362687" y="2881052"/>
                </a:lnTo>
                <a:lnTo>
                  <a:pt x="362687" y="3017150"/>
                </a:lnTo>
                <a:cubicBezTo>
                  <a:pt x="362687" y="3041003"/>
                  <a:pt x="382024" y="3060340"/>
                  <a:pt x="405877" y="3060340"/>
                </a:cubicBezTo>
                <a:lnTo>
                  <a:pt x="853566" y="3060340"/>
                </a:lnTo>
                <a:cubicBezTo>
                  <a:pt x="877419" y="3060340"/>
                  <a:pt x="896756" y="3041003"/>
                  <a:pt x="896756" y="3017150"/>
                </a:cubicBezTo>
                <a:lnTo>
                  <a:pt x="896756" y="223210"/>
                </a:lnTo>
                <a:cubicBezTo>
                  <a:pt x="896756" y="199357"/>
                  <a:pt x="877419" y="180020"/>
                  <a:pt x="853566" y="180020"/>
                </a:cubicBezTo>
                <a:close/>
                <a:moveTo>
                  <a:pt x="464146" y="0"/>
                </a:moveTo>
                <a:lnTo>
                  <a:pt x="2697518" y="0"/>
                </a:lnTo>
                <a:cubicBezTo>
                  <a:pt x="2816514" y="0"/>
                  <a:pt x="2912980" y="96466"/>
                  <a:pt x="2912980" y="215462"/>
                </a:cubicBezTo>
                <a:lnTo>
                  <a:pt x="2912980" y="3024898"/>
                </a:lnTo>
                <a:cubicBezTo>
                  <a:pt x="2912980" y="3143894"/>
                  <a:pt x="2816514" y="3240360"/>
                  <a:pt x="2697518" y="3240360"/>
                </a:cubicBezTo>
                <a:lnTo>
                  <a:pt x="464146" y="3240360"/>
                </a:lnTo>
                <a:cubicBezTo>
                  <a:pt x="345150" y="3240360"/>
                  <a:pt x="248684" y="3143894"/>
                  <a:pt x="248684" y="3024898"/>
                </a:cubicBezTo>
                <a:lnTo>
                  <a:pt x="248684" y="2881052"/>
                </a:lnTo>
                <a:lnTo>
                  <a:pt x="21306" y="2881052"/>
                </a:lnTo>
                <a:cubicBezTo>
                  <a:pt x="9539" y="2881052"/>
                  <a:pt x="0" y="2871513"/>
                  <a:pt x="0" y="2859746"/>
                </a:cubicBezTo>
                <a:lnTo>
                  <a:pt x="0" y="2638895"/>
                </a:lnTo>
                <a:cubicBezTo>
                  <a:pt x="0" y="2627128"/>
                  <a:pt x="9539" y="2617589"/>
                  <a:pt x="21306" y="2617589"/>
                </a:cubicBezTo>
                <a:lnTo>
                  <a:pt x="248684" y="2617589"/>
                </a:lnTo>
                <a:lnTo>
                  <a:pt x="248684" y="2436552"/>
                </a:lnTo>
                <a:lnTo>
                  <a:pt x="21306" y="2436552"/>
                </a:lnTo>
                <a:cubicBezTo>
                  <a:pt x="9539" y="2436552"/>
                  <a:pt x="0" y="2427013"/>
                  <a:pt x="0" y="2415246"/>
                </a:cubicBezTo>
                <a:lnTo>
                  <a:pt x="0" y="2194395"/>
                </a:lnTo>
                <a:cubicBezTo>
                  <a:pt x="0" y="2182628"/>
                  <a:pt x="9539" y="2173089"/>
                  <a:pt x="21306" y="2173089"/>
                </a:cubicBezTo>
                <a:lnTo>
                  <a:pt x="248684" y="2173089"/>
                </a:lnTo>
                <a:lnTo>
                  <a:pt x="248684" y="1992052"/>
                </a:lnTo>
                <a:lnTo>
                  <a:pt x="21306" y="1992052"/>
                </a:lnTo>
                <a:cubicBezTo>
                  <a:pt x="9539" y="1992052"/>
                  <a:pt x="0" y="1982513"/>
                  <a:pt x="0" y="1970746"/>
                </a:cubicBezTo>
                <a:lnTo>
                  <a:pt x="0" y="1749895"/>
                </a:lnTo>
                <a:cubicBezTo>
                  <a:pt x="0" y="1738128"/>
                  <a:pt x="9539" y="1728589"/>
                  <a:pt x="21306" y="1728589"/>
                </a:cubicBezTo>
                <a:lnTo>
                  <a:pt x="248684" y="1728589"/>
                </a:lnTo>
                <a:lnTo>
                  <a:pt x="248684" y="1547552"/>
                </a:lnTo>
                <a:lnTo>
                  <a:pt x="21306" y="1547552"/>
                </a:lnTo>
                <a:cubicBezTo>
                  <a:pt x="9539" y="1547552"/>
                  <a:pt x="0" y="1538013"/>
                  <a:pt x="0" y="1526246"/>
                </a:cubicBezTo>
                <a:lnTo>
                  <a:pt x="0" y="1305395"/>
                </a:lnTo>
                <a:cubicBezTo>
                  <a:pt x="0" y="1293628"/>
                  <a:pt x="9539" y="1284089"/>
                  <a:pt x="21306" y="1284089"/>
                </a:cubicBezTo>
                <a:lnTo>
                  <a:pt x="248684" y="1284089"/>
                </a:lnTo>
                <a:lnTo>
                  <a:pt x="248684" y="1103052"/>
                </a:lnTo>
                <a:lnTo>
                  <a:pt x="21306" y="1103052"/>
                </a:lnTo>
                <a:cubicBezTo>
                  <a:pt x="9539" y="1103052"/>
                  <a:pt x="0" y="1093513"/>
                  <a:pt x="0" y="1081746"/>
                </a:cubicBezTo>
                <a:lnTo>
                  <a:pt x="0" y="860895"/>
                </a:lnTo>
                <a:cubicBezTo>
                  <a:pt x="0" y="849128"/>
                  <a:pt x="9539" y="839589"/>
                  <a:pt x="21306" y="839589"/>
                </a:cubicBezTo>
                <a:lnTo>
                  <a:pt x="248684" y="839589"/>
                </a:lnTo>
                <a:lnTo>
                  <a:pt x="248684" y="658552"/>
                </a:lnTo>
                <a:lnTo>
                  <a:pt x="21306" y="658552"/>
                </a:lnTo>
                <a:cubicBezTo>
                  <a:pt x="9539" y="658552"/>
                  <a:pt x="0" y="649013"/>
                  <a:pt x="0" y="637246"/>
                </a:cubicBezTo>
                <a:lnTo>
                  <a:pt x="0" y="416395"/>
                </a:lnTo>
                <a:cubicBezTo>
                  <a:pt x="0" y="404628"/>
                  <a:pt x="9539" y="395089"/>
                  <a:pt x="21306" y="395089"/>
                </a:cubicBezTo>
                <a:lnTo>
                  <a:pt x="248684" y="395089"/>
                </a:lnTo>
                <a:lnTo>
                  <a:pt x="248684" y="215462"/>
                </a:lnTo>
                <a:cubicBezTo>
                  <a:pt x="248684" y="96466"/>
                  <a:pt x="345150" y="0"/>
                  <a:pt x="464146" y="0"/>
                </a:cubicBezTo>
                <a:close/>
              </a:path>
            </a:pathLst>
          </a:cu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12542" tIns="56271" rIns="112542" bIns="56271"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000000">
                  <a:alpha val="0"/>
                </a:srgbClr>
              </a:solidFill>
              <a:effectLst/>
              <a:uLnTx/>
              <a:uFillTx/>
              <a:latin typeface="Aptos"/>
              <a:ea typeface="+mn-ea"/>
              <a:cs typeface="+mn-cs"/>
            </a:endParaRPr>
          </a:p>
        </p:txBody>
      </p:sp>
      <p:pic>
        <p:nvPicPr>
          <p:cNvPr id="126" name="Picture 2">
            <a:extLst>
              <a:ext uri="{FF2B5EF4-FFF2-40B4-BE49-F238E27FC236}">
                <a16:creationId xmlns:a16="http://schemas.microsoft.com/office/drawing/2014/main" id="{56312C7E-8D95-7AF8-76BC-A30BF62D8F35}"/>
              </a:ext>
            </a:extLst>
          </p:cNvPr>
          <p:cNvPicPr>
            <a:picLocks noChangeAspect="1" noChangeArrowheads="1"/>
          </p:cNvPicPr>
          <p:nvPr/>
        </p:nvPicPr>
        <p:blipFill>
          <a:blip r:embed="rId11" cstate="print">
            <a:biLevel thresh="25000"/>
            <a:extLst>
              <a:ext uri="{BEBA8EAE-BF5A-486C-A8C5-ECC9F3942E4B}">
                <a14:imgProps xmlns:a14="http://schemas.microsoft.com/office/drawing/2010/main">
                  <a14:imgLayer r:embed="rId12">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669717" y="4433069"/>
            <a:ext cx="288000" cy="288000"/>
          </a:xfrm>
          <a:prstGeom prst="rect">
            <a:avLst/>
          </a:prstGeom>
          <a:noFill/>
          <a:ln w="9525" cap="flat" cmpd="sng" algn="ctr">
            <a:noFill/>
            <a:prstDash val="solid"/>
            <a:round/>
            <a:headEnd type="none" w="med" len="med"/>
            <a:tailEnd type="none" w="med" len="me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bg2">
                    <a:lumMod val="100000"/>
                  </a:schemeClr>
                </a:solidFill>
                <a:prstDash val="solid"/>
                <a:round/>
                <a:headEnd type="none" w="med" len="med"/>
                <a:tailEnd type="none" w="med" len="med"/>
              </a14:hiddenLine>
            </a:ext>
          </a:extLst>
        </p:spPr>
      </p:pic>
      <p:sp>
        <p:nvSpPr>
          <p:cNvPr id="129" name="ZoneTexte 48">
            <a:extLst>
              <a:ext uri="{FF2B5EF4-FFF2-40B4-BE49-F238E27FC236}">
                <a16:creationId xmlns:a16="http://schemas.microsoft.com/office/drawing/2014/main" id="{6C6A8669-B4E8-606C-83EA-B979AC438D1C}"/>
              </a:ext>
            </a:extLst>
          </p:cNvPr>
          <p:cNvSpPr txBox="1"/>
          <p:nvPr/>
        </p:nvSpPr>
        <p:spPr>
          <a:xfrm>
            <a:off x="1793720" y="4461841"/>
            <a:ext cx="685367" cy="2308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914400" rtl="0" eaLnBrk="1" fontAlgn="auto" latinLnBrk="0" hangingPunct="1">
              <a:lnSpc>
                <a:spcPct val="100000"/>
              </a:lnSpc>
              <a:spcBef>
                <a:spcPts val="600"/>
              </a:spcBef>
              <a:spcAft>
                <a:spcPts val="300"/>
              </a:spcAft>
              <a:buClrTx/>
              <a:buSzTx/>
              <a:buFontTx/>
              <a:buNone/>
              <a:tabLst/>
              <a:defRPr/>
            </a:pP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p>
        </p:txBody>
      </p:sp>
      <p:grpSp>
        <p:nvGrpSpPr>
          <p:cNvPr id="3" name="Groupe 2">
            <a:extLst>
              <a:ext uri="{FF2B5EF4-FFF2-40B4-BE49-F238E27FC236}">
                <a16:creationId xmlns:a16="http://schemas.microsoft.com/office/drawing/2014/main" id="{565053D3-9218-B1AE-6EFA-26306675F72D}"/>
              </a:ext>
            </a:extLst>
          </p:cNvPr>
          <p:cNvGrpSpPr/>
          <p:nvPr/>
        </p:nvGrpSpPr>
        <p:grpSpPr>
          <a:xfrm>
            <a:off x="8968517" y="185504"/>
            <a:ext cx="2372228" cy="453642"/>
            <a:chOff x="8968517" y="185504"/>
            <a:chExt cx="2372228" cy="453642"/>
          </a:xfrm>
        </p:grpSpPr>
        <p:grpSp>
          <p:nvGrpSpPr>
            <p:cNvPr id="6" name="Groupe 5">
              <a:extLst>
                <a:ext uri="{FF2B5EF4-FFF2-40B4-BE49-F238E27FC236}">
                  <a16:creationId xmlns:a16="http://schemas.microsoft.com/office/drawing/2014/main" id="{34B63037-BC77-CA76-1907-82E8005B8D55}"/>
                </a:ext>
              </a:extLst>
            </p:cNvPr>
            <p:cNvGrpSpPr>
              <a:grpSpLocks/>
            </p:cNvGrpSpPr>
            <p:nvPr/>
          </p:nvGrpSpPr>
          <p:grpSpPr>
            <a:xfrm>
              <a:off x="9050180" y="280235"/>
              <a:ext cx="259207" cy="264179"/>
              <a:chOff x="177275" y="6410013"/>
              <a:chExt cx="210606" cy="214645"/>
            </a:xfrm>
            <a:solidFill>
              <a:srgbClr val="546B8C"/>
            </a:solidFill>
          </p:grpSpPr>
          <p:sp>
            <p:nvSpPr>
              <p:cNvPr id="10" name="Ellipse 139">
                <a:extLst>
                  <a:ext uri="{FF2B5EF4-FFF2-40B4-BE49-F238E27FC236}">
                    <a16:creationId xmlns:a16="http://schemas.microsoft.com/office/drawing/2014/main" id="{14ABE4D5-6921-843F-DD7C-B77F0BB8E556}"/>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11" name="Connecteur droit 10">
                <a:extLst>
                  <a:ext uri="{FF2B5EF4-FFF2-40B4-BE49-F238E27FC236}">
                    <a16:creationId xmlns:a16="http://schemas.microsoft.com/office/drawing/2014/main" id="{6D47064E-86FB-ABD5-3ECA-89023B161206}"/>
                  </a:ext>
                </a:extLst>
              </p:cNvPr>
              <p:cNvCxnSpPr>
                <a:stCxn id="10" idx="7"/>
                <a:endCxn id="10" idx="3"/>
              </p:cNvCxnSpPr>
              <p:nvPr/>
            </p:nvCxnSpPr>
            <p:spPr>
              <a:xfrm flipH="1">
                <a:off x="208118" y="6441447"/>
                <a:ext cx="148921"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 name="TextBox 302">
              <a:extLst>
                <a:ext uri="{FF2B5EF4-FFF2-40B4-BE49-F238E27FC236}">
                  <a16:creationId xmlns:a16="http://schemas.microsoft.com/office/drawing/2014/main" id="{B661F54B-2E01-A75D-C044-E6CA39EEE527}"/>
                </a:ext>
              </a:extLst>
            </p:cNvPr>
            <p:cNvSpPr txBox="1">
              <a:spLocks/>
            </p:cNvSpPr>
            <p:nvPr/>
          </p:nvSpPr>
          <p:spPr>
            <a:xfrm>
              <a:off x="9203296" y="279714"/>
              <a:ext cx="2137449" cy="265221"/>
            </a:xfrm>
            <a:prstGeom prst="rect">
              <a:avLst/>
            </a:prstGeom>
            <a:noFill/>
          </p:spPr>
          <p:txBody>
            <a:bodyPr wrap="square" lIns="132923" tIns="56271" rIns="132923" bIns="56271"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85" b="0" i="0" u="none" strike="noStrike" kern="1200" cap="none" spc="0" normalizeH="0" baseline="0" noProof="0">
                  <a:ln>
                    <a:noFill/>
                  </a:ln>
                  <a:solidFill>
                    <a:srgbClr val="451DC7">
                      <a:lumMod val="100000"/>
                    </a:srgbClr>
                  </a:solidFill>
                  <a:effectLst/>
                  <a:uLnTx/>
                  <a:uFillTx/>
                  <a:latin typeface="Aptos"/>
                  <a:ea typeface="+mn-ea"/>
                  <a:cs typeface="+mn-cs"/>
                </a:rPr>
                <a:t>Objectif ne s’appliquant qu’aux EE</a:t>
              </a:r>
              <a:endParaRPr kumimoji="0" lang="fr-FR" sz="985" b="0" i="0" u="none" strike="noStrike" kern="1200" cap="none" spc="0" normalizeH="0" baseline="0" noProof="0">
                <a:ln>
                  <a:noFill/>
                </a:ln>
                <a:solidFill>
                  <a:srgbClr val="451DC7">
                    <a:lumMod val="100000"/>
                  </a:srgbClr>
                </a:solidFill>
                <a:effectLst/>
                <a:uLnTx/>
                <a:uFillTx/>
                <a:latin typeface="Aptos"/>
                <a:ea typeface="Tahoma"/>
                <a:cs typeface="Tahoma"/>
              </a:endParaRPr>
            </a:p>
          </p:txBody>
        </p:sp>
        <p:sp>
          <p:nvSpPr>
            <p:cNvPr id="9" name="Rectangle 8">
              <a:extLst>
                <a:ext uri="{FF2B5EF4-FFF2-40B4-BE49-F238E27FC236}">
                  <a16:creationId xmlns:a16="http://schemas.microsoft.com/office/drawing/2014/main" id="{5B3F97C2-05A0-B544-DD29-BDDCA1132881}"/>
                </a:ext>
              </a:extLst>
            </p:cNvPr>
            <p:cNvSpPr>
              <a:spLocks/>
            </p:cNvSpPr>
            <p:nvPr/>
          </p:nvSpPr>
          <p:spPr>
            <a:xfrm>
              <a:off x="8968517" y="185504"/>
              <a:ext cx="2270983" cy="453642"/>
            </a:xfrm>
            <a:prstGeom prst="rect">
              <a:avLst/>
            </a:prstGeom>
            <a:noFill/>
            <a:ln w="12700" cap="flat" cmpd="sng" algn="ctr">
              <a:solidFill>
                <a:schemeClr val="tx1">
                  <a:lumMod val="100000"/>
                </a:schemeClr>
              </a:solidFill>
              <a:prstDash val="sys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451DC7"/>
                </a:solidFill>
                <a:effectLst/>
                <a:uLnTx/>
                <a:uFillTx/>
                <a:latin typeface="Aptos"/>
                <a:ea typeface="+mn-ea"/>
                <a:cs typeface="+mn-cs"/>
              </a:endParaRPr>
            </a:p>
          </p:txBody>
        </p:sp>
      </p:grpSp>
      <p:grpSp>
        <p:nvGrpSpPr>
          <p:cNvPr id="12" name="Group 15">
            <a:extLst>
              <a:ext uri="{FF2B5EF4-FFF2-40B4-BE49-F238E27FC236}">
                <a16:creationId xmlns:a16="http://schemas.microsoft.com/office/drawing/2014/main" id="{3EE26AC1-D1E6-97C7-CB4E-CC443DFAFF82}"/>
              </a:ext>
            </a:extLst>
          </p:cNvPr>
          <p:cNvGrpSpPr>
            <a:grpSpLocks/>
          </p:cNvGrpSpPr>
          <p:nvPr>
            <p:custDataLst>
              <p:tags r:id="rId1"/>
            </p:custDataLst>
          </p:nvPr>
        </p:nvGrpSpPr>
        <p:grpSpPr>
          <a:xfrm>
            <a:off x="563359" y="1445904"/>
            <a:ext cx="288000" cy="288000"/>
            <a:chOff x="1469330" y="809625"/>
            <a:chExt cx="1619250" cy="1619250"/>
          </a:xfrm>
        </p:grpSpPr>
        <p:pic>
          <p:nvPicPr>
            <p:cNvPr id="13" name="Graphic 2 [2]" hidden="1">
              <a:extLst>
                <a:ext uri="{FF2B5EF4-FFF2-40B4-BE49-F238E27FC236}">
                  <a16:creationId xmlns:a16="http://schemas.microsoft.com/office/drawing/2014/main" id="{E5AD4276-228E-257C-23A2-1CE799E817D1}"/>
                </a:ext>
              </a:extLst>
            </p:cNvPr>
            <p:cNvPicPr>
              <a:picLocks noChangeAspect="1"/>
            </p:cNvPicPr>
            <p:nvPr>
              <p:custDataLst>
                <p:tags r:id="rId6"/>
              </p:custDataLst>
            </p:nvPr>
          </p:nvPicPr>
          <p:blipFill>
            <a:blip r:embed="rId13">
              <a:extLst>
                <a:ext uri="{96DAC541-7B7A-43D3-8B79-37D633B846F1}">
                  <asvg:svgBlip xmlns:asvg="http://schemas.microsoft.com/office/drawing/2016/SVG/main" r:embed="rId14"/>
                </a:ext>
              </a:extLst>
            </a:blip>
            <a:stretch>
              <a:fillRect/>
            </a:stretch>
          </p:blipFill>
          <p:spPr>
            <a:xfrm>
              <a:off x="1469330" y="809625"/>
              <a:ext cx="1619250" cy="1619250"/>
            </a:xfrm>
            <a:prstGeom prst="rect">
              <a:avLst/>
            </a:prstGeom>
          </p:spPr>
        </p:pic>
        <p:pic>
          <p:nvPicPr>
            <p:cNvPr id="14" name="Graphic 4 [0]" hidden="1">
              <a:extLst>
                <a:ext uri="{FF2B5EF4-FFF2-40B4-BE49-F238E27FC236}">
                  <a16:creationId xmlns:a16="http://schemas.microsoft.com/office/drawing/2014/main" id="{6D8969DC-CFE1-3823-8351-2DE6DF64B5B5}"/>
                </a:ext>
              </a:extLst>
            </p:cNvPr>
            <p:cNvPicPr>
              <a:picLocks noChangeAspect="1"/>
            </p:cNvPicPr>
            <p:nvPr>
              <p:custDataLst>
                <p:tags r:id="rId7"/>
              </p:custDataLst>
            </p:nvPr>
          </p:nvPicPr>
          <p:blipFill>
            <a:blip r:embed="rId15">
              <a:extLst>
                <a:ext uri="{96DAC541-7B7A-43D3-8B79-37D633B846F1}">
                  <asvg:svgBlip xmlns:asvg="http://schemas.microsoft.com/office/drawing/2016/SVG/main" r:embed="rId16"/>
                </a:ext>
              </a:extLst>
            </a:blip>
            <a:stretch>
              <a:fillRect/>
            </a:stretch>
          </p:blipFill>
          <p:spPr>
            <a:xfrm>
              <a:off x="1469330" y="809625"/>
              <a:ext cx="1619250" cy="1619250"/>
            </a:xfrm>
            <a:prstGeom prst="rect">
              <a:avLst/>
            </a:prstGeom>
          </p:spPr>
        </p:pic>
        <p:pic>
          <p:nvPicPr>
            <p:cNvPr id="15" name="Graphic 6 [3]" hidden="1">
              <a:extLst>
                <a:ext uri="{FF2B5EF4-FFF2-40B4-BE49-F238E27FC236}">
                  <a16:creationId xmlns:a16="http://schemas.microsoft.com/office/drawing/2014/main" id="{2C4B1386-A38F-30EB-76F6-2CA44FBFC410}"/>
                </a:ext>
              </a:extLst>
            </p:cNvPr>
            <p:cNvPicPr>
              <a:picLocks noChangeAspect="1"/>
            </p:cNvPicPr>
            <p:nvPr>
              <p:custDataLst>
                <p:tags r:id="rId8"/>
              </p:custDataLst>
            </p:nvPr>
          </p:nvPicPr>
          <p:blipFill>
            <a:blip r:embed="rId17">
              <a:extLst>
                <a:ext uri="{96DAC541-7B7A-43D3-8B79-37D633B846F1}">
                  <asvg:svgBlip xmlns:asvg="http://schemas.microsoft.com/office/drawing/2016/SVG/main" r:embed="rId18"/>
                </a:ext>
              </a:extLst>
            </a:blip>
            <a:stretch>
              <a:fillRect/>
            </a:stretch>
          </p:blipFill>
          <p:spPr>
            <a:xfrm>
              <a:off x="1469330" y="809625"/>
              <a:ext cx="1619250" cy="1619250"/>
            </a:xfrm>
            <a:prstGeom prst="rect">
              <a:avLst/>
            </a:prstGeom>
          </p:spPr>
        </p:pic>
        <p:grpSp>
          <p:nvGrpSpPr>
            <p:cNvPr id="16" name="Graphic 12 [1]">
              <a:extLst>
                <a:ext uri="{FF2B5EF4-FFF2-40B4-BE49-F238E27FC236}">
                  <a16:creationId xmlns:a16="http://schemas.microsoft.com/office/drawing/2014/main" id="{E326FBC9-0B09-641A-BA45-783E9206B24F}"/>
                </a:ext>
              </a:extLst>
            </p:cNvPr>
            <p:cNvGrpSpPr/>
            <p:nvPr/>
          </p:nvGrpSpPr>
          <p:grpSpPr>
            <a:xfrm>
              <a:off x="1499791" y="845819"/>
              <a:ext cx="1538973" cy="1540002"/>
              <a:chOff x="1499791" y="845819"/>
              <a:chExt cx="1538973" cy="1540002"/>
            </a:xfrm>
            <a:solidFill>
              <a:schemeClr val="accent1">
                <a:lumMod val="100000"/>
              </a:schemeClr>
            </a:solidFill>
          </p:grpSpPr>
          <p:sp>
            <p:nvSpPr>
              <p:cNvPr id="17" name="Forme libre : forme 16">
                <a:extLst>
                  <a:ext uri="{FF2B5EF4-FFF2-40B4-BE49-F238E27FC236}">
                    <a16:creationId xmlns:a16="http://schemas.microsoft.com/office/drawing/2014/main" id="{3108641D-0A76-E8D7-8E66-10B5BCD503D0}"/>
                  </a:ext>
                </a:extLst>
              </p:cNvPr>
              <p:cNvSpPr/>
              <p:nvPr/>
            </p:nvSpPr>
            <p:spPr>
              <a:xfrm>
                <a:off x="1499791" y="845819"/>
                <a:ext cx="1538973" cy="1540002"/>
              </a:xfrm>
              <a:custGeom>
                <a:avLst/>
                <a:gdLst>
                  <a:gd name="connsiteX0" fmla="*/ 769639 w 1538973"/>
                  <a:gd name="connsiteY0" fmla="*/ 76200 h 1540002"/>
                  <a:gd name="connsiteX1" fmla="*/ 1463440 w 1538973"/>
                  <a:gd name="connsiteY1" fmla="*/ 770001 h 1540002"/>
                  <a:gd name="connsiteX2" fmla="*/ 1461440 w 1538973"/>
                  <a:gd name="connsiteY2" fmla="*/ 821531 h 1540002"/>
                  <a:gd name="connsiteX3" fmla="*/ 1037386 w 1538973"/>
                  <a:gd name="connsiteY3" fmla="*/ 1410081 h 1540002"/>
                  <a:gd name="connsiteX4" fmla="*/ 769639 w 1538973"/>
                  <a:gd name="connsiteY4" fmla="*/ 1463802 h 1540002"/>
                  <a:gd name="connsiteX5" fmla="*/ 75838 w 1538973"/>
                  <a:gd name="connsiteY5" fmla="*/ 770001 h 1540002"/>
                  <a:gd name="connsiteX6" fmla="*/ 769639 w 1538973"/>
                  <a:gd name="connsiteY6" fmla="*/ 76200 h 1540002"/>
                  <a:gd name="connsiteX7" fmla="*/ 769639 w 1538973"/>
                  <a:gd name="connsiteY7" fmla="*/ 0 h 1540002"/>
                  <a:gd name="connsiteX8" fmla="*/ 0 w 1538973"/>
                  <a:gd name="connsiteY8" fmla="*/ 770363 h 1540002"/>
                  <a:gd name="connsiteX9" fmla="*/ 770364 w 1538973"/>
                  <a:gd name="connsiteY9" fmla="*/ 1540002 h 1540002"/>
                  <a:gd name="connsiteX10" fmla="*/ 1093489 w 1538973"/>
                  <a:gd name="connsiteY10" fmla="*/ 1468755 h 1540002"/>
                  <a:gd name="connsiteX11" fmla="*/ 1533829 w 1538973"/>
                  <a:gd name="connsiteY11" fmla="*/ 858584 h 1540002"/>
                  <a:gd name="connsiteX12" fmla="*/ 1538973 w 1538973"/>
                  <a:gd name="connsiteY12" fmla="*/ 770477 h 1540002"/>
                  <a:gd name="connsiteX13" fmla="*/ 769639 w 1538973"/>
                  <a:gd name="connsiteY13" fmla="*/ 0 h 154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8973" h="1540002">
                    <a:moveTo>
                      <a:pt x="769639" y="76200"/>
                    </a:moveTo>
                    <a:cubicBezTo>
                      <a:pt x="1152639" y="76620"/>
                      <a:pt x="1463021" y="387000"/>
                      <a:pt x="1463440" y="770001"/>
                    </a:cubicBezTo>
                    <a:cubicBezTo>
                      <a:pt x="1463440" y="786765"/>
                      <a:pt x="1462773" y="804005"/>
                      <a:pt x="1461440" y="821531"/>
                    </a:cubicBezTo>
                    <a:cubicBezTo>
                      <a:pt x="1356665" y="919163"/>
                      <a:pt x="1181785" y="1110520"/>
                      <a:pt x="1037386" y="1410081"/>
                    </a:cubicBezTo>
                    <a:cubicBezTo>
                      <a:pt x="952642" y="1445752"/>
                      <a:pt x="861586" y="1464021"/>
                      <a:pt x="769639" y="1463802"/>
                    </a:cubicBezTo>
                    <a:cubicBezTo>
                      <a:pt x="386463" y="1463802"/>
                      <a:pt x="75838" y="1153173"/>
                      <a:pt x="75838" y="770001"/>
                    </a:cubicBezTo>
                    <a:cubicBezTo>
                      <a:pt x="75838" y="386825"/>
                      <a:pt x="386463" y="76200"/>
                      <a:pt x="769639" y="76200"/>
                    </a:cubicBezTo>
                    <a:moveTo>
                      <a:pt x="769639" y="0"/>
                    </a:moveTo>
                    <a:cubicBezTo>
                      <a:pt x="344379" y="200"/>
                      <a:pt x="-200" y="345103"/>
                      <a:pt x="0" y="770363"/>
                    </a:cubicBezTo>
                    <a:cubicBezTo>
                      <a:pt x="200" y="1195626"/>
                      <a:pt x="345104" y="1540202"/>
                      <a:pt x="770364" y="1540002"/>
                    </a:cubicBezTo>
                    <a:cubicBezTo>
                      <a:pt x="881962" y="1539945"/>
                      <a:pt x="992219" y="1515637"/>
                      <a:pt x="1093489" y="1468755"/>
                    </a:cubicBezTo>
                    <a:cubicBezTo>
                      <a:pt x="1242174" y="1149668"/>
                      <a:pt x="1425911" y="954405"/>
                      <a:pt x="1533829" y="858584"/>
                    </a:cubicBezTo>
                    <a:cubicBezTo>
                      <a:pt x="1537182" y="829333"/>
                      <a:pt x="1538897" y="799919"/>
                      <a:pt x="1538973" y="770477"/>
                    </a:cubicBezTo>
                    <a:cubicBezTo>
                      <a:pt x="1539240" y="345292"/>
                      <a:pt x="1194825" y="368"/>
                      <a:pt x="769639" y="0"/>
                    </a:cubicBez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Forme libre : forme 17">
                <a:extLst>
                  <a:ext uri="{FF2B5EF4-FFF2-40B4-BE49-F238E27FC236}">
                    <a16:creationId xmlns:a16="http://schemas.microsoft.com/office/drawing/2014/main" id="{E081816D-0E56-BA8C-6013-D34911F2E1EB}"/>
                  </a:ext>
                </a:extLst>
              </p:cNvPr>
              <p:cNvSpPr/>
              <p:nvPr/>
            </p:nvSpPr>
            <p:spPr>
              <a:xfrm>
                <a:off x="1881762" y="1280540"/>
                <a:ext cx="814101" cy="670179"/>
              </a:xfrm>
              <a:custGeom>
                <a:avLst/>
                <a:gdLst>
                  <a:gd name="connsiteX0" fmla="*/ 0 w 814101"/>
                  <a:gd name="connsiteY0" fmla="*/ 340805 h 670179"/>
                  <a:gd name="connsiteX1" fmla="*/ 238220 w 814101"/>
                  <a:gd name="connsiteY1" fmla="*/ 670179 h 670179"/>
                  <a:gd name="connsiteX2" fmla="*/ 814102 w 814101"/>
                  <a:gd name="connsiteY2" fmla="*/ 0 h 670179"/>
                  <a:gd name="connsiteX3" fmla="*/ 688562 w 814101"/>
                  <a:gd name="connsiteY3" fmla="*/ 0 h 670179"/>
                  <a:gd name="connsiteX4" fmla="*/ 244602 w 814101"/>
                  <a:gd name="connsiteY4" fmla="*/ 516541 h 670179"/>
                  <a:gd name="connsiteX5" fmla="*/ 58007 w 814101"/>
                  <a:gd name="connsiteY5" fmla="*/ 258604 h 670179"/>
                  <a:gd name="connsiteX6" fmla="*/ 0 w 814101"/>
                  <a:gd name="connsiteY6" fmla="*/ 340805 h 67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4101" h="670179">
                    <a:moveTo>
                      <a:pt x="0" y="340805"/>
                    </a:moveTo>
                    <a:lnTo>
                      <a:pt x="238220" y="670179"/>
                    </a:lnTo>
                    <a:lnTo>
                      <a:pt x="814102" y="0"/>
                    </a:lnTo>
                    <a:lnTo>
                      <a:pt x="688562" y="0"/>
                    </a:lnTo>
                    <a:lnTo>
                      <a:pt x="244602" y="516541"/>
                    </a:lnTo>
                    <a:lnTo>
                      <a:pt x="58007" y="258604"/>
                    </a:lnTo>
                    <a:lnTo>
                      <a:pt x="0" y="340805"/>
                    </a:ln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grpSp>
      </p:grpSp>
      <p:grpSp>
        <p:nvGrpSpPr>
          <p:cNvPr id="20" name="Group 15">
            <a:extLst>
              <a:ext uri="{FF2B5EF4-FFF2-40B4-BE49-F238E27FC236}">
                <a16:creationId xmlns:a16="http://schemas.microsoft.com/office/drawing/2014/main" id="{E3439AFA-5C4F-B103-93C7-21C1877313A3}"/>
              </a:ext>
            </a:extLst>
          </p:cNvPr>
          <p:cNvGrpSpPr>
            <a:grpSpLocks/>
          </p:cNvGrpSpPr>
          <p:nvPr>
            <p:custDataLst>
              <p:tags r:id="rId2"/>
            </p:custDataLst>
          </p:nvPr>
        </p:nvGrpSpPr>
        <p:grpSpPr>
          <a:xfrm>
            <a:off x="6707466" y="2758653"/>
            <a:ext cx="288000" cy="288000"/>
            <a:chOff x="1469330" y="809625"/>
            <a:chExt cx="1619250" cy="1619250"/>
          </a:xfrm>
        </p:grpSpPr>
        <p:pic>
          <p:nvPicPr>
            <p:cNvPr id="21" name="Graphic 2 [2]" hidden="1">
              <a:extLst>
                <a:ext uri="{FF2B5EF4-FFF2-40B4-BE49-F238E27FC236}">
                  <a16:creationId xmlns:a16="http://schemas.microsoft.com/office/drawing/2014/main" id="{B92C19FA-08EE-28C8-80DC-67E4B048B0A3}"/>
                </a:ext>
              </a:extLst>
            </p:cNvPr>
            <p:cNvPicPr>
              <a:picLocks noChangeAspect="1"/>
            </p:cNvPicPr>
            <p:nvPr>
              <p:custDataLst>
                <p:tags r:id="rId3"/>
              </p:custDataLst>
            </p:nvPr>
          </p:nvPicPr>
          <p:blipFill>
            <a:blip r:embed="rId13">
              <a:extLst>
                <a:ext uri="{96DAC541-7B7A-43D3-8B79-37D633B846F1}">
                  <asvg:svgBlip xmlns:asvg="http://schemas.microsoft.com/office/drawing/2016/SVG/main" r:embed="rId14"/>
                </a:ext>
              </a:extLst>
            </a:blip>
            <a:stretch>
              <a:fillRect/>
            </a:stretch>
          </p:blipFill>
          <p:spPr>
            <a:xfrm>
              <a:off x="1469330" y="809625"/>
              <a:ext cx="1619250" cy="1619250"/>
            </a:xfrm>
            <a:prstGeom prst="rect">
              <a:avLst/>
            </a:prstGeom>
          </p:spPr>
        </p:pic>
        <p:pic>
          <p:nvPicPr>
            <p:cNvPr id="22" name="Graphic 4 [0]" hidden="1">
              <a:extLst>
                <a:ext uri="{FF2B5EF4-FFF2-40B4-BE49-F238E27FC236}">
                  <a16:creationId xmlns:a16="http://schemas.microsoft.com/office/drawing/2014/main" id="{8350F997-D3CE-A176-7C58-723748F8D6FB}"/>
                </a:ext>
              </a:extLst>
            </p:cNvPr>
            <p:cNvPicPr>
              <a:picLocks noChangeAspect="1"/>
            </p:cNvPicPr>
            <p:nvPr>
              <p:custDataLst>
                <p:tags r:id="rId4"/>
              </p:custDataLst>
            </p:nvPr>
          </p:nvPicPr>
          <p:blipFill>
            <a:blip r:embed="rId15">
              <a:extLst>
                <a:ext uri="{96DAC541-7B7A-43D3-8B79-37D633B846F1}">
                  <asvg:svgBlip xmlns:asvg="http://schemas.microsoft.com/office/drawing/2016/SVG/main" r:embed="rId16"/>
                </a:ext>
              </a:extLst>
            </a:blip>
            <a:stretch>
              <a:fillRect/>
            </a:stretch>
          </p:blipFill>
          <p:spPr>
            <a:xfrm>
              <a:off x="1469330" y="809625"/>
              <a:ext cx="1619250" cy="1619250"/>
            </a:xfrm>
            <a:prstGeom prst="rect">
              <a:avLst/>
            </a:prstGeom>
          </p:spPr>
        </p:pic>
        <p:pic>
          <p:nvPicPr>
            <p:cNvPr id="23" name="Graphic 6 [3]" hidden="1">
              <a:extLst>
                <a:ext uri="{FF2B5EF4-FFF2-40B4-BE49-F238E27FC236}">
                  <a16:creationId xmlns:a16="http://schemas.microsoft.com/office/drawing/2014/main" id="{5C1DFCA8-0314-B490-FEE7-570EEFBABD3A}"/>
                </a:ext>
              </a:extLst>
            </p:cNvPr>
            <p:cNvPicPr>
              <a:picLocks noChangeAspect="1"/>
            </p:cNvPicPr>
            <p:nvPr>
              <p:custDataLst>
                <p:tags r:id="rId5"/>
              </p:custDataLst>
            </p:nvPr>
          </p:nvPicPr>
          <p:blipFill>
            <a:blip r:embed="rId17">
              <a:extLst>
                <a:ext uri="{96DAC541-7B7A-43D3-8B79-37D633B846F1}">
                  <asvg:svgBlip xmlns:asvg="http://schemas.microsoft.com/office/drawing/2016/SVG/main" r:embed="rId18"/>
                </a:ext>
              </a:extLst>
            </a:blip>
            <a:stretch>
              <a:fillRect/>
            </a:stretch>
          </p:blipFill>
          <p:spPr>
            <a:xfrm>
              <a:off x="1469330" y="809625"/>
              <a:ext cx="1619250" cy="1619250"/>
            </a:xfrm>
            <a:prstGeom prst="rect">
              <a:avLst/>
            </a:prstGeom>
          </p:spPr>
        </p:pic>
        <p:grpSp>
          <p:nvGrpSpPr>
            <p:cNvPr id="24" name="Graphic 12 [1]">
              <a:extLst>
                <a:ext uri="{FF2B5EF4-FFF2-40B4-BE49-F238E27FC236}">
                  <a16:creationId xmlns:a16="http://schemas.microsoft.com/office/drawing/2014/main" id="{D9A1AA70-E6DE-E684-F4FF-A88BCC298B62}"/>
                </a:ext>
              </a:extLst>
            </p:cNvPr>
            <p:cNvGrpSpPr/>
            <p:nvPr/>
          </p:nvGrpSpPr>
          <p:grpSpPr>
            <a:xfrm>
              <a:off x="1499791" y="845819"/>
              <a:ext cx="1538973" cy="1540002"/>
              <a:chOff x="1499791" y="845819"/>
              <a:chExt cx="1538973" cy="1540002"/>
            </a:xfrm>
            <a:solidFill>
              <a:schemeClr val="accent1">
                <a:lumMod val="100000"/>
              </a:schemeClr>
            </a:solidFill>
          </p:grpSpPr>
          <p:sp>
            <p:nvSpPr>
              <p:cNvPr id="25" name="Forme libre : forme 24">
                <a:extLst>
                  <a:ext uri="{FF2B5EF4-FFF2-40B4-BE49-F238E27FC236}">
                    <a16:creationId xmlns:a16="http://schemas.microsoft.com/office/drawing/2014/main" id="{0FBB2046-8589-70D1-027A-D5D2D41B0649}"/>
                  </a:ext>
                </a:extLst>
              </p:cNvPr>
              <p:cNvSpPr/>
              <p:nvPr/>
            </p:nvSpPr>
            <p:spPr>
              <a:xfrm>
                <a:off x="1499791" y="845819"/>
                <a:ext cx="1538973" cy="1540002"/>
              </a:xfrm>
              <a:custGeom>
                <a:avLst/>
                <a:gdLst>
                  <a:gd name="connsiteX0" fmla="*/ 769639 w 1538973"/>
                  <a:gd name="connsiteY0" fmla="*/ 76200 h 1540002"/>
                  <a:gd name="connsiteX1" fmla="*/ 1463440 w 1538973"/>
                  <a:gd name="connsiteY1" fmla="*/ 770001 h 1540002"/>
                  <a:gd name="connsiteX2" fmla="*/ 1461440 w 1538973"/>
                  <a:gd name="connsiteY2" fmla="*/ 821531 h 1540002"/>
                  <a:gd name="connsiteX3" fmla="*/ 1037386 w 1538973"/>
                  <a:gd name="connsiteY3" fmla="*/ 1410081 h 1540002"/>
                  <a:gd name="connsiteX4" fmla="*/ 769639 w 1538973"/>
                  <a:gd name="connsiteY4" fmla="*/ 1463802 h 1540002"/>
                  <a:gd name="connsiteX5" fmla="*/ 75838 w 1538973"/>
                  <a:gd name="connsiteY5" fmla="*/ 770001 h 1540002"/>
                  <a:gd name="connsiteX6" fmla="*/ 769639 w 1538973"/>
                  <a:gd name="connsiteY6" fmla="*/ 76200 h 1540002"/>
                  <a:gd name="connsiteX7" fmla="*/ 769639 w 1538973"/>
                  <a:gd name="connsiteY7" fmla="*/ 0 h 1540002"/>
                  <a:gd name="connsiteX8" fmla="*/ 0 w 1538973"/>
                  <a:gd name="connsiteY8" fmla="*/ 770363 h 1540002"/>
                  <a:gd name="connsiteX9" fmla="*/ 770364 w 1538973"/>
                  <a:gd name="connsiteY9" fmla="*/ 1540002 h 1540002"/>
                  <a:gd name="connsiteX10" fmla="*/ 1093489 w 1538973"/>
                  <a:gd name="connsiteY10" fmla="*/ 1468755 h 1540002"/>
                  <a:gd name="connsiteX11" fmla="*/ 1533829 w 1538973"/>
                  <a:gd name="connsiteY11" fmla="*/ 858584 h 1540002"/>
                  <a:gd name="connsiteX12" fmla="*/ 1538973 w 1538973"/>
                  <a:gd name="connsiteY12" fmla="*/ 770477 h 1540002"/>
                  <a:gd name="connsiteX13" fmla="*/ 769639 w 1538973"/>
                  <a:gd name="connsiteY13" fmla="*/ 0 h 154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8973" h="1540002">
                    <a:moveTo>
                      <a:pt x="769639" y="76200"/>
                    </a:moveTo>
                    <a:cubicBezTo>
                      <a:pt x="1152639" y="76620"/>
                      <a:pt x="1463021" y="387000"/>
                      <a:pt x="1463440" y="770001"/>
                    </a:cubicBezTo>
                    <a:cubicBezTo>
                      <a:pt x="1463440" y="786765"/>
                      <a:pt x="1462773" y="804005"/>
                      <a:pt x="1461440" y="821531"/>
                    </a:cubicBezTo>
                    <a:cubicBezTo>
                      <a:pt x="1356665" y="919163"/>
                      <a:pt x="1181785" y="1110520"/>
                      <a:pt x="1037386" y="1410081"/>
                    </a:cubicBezTo>
                    <a:cubicBezTo>
                      <a:pt x="952642" y="1445752"/>
                      <a:pt x="861586" y="1464021"/>
                      <a:pt x="769639" y="1463802"/>
                    </a:cubicBezTo>
                    <a:cubicBezTo>
                      <a:pt x="386463" y="1463802"/>
                      <a:pt x="75838" y="1153173"/>
                      <a:pt x="75838" y="770001"/>
                    </a:cubicBezTo>
                    <a:cubicBezTo>
                      <a:pt x="75838" y="386825"/>
                      <a:pt x="386463" y="76200"/>
                      <a:pt x="769639" y="76200"/>
                    </a:cubicBezTo>
                    <a:moveTo>
                      <a:pt x="769639" y="0"/>
                    </a:moveTo>
                    <a:cubicBezTo>
                      <a:pt x="344379" y="200"/>
                      <a:pt x="-200" y="345103"/>
                      <a:pt x="0" y="770363"/>
                    </a:cubicBezTo>
                    <a:cubicBezTo>
                      <a:pt x="200" y="1195626"/>
                      <a:pt x="345104" y="1540202"/>
                      <a:pt x="770364" y="1540002"/>
                    </a:cubicBezTo>
                    <a:cubicBezTo>
                      <a:pt x="881962" y="1539945"/>
                      <a:pt x="992219" y="1515637"/>
                      <a:pt x="1093489" y="1468755"/>
                    </a:cubicBezTo>
                    <a:cubicBezTo>
                      <a:pt x="1242174" y="1149668"/>
                      <a:pt x="1425911" y="954405"/>
                      <a:pt x="1533829" y="858584"/>
                    </a:cubicBezTo>
                    <a:cubicBezTo>
                      <a:pt x="1537182" y="829333"/>
                      <a:pt x="1538897" y="799919"/>
                      <a:pt x="1538973" y="770477"/>
                    </a:cubicBezTo>
                    <a:cubicBezTo>
                      <a:pt x="1539240" y="345292"/>
                      <a:pt x="1194825" y="368"/>
                      <a:pt x="769639" y="0"/>
                    </a:cubicBez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26" name="Forme libre : forme 25">
                <a:extLst>
                  <a:ext uri="{FF2B5EF4-FFF2-40B4-BE49-F238E27FC236}">
                    <a16:creationId xmlns:a16="http://schemas.microsoft.com/office/drawing/2014/main" id="{A3379DBF-7F4A-CE00-7185-7CCBC408AEB5}"/>
                  </a:ext>
                </a:extLst>
              </p:cNvPr>
              <p:cNvSpPr/>
              <p:nvPr/>
            </p:nvSpPr>
            <p:spPr>
              <a:xfrm>
                <a:off x="1881762" y="1280540"/>
                <a:ext cx="814101" cy="670179"/>
              </a:xfrm>
              <a:custGeom>
                <a:avLst/>
                <a:gdLst>
                  <a:gd name="connsiteX0" fmla="*/ 0 w 814101"/>
                  <a:gd name="connsiteY0" fmla="*/ 340805 h 670179"/>
                  <a:gd name="connsiteX1" fmla="*/ 238220 w 814101"/>
                  <a:gd name="connsiteY1" fmla="*/ 670179 h 670179"/>
                  <a:gd name="connsiteX2" fmla="*/ 814102 w 814101"/>
                  <a:gd name="connsiteY2" fmla="*/ 0 h 670179"/>
                  <a:gd name="connsiteX3" fmla="*/ 688562 w 814101"/>
                  <a:gd name="connsiteY3" fmla="*/ 0 h 670179"/>
                  <a:gd name="connsiteX4" fmla="*/ 244602 w 814101"/>
                  <a:gd name="connsiteY4" fmla="*/ 516541 h 670179"/>
                  <a:gd name="connsiteX5" fmla="*/ 58007 w 814101"/>
                  <a:gd name="connsiteY5" fmla="*/ 258604 h 670179"/>
                  <a:gd name="connsiteX6" fmla="*/ 0 w 814101"/>
                  <a:gd name="connsiteY6" fmla="*/ 340805 h 67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4101" h="670179">
                    <a:moveTo>
                      <a:pt x="0" y="340805"/>
                    </a:moveTo>
                    <a:lnTo>
                      <a:pt x="238220" y="670179"/>
                    </a:lnTo>
                    <a:lnTo>
                      <a:pt x="814102" y="0"/>
                    </a:lnTo>
                    <a:lnTo>
                      <a:pt x="688562" y="0"/>
                    </a:lnTo>
                    <a:lnTo>
                      <a:pt x="244602" y="516541"/>
                    </a:lnTo>
                    <a:lnTo>
                      <a:pt x="58007" y="258604"/>
                    </a:lnTo>
                    <a:lnTo>
                      <a:pt x="0" y="340805"/>
                    </a:ln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grpSp>
      </p:grpSp>
      <p:sp>
        <p:nvSpPr>
          <p:cNvPr id="27" name="Espace réservé du texte 2">
            <a:extLst>
              <a:ext uri="{FF2B5EF4-FFF2-40B4-BE49-F238E27FC236}">
                <a16:creationId xmlns:a16="http://schemas.microsoft.com/office/drawing/2014/main" id="{C895B18F-1153-30AE-2C49-886AF001B784}"/>
              </a:ext>
            </a:extLst>
          </p:cNvPr>
          <p:cNvSpPr>
            <a:spLocks noGrp="1"/>
          </p:cNvSpPr>
          <p:nvPr>
            <p:ph type="body" sz="quarter" idx="13"/>
          </p:nvPr>
        </p:nvSpPr>
        <p:spPr>
          <a:xfrm>
            <a:off x="425354" y="144314"/>
            <a:ext cx="11342769" cy="260350"/>
          </a:xfrm>
        </p:spPr>
        <p:txBody>
          <a:bodyPr/>
          <a:lstStyle/>
          <a:p>
            <a:r>
              <a:rPr lang="fr-FR"/>
              <a:t>MISE EN CONFORMITE A LA NIS 2</a:t>
            </a:r>
          </a:p>
        </p:txBody>
      </p:sp>
    </p:spTree>
    <p:extLst>
      <p:ext uri="{BB962C8B-B14F-4D97-AF65-F5344CB8AC3E}">
        <p14:creationId xmlns:p14="http://schemas.microsoft.com/office/powerpoint/2010/main" val="3502909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712D0B58-0726-DB56-EC97-243CC9E4B675}"/>
              </a:ext>
            </a:extLst>
          </p:cNvPr>
          <p:cNvSpPr/>
          <p:nvPr/>
        </p:nvSpPr>
        <p:spPr>
          <a:xfrm>
            <a:off x="10107038" y="5730252"/>
            <a:ext cx="2084962" cy="113311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72000" rIns="108000" bIns="7200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451DC7"/>
              </a:solidFill>
              <a:effectLst/>
              <a:uLnTx/>
              <a:uFillTx/>
              <a:latin typeface="Aptos"/>
              <a:ea typeface="+mn-ea"/>
              <a:cs typeface="+mn-cs"/>
            </a:endParaRPr>
          </a:p>
        </p:txBody>
      </p:sp>
      <p:sp>
        <p:nvSpPr>
          <p:cNvPr id="2" name="Titre 1">
            <a:extLst>
              <a:ext uri="{FF2B5EF4-FFF2-40B4-BE49-F238E27FC236}">
                <a16:creationId xmlns:a16="http://schemas.microsoft.com/office/drawing/2014/main" id="{51FD15A2-A9DA-CDE8-55C4-EA78223E0549}"/>
              </a:ext>
            </a:extLst>
          </p:cNvPr>
          <p:cNvSpPr>
            <a:spLocks noGrp="1"/>
          </p:cNvSpPr>
          <p:nvPr>
            <p:ph type="title"/>
          </p:nvPr>
        </p:nvSpPr>
        <p:spPr/>
        <p:txBody>
          <a:bodyPr/>
          <a:lstStyle/>
          <a:p>
            <a:r>
              <a:rPr lang="fr-FR"/>
              <a:t>Défense - Objectifs 16/17</a:t>
            </a:r>
            <a:endParaRPr lang="en-US"/>
          </a:p>
        </p:txBody>
      </p:sp>
      <p:sp>
        <p:nvSpPr>
          <p:cNvPr id="4" name="ZoneTexte 25">
            <a:extLst>
              <a:ext uri="{FF2B5EF4-FFF2-40B4-BE49-F238E27FC236}">
                <a16:creationId xmlns:a16="http://schemas.microsoft.com/office/drawing/2014/main" id="{967C4D30-FF8C-0BDF-098C-292A2E9E6676}"/>
              </a:ext>
            </a:extLst>
          </p:cNvPr>
          <p:cNvSpPr txBox="1">
            <a:spLocks/>
          </p:cNvSpPr>
          <p:nvPr/>
        </p:nvSpPr>
        <p:spPr>
          <a:xfrm>
            <a:off x="423877" y="986873"/>
            <a:ext cx="9683161" cy="307777"/>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16 :</a:t>
            </a:r>
            <a:r>
              <a:rPr kumimoji="0" lang="fr-FR" sz="1400" b="1" i="0" u="none" strike="noStrike" kern="1200" cap="none" spc="0" normalizeH="0" baseline="0" noProof="0">
                <a:ln>
                  <a:noFill/>
                </a:ln>
                <a:solidFill>
                  <a:srgbClr val="451DC7"/>
                </a:solidFill>
                <a:effectLst/>
                <a:uLnTx/>
                <a:uFillTx/>
                <a:latin typeface="Aptos"/>
                <a:ea typeface="+mn-ea"/>
                <a:cs typeface="+mn-cs"/>
              </a:rPr>
              <a:t> L’entité essentielle supervise la sécurité de ses systèmes d’information réglementés</a:t>
            </a:r>
          </a:p>
        </p:txBody>
      </p:sp>
      <p:sp>
        <p:nvSpPr>
          <p:cNvPr id="9" name="TextBox 25">
            <a:extLst>
              <a:ext uri="{FF2B5EF4-FFF2-40B4-BE49-F238E27FC236}">
                <a16:creationId xmlns:a16="http://schemas.microsoft.com/office/drawing/2014/main" id="{6D34920F-6BAE-E5D8-04AA-D2F5EF0859EC}"/>
              </a:ext>
            </a:extLst>
          </p:cNvPr>
          <p:cNvSpPr txBox="1">
            <a:spLocks/>
          </p:cNvSpPr>
          <p:nvPr/>
        </p:nvSpPr>
        <p:spPr>
          <a:xfrm>
            <a:off x="1318130" y="1904991"/>
            <a:ext cx="4590020" cy="1261884"/>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algn="just" defTabSz="1125444" rtl="0" eaLnBrk="1" fontAlgn="auto" latinLnBrk="0" hangingPunct="1">
              <a:lnSpc>
                <a:spcPct val="100000"/>
              </a:lnSpc>
              <a:spcBef>
                <a:spcPts val="0"/>
              </a:spcBef>
              <a:spcAft>
                <a:spcPts val="600"/>
              </a:spcAft>
              <a:buClr>
                <a:srgbClr val="FFFFFF">
                  <a:lumMod val="50000"/>
                </a:srgbClr>
              </a:buClr>
              <a:buSzTx/>
              <a:buFontTx/>
              <a:buChar char="⁄"/>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Formalisation et maintien à jour d’une procédure de détection des incidents </a:t>
            </a:r>
            <a:r>
              <a:rPr kumimoji="0" lang="fr-FR" sz="1100" b="0" i="0" u="none" strike="noStrike" kern="1200" cap="none" spc="0" normalizeH="0" baseline="0" noProof="0">
                <a:ln>
                  <a:noFill/>
                </a:ln>
                <a:solidFill>
                  <a:srgbClr val="5F5F5F"/>
                </a:solidFill>
                <a:effectLst/>
                <a:uLnTx/>
                <a:uFillTx/>
                <a:latin typeface="Aptos"/>
                <a:ea typeface="+mn-ea"/>
                <a:cs typeface="+mn-cs"/>
              </a:rPr>
              <a:t>(précisant les mesures organisationnelles et techniques) </a:t>
            </a:r>
          </a:p>
          <a:p>
            <a:pPr marL="216883" marR="0" lvl="1" indent="-216883" algn="just" defTabSz="914400" rtl="0" eaLnBrk="1" fontAlgn="auto" latinLnBrk="0" hangingPunct="1">
              <a:lnSpc>
                <a:spcPct val="100000"/>
              </a:lnSpc>
              <a:spcBef>
                <a:spcPts val="0"/>
              </a:spcBef>
              <a:spcAft>
                <a:spcPts val="600"/>
              </a:spcAft>
              <a:buClr>
                <a:srgbClr val="FFFFFF">
                  <a:lumMod val="50000"/>
                </a:srgbClr>
              </a:buClr>
              <a:buSzTx/>
              <a:buFontTx/>
              <a:buChar char="⁄"/>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Système de journalisation </a:t>
            </a:r>
            <a:r>
              <a:rPr kumimoji="0" lang="fr-FR" sz="1100" b="0" i="0" u="none" strike="noStrike" kern="1200" cap="none" spc="0" normalizeH="0" baseline="0" noProof="0">
                <a:ln>
                  <a:noFill/>
                </a:ln>
                <a:solidFill>
                  <a:srgbClr val="5F5F5F"/>
                </a:solidFill>
                <a:effectLst/>
                <a:uLnTx/>
                <a:uFillTx/>
                <a:latin typeface="Aptos"/>
                <a:ea typeface="+mn-ea"/>
                <a:cs typeface="+mn-cs"/>
              </a:rPr>
              <a:t>(liste d’équipements à surveiller, type d’évènements à journaliser, système configuré pour ne pas inclure des éléments secrets en clair)</a:t>
            </a:r>
          </a:p>
          <a:p>
            <a:pPr marL="216883" marR="0" lvl="1" indent="-216883" algn="just" defTabSz="914400" rtl="0" eaLnBrk="1" fontAlgn="auto" latinLnBrk="0" hangingPunct="1">
              <a:lnSpc>
                <a:spcPct val="100000"/>
              </a:lnSpc>
              <a:spcBef>
                <a:spcPts val="0"/>
              </a:spcBef>
              <a:spcAft>
                <a:spcPts val="600"/>
              </a:spcAft>
              <a:buClr>
                <a:srgbClr val="FFFFFF">
                  <a:lumMod val="50000"/>
                </a:srgbClr>
              </a:buClr>
              <a:buSzTx/>
              <a:buFontTx/>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œuvre de dispositifs de détection (EDR, sondes…)</a:t>
            </a:r>
          </a:p>
        </p:txBody>
      </p:sp>
      <p:grpSp>
        <p:nvGrpSpPr>
          <p:cNvPr id="16" name="Groupe 15">
            <a:extLst>
              <a:ext uri="{FF2B5EF4-FFF2-40B4-BE49-F238E27FC236}">
                <a16:creationId xmlns:a16="http://schemas.microsoft.com/office/drawing/2014/main" id="{21613D21-2B2B-8FD3-4CBD-290D34BA6016}"/>
              </a:ext>
            </a:extLst>
          </p:cNvPr>
          <p:cNvGrpSpPr>
            <a:grpSpLocks/>
          </p:cNvGrpSpPr>
          <p:nvPr/>
        </p:nvGrpSpPr>
        <p:grpSpPr>
          <a:xfrm>
            <a:off x="8440707" y="986805"/>
            <a:ext cx="259207" cy="264178"/>
            <a:chOff x="177275" y="6410013"/>
            <a:chExt cx="210606" cy="214645"/>
          </a:xfrm>
          <a:solidFill>
            <a:srgbClr val="546B8C"/>
          </a:solidFill>
        </p:grpSpPr>
        <p:sp>
          <p:nvSpPr>
            <p:cNvPr id="17" name="Ellipse 139">
              <a:extLst>
                <a:ext uri="{FF2B5EF4-FFF2-40B4-BE49-F238E27FC236}">
                  <a16:creationId xmlns:a16="http://schemas.microsoft.com/office/drawing/2014/main" id="{5D2EEA97-F110-7908-621E-06730A67E77B}"/>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18" name="Connecteur droit 17">
              <a:extLst>
                <a:ext uri="{FF2B5EF4-FFF2-40B4-BE49-F238E27FC236}">
                  <a16:creationId xmlns:a16="http://schemas.microsoft.com/office/drawing/2014/main" id="{567358D5-5C88-86A7-ADB6-40A8E61EE23C}"/>
                </a:ext>
              </a:extLst>
            </p:cNvPr>
            <p:cNvCxnSpPr>
              <a:stCxn id="17" idx="7"/>
              <a:endCxn id="17" idx="3"/>
            </p:cNvCxnSpPr>
            <p:nvPr/>
          </p:nvCxnSpPr>
          <p:spPr>
            <a:xfrm flipH="1">
              <a:off x="208118" y="6441447"/>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5" name="ZoneTexte 89">
            <a:extLst>
              <a:ext uri="{FF2B5EF4-FFF2-40B4-BE49-F238E27FC236}">
                <a16:creationId xmlns:a16="http://schemas.microsoft.com/office/drawing/2014/main" id="{21755BB3-0896-E1A4-5746-4A542EC2E440}"/>
              </a:ext>
            </a:extLst>
          </p:cNvPr>
          <p:cNvSpPr txBox="1">
            <a:spLocks/>
          </p:cNvSpPr>
          <p:nvPr/>
        </p:nvSpPr>
        <p:spPr>
          <a:xfrm>
            <a:off x="855456" y="1379910"/>
            <a:ext cx="8987431" cy="261610"/>
          </a:xfrm>
          <a:prstGeom prst="rect">
            <a:avLst/>
          </a:prstGeom>
        </p:spPr>
        <p:txBody>
          <a:bodyPr wrap="square" lIns="108000" rIns="108000" rtlCol="0">
            <a:spAutoFit/>
          </a:bodyPr>
          <a:lstStyle>
            <a:defPPr>
              <a:defRPr lang="en-US"/>
            </a:defPPr>
            <a:lvl1pPr algn="just">
              <a:defRPr sz="1100">
                <a:solidFill>
                  <a:schemeClr val="accent3">
                    <a:lumMod val="40000"/>
                    <a:lumOff val="6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250F6B">
                    <a:lumMod val="40000"/>
                    <a:lumOff val="60000"/>
                  </a:srgbClr>
                </a:solidFill>
                <a:effectLst/>
                <a:uLnTx/>
                <a:uFillTx/>
                <a:latin typeface="Aptos"/>
                <a:ea typeface="+mn-ea"/>
                <a:cs typeface="+mn-cs"/>
              </a:rPr>
              <a:t>Une présomption de conformité s’applique à l’objectif en cas de recours à un prestataire PDIS </a:t>
            </a:r>
          </a:p>
        </p:txBody>
      </p:sp>
      <p:sp>
        <p:nvSpPr>
          <p:cNvPr id="5" name="TextBox 25">
            <a:extLst>
              <a:ext uri="{FF2B5EF4-FFF2-40B4-BE49-F238E27FC236}">
                <a16:creationId xmlns:a16="http://schemas.microsoft.com/office/drawing/2014/main" id="{F3974AF1-C8B8-4528-5513-A02110954567}"/>
              </a:ext>
            </a:extLst>
          </p:cNvPr>
          <p:cNvSpPr txBox="1">
            <a:spLocks/>
          </p:cNvSpPr>
          <p:nvPr/>
        </p:nvSpPr>
        <p:spPr>
          <a:xfrm>
            <a:off x="6941210" y="1904991"/>
            <a:ext cx="4995559" cy="1354217"/>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6883" marR="0" lvl="1" indent="-216883" algn="just" defTabSz="914400" rtl="0" eaLnBrk="1" fontAlgn="auto" latinLnBrk="0" hangingPunct="1">
              <a:lnSpc>
                <a:spcPct val="100000"/>
              </a:lnSpc>
              <a:spcBef>
                <a:spcPts val="0"/>
              </a:spcBef>
              <a:spcAft>
                <a:spcPts val="600"/>
              </a:spcAft>
              <a:buClr>
                <a:srgbClr val="FFFFFF">
                  <a:lumMod val="50000"/>
                </a:srgbClr>
              </a:buClr>
              <a:buSzTx/>
              <a:buFont typeface="Aptos SemiBold" panose="020B000402020202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place d’un système de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corrélation et d’analyse (SIEM) exclusivement</a:t>
            </a:r>
            <a:r>
              <a:rPr kumimoji="0" lang="fr-FR" sz="1100" b="1" i="0" u="none" strike="noStrike" kern="1200" cap="none" spc="0" normalizeH="0" baseline="0" noProof="0">
                <a:ln>
                  <a:noFill/>
                </a:ln>
                <a:solidFill>
                  <a:srgbClr val="503078"/>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à des fins de détection des incidents de sécurité et qui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conserve</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les événements de sécurité sur une</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durée minimale de 6 mois</a:t>
            </a:r>
          </a:p>
          <a:p>
            <a:pPr marL="216883" marR="0" lvl="1" indent="-216883" algn="just" defTabSz="914400" rtl="0" eaLnBrk="1" fontAlgn="auto" latinLnBrk="0" hangingPunct="1">
              <a:lnSpc>
                <a:spcPct val="100000"/>
              </a:lnSpc>
              <a:spcBef>
                <a:spcPts val="0"/>
              </a:spcBef>
              <a:spcAft>
                <a:spcPts val="600"/>
              </a:spcAft>
              <a:buClr>
                <a:srgbClr val="FFFFFF">
                  <a:lumMod val="50000"/>
                </a:srgbClr>
              </a:buClr>
              <a:buSzTx/>
              <a:buFont typeface="Aptos SemiBold" panose="020B000402020202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œuvre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exclusive </a:t>
            </a:r>
            <a:r>
              <a:rPr kumimoji="0" lang="fr-FR" sz="1100" b="0" i="0" u="none" strike="noStrike" kern="1200" cap="none" spc="0" normalizeH="0" baseline="0" noProof="0">
                <a:ln>
                  <a:noFill/>
                </a:ln>
                <a:solidFill>
                  <a:srgbClr val="5F5F5F"/>
                </a:solidFill>
                <a:effectLst/>
                <a:uLnTx/>
                <a:uFillTx/>
                <a:latin typeface="Aptos"/>
                <a:ea typeface="+mn-ea"/>
                <a:cs typeface="+mn-cs"/>
              </a:rPr>
              <a:t>de dispositif de détection pour les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flux de données </a:t>
            </a:r>
            <a:r>
              <a:rPr kumimoji="0" lang="fr-FR" sz="1100" b="0" i="0" u="none" strike="noStrike" kern="1200" cap="none" spc="0" normalizeH="0" baseline="0" noProof="0">
                <a:ln>
                  <a:noFill/>
                </a:ln>
                <a:solidFill>
                  <a:srgbClr val="5F5F5F"/>
                </a:solidFill>
                <a:effectLst/>
                <a:uLnTx/>
                <a:uFillTx/>
                <a:latin typeface="Aptos"/>
                <a:ea typeface="+mn-ea"/>
                <a:cs typeface="+mn-cs"/>
              </a:rPr>
              <a:t>dans le cas particulier d’un SIR en charge du transit de communication pour le compte d’un tiers (appairage pour l’échange de trafic internet)</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p>
        </p:txBody>
      </p:sp>
      <p:sp>
        <p:nvSpPr>
          <p:cNvPr id="6" name="ZoneTexte 5">
            <a:extLst>
              <a:ext uri="{FF2B5EF4-FFF2-40B4-BE49-F238E27FC236}">
                <a16:creationId xmlns:a16="http://schemas.microsoft.com/office/drawing/2014/main" id="{49CD2887-5CEE-4FE1-FAD9-0ABB83198661}"/>
              </a:ext>
            </a:extLst>
          </p:cNvPr>
          <p:cNvSpPr txBox="1">
            <a:spLocks/>
          </p:cNvSpPr>
          <p:nvPr/>
        </p:nvSpPr>
        <p:spPr>
          <a:xfrm>
            <a:off x="423877" y="3776862"/>
            <a:ext cx="11748061" cy="307777"/>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17 :</a:t>
            </a:r>
            <a:r>
              <a:rPr kumimoji="0" lang="fr-FR" sz="1400" b="1" i="0" u="none" strike="noStrike" kern="1200" cap="none" spc="0" normalizeH="0" baseline="0" noProof="0">
                <a:ln>
                  <a:noFill/>
                </a:ln>
                <a:solidFill>
                  <a:srgbClr val="451DC7"/>
                </a:solidFill>
                <a:effectLst/>
                <a:uLnTx/>
                <a:uFillTx/>
                <a:latin typeface="Aptos"/>
                <a:ea typeface="+mn-ea"/>
                <a:cs typeface="+mn-cs"/>
              </a:rPr>
              <a:t> L’entité est en capacité de réagir aux incidents de sécurité</a:t>
            </a:r>
          </a:p>
        </p:txBody>
      </p:sp>
      <p:sp>
        <p:nvSpPr>
          <p:cNvPr id="7" name="ZoneTexte 89">
            <a:extLst>
              <a:ext uri="{FF2B5EF4-FFF2-40B4-BE49-F238E27FC236}">
                <a16:creationId xmlns:a16="http://schemas.microsoft.com/office/drawing/2014/main" id="{2A50EB23-53C1-638A-7EDE-EDC7D2ADECED}"/>
              </a:ext>
            </a:extLst>
          </p:cNvPr>
          <p:cNvSpPr txBox="1">
            <a:spLocks/>
          </p:cNvSpPr>
          <p:nvPr/>
        </p:nvSpPr>
        <p:spPr>
          <a:xfrm>
            <a:off x="854865" y="4205780"/>
            <a:ext cx="8141001" cy="261610"/>
          </a:xfrm>
          <a:prstGeom prst="rect">
            <a:avLst/>
          </a:prstGeom>
        </p:spPr>
        <p:txBody>
          <a:bodyPr wrap="square" lIns="108000" rIns="108000" rtlCol="0">
            <a:spAutoFit/>
          </a:bodyPr>
          <a:lstStyle>
            <a:defPPr>
              <a:defRPr lang="en-US"/>
            </a:defPPr>
            <a:lvl1pPr algn="just">
              <a:defRPr sz="1100">
                <a:solidFill>
                  <a:schemeClr val="accent3">
                    <a:lumMod val="40000"/>
                    <a:lumOff val="60000"/>
                  </a:schemeClr>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250F6B">
                    <a:lumMod val="40000"/>
                    <a:lumOff val="60000"/>
                  </a:srgbClr>
                </a:solidFill>
                <a:effectLst/>
                <a:uLnTx/>
                <a:uFillTx/>
                <a:latin typeface="Aptos"/>
                <a:ea typeface="+mn-ea"/>
                <a:cs typeface="+mn-cs"/>
              </a:rPr>
              <a:t>Une présomption de conformité s’applique à l’objectif en cas de recours à un prestataire PACS </a:t>
            </a:r>
          </a:p>
        </p:txBody>
      </p:sp>
      <p:sp>
        <p:nvSpPr>
          <p:cNvPr id="19" name="TextBox 25">
            <a:extLst>
              <a:ext uri="{FF2B5EF4-FFF2-40B4-BE49-F238E27FC236}">
                <a16:creationId xmlns:a16="http://schemas.microsoft.com/office/drawing/2014/main" id="{7A7FB7AB-E700-C958-1CAF-78B4299E7BAE}"/>
              </a:ext>
            </a:extLst>
          </p:cNvPr>
          <p:cNvSpPr txBox="1">
            <a:spLocks/>
          </p:cNvSpPr>
          <p:nvPr/>
        </p:nvSpPr>
        <p:spPr>
          <a:xfrm>
            <a:off x="1318130" y="4788702"/>
            <a:ext cx="5413159" cy="1508105"/>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1021" marR="0" lvl="1" indent="-211021" algn="l" defTabSz="1125444" rtl="0" eaLnBrk="1" fontAlgn="auto" latinLnBrk="0" hangingPunct="1">
              <a:lnSpc>
                <a:spcPct val="100000"/>
              </a:lnSpc>
              <a:spcBef>
                <a:spcPts val="0"/>
              </a:spcBef>
              <a:spcAft>
                <a:spcPts val="600"/>
              </a:spcAft>
              <a:buClr>
                <a:srgbClr val="FFFFFF">
                  <a:lumMod val="50000"/>
                </a:srgbClr>
              </a:buClr>
              <a:buSzTx/>
              <a:buFont typeface="Aptos SemiBold" panose="020B0004020202020204" pitchFamily="34" charset="0"/>
              <a:buChar char="⁄"/>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Formalisation et maintien à jour d’une procédure de traitement des incidents : </a:t>
            </a:r>
          </a:p>
          <a:p>
            <a:pPr marL="211021" marR="0" lvl="1" indent="-211021" algn="l" defTabSz="914400" rtl="0" eaLnBrk="1" fontAlgn="auto" latinLnBrk="0" hangingPunct="1">
              <a:lnSpc>
                <a:spcPct val="100000"/>
              </a:lnSpc>
              <a:spcBef>
                <a:spcPts val="0"/>
              </a:spcBef>
              <a:spcAft>
                <a:spcPts val="600"/>
              </a:spcAft>
              <a:buClr>
                <a:srgbClr val="FFFFFF">
                  <a:lumMod val="50000"/>
                </a:srgbClr>
              </a:buClr>
              <a:buSzTx/>
              <a:buFont typeface="Aptos SemiBold" panose="020B000402020202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œuvre d’outils permettant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de collecter les signalements remontés, les analyser et les qualifier </a:t>
            </a:r>
            <a:r>
              <a:rPr kumimoji="0" lang="fr-FR" sz="1100" b="0" i="0" u="none" strike="noStrike" kern="1200" cap="none" spc="0" normalizeH="0" baseline="0" noProof="0">
                <a:ln>
                  <a:noFill/>
                </a:ln>
                <a:solidFill>
                  <a:srgbClr val="5F5F5F"/>
                </a:solidFill>
                <a:effectLst/>
                <a:uLnTx/>
                <a:uFillTx/>
                <a:latin typeface="Aptos"/>
                <a:ea typeface="+mn-ea"/>
                <a:cs typeface="+mn-cs"/>
              </a:rPr>
              <a:t>(incident potentiel ou avéré)</a:t>
            </a:r>
          </a:p>
          <a:p>
            <a:pPr marL="216883" marR="0" lvl="1" indent="-216883" algn="l" defTabSz="914400" rtl="0" eaLnBrk="1" fontAlgn="auto" latinLnBrk="0" hangingPunct="1">
              <a:lnSpc>
                <a:spcPct val="100000"/>
              </a:lnSpc>
              <a:spcBef>
                <a:spcPts val="0"/>
              </a:spcBef>
              <a:spcAft>
                <a:spcPts val="600"/>
              </a:spcAft>
              <a:buClr>
                <a:srgbClr val="FFFFFF">
                  <a:lumMod val="50000"/>
                </a:srgbClr>
              </a:buClr>
              <a:buSzTx/>
              <a:buFont typeface="Aptos SemiBold" panose="020B000402020202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œuvre de mécanismes organisationnels et techniques permettant de réagir en cas d’incident, de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limiter</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les conséquences sur la fourniture des services et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d’analyser les causes </a:t>
            </a:r>
            <a:r>
              <a:rPr kumimoji="0" lang="fr-FR" sz="1100" b="0" i="0" u="none" strike="noStrike" kern="1200" cap="none" spc="0" normalizeH="0" baseline="0" noProof="0">
                <a:ln>
                  <a:noFill/>
                </a:ln>
                <a:solidFill>
                  <a:srgbClr val="5F5F5F"/>
                </a:solidFill>
                <a:effectLst/>
                <a:uLnTx/>
                <a:uFillTx/>
                <a:latin typeface="Aptos"/>
                <a:ea typeface="+mn-ea"/>
                <a:cs typeface="+mn-cs"/>
              </a:rPr>
              <a:t>permettant de limiter la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vraisemblance</a:t>
            </a:r>
            <a:r>
              <a:rPr kumimoji="0" lang="fr-FR" sz="1100" b="1" i="0" u="none" strike="noStrike" kern="1200" cap="none" spc="0" normalizeH="0" baseline="0" noProof="0">
                <a:ln>
                  <a:noFill/>
                </a:ln>
                <a:solidFill>
                  <a:srgbClr val="503078"/>
                </a:solidFill>
                <a:effectLst/>
                <a:uLnTx/>
                <a:uFillTx/>
                <a:latin typeface="Aptos SemiBold"/>
                <a:ea typeface="+mn-ea"/>
                <a:cs typeface="+mn-cs"/>
              </a:rPr>
              <a:t>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p>
          <a:p>
            <a:pPr marL="216883" marR="0" lvl="1" indent="-216883" algn="l" defTabSz="914400" rtl="0" eaLnBrk="1" fontAlgn="auto" latinLnBrk="0" hangingPunct="1">
              <a:lnSpc>
                <a:spcPct val="100000"/>
              </a:lnSpc>
              <a:spcBef>
                <a:spcPts val="0"/>
              </a:spcBef>
              <a:spcAft>
                <a:spcPts val="600"/>
              </a:spcAft>
              <a:buClr>
                <a:srgbClr val="FFFFFF">
                  <a:lumMod val="50000"/>
                </a:srgbClr>
              </a:buClr>
              <a:buSzTx/>
              <a:buFont typeface="Aptos SemiBold" panose="020B0004020202020204" pitchFamily="34" charset="0"/>
              <a:buChar char="⁄"/>
              <a:tabLst/>
              <a:defRPr/>
            </a:pP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Mise en place d’un SI spécifique cloisonné </a:t>
            </a:r>
            <a:r>
              <a:rPr kumimoji="0" lang="fr-FR" sz="1100" b="0" i="0" u="none" strike="noStrike" kern="1200" cap="none" spc="0" normalizeH="0" baseline="0" noProof="0">
                <a:ln>
                  <a:noFill/>
                </a:ln>
                <a:solidFill>
                  <a:srgbClr val="5F5F5F"/>
                </a:solidFill>
                <a:effectLst/>
                <a:uLnTx/>
                <a:uFillTx/>
                <a:latin typeface="Aptos"/>
                <a:ea typeface="+mn-ea"/>
                <a:cs typeface="+mn-cs"/>
              </a:rPr>
              <a:t>pour traiter les incidents</a:t>
            </a:r>
          </a:p>
        </p:txBody>
      </p:sp>
      <p:sp>
        <p:nvSpPr>
          <p:cNvPr id="20" name="Rectangle 19">
            <a:extLst>
              <a:ext uri="{FF2B5EF4-FFF2-40B4-BE49-F238E27FC236}">
                <a16:creationId xmlns:a16="http://schemas.microsoft.com/office/drawing/2014/main" id="{56C68BD1-7AE2-AEFB-F428-5A470B34D4F7}"/>
              </a:ext>
            </a:extLst>
          </p:cNvPr>
          <p:cNvSpPr>
            <a:spLocks/>
          </p:cNvSpPr>
          <p:nvPr/>
        </p:nvSpPr>
        <p:spPr>
          <a:xfrm>
            <a:off x="1258538" y="4788702"/>
            <a:ext cx="5413159" cy="1508105"/>
          </a:xfrm>
          <a:prstGeom prst="rect">
            <a:avLst/>
          </a:prstGeom>
          <a:noFill/>
          <a:ln w="9525" cap="flat" cmpd="sng" algn="ctr">
            <a:solidFill>
              <a:srgbClr val="546B8C"/>
            </a:solidFill>
            <a:prstDash val="lgDash"/>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FFFFFF"/>
              </a:solidFill>
              <a:effectLst/>
              <a:uLnTx/>
              <a:uFillTx/>
              <a:latin typeface="Aptos"/>
              <a:ea typeface="+mn-ea"/>
              <a:cs typeface="+mn-cs"/>
            </a:endParaRPr>
          </a:p>
        </p:txBody>
      </p:sp>
      <p:grpSp>
        <p:nvGrpSpPr>
          <p:cNvPr id="21" name="Groupe 20">
            <a:extLst>
              <a:ext uri="{FF2B5EF4-FFF2-40B4-BE49-F238E27FC236}">
                <a16:creationId xmlns:a16="http://schemas.microsoft.com/office/drawing/2014/main" id="{7530413B-86BD-4651-CAEA-A9DF5DB074C8}"/>
              </a:ext>
            </a:extLst>
          </p:cNvPr>
          <p:cNvGrpSpPr>
            <a:grpSpLocks/>
          </p:cNvGrpSpPr>
          <p:nvPr/>
        </p:nvGrpSpPr>
        <p:grpSpPr>
          <a:xfrm>
            <a:off x="1128934" y="5410664"/>
            <a:ext cx="259207" cy="264178"/>
            <a:chOff x="177275" y="6410013"/>
            <a:chExt cx="210606" cy="214645"/>
          </a:xfrm>
          <a:solidFill>
            <a:srgbClr val="546B8C"/>
          </a:solidFill>
        </p:grpSpPr>
        <p:sp>
          <p:nvSpPr>
            <p:cNvPr id="22" name="Ellipse 139">
              <a:extLst>
                <a:ext uri="{FF2B5EF4-FFF2-40B4-BE49-F238E27FC236}">
                  <a16:creationId xmlns:a16="http://schemas.microsoft.com/office/drawing/2014/main" id="{78C1E656-AD93-02EC-FB4F-CB546013F014}"/>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23" name="Connecteur droit 22">
              <a:extLst>
                <a:ext uri="{FF2B5EF4-FFF2-40B4-BE49-F238E27FC236}">
                  <a16:creationId xmlns:a16="http://schemas.microsoft.com/office/drawing/2014/main" id="{BAD004E8-39FC-C863-F1F2-9BA7517E072B}"/>
                </a:ext>
              </a:extLst>
            </p:cNvPr>
            <p:cNvCxnSpPr>
              <a:stCxn id="22" idx="7"/>
              <a:endCxn id="22" idx="3"/>
            </p:cNvCxnSpPr>
            <p:nvPr/>
          </p:nvCxnSpPr>
          <p:spPr>
            <a:xfrm flipH="1">
              <a:off x="208118" y="6441447"/>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9" name="TextBox 25">
            <a:extLst>
              <a:ext uri="{FF2B5EF4-FFF2-40B4-BE49-F238E27FC236}">
                <a16:creationId xmlns:a16="http://schemas.microsoft.com/office/drawing/2014/main" id="{E3A34729-FAA0-1172-E017-C071357E5644}"/>
              </a:ext>
            </a:extLst>
          </p:cNvPr>
          <p:cNvSpPr txBox="1">
            <a:spLocks/>
          </p:cNvSpPr>
          <p:nvPr/>
        </p:nvSpPr>
        <p:spPr>
          <a:xfrm>
            <a:off x="6941210" y="4996450"/>
            <a:ext cx="4995559" cy="1092607"/>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1021" marR="0" lvl="1" indent="-211021" algn="just" defTabSz="914400" rtl="0" eaLnBrk="1" fontAlgn="auto" latinLnBrk="0" hangingPunct="1">
              <a:lnSpc>
                <a:spcPct val="100000"/>
              </a:lnSpc>
              <a:spcBef>
                <a:spcPts val="0"/>
              </a:spcBef>
              <a:spcAft>
                <a:spcPts val="600"/>
              </a:spcAft>
              <a:buClr>
                <a:srgbClr val="FFFFFF">
                  <a:lumMod val="50000"/>
                </a:srgbClr>
              </a:buClr>
              <a:buSzTx/>
              <a:buFont typeface="Aptos SemiBold" panose="020B000402020202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Identification et partage des coordonnées du/des point(s) de contact sur les enjeux de la sécurité du numérique à l’ANSSI</a:t>
            </a:r>
          </a:p>
          <a:p>
            <a:pPr marL="211021" marR="0" lvl="1" indent="-211021" algn="just" defTabSz="1125444" rtl="0" eaLnBrk="1" fontAlgn="auto" latinLnBrk="0" hangingPunct="1">
              <a:lnSpc>
                <a:spcPct val="100000"/>
              </a:lnSpc>
              <a:spcBef>
                <a:spcPts val="0"/>
              </a:spcBef>
              <a:spcAft>
                <a:spcPts val="600"/>
              </a:spcAft>
              <a:buClr>
                <a:srgbClr val="FFFFFF">
                  <a:lumMod val="50000"/>
                </a:srgbClr>
              </a:buClr>
              <a:buSzTx/>
              <a:buFont typeface="Aptos SemiBold" panose="020B000402020202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Notification des incidents via le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guichet</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de l’ANSSI</a:t>
            </a:r>
          </a:p>
          <a:p>
            <a:pPr marL="216883" marR="0" lvl="1" indent="-216883" algn="just" defTabSz="914400" rtl="0" eaLnBrk="1" fontAlgn="auto" latinLnBrk="0" hangingPunct="1">
              <a:lnSpc>
                <a:spcPct val="100000"/>
              </a:lnSpc>
              <a:spcBef>
                <a:spcPts val="0"/>
              </a:spcBef>
              <a:spcAft>
                <a:spcPts val="600"/>
              </a:spcAft>
              <a:buClr>
                <a:srgbClr val="FFFFFF">
                  <a:lumMod val="50000"/>
                </a:srgbClr>
              </a:buClr>
              <a:buSzTx/>
              <a:buFont typeface="Aptos SemiBold" panose="020B000402020202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Conservation</a:t>
            </a: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hors ligne </a:t>
            </a:r>
            <a:r>
              <a:rPr kumimoji="0" lang="fr-FR" sz="1100" b="0" i="0" u="none" strike="noStrike" kern="1200" cap="none" spc="0" normalizeH="0" baseline="0" noProof="0">
                <a:ln>
                  <a:noFill/>
                </a:ln>
                <a:solidFill>
                  <a:srgbClr val="5F5F5F"/>
                </a:solidFill>
                <a:effectLst/>
                <a:uLnTx/>
                <a:uFillTx/>
                <a:latin typeface="Aptos"/>
                <a:ea typeface="+mn-ea"/>
                <a:cs typeface="+mn-cs"/>
              </a:rPr>
              <a:t>et pendant une </a:t>
            </a:r>
            <a:r>
              <a:rPr kumimoji="0" lang="fr-FR" sz="1100" b="1" i="0" u="none" strike="noStrike" kern="1200" cap="none" spc="0" normalizeH="0" baseline="0" noProof="0">
                <a:ln>
                  <a:noFill/>
                </a:ln>
                <a:solidFill>
                  <a:srgbClr val="451DC7">
                    <a:lumMod val="100000"/>
                  </a:srgbClr>
                </a:solidFill>
                <a:effectLst/>
                <a:uLnTx/>
                <a:uFillTx/>
                <a:latin typeface="Aptos"/>
                <a:ea typeface="+mn-ea"/>
                <a:cs typeface="+mn-cs"/>
              </a:rPr>
              <a:t>durée pertinente des relevés techniques </a:t>
            </a:r>
            <a:r>
              <a:rPr kumimoji="0" lang="fr-FR" sz="1100" b="0" i="0" u="none" strike="noStrike" kern="1200" cap="none" spc="0" normalizeH="0" baseline="0" noProof="0">
                <a:ln>
                  <a:noFill/>
                </a:ln>
                <a:solidFill>
                  <a:srgbClr val="5F5F5F"/>
                </a:solidFill>
                <a:effectLst/>
                <a:uLnTx/>
                <a:uFillTx/>
                <a:latin typeface="Aptos"/>
                <a:ea typeface="+mn-ea"/>
                <a:cs typeface="+mn-cs"/>
              </a:rPr>
              <a:t>produits dans le cadre de la gestion des incidents</a:t>
            </a:r>
          </a:p>
        </p:txBody>
      </p:sp>
      <p:grpSp>
        <p:nvGrpSpPr>
          <p:cNvPr id="3" name="Groupe 2">
            <a:extLst>
              <a:ext uri="{FF2B5EF4-FFF2-40B4-BE49-F238E27FC236}">
                <a16:creationId xmlns:a16="http://schemas.microsoft.com/office/drawing/2014/main" id="{4CE489C6-6AEC-16F2-9E7C-E980639C17E5}"/>
              </a:ext>
            </a:extLst>
          </p:cNvPr>
          <p:cNvGrpSpPr/>
          <p:nvPr/>
        </p:nvGrpSpPr>
        <p:grpSpPr>
          <a:xfrm>
            <a:off x="8968517" y="185504"/>
            <a:ext cx="2372228" cy="453642"/>
            <a:chOff x="8968517" y="185504"/>
            <a:chExt cx="2372228" cy="453642"/>
          </a:xfrm>
        </p:grpSpPr>
        <p:grpSp>
          <p:nvGrpSpPr>
            <p:cNvPr id="10" name="Groupe 9">
              <a:extLst>
                <a:ext uri="{FF2B5EF4-FFF2-40B4-BE49-F238E27FC236}">
                  <a16:creationId xmlns:a16="http://schemas.microsoft.com/office/drawing/2014/main" id="{29E295D1-8795-0632-72DC-AD353A030ACA}"/>
                </a:ext>
              </a:extLst>
            </p:cNvPr>
            <p:cNvGrpSpPr>
              <a:grpSpLocks/>
            </p:cNvGrpSpPr>
            <p:nvPr/>
          </p:nvGrpSpPr>
          <p:grpSpPr>
            <a:xfrm>
              <a:off x="9050180" y="280235"/>
              <a:ext cx="259207" cy="264179"/>
              <a:chOff x="177275" y="6410013"/>
              <a:chExt cx="210606" cy="214645"/>
            </a:xfrm>
            <a:solidFill>
              <a:srgbClr val="546B8C"/>
            </a:solidFill>
          </p:grpSpPr>
          <p:sp>
            <p:nvSpPr>
              <p:cNvPr id="26" name="Ellipse 139">
                <a:extLst>
                  <a:ext uri="{FF2B5EF4-FFF2-40B4-BE49-F238E27FC236}">
                    <a16:creationId xmlns:a16="http://schemas.microsoft.com/office/drawing/2014/main" id="{7EF8E11F-B4C1-1610-1BF0-E982761EF472}"/>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27" name="Connecteur droit 26">
                <a:extLst>
                  <a:ext uri="{FF2B5EF4-FFF2-40B4-BE49-F238E27FC236}">
                    <a16:creationId xmlns:a16="http://schemas.microsoft.com/office/drawing/2014/main" id="{CCED1AB9-F464-E254-07A1-D175EFF0294F}"/>
                  </a:ext>
                </a:extLst>
              </p:cNvPr>
              <p:cNvCxnSpPr>
                <a:stCxn id="26" idx="7"/>
                <a:endCxn id="26" idx="3"/>
              </p:cNvCxnSpPr>
              <p:nvPr/>
            </p:nvCxnSpPr>
            <p:spPr>
              <a:xfrm flipH="1">
                <a:off x="208118" y="6441447"/>
                <a:ext cx="148921"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3" name="TextBox 302">
              <a:extLst>
                <a:ext uri="{FF2B5EF4-FFF2-40B4-BE49-F238E27FC236}">
                  <a16:creationId xmlns:a16="http://schemas.microsoft.com/office/drawing/2014/main" id="{B36070E2-3B18-F0D5-D56C-34364C0A365B}"/>
                </a:ext>
              </a:extLst>
            </p:cNvPr>
            <p:cNvSpPr txBox="1">
              <a:spLocks/>
            </p:cNvSpPr>
            <p:nvPr/>
          </p:nvSpPr>
          <p:spPr>
            <a:xfrm>
              <a:off x="9203296" y="279714"/>
              <a:ext cx="2137449" cy="265221"/>
            </a:xfrm>
            <a:prstGeom prst="rect">
              <a:avLst/>
            </a:prstGeom>
            <a:noFill/>
          </p:spPr>
          <p:txBody>
            <a:bodyPr wrap="square" lIns="132923" tIns="56271" rIns="132923" bIns="56271"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85" b="0" i="0" u="none" strike="noStrike" kern="1200" cap="none" spc="0" normalizeH="0" baseline="0" noProof="0">
                  <a:ln>
                    <a:noFill/>
                  </a:ln>
                  <a:solidFill>
                    <a:srgbClr val="451DC7">
                      <a:lumMod val="100000"/>
                    </a:srgbClr>
                  </a:solidFill>
                  <a:effectLst/>
                  <a:uLnTx/>
                  <a:uFillTx/>
                  <a:latin typeface="Aptos"/>
                  <a:ea typeface="+mn-ea"/>
                  <a:cs typeface="+mn-cs"/>
                </a:rPr>
                <a:t>Objectif ne s’appliquant qu’aux EE</a:t>
              </a:r>
              <a:endParaRPr kumimoji="0" lang="fr-FR" sz="985" b="0" i="0" u="none" strike="noStrike" kern="1200" cap="none" spc="0" normalizeH="0" baseline="0" noProof="0">
                <a:ln>
                  <a:noFill/>
                </a:ln>
                <a:solidFill>
                  <a:srgbClr val="451DC7">
                    <a:lumMod val="100000"/>
                  </a:srgbClr>
                </a:solidFill>
                <a:effectLst/>
                <a:uLnTx/>
                <a:uFillTx/>
                <a:latin typeface="Aptos"/>
                <a:ea typeface="Tahoma"/>
                <a:cs typeface="Tahoma"/>
              </a:endParaRPr>
            </a:p>
          </p:txBody>
        </p:sp>
        <p:sp>
          <p:nvSpPr>
            <p:cNvPr id="25" name="Rectangle 24">
              <a:extLst>
                <a:ext uri="{FF2B5EF4-FFF2-40B4-BE49-F238E27FC236}">
                  <a16:creationId xmlns:a16="http://schemas.microsoft.com/office/drawing/2014/main" id="{10E18EFA-6478-167D-33D2-1C27070C0350}"/>
                </a:ext>
              </a:extLst>
            </p:cNvPr>
            <p:cNvSpPr>
              <a:spLocks/>
            </p:cNvSpPr>
            <p:nvPr/>
          </p:nvSpPr>
          <p:spPr>
            <a:xfrm>
              <a:off x="8968517" y="185504"/>
              <a:ext cx="2270983" cy="453642"/>
            </a:xfrm>
            <a:prstGeom prst="rect">
              <a:avLst/>
            </a:prstGeom>
            <a:noFill/>
            <a:ln w="12700" cap="flat" cmpd="sng" algn="ctr">
              <a:solidFill>
                <a:schemeClr val="tx1">
                  <a:lumMod val="100000"/>
                </a:schemeClr>
              </a:solidFill>
              <a:prstDash val="sys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451DC7"/>
                </a:solidFill>
                <a:effectLst/>
                <a:uLnTx/>
                <a:uFillTx/>
                <a:latin typeface="Aptos"/>
                <a:ea typeface="+mn-ea"/>
                <a:cs typeface="+mn-cs"/>
              </a:endParaRPr>
            </a:p>
          </p:txBody>
        </p:sp>
      </p:grpSp>
      <p:grpSp>
        <p:nvGrpSpPr>
          <p:cNvPr id="29" name="Group 15">
            <a:extLst>
              <a:ext uri="{FF2B5EF4-FFF2-40B4-BE49-F238E27FC236}">
                <a16:creationId xmlns:a16="http://schemas.microsoft.com/office/drawing/2014/main" id="{D1172520-9AD5-AAAC-DEEE-43818899A96F}"/>
              </a:ext>
            </a:extLst>
          </p:cNvPr>
          <p:cNvGrpSpPr>
            <a:grpSpLocks/>
          </p:cNvGrpSpPr>
          <p:nvPr>
            <p:custDataLst>
              <p:tags r:id="rId1"/>
            </p:custDataLst>
          </p:nvPr>
        </p:nvGrpSpPr>
        <p:grpSpPr>
          <a:xfrm>
            <a:off x="568777" y="4179670"/>
            <a:ext cx="288000" cy="288000"/>
            <a:chOff x="1469330" y="809625"/>
            <a:chExt cx="1619250" cy="1619250"/>
          </a:xfrm>
        </p:grpSpPr>
        <p:pic>
          <p:nvPicPr>
            <p:cNvPr id="30" name="Graphic 2 [2]" hidden="1">
              <a:extLst>
                <a:ext uri="{FF2B5EF4-FFF2-40B4-BE49-F238E27FC236}">
                  <a16:creationId xmlns:a16="http://schemas.microsoft.com/office/drawing/2014/main" id="{15F9BD9B-9AD1-2182-419F-CEF598FA9D72}"/>
                </a:ext>
              </a:extLst>
            </p:cNvPr>
            <p:cNvPicPr>
              <a:picLocks noChangeAspect="1"/>
            </p:cNvPicPr>
            <p:nvPr>
              <p:custDataLst>
                <p:tags r:id="rId6"/>
              </p:custDataLst>
            </p:nvPr>
          </p:nvPicPr>
          <p:blipFill>
            <a:blip r:embed="rId10">
              <a:extLst>
                <a:ext uri="{96DAC541-7B7A-43D3-8B79-37D633B846F1}">
                  <asvg:svgBlip xmlns:asvg="http://schemas.microsoft.com/office/drawing/2016/SVG/main" r:embed="rId11"/>
                </a:ext>
              </a:extLst>
            </a:blip>
            <a:stretch>
              <a:fillRect/>
            </a:stretch>
          </p:blipFill>
          <p:spPr>
            <a:xfrm>
              <a:off x="1469330" y="809625"/>
              <a:ext cx="1619250" cy="1619250"/>
            </a:xfrm>
            <a:prstGeom prst="rect">
              <a:avLst/>
            </a:prstGeom>
          </p:spPr>
        </p:pic>
        <p:pic>
          <p:nvPicPr>
            <p:cNvPr id="31" name="Graphic 4 [0]" hidden="1">
              <a:extLst>
                <a:ext uri="{FF2B5EF4-FFF2-40B4-BE49-F238E27FC236}">
                  <a16:creationId xmlns:a16="http://schemas.microsoft.com/office/drawing/2014/main" id="{AB6B4949-D75F-2F92-836B-A5FE2C309AC9}"/>
                </a:ext>
              </a:extLst>
            </p:cNvPr>
            <p:cNvPicPr>
              <a:picLocks noChangeAspect="1"/>
            </p:cNvPicPr>
            <p:nvPr>
              <p:custDataLst>
                <p:tags r:id="rId7"/>
              </p:custDataLst>
            </p:nvPr>
          </p:nvPicPr>
          <p:blipFill>
            <a:blip r:embed="rId12">
              <a:extLst>
                <a:ext uri="{96DAC541-7B7A-43D3-8B79-37D633B846F1}">
                  <asvg:svgBlip xmlns:asvg="http://schemas.microsoft.com/office/drawing/2016/SVG/main" r:embed="rId13"/>
                </a:ext>
              </a:extLst>
            </a:blip>
            <a:stretch>
              <a:fillRect/>
            </a:stretch>
          </p:blipFill>
          <p:spPr>
            <a:xfrm>
              <a:off x="1469330" y="809625"/>
              <a:ext cx="1619250" cy="1619250"/>
            </a:xfrm>
            <a:prstGeom prst="rect">
              <a:avLst/>
            </a:prstGeom>
          </p:spPr>
        </p:pic>
        <p:pic>
          <p:nvPicPr>
            <p:cNvPr id="32" name="Graphic 6 [3]" hidden="1">
              <a:extLst>
                <a:ext uri="{FF2B5EF4-FFF2-40B4-BE49-F238E27FC236}">
                  <a16:creationId xmlns:a16="http://schemas.microsoft.com/office/drawing/2014/main" id="{CBDF9E77-B99F-DF6B-4104-4C675E9779D8}"/>
                </a:ext>
              </a:extLst>
            </p:cNvPr>
            <p:cNvPicPr>
              <a:picLocks noChangeAspect="1"/>
            </p:cNvPicPr>
            <p:nvPr>
              <p:custDataLst>
                <p:tags r:id="rId8"/>
              </p:custDataLst>
            </p:nvPr>
          </p:nvPicPr>
          <p:blipFill>
            <a:blip r:embed="rId14">
              <a:extLst>
                <a:ext uri="{96DAC541-7B7A-43D3-8B79-37D633B846F1}">
                  <asvg:svgBlip xmlns:asvg="http://schemas.microsoft.com/office/drawing/2016/SVG/main" r:embed="rId15"/>
                </a:ext>
              </a:extLst>
            </a:blip>
            <a:stretch>
              <a:fillRect/>
            </a:stretch>
          </p:blipFill>
          <p:spPr>
            <a:xfrm>
              <a:off x="1469330" y="809625"/>
              <a:ext cx="1619250" cy="1619250"/>
            </a:xfrm>
            <a:prstGeom prst="rect">
              <a:avLst/>
            </a:prstGeom>
          </p:spPr>
        </p:pic>
        <p:grpSp>
          <p:nvGrpSpPr>
            <p:cNvPr id="33" name="Graphic 12 [1]">
              <a:extLst>
                <a:ext uri="{FF2B5EF4-FFF2-40B4-BE49-F238E27FC236}">
                  <a16:creationId xmlns:a16="http://schemas.microsoft.com/office/drawing/2014/main" id="{EA3D8CCB-D888-8EC3-88F2-6A70CB9EE7DE}"/>
                </a:ext>
              </a:extLst>
            </p:cNvPr>
            <p:cNvGrpSpPr/>
            <p:nvPr/>
          </p:nvGrpSpPr>
          <p:grpSpPr>
            <a:xfrm>
              <a:off x="1499791" y="845819"/>
              <a:ext cx="1538973" cy="1540002"/>
              <a:chOff x="1499791" y="845819"/>
              <a:chExt cx="1538973" cy="1540002"/>
            </a:xfrm>
            <a:solidFill>
              <a:schemeClr val="accent1">
                <a:lumMod val="100000"/>
              </a:schemeClr>
            </a:solidFill>
          </p:grpSpPr>
          <p:sp>
            <p:nvSpPr>
              <p:cNvPr id="34" name="Forme libre : forme 33">
                <a:extLst>
                  <a:ext uri="{FF2B5EF4-FFF2-40B4-BE49-F238E27FC236}">
                    <a16:creationId xmlns:a16="http://schemas.microsoft.com/office/drawing/2014/main" id="{073DE0B9-EE7C-2C7D-E781-FCF09ABC5318}"/>
                  </a:ext>
                </a:extLst>
              </p:cNvPr>
              <p:cNvSpPr/>
              <p:nvPr/>
            </p:nvSpPr>
            <p:spPr>
              <a:xfrm>
                <a:off x="1499791" y="845819"/>
                <a:ext cx="1538973" cy="1540002"/>
              </a:xfrm>
              <a:custGeom>
                <a:avLst/>
                <a:gdLst>
                  <a:gd name="connsiteX0" fmla="*/ 769639 w 1538973"/>
                  <a:gd name="connsiteY0" fmla="*/ 76200 h 1540002"/>
                  <a:gd name="connsiteX1" fmla="*/ 1463440 w 1538973"/>
                  <a:gd name="connsiteY1" fmla="*/ 770001 h 1540002"/>
                  <a:gd name="connsiteX2" fmla="*/ 1461440 w 1538973"/>
                  <a:gd name="connsiteY2" fmla="*/ 821531 h 1540002"/>
                  <a:gd name="connsiteX3" fmla="*/ 1037386 w 1538973"/>
                  <a:gd name="connsiteY3" fmla="*/ 1410081 h 1540002"/>
                  <a:gd name="connsiteX4" fmla="*/ 769639 w 1538973"/>
                  <a:gd name="connsiteY4" fmla="*/ 1463802 h 1540002"/>
                  <a:gd name="connsiteX5" fmla="*/ 75838 w 1538973"/>
                  <a:gd name="connsiteY5" fmla="*/ 770001 h 1540002"/>
                  <a:gd name="connsiteX6" fmla="*/ 769639 w 1538973"/>
                  <a:gd name="connsiteY6" fmla="*/ 76200 h 1540002"/>
                  <a:gd name="connsiteX7" fmla="*/ 769639 w 1538973"/>
                  <a:gd name="connsiteY7" fmla="*/ 0 h 1540002"/>
                  <a:gd name="connsiteX8" fmla="*/ 0 w 1538973"/>
                  <a:gd name="connsiteY8" fmla="*/ 770363 h 1540002"/>
                  <a:gd name="connsiteX9" fmla="*/ 770364 w 1538973"/>
                  <a:gd name="connsiteY9" fmla="*/ 1540002 h 1540002"/>
                  <a:gd name="connsiteX10" fmla="*/ 1093489 w 1538973"/>
                  <a:gd name="connsiteY10" fmla="*/ 1468755 h 1540002"/>
                  <a:gd name="connsiteX11" fmla="*/ 1533829 w 1538973"/>
                  <a:gd name="connsiteY11" fmla="*/ 858584 h 1540002"/>
                  <a:gd name="connsiteX12" fmla="*/ 1538973 w 1538973"/>
                  <a:gd name="connsiteY12" fmla="*/ 770477 h 1540002"/>
                  <a:gd name="connsiteX13" fmla="*/ 769639 w 1538973"/>
                  <a:gd name="connsiteY13" fmla="*/ 0 h 154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8973" h="1540002">
                    <a:moveTo>
                      <a:pt x="769639" y="76200"/>
                    </a:moveTo>
                    <a:cubicBezTo>
                      <a:pt x="1152639" y="76620"/>
                      <a:pt x="1463021" y="387000"/>
                      <a:pt x="1463440" y="770001"/>
                    </a:cubicBezTo>
                    <a:cubicBezTo>
                      <a:pt x="1463440" y="786765"/>
                      <a:pt x="1462773" y="804005"/>
                      <a:pt x="1461440" y="821531"/>
                    </a:cubicBezTo>
                    <a:cubicBezTo>
                      <a:pt x="1356665" y="919163"/>
                      <a:pt x="1181785" y="1110520"/>
                      <a:pt x="1037386" y="1410081"/>
                    </a:cubicBezTo>
                    <a:cubicBezTo>
                      <a:pt x="952642" y="1445752"/>
                      <a:pt x="861586" y="1464021"/>
                      <a:pt x="769639" y="1463802"/>
                    </a:cubicBezTo>
                    <a:cubicBezTo>
                      <a:pt x="386463" y="1463802"/>
                      <a:pt x="75838" y="1153173"/>
                      <a:pt x="75838" y="770001"/>
                    </a:cubicBezTo>
                    <a:cubicBezTo>
                      <a:pt x="75838" y="386825"/>
                      <a:pt x="386463" y="76200"/>
                      <a:pt x="769639" y="76200"/>
                    </a:cubicBezTo>
                    <a:moveTo>
                      <a:pt x="769639" y="0"/>
                    </a:moveTo>
                    <a:cubicBezTo>
                      <a:pt x="344379" y="200"/>
                      <a:pt x="-200" y="345103"/>
                      <a:pt x="0" y="770363"/>
                    </a:cubicBezTo>
                    <a:cubicBezTo>
                      <a:pt x="200" y="1195626"/>
                      <a:pt x="345104" y="1540202"/>
                      <a:pt x="770364" y="1540002"/>
                    </a:cubicBezTo>
                    <a:cubicBezTo>
                      <a:pt x="881962" y="1539945"/>
                      <a:pt x="992219" y="1515637"/>
                      <a:pt x="1093489" y="1468755"/>
                    </a:cubicBezTo>
                    <a:cubicBezTo>
                      <a:pt x="1242174" y="1149668"/>
                      <a:pt x="1425911" y="954405"/>
                      <a:pt x="1533829" y="858584"/>
                    </a:cubicBezTo>
                    <a:cubicBezTo>
                      <a:pt x="1537182" y="829333"/>
                      <a:pt x="1538897" y="799919"/>
                      <a:pt x="1538973" y="770477"/>
                    </a:cubicBezTo>
                    <a:cubicBezTo>
                      <a:pt x="1539240" y="345292"/>
                      <a:pt x="1194825" y="368"/>
                      <a:pt x="769639" y="0"/>
                    </a:cubicBez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35" name="Forme libre : forme 34">
                <a:extLst>
                  <a:ext uri="{FF2B5EF4-FFF2-40B4-BE49-F238E27FC236}">
                    <a16:creationId xmlns:a16="http://schemas.microsoft.com/office/drawing/2014/main" id="{44B11043-DE84-A0B7-E8D5-3EB41164E40C}"/>
                  </a:ext>
                </a:extLst>
              </p:cNvPr>
              <p:cNvSpPr/>
              <p:nvPr/>
            </p:nvSpPr>
            <p:spPr>
              <a:xfrm>
                <a:off x="1881762" y="1280540"/>
                <a:ext cx="814101" cy="670179"/>
              </a:xfrm>
              <a:custGeom>
                <a:avLst/>
                <a:gdLst>
                  <a:gd name="connsiteX0" fmla="*/ 0 w 814101"/>
                  <a:gd name="connsiteY0" fmla="*/ 340805 h 670179"/>
                  <a:gd name="connsiteX1" fmla="*/ 238220 w 814101"/>
                  <a:gd name="connsiteY1" fmla="*/ 670179 h 670179"/>
                  <a:gd name="connsiteX2" fmla="*/ 814102 w 814101"/>
                  <a:gd name="connsiteY2" fmla="*/ 0 h 670179"/>
                  <a:gd name="connsiteX3" fmla="*/ 688562 w 814101"/>
                  <a:gd name="connsiteY3" fmla="*/ 0 h 670179"/>
                  <a:gd name="connsiteX4" fmla="*/ 244602 w 814101"/>
                  <a:gd name="connsiteY4" fmla="*/ 516541 h 670179"/>
                  <a:gd name="connsiteX5" fmla="*/ 58007 w 814101"/>
                  <a:gd name="connsiteY5" fmla="*/ 258604 h 670179"/>
                  <a:gd name="connsiteX6" fmla="*/ 0 w 814101"/>
                  <a:gd name="connsiteY6" fmla="*/ 340805 h 67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4101" h="670179">
                    <a:moveTo>
                      <a:pt x="0" y="340805"/>
                    </a:moveTo>
                    <a:lnTo>
                      <a:pt x="238220" y="670179"/>
                    </a:lnTo>
                    <a:lnTo>
                      <a:pt x="814102" y="0"/>
                    </a:lnTo>
                    <a:lnTo>
                      <a:pt x="688562" y="0"/>
                    </a:lnTo>
                    <a:lnTo>
                      <a:pt x="244602" y="516541"/>
                    </a:lnTo>
                    <a:lnTo>
                      <a:pt x="58007" y="258604"/>
                    </a:lnTo>
                    <a:lnTo>
                      <a:pt x="0" y="340805"/>
                    </a:ln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grpSp>
      </p:grpSp>
      <p:grpSp>
        <p:nvGrpSpPr>
          <p:cNvPr id="36" name="Group 15">
            <a:extLst>
              <a:ext uri="{FF2B5EF4-FFF2-40B4-BE49-F238E27FC236}">
                <a16:creationId xmlns:a16="http://schemas.microsoft.com/office/drawing/2014/main" id="{6AAC7268-0E22-460A-4423-E81F8A28590E}"/>
              </a:ext>
            </a:extLst>
          </p:cNvPr>
          <p:cNvGrpSpPr>
            <a:grpSpLocks/>
          </p:cNvGrpSpPr>
          <p:nvPr>
            <p:custDataLst>
              <p:tags r:id="rId2"/>
            </p:custDataLst>
          </p:nvPr>
        </p:nvGrpSpPr>
        <p:grpSpPr>
          <a:xfrm>
            <a:off x="552573" y="1361178"/>
            <a:ext cx="288000" cy="288000"/>
            <a:chOff x="1469330" y="809625"/>
            <a:chExt cx="1619250" cy="1619250"/>
          </a:xfrm>
        </p:grpSpPr>
        <p:pic>
          <p:nvPicPr>
            <p:cNvPr id="37" name="Graphic 2 [2]" hidden="1">
              <a:extLst>
                <a:ext uri="{FF2B5EF4-FFF2-40B4-BE49-F238E27FC236}">
                  <a16:creationId xmlns:a16="http://schemas.microsoft.com/office/drawing/2014/main" id="{DDDF90B0-0E12-C231-CB1D-CF546C44E799}"/>
                </a:ext>
              </a:extLst>
            </p:cNvPr>
            <p:cNvPicPr>
              <a:picLocks noChangeAspect="1"/>
            </p:cNvPicPr>
            <p:nvPr>
              <p:custDataLst>
                <p:tags r:id="rId3"/>
              </p:custDataLst>
            </p:nvPr>
          </p:nvPicPr>
          <p:blipFill>
            <a:blip r:embed="rId10">
              <a:extLst>
                <a:ext uri="{96DAC541-7B7A-43D3-8B79-37D633B846F1}">
                  <asvg:svgBlip xmlns:asvg="http://schemas.microsoft.com/office/drawing/2016/SVG/main" r:embed="rId11"/>
                </a:ext>
              </a:extLst>
            </a:blip>
            <a:stretch>
              <a:fillRect/>
            </a:stretch>
          </p:blipFill>
          <p:spPr>
            <a:xfrm>
              <a:off x="1469330" y="809625"/>
              <a:ext cx="1619250" cy="1619250"/>
            </a:xfrm>
            <a:prstGeom prst="rect">
              <a:avLst/>
            </a:prstGeom>
          </p:spPr>
        </p:pic>
        <p:pic>
          <p:nvPicPr>
            <p:cNvPr id="38" name="Graphic 4 [0]" hidden="1">
              <a:extLst>
                <a:ext uri="{FF2B5EF4-FFF2-40B4-BE49-F238E27FC236}">
                  <a16:creationId xmlns:a16="http://schemas.microsoft.com/office/drawing/2014/main" id="{17CEC359-8BB1-2BBF-BA42-7B7AA43E7B1F}"/>
                </a:ext>
              </a:extLst>
            </p:cNvPr>
            <p:cNvPicPr>
              <a:picLocks noChangeAspect="1"/>
            </p:cNvPicPr>
            <p:nvPr>
              <p:custDataLst>
                <p:tags r:id="rId4"/>
              </p:custDataLst>
            </p:nvPr>
          </p:nvPicPr>
          <p:blipFill>
            <a:blip r:embed="rId12">
              <a:extLst>
                <a:ext uri="{96DAC541-7B7A-43D3-8B79-37D633B846F1}">
                  <asvg:svgBlip xmlns:asvg="http://schemas.microsoft.com/office/drawing/2016/SVG/main" r:embed="rId13"/>
                </a:ext>
              </a:extLst>
            </a:blip>
            <a:stretch>
              <a:fillRect/>
            </a:stretch>
          </p:blipFill>
          <p:spPr>
            <a:xfrm>
              <a:off x="1469330" y="809625"/>
              <a:ext cx="1619250" cy="1619250"/>
            </a:xfrm>
            <a:prstGeom prst="rect">
              <a:avLst/>
            </a:prstGeom>
          </p:spPr>
        </p:pic>
        <p:pic>
          <p:nvPicPr>
            <p:cNvPr id="39" name="Graphic 6 [3]" hidden="1">
              <a:extLst>
                <a:ext uri="{FF2B5EF4-FFF2-40B4-BE49-F238E27FC236}">
                  <a16:creationId xmlns:a16="http://schemas.microsoft.com/office/drawing/2014/main" id="{4BA62899-7698-4EDE-A09D-B42A12ABDB2E}"/>
                </a:ext>
              </a:extLst>
            </p:cNvPr>
            <p:cNvPicPr>
              <a:picLocks noChangeAspect="1"/>
            </p:cNvPicPr>
            <p:nvPr>
              <p:custDataLst>
                <p:tags r:id="rId5"/>
              </p:custDataLst>
            </p:nvPr>
          </p:nvPicPr>
          <p:blipFill>
            <a:blip r:embed="rId14">
              <a:extLst>
                <a:ext uri="{96DAC541-7B7A-43D3-8B79-37D633B846F1}">
                  <asvg:svgBlip xmlns:asvg="http://schemas.microsoft.com/office/drawing/2016/SVG/main" r:embed="rId15"/>
                </a:ext>
              </a:extLst>
            </a:blip>
            <a:stretch>
              <a:fillRect/>
            </a:stretch>
          </p:blipFill>
          <p:spPr>
            <a:xfrm>
              <a:off x="1469330" y="809625"/>
              <a:ext cx="1619250" cy="1619250"/>
            </a:xfrm>
            <a:prstGeom prst="rect">
              <a:avLst/>
            </a:prstGeom>
          </p:spPr>
        </p:pic>
        <p:grpSp>
          <p:nvGrpSpPr>
            <p:cNvPr id="41" name="Graphic 12 [1]">
              <a:extLst>
                <a:ext uri="{FF2B5EF4-FFF2-40B4-BE49-F238E27FC236}">
                  <a16:creationId xmlns:a16="http://schemas.microsoft.com/office/drawing/2014/main" id="{969207C8-0438-B192-6B9A-746DC9DFB1F1}"/>
                </a:ext>
              </a:extLst>
            </p:cNvPr>
            <p:cNvGrpSpPr/>
            <p:nvPr/>
          </p:nvGrpSpPr>
          <p:grpSpPr>
            <a:xfrm>
              <a:off x="1499791" y="845819"/>
              <a:ext cx="1538973" cy="1540002"/>
              <a:chOff x="1499791" y="845819"/>
              <a:chExt cx="1538973" cy="1540002"/>
            </a:xfrm>
            <a:solidFill>
              <a:schemeClr val="accent1">
                <a:lumMod val="100000"/>
              </a:schemeClr>
            </a:solidFill>
          </p:grpSpPr>
          <p:sp>
            <p:nvSpPr>
              <p:cNvPr id="42" name="Forme libre : forme 41">
                <a:extLst>
                  <a:ext uri="{FF2B5EF4-FFF2-40B4-BE49-F238E27FC236}">
                    <a16:creationId xmlns:a16="http://schemas.microsoft.com/office/drawing/2014/main" id="{8E4221F2-686F-68E4-3CE3-D9BB47852A7C}"/>
                  </a:ext>
                </a:extLst>
              </p:cNvPr>
              <p:cNvSpPr/>
              <p:nvPr/>
            </p:nvSpPr>
            <p:spPr>
              <a:xfrm>
                <a:off x="1499791" y="845819"/>
                <a:ext cx="1538973" cy="1540002"/>
              </a:xfrm>
              <a:custGeom>
                <a:avLst/>
                <a:gdLst>
                  <a:gd name="connsiteX0" fmla="*/ 769639 w 1538973"/>
                  <a:gd name="connsiteY0" fmla="*/ 76200 h 1540002"/>
                  <a:gd name="connsiteX1" fmla="*/ 1463440 w 1538973"/>
                  <a:gd name="connsiteY1" fmla="*/ 770001 h 1540002"/>
                  <a:gd name="connsiteX2" fmla="*/ 1461440 w 1538973"/>
                  <a:gd name="connsiteY2" fmla="*/ 821531 h 1540002"/>
                  <a:gd name="connsiteX3" fmla="*/ 1037386 w 1538973"/>
                  <a:gd name="connsiteY3" fmla="*/ 1410081 h 1540002"/>
                  <a:gd name="connsiteX4" fmla="*/ 769639 w 1538973"/>
                  <a:gd name="connsiteY4" fmla="*/ 1463802 h 1540002"/>
                  <a:gd name="connsiteX5" fmla="*/ 75838 w 1538973"/>
                  <a:gd name="connsiteY5" fmla="*/ 770001 h 1540002"/>
                  <a:gd name="connsiteX6" fmla="*/ 769639 w 1538973"/>
                  <a:gd name="connsiteY6" fmla="*/ 76200 h 1540002"/>
                  <a:gd name="connsiteX7" fmla="*/ 769639 w 1538973"/>
                  <a:gd name="connsiteY7" fmla="*/ 0 h 1540002"/>
                  <a:gd name="connsiteX8" fmla="*/ 0 w 1538973"/>
                  <a:gd name="connsiteY8" fmla="*/ 770363 h 1540002"/>
                  <a:gd name="connsiteX9" fmla="*/ 770364 w 1538973"/>
                  <a:gd name="connsiteY9" fmla="*/ 1540002 h 1540002"/>
                  <a:gd name="connsiteX10" fmla="*/ 1093489 w 1538973"/>
                  <a:gd name="connsiteY10" fmla="*/ 1468755 h 1540002"/>
                  <a:gd name="connsiteX11" fmla="*/ 1533829 w 1538973"/>
                  <a:gd name="connsiteY11" fmla="*/ 858584 h 1540002"/>
                  <a:gd name="connsiteX12" fmla="*/ 1538973 w 1538973"/>
                  <a:gd name="connsiteY12" fmla="*/ 770477 h 1540002"/>
                  <a:gd name="connsiteX13" fmla="*/ 769639 w 1538973"/>
                  <a:gd name="connsiteY13" fmla="*/ 0 h 154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8973" h="1540002">
                    <a:moveTo>
                      <a:pt x="769639" y="76200"/>
                    </a:moveTo>
                    <a:cubicBezTo>
                      <a:pt x="1152639" y="76620"/>
                      <a:pt x="1463021" y="387000"/>
                      <a:pt x="1463440" y="770001"/>
                    </a:cubicBezTo>
                    <a:cubicBezTo>
                      <a:pt x="1463440" y="786765"/>
                      <a:pt x="1462773" y="804005"/>
                      <a:pt x="1461440" y="821531"/>
                    </a:cubicBezTo>
                    <a:cubicBezTo>
                      <a:pt x="1356665" y="919163"/>
                      <a:pt x="1181785" y="1110520"/>
                      <a:pt x="1037386" y="1410081"/>
                    </a:cubicBezTo>
                    <a:cubicBezTo>
                      <a:pt x="952642" y="1445752"/>
                      <a:pt x="861586" y="1464021"/>
                      <a:pt x="769639" y="1463802"/>
                    </a:cubicBezTo>
                    <a:cubicBezTo>
                      <a:pt x="386463" y="1463802"/>
                      <a:pt x="75838" y="1153173"/>
                      <a:pt x="75838" y="770001"/>
                    </a:cubicBezTo>
                    <a:cubicBezTo>
                      <a:pt x="75838" y="386825"/>
                      <a:pt x="386463" y="76200"/>
                      <a:pt x="769639" y="76200"/>
                    </a:cubicBezTo>
                    <a:moveTo>
                      <a:pt x="769639" y="0"/>
                    </a:moveTo>
                    <a:cubicBezTo>
                      <a:pt x="344379" y="200"/>
                      <a:pt x="-200" y="345103"/>
                      <a:pt x="0" y="770363"/>
                    </a:cubicBezTo>
                    <a:cubicBezTo>
                      <a:pt x="200" y="1195626"/>
                      <a:pt x="345104" y="1540202"/>
                      <a:pt x="770364" y="1540002"/>
                    </a:cubicBezTo>
                    <a:cubicBezTo>
                      <a:pt x="881962" y="1539945"/>
                      <a:pt x="992219" y="1515637"/>
                      <a:pt x="1093489" y="1468755"/>
                    </a:cubicBezTo>
                    <a:cubicBezTo>
                      <a:pt x="1242174" y="1149668"/>
                      <a:pt x="1425911" y="954405"/>
                      <a:pt x="1533829" y="858584"/>
                    </a:cubicBezTo>
                    <a:cubicBezTo>
                      <a:pt x="1537182" y="829333"/>
                      <a:pt x="1538897" y="799919"/>
                      <a:pt x="1538973" y="770477"/>
                    </a:cubicBezTo>
                    <a:cubicBezTo>
                      <a:pt x="1539240" y="345292"/>
                      <a:pt x="1194825" y="368"/>
                      <a:pt x="769639" y="0"/>
                    </a:cubicBez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sp>
            <p:nvSpPr>
              <p:cNvPr id="43" name="Forme libre : forme 42">
                <a:extLst>
                  <a:ext uri="{FF2B5EF4-FFF2-40B4-BE49-F238E27FC236}">
                    <a16:creationId xmlns:a16="http://schemas.microsoft.com/office/drawing/2014/main" id="{0F3E5DD8-D5B7-6EE9-EA5A-23F3591E5940}"/>
                  </a:ext>
                </a:extLst>
              </p:cNvPr>
              <p:cNvSpPr/>
              <p:nvPr/>
            </p:nvSpPr>
            <p:spPr>
              <a:xfrm>
                <a:off x="1881762" y="1280540"/>
                <a:ext cx="814101" cy="670179"/>
              </a:xfrm>
              <a:custGeom>
                <a:avLst/>
                <a:gdLst>
                  <a:gd name="connsiteX0" fmla="*/ 0 w 814101"/>
                  <a:gd name="connsiteY0" fmla="*/ 340805 h 670179"/>
                  <a:gd name="connsiteX1" fmla="*/ 238220 w 814101"/>
                  <a:gd name="connsiteY1" fmla="*/ 670179 h 670179"/>
                  <a:gd name="connsiteX2" fmla="*/ 814102 w 814101"/>
                  <a:gd name="connsiteY2" fmla="*/ 0 h 670179"/>
                  <a:gd name="connsiteX3" fmla="*/ 688562 w 814101"/>
                  <a:gd name="connsiteY3" fmla="*/ 0 h 670179"/>
                  <a:gd name="connsiteX4" fmla="*/ 244602 w 814101"/>
                  <a:gd name="connsiteY4" fmla="*/ 516541 h 670179"/>
                  <a:gd name="connsiteX5" fmla="*/ 58007 w 814101"/>
                  <a:gd name="connsiteY5" fmla="*/ 258604 h 670179"/>
                  <a:gd name="connsiteX6" fmla="*/ 0 w 814101"/>
                  <a:gd name="connsiteY6" fmla="*/ 340805 h 67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4101" h="670179">
                    <a:moveTo>
                      <a:pt x="0" y="340805"/>
                    </a:moveTo>
                    <a:lnTo>
                      <a:pt x="238220" y="670179"/>
                    </a:lnTo>
                    <a:lnTo>
                      <a:pt x="814102" y="0"/>
                    </a:lnTo>
                    <a:lnTo>
                      <a:pt x="688562" y="0"/>
                    </a:lnTo>
                    <a:lnTo>
                      <a:pt x="244602" y="516541"/>
                    </a:lnTo>
                    <a:lnTo>
                      <a:pt x="58007" y="258604"/>
                    </a:lnTo>
                    <a:lnTo>
                      <a:pt x="0" y="340805"/>
                    </a:lnTo>
                    <a:close/>
                  </a:path>
                </a:pathLst>
              </a:custGeom>
              <a:solidFill>
                <a:schemeClr val="accent3">
                  <a:lumMod val="40000"/>
                  <a:lumOff val="60000"/>
                </a:schemeClr>
              </a:solidFill>
              <a:ln w="12989" cap="flat" cmpd="sng" algn="ctr">
                <a:solidFill>
                  <a:schemeClr val="accent3">
                    <a:lumMod val="40000"/>
                    <a:lumOff val="60000"/>
                  </a:schemeClr>
                </a:solidFill>
                <a:prstDash val="solid"/>
                <a:miter lim="800000"/>
                <a:headEnd type="none" w="med" len="med"/>
                <a:tailEnd type="none" w="med" len="me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a:ea typeface="+mn-ea"/>
                  <a:cs typeface="+mn-cs"/>
                </a:endParaRPr>
              </a:p>
            </p:txBody>
          </p:sp>
        </p:grpSp>
      </p:grpSp>
      <p:sp>
        <p:nvSpPr>
          <p:cNvPr id="44" name="Espace réservé du texte 2">
            <a:extLst>
              <a:ext uri="{FF2B5EF4-FFF2-40B4-BE49-F238E27FC236}">
                <a16:creationId xmlns:a16="http://schemas.microsoft.com/office/drawing/2014/main" id="{FCF73792-DB15-C2A6-C407-E4334FA32B89}"/>
              </a:ext>
            </a:extLst>
          </p:cNvPr>
          <p:cNvSpPr>
            <a:spLocks noGrp="1"/>
          </p:cNvSpPr>
          <p:nvPr>
            <p:ph type="body" sz="quarter" idx="13"/>
          </p:nvPr>
        </p:nvSpPr>
        <p:spPr>
          <a:xfrm>
            <a:off x="425354" y="144314"/>
            <a:ext cx="11342769" cy="260350"/>
          </a:xfrm>
        </p:spPr>
        <p:txBody>
          <a:bodyPr/>
          <a:lstStyle/>
          <a:p>
            <a:r>
              <a:rPr lang="fr-FR"/>
              <a:t>MISE EN CONFORMITE A LA NIS 2</a:t>
            </a:r>
          </a:p>
        </p:txBody>
      </p:sp>
    </p:spTree>
    <p:extLst>
      <p:ext uri="{BB962C8B-B14F-4D97-AF65-F5344CB8AC3E}">
        <p14:creationId xmlns:p14="http://schemas.microsoft.com/office/powerpoint/2010/main" val="116311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 coins arrondis 62">
            <a:extLst>
              <a:ext uri="{FF2B5EF4-FFF2-40B4-BE49-F238E27FC236}">
                <a16:creationId xmlns:a16="http://schemas.microsoft.com/office/drawing/2014/main" id="{23ED14F4-726E-9C33-29D3-356B3BFD21BB}"/>
              </a:ext>
            </a:extLst>
          </p:cNvPr>
          <p:cNvSpPr>
            <a:spLocks/>
          </p:cNvSpPr>
          <p:nvPr/>
        </p:nvSpPr>
        <p:spPr>
          <a:xfrm>
            <a:off x="423878" y="1656839"/>
            <a:ext cx="4969948" cy="349562"/>
          </a:xfrm>
          <a:prstGeom prst="roundRect">
            <a:avLst/>
          </a:prstGeom>
          <a:solidFill>
            <a:schemeClr val="accent1">
              <a:lumMod val="100000"/>
            </a:schemeClr>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000000">
                  <a:alpha val="0"/>
                </a:srgbClr>
              </a:solidFill>
              <a:effectLst/>
              <a:uLnTx/>
              <a:uFillTx/>
              <a:latin typeface="Aptos"/>
              <a:ea typeface="+mn-ea"/>
              <a:cs typeface="+mn-cs"/>
            </a:endParaRPr>
          </a:p>
        </p:txBody>
      </p:sp>
      <p:sp>
        <p:nvSpPr>
          <p:cNvPr id="76" name="Rectangle 75">
            <a:extLst>
              <a:ext uri="{FF2B5EF4-FFF2-40B4-BE49-F238E27FC236}">
                <a16:creationId xmlns:a16="http://schemas.microsoft.com/office/drawing/2014/main" id="{2DF5FE21-240F-1067-1497-C0779C789778}"/>
              </a:ext>
            </a:extLst>
          </p:cNvPr>
          <p:cNvSpPr/>
          <p:nvPr/>
        </p:nvSpPr>
        <p:spPr>
          <a:xfrm>
            <a:off x="10107039" y="5719057"/>
            <a:ext cx="2084962" cy="113311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72000" rIns="108000" bIns="7200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451DC7"/>
              </a:solidFill>
              <a:effectLst/>
              <a:uLnTx/>
              <a:uFillTx/>
              <a:latin typeface="Aptos"/>
              <a:ea typeface="+mn-ea"/>
              <a:cs typeface="+mn-cs"/>
            </a:endParaRPr>
          </a:p>
        </p:txBody>
      </p:sp>
      <p:sp>
        <p:nvSpPr>
          <p:cNvPr id="2" name="Titre 1">
            <a:extLst>
              <a:ext uri="{FF2B5EF4-FFF2-40B4-BE49-F238E27FC236}">
                <a16:creationId xmlns:a16="http://schemas.microsoft.com/office/drawing/2014/main" id="{51FD15A2-A9DA-CDE8-55C4-EA78223E0549}"/>
              </a:ext>
            </a:extLst>
          </p:cNvPr>
          <p:cNvSpPr>
            <a:spLocks noGrp="1"/>
          </p:cNvSpPr>
          <p:nvPr>
            <p:ph type="title"/>
          </p:nvPr>
        </p:nvSpPr>
        <p:spPr/>
        <p:txBody>
          <a:bodyPr/>
          <a:lstStyle/>
          <a:p>
            <a:r>
              <a:rPr lang="fr-FR"/>
              <a:t>Résilience – Objectifs 18/19/20</a:t>
            </a:r>
            <a:endParaRPr lang="en-US"/>
          </a:p>
        </p:txBody>
      </p:sp>
      <p:sp>
        <p:nvSpPr>
          <p:cNvPr id="4" name="ZoneTexte 25">
            <a:extLst>
              <a:ext uri="{FF2B5EF4-FFF2-40B4-BE49-F238E27FC236}">
                <a16:creationId xmlns:a16="http://schemas.microsoft.com/office/drawing/2014/main" id="{967C4D30-FF8C-0BDF-098C-292A2E9E6676}"/>
              </a:ext>
            </a:extLst>
          </p:cNvPr>
          <p:cNvSpPr txBox="1">
            <a:spLocks/>
          </p:cNvSpPr>
          <p:nvPr/>
        </p:nvSpPr>
        <p:spPr>
          <a:xfrm>
            <a:off x="423878" y="878387"/>
            <a:ext cx="4974265" cy="523220"/>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 18 : </a:t>
            </a:r>
            <a:r>
              <a:rPr kumimoji="0" lang="fr-FR" sz="1400" b="1" i="0" u="none" strike="noStrike" kern="1200" cap="none" spc="0" normalizeH="0" baseline="0" noProof="0">
                <a:ln>
                  <a:noFill/>
                </a:ln>
                <a:solidFill>
                  <a:srgbClr val="451DC7"/>
                </a:solidFill>
                <a:effectLst/>
                <a:uLnTx/>
                <a:uFillTx/>
                <a:latin typeface="Aptos"/>
                <a:ea typeface="+mn-ea"/>
                <a:cs typeface="+mn-cs"/>
              </a:rPr>
              <a:t>L’entité dispose d’un plan de continuité (PCA) et reprise d’activité (PRA) </a:t>
            </a:r>
          </a:p>
        </p:txBody>
      </p:sp>
      <p:sp>
        <p:nvSpPr>
          <p:cNvPr id="50" name="ZoneTexte 49">
            <a:extLst>
              <a:ext uri="{FF2B5EF4-FFF2-40B4-BE49-F238E27FC236}">
                <a16:creationId xmlns:a16="http://schemas.microsoft.com/office/drawing/2014/main" id="{C8FA48AE-BD23-9DDF-EEDD-7E2FA90F7077}"/>
              </a:ext>
            </a:extLst>
          </p:cNvPr>
          <p:cNvSpPr txBox="1">
            <a:spLocks/>
          </p:cNvSpPr>
          <p:nvPr/>
        </p:nvSpPr>
        <p:spPr>
          <a:xfrm>
            <a:off x="737515" y="1697445"/>
            <a:ext cx="843529" cy="230832"/>
          </a:xfrm>
          <a:prstGeom prst="rect">
            <a:avLst/>
          </a:prstGeom>
          <a:noFill/>
        </p:spPr>
        <p:txBody>
          <a:bodyPr wrap="square">
            <a:spAutoFit/>
          </a:bodyPr>
          <a:lstStyle/>
          <a:p>
            <a:pPr marL="0" marR="0" lvl="1" indent="0" algn="ctr" defTabSz="914400" rtl="0" eaLnBrk="1" fontAlgn="auto" latinLnBrk="0" hangingPunct="1">
              <a:lnSpc>
                <a:spcPct val="100000"/>
              </a:lnSpc>
              <a:spcBef>
                <a:spcPts val="738"/>
              </a:spcBef>
              <a:spcAft>
                <a:spcPts val="369"/>
              </a:spcAft>
              <a:buClrTx/>
              <a:buSzTx/>
              <a:buFontTx/>
              <a:buNone/>
              <a:tabLst/>
              <a:defRPr/>
            </a:pP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p>
        </p:txBody>
      </p:sp>
      <p:sp>
        <p:nvSpPr>
          <p:cNvPr id="54" name="ZoneTexte 53">
            <a:extLst>
              <a:ext uri="{FF2B5EF4-FFF2-40B4-BE49-F238E27FC236}">
                <a16:creationId xmlns:a16="http://schemas.microsoft.com/office/drawing/2014/main" id="{13D0D1D0-719D-DA5F-5F4A-AF4E87EC5005}"/>
              </a:ext>
            </a:extLst>
          </p:cNvPr>
          <p:cNvSpPr txBox="1">
            <a:spLocks/>
          </p:cNvSpPr>
          <p:nvPr/>
        </p:nvSpPr>
        <p:spPr>
          <a:xfrm>
            <a:off x="684301" y="3800623"/>
            <a:ext cx="4709525" cy="1754326"/>
          </a:xfrm>
          <a:custGeom>
            <a:avLst/>
            <a:gdLst>
              <a:gd name="connsiteX0" fmla="*/ 0 w 4495297"/>
              <a:gd name="connsiteY0" fmla="*/ 0 h 1200329"/>
              <a:gd name="connsiteX1" fmla="*/ 4495297 w 4495297"/>
              <a:gd name="connsiteY1" fmla="*/ 0 h 1200329"/>
              <a:gd name="connsiteX2" fmla="*/ 4495297 w 4495297"/>
              <a:gd name="connsiteY2" fmla="*/ 1200329 h 1200329"/>
              <a:gd name="connsiteX3" fmla="*/ 0 w 4495297"/>
              <a:gd name="connsiteY3" fmla="*/ 1200329 h 1200329"/>
              <a:gd name="connsiteX4" fmla="*/ 0 w 4495297"/>
              <a:gd name="connsiteY4" fmla="*/ 0 h 1200329"/>
              <a:gd name="connsiteX0" fmla="*/ 0 w 4495297"/>
              <a:gd name="connsiteY0" fmla="*/ 0 h 1302275"/>
              <a:gd name="connsiteX1" fmla="*/ 4495297 w 4495297"/>
              <a:gd name="connsiteY1" fmla="*/ 0 h 1302275"/>
              <a:gd name="connsiteX2" fmla="*/ 4495297 w 4495297"/>
              <a:gd name="connsiteY2" fmla="*/ 1200329 h 1302275"/>
              <a:gd name="connsiteX3" fmla="*/ 2139205 w 4495297"/>
              <a:gd name="connsiteY3" fmla="*/ 1302275 h 1302275"/>
              <a:gd name="connsiteX4" fmla="*/ 0 w 4495297"/>
              <a:gd name="connsiteY4" fmla="*/ 1200329 h 1302275"/>
              <a:gd name="connsiteX5" fmla="*/ 0 w 4495297"/>
              <a:gd name="connsiteY5" fmla="*/ 0 h 1302275"/>
              <a:gd name="connsiteX0" fmla="*/ 20548 w 4515845"/>
              <a:gd name="connsiteY0" fmla="*/ 0 h 1302275"/>
              <a:gd name="connsiteX1" fmla="*/ 4515845 w 4515845"/>
              <a:gd name="connsiteY1" fmla="*/ 0 h 1302275"/>
              <a:gd name="connsiteX2" fmla="*/ 4515845 w 4515845"/>
              <a:gd name="connsiteY2" fmla="*/ 1200329 h 1302275"/>
              <a:gd name="connsiteX3" fmla="*/ 2159753 w 4515845"/>
              <a:gd name="connsiteY3" fmla="*/ 1302275 h 1302275"/>
              <a:gd name="connsiteX4" fmla="*/ 0 w 4515845"/>
              <a:gd name="connsiteY4" fmla="*/ 1292797 h 1302275"/>
              <a:gd name="connsiteX5" fmla="*/ 20548 w 4515845"/>
              <a:gd name="connsiteY5" fmla="*/ 0 h 1302275"/>
              <a:gd name="connsiteX0" fmla="*/ 20548 w 4526120"/>
              <a:gd name="connsiteY0" fmla="*/ 0 h 1303070"/>
              <a:gd name="connsiteX1" fmla="*/ 4515845 w 4526120"/>
              <a:gd name="connsiteY1" fmla="*/ 0 h 1303070"/>
              <a:gd name="connsiteX2" fmla="*/ 4526120 w 4526120"/>
              <a:gd name="connsiteY2" fmla="*/ 1303070 h 1303070"/>
              <a:gd name="connsiteX3" fmla="*/ 2159753 w 4526120"/>
              <a:gd name="connsiteY3" fmla="*/ 1302275 h 1303070"/>
              <a:gd name="connsiteX4" fmla="*/ 0 w 4526120"/>
              <a:gd name="connsiteY4" fmla="*/ 1292797 h 1303070"/>
              <a:gd name="connsiteX5" fmla="*/ 20548 w 4526120"/>
              <a:gd name="connsiteY5" fmla="*/ 0 h 1303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26120" h="1303070">
                <a:moveTo>
                  <a:pt x="20548" y="0"/>
                </a:moveTo>
                <a:lnTo>
                  <a:pt x="4515845" y="0"/>
                </a:lnTo>
                <a:lnTo>
                  <a:pt x="4526120" y="1303070"/>
                </a:lnTo>
                <a:lnTo>
                  <a:pt x="2159753" y="1302275"/>
                </a:lnTo>
                <a:lnTo>
                  <a:pt x="0" y="1292797"/>
                </a:lnTo>
                <a:lnTo>
                  <a:pt x="20548" y="0"/>
                </a:lnTo>
                <a:close/>
              </a:path>
            </a:pathLst>
          </a:custGeom>
          <a:noFill/>
        </p:spPr>
        <p:txBody>
          <a:bodyPr wrap="square" lIns="132923" rIns="132923" rtlCol="0">
            <a:spAutoFit/>
          </a:bodyPr>
          <a:lstStyle/>
          <a:p>
            <a:pPr marL="211021" marR="0" lvl="0" indent="-211021" algn="just" defTabSz="914400" rtl="0" eaLnBrk="1" fontAlgn="auto" latinLnBrk="0" hangingPunct="1">
              <a:lnSpc>
                <a:spcPct val="100000"/>
              </a:lnSpc>
              <a:spcBef>
                <a:spcPts val="0"/>
              </a:spcBef>
              <a:spcAft>
                <a:spcPts val="0"/>
              </a:spcAft>
              <a:buClrTx/>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Définition et documentation de la durée maximale d’interruption admissible </a:t>
            </a:r>
            <a:r>
              <a:rPr kumimoji="0" lang="fr-FR" sz="1100" b="1" i="0" u="none" strike="noStrike" kern="1200" cap="none" spc="0" normalizeH="0" baseline="0" noProof="0">
                <a:ln>
                  <a:noFill/>
                </a:ln>
                <a:solidFill>
                  <a:srgbClr val="451DC7"/>
                </a:solidFill>
                <a:effectLst/>
                <a:uLnTx/>
                <a:uFillTx/>
                <a:latin typeface="Aptos"/>
                <a:ea typeface="+mn-ea"/>
                <a:cs typeface="+mn-cs"/>
              </a:rPr>
              <a:t>(DMIA) </a:t>
            </a:r>
            <a:r>
              <a:rPr kumimoji="0" lang="fr-FR" sz="1100" b="0" i="0" u="none" strike="noStrike" kern="1200" cap="none" spc="0" normalizeH="0" baseline="0" noProof="0">
                <a:ln>
                  <a:noFill/>
                </a:ln>
                <a:solidFill>
                  <a:srgbClr val="5F5F5F"/>
                </a:solidFill>
                <a:effectLst/>
                <a:uLnTx/>
                <a:uFillTx/>
                <a:latin typeface="Aptos"/>
                <a:ea typeface="+mn-ea"/>
                <a:cs typeface="+mn-cs"/>
              </a:rPr>
              <a:t>et la perte de données maximale d’interruption</a:t>
            </a:r>
            <a:r>
              <a:rPr kumimoji="0" lang="fr-FR" sz="1100" b="1" i="0" u="none" strike="noStrike" kern="1200" cap="none" spc="0" normalizeH="0" baseline="0" noProof="0">
                <a:ln>
                  <a:noFill/>
                </a:ln>
                <a:solidFill>
                  <a:srgbClr val="5F5F5F"/>
                </a:solidFill>
                <a:effectLst/>
                <a:uLnTx/>
                <a:uFillTx/>
                <a:latin typeface="Aptos"/>
                <a:ea typeface="+mn-ea"/>
                <a:cs typeface="+mn-cs"/>
              </a:rPr>
              <a:t> </a:t>
            </a:r>
            <a:r>
              <a:rPr kumimoji="0" lang="fr-FR" sz="1100" b="1" i="0" u="none" strike="noStrike" kern="1200" cap="none" spc="0" normalizeH="0" baseline="0" noProof="0">
                <a:ln>
                  <a:noFill/>
                </a:ln>
                <a:solidFill>
                  <a:srgbClr val="451DC7"/>
                </a:solidFill>
                <a:effectLst/>
                <a:uLnTx/>
                <a:uFillTx/>
                <a:latin typeface="Aptos SemiBold"/>
                <a:ea typeface="+mn-ea"/>
                <a:cs typeface="+mn-cs"/>
              </a:rPr>
              <a:t>(PDMA)</a:t>
            </a:r>
            <a:r>
              <a:rPr kumimoji="0" lang="fr-FR" sz="1100" b="0" i="0" u="none" strike="noStrike" kern="1200" cap="none" spc="0" normalizeH="0" baseline="0" noProof="0">
                <a:ln>
                  <a:noFill/>
                </a:ln>
                <a:solidFill>
                  <a:srgbClr val="FFFFFF"/>
                </a:solidFill>
                <a:effectLst/>
                <a:uLnTx/>
                <a:uFillTx/>
                <a:latin typeface="Aptos SemiBold"/>
                <a:ea typeface="+mn-ea"/>
                <a:cs typeface="+mn-cs"/>
              </a:rPr>
              <a:t>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p>
          <a:p>
            <a:pPr marL="211021" marR="0" lvl="0" indent="-211021" algn="just" defTabSz="914400" rtl="0" eaLnBrk="1" fontAlgn="auto" latinLnBrk="0" hangingPunct="1">
              <a:lnSpc>
                <a:spcPct val="100000"/>
              </a:lnSpc>
              <a:spcBef>
                <a:spcPts val="0"/>
              </a:spcBef>
              <a:spcAft>
                <a:spcPts val="0"/>
              </a:spcAft>
              <a:buClrTx/>
              <a:buSzTx/>
              <a:buFont typeface="Tahoma" panose="020B0604030504040204" pitchFamily="34" charset="0"/>
              <a:buChar char="⁄"/>
              <a:tabLst/>
              <a:defRPr/>
            </a:pPr>
            <a:endParaRPr kumimoji="0" lang="fr-FR" sz="900" b="0" i="0" u="none" strike="noStrike" kern="1200" cap="none" spc="0" normalizeH="0" baseline="0" noProof="0">
              <a:ln>
                <a:noFill/>
              </a:ln>
              <a:solidFill>
                <a:srgbClr val="FFFFFF"/>
              </a:solidFill>
              <a:effectLst/>
              <a:uLnTx/>
              <a:uFillTx/>
              <a:latin typeface="Aptos SemiBold"/>
              <a:ea typeface="+mn-ea"/>
              <a:cs typeface="+mn-cs"/>
            </a:endParaRPr>
          </a:p>
          <a:p>
            <a:pPr marL="211021" marR="0" lvl="0" indent="-211021" algn="just" defTabSz="914400" rtl="0" eaLnBrk="1" fontAlgn="auto" latinLnBrk="0" hangingPunct="1">
              <a:lnSpc>
                <a:spcPct val="100000"/>
              </a:lnSpc>
              <a:spcBef>
                <a:spcPts val="0"/>
              </a:spcBef>
              <a:spcAft>
                <a:spcPts val="0"/>
              </a:spcAft>
              <a:buClrTx/>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SemiBold"/>
                <a:ea typeface="+mn-ea"/>
                <a:cs typeface="+mn-cs"/>
              </a:rPr>
              <a:t> </a:t>
            </a:r>
            <a:r>
              <a:rPr kumimoji="0" lang="fr-FR" sz="1100" b="0" i="0" u="none" strike="noStrike" kern="1200" cap="none" spc="0" normalizeH="0" baseline="0" noProof="0">
                <a:ln>
                  <a:noFill/>
                </a:ln>
                <a:solidFill>
                  <a:srgbClr val="5F5F5F"/>
                </a:solidFill>
                <a:effectLst/>
                <a:uLnTx/>
                <a:uFillTx/>
                <a:latin typeface="Aptos"/>
                <a:ea typeface="+mn-ea"/>
                <a:cs typeface="+mn-cs"/>
              </a:rPr>
              <a:t>Adaptation du </a:t>
            </a:r>
            <a:r>
              <a:rPr kumimoji="0" lang="fr-FR" sz="1100" b="1" i="0" u="none" strike="noStrike" kern="1200" cap="none" spc="0" normalizeH="0" baseline="0" noProof="0">
                <a:ln>
                  <a:noFill/>
                </a:ln>
                <a:solidFill>
                  <a:srgbClr val="451DC7"/>
                </a:solidFill>
                <a:effectLst/>
                <a:uLnTx/>
                <a:uFillTx/>
                <a:latin typeface="Aptos"/>
                <a:ea typeface="+mn-ea"/>
                <a:cs typeface="+mn-cs"/>
              </a:rPr>
              <a:t>PCA et PRA </a:t>
            </a:r>
            <a:r>
              <a:rPr kumimoji="0" lang="fr-FR" sz="1100" b="0" i="0" u="none" strike="noStrike" kern="1200" cap="none" spc="0" normalizeH="0" baseline="0" noProof="0">
                <a:ln>
                  <a:noFill/>
                </a:ln>
                <a:solidFill>
                  <a:srgbClr val="5F5F5F"/>
                </a:solidFill>
                <a:effectLst/>
                <a:uLnTx/>
                <a:uFillTx/>
                <a:latin typeface="Aptos"/>
                <a:ea typeface="+mn-ea"/>
                <a:cs typeface="+mn-cs"/>
              </a:rPr>
              <a:t>aux scénarios de crises cyber et aux DMIA et PDMA </a:t>
            </a:r>
          </a:p>
          <a:p>
            <a:pPr marL="211021" marR="0" lvl="0" indent="-211021" algn="just" defTabSz="914400" rtl="0" eaLnBrk="1" fontAlgn="auto" latinLnBrk="0" hangingPunct="1">
              <a:lnSpc>
                <a:spcPct val="100000"/>
              </a:lnSpc>
              <a:spcBef>
                <a:spcPts val="0"/>
              </a:spcBef>
              <a:spcAft>
                <a:spcPts val="0"/>
              </a:spcAft>
              <a:buClrTx/>
              <a:buSzTx/>
              <a:buFont typeface="Tahoma" panose="020B0604030504040204" pitchFamily="34" charset="0"/>
              <a:buChar char="⁄"/>
              <a:tabLst/>
              <a:defRPr/>
            </a:pPr>
            <a:endParaRPr kumimoji="0" lang="fr-FR" sz="1100" b="0" i="0" u="none" strike="noStrike" kern="1200" cap="none" spc="0" normalizeH="0" baseline="0" noProof="0">
              <a:ln>
                <a:noFill/>
              </a:ln>
              <a:solidFill>
                <a:srgbClr val="000000"/>
              </a:solidFill>
              <a:effectLst/>
              <a:uLnTx/>
              <a:uFillTx/>
              <a:latin typeface="Aptos SemiBold"/>
              <a:ea typeface="+mn-ea"/>
              <a:cs typeface="+mn-cs"/>
            </a:endParaRPr>
          </a:p>
          <a:p>
            <a:pPr marL="211021" marR="0" lvl="0" indent="-211021" algn="just" defTabSz="914400" rtl="0" eaLnBrk="1" fontAlgn="auto" latinLnBrk="0" hangingPunct="1">
              <a:lnSpc>
                <a:spcPct val="100000"/>
              </a:lnSpc>
              <a:spcBef>
                <a:spcPts val="0"/>
              </a:spcBef>
              <a:spcAft>
                <a:spcPts val="0"/>
              </a:spcAft>
              <a:buClrTx/>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place des </a:t>
            </a:r>
            <a:r>
              <a:rPr kumimoji="0" lang="fr-FR" sz="1100" b="1" i="0" u="none" strike="noStrike" kern="1200" cap="none" spc="0" normalizeH="0" baseline="0" noProof="0">
                <a:ln>
                  <a:noFill/>
                </a:ln>
                <a:solidFill>
                  <a:srgbClr val="451DC7"/>
                </a:solidFill>
                <a:effectLst/>
                <a:uLnTx/>
                <a:uFillTx/>
                <a:latin typeface="Aptos"/>
                <a:ea typeface="+mn-ea"/>
                <a:cs typeface="+mn-cs"/>
              </a:rPr>
              <a:t>mesures de </a:t>
            </a:r>
            <a:r>
              <a:rPr kumimoji="0" lang="fr-FR" sz="1100" b="1" i="0" u="none" strike="noStrike" kern="1200" cap="none" spc="0" normalizeH="0" baseline="0" noProof="0">
                <a:ln>
                  <a:noFill/>
                </a:ln>
                <a:solidFill>
                  <a:srgbClr val="451DC7"/>
                </a:solidFill>
                <a:effectLst/>
                <a:uLnTx/>
                <a:uFillTx/>
                <a:latin typeface="Aptos SemiBold"/>
                <a:ea typeface="+mn-ea"/>
                <a:cs typeface="+mn-cs"/>
              </a:rPr>
              <a:t>continuité </a:t>
            </a:r>
            <a:r>
              <a:rPr kumimoji="0" lang="fr-FR" sz="1100" b="0" i="0" u="none" strike="noStrike" kern="1200" cap="none" spc="0" normalizeH="0" baseline="0" noProof="0">
                <a:ln>
                  <a:noFill/>
                </a:ln>
                <a:solidFill>
                  <a:srgbClr val="5F5F5F"/>
                </a:solidFill>
                <a:effectLst/>
                <a:uLnTx/>
                <a:uFillTx/>
                <a:latin typeface="Aptos"/>
                <a:ea typeface="+mn-ea"/>
                <a:cs typeface="+mn-cs"/>
              </a:rPr>
              <a:t>s’appuyant sur la liste des prestataires tiers, procédures de gestion des incidents et de crises d’origine cyber</a:t>
            </a:r>
            <a:r>
              <a:rPr kumimoji="0" lang="fr-FR" sz="1100" b="0" i="0" u="none" strike="noStrike" kern="1200" cap="none" spc="0" normalizeH="0" baseline="0" noProof="0">
                <a:ln>
                  <a:noFill/>
                </a:ln>
                <a:solidFill>
                  <a:srgbClr val="000000"/>
                </a:solidFill>
                <a:effectLst/>
                <a:uLnTx/>
                <a:uFillTx/>
                <a:latin typeface="Aptos"/>
                <a:ea typeface="+mn-ea"/>
                <a:cs typeface="+mn-cs"/>
              </a:rPr>
              <a:t> </a:t>
            </a:r>
            <a:r>
              <a:rPr kumimoji="0" lang="fr-FR" sz="900" b="1" i="0" u="none" strike="noStrike" kern="1200" cap="none" spc="0" normalizeH="0" baseline="0" noProof="0">
                <a:ln>
                  <a:noFill/>
                </a:ln>
                <a:solidFill>
                  <a:srgbClr val="B24669"/>
                </a:solidFill>
                <a:effectLst/>
                <a:uLnTx/>
                <a:uFillTx/>
                <a:latin typeface="Aptos SemiBold"/>
                <a:ea typeface="+mn-ea"/>
                <a:cs typeface="+mn-cs"/>
              </a:rPr>
              <a:t>[NEW]</a:t>
            </a:r>
          </a:p>
        </p:txBody>
      </p:sp>
      <p:sp>
        <p:nvSpPr>
          <p:cNvPr id="55" name="ZoneTexte 54">
            <a:extLst>
              <a:ext uri="{FF2B5EF4-FFF2-40B4-BE49-F238E27FC236}">
                <a16:creationId xmlns:a16="http://schemas.microsoft.com/office/drawing/2014/main" id="{3D5A419F-CE13-EFC2-8D5D-AA31D399BC33}"/>
              </a:ext>
            </a:extLst>
          </p:cNvPr>
          <p:cNvSpPr txBox="1">
            <a:spLocks/>
          </p:cNvSpPr>
          <p:nvPr/>
        </p:nvSpPr>
        <p:spPr>
          <a:xfrm>
            <a:off x="917472" y="1701297"/>
            <a:ext cx="3994354" cy="261610"/>
          </a:xfrm>
          <a:prstGeom prst="rect">
            <a:avLst/>
          </a:prstGeom>
          <a:noFill/>
        </p:spPr>
        <p:txBody>
          <a:bodyPr wrap="square" lIns="132923" rIns="1329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FFFFFF"/>
                </a:solidFill>
                <a:effectLst/>
                <a:uLnTx/>
                <a:uFillTx/>
                <a:latin typeface="Aptos"/>
                <a:ea typeface="+mn-ea"/>
                <a:cs typeface="+mn-cs"/>
              </a:rPr>
              <a:t>Procédures de sauvegardes et de restauration</a:t>
            </a:r>
          </a:p>
        </p:txBody>
      </p:sp>
      <p:sp>
        <p:nvSpPr>
          <p:cNvPr id="5" name="ZoneTexte 4">
            <a:extLst>
              <a:ext uri="{FF2B5EF4-FFF2-40B4-BE49-F238E27FC236}">
                <a16:creationId xmlns:a16="http://schemas.microsoft.com/office/drawing/2014/main" id="{54CB860D-BDA1-BED7-CBC8-9E347AE64790}"/>
              </a:ext>
            </a:extLst>
          </p:cNvPr>
          <p:cNvSpPr txBox="1">
            <a:spLocks/>
          </p:cNvSpPr>
          <p:nvPr/>
        </p:nvSpPr>
        <p:spPr>
          <a:xfrm>
            <a:off x="6402831" y="817247"/>
            <a:ext cx="5575299" cy="523220"/>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sng" strike="noStrike" kern="1200" cap="none" spc="0" normalizeH="0" baseline="0" noProof="0">
                <a:ln>
                  <a:noFill/>
                </a:ln>
                <a:solidFill>
                  <a:srgbClr val="451DC7"/>
                </a:solidFill>
                <a:effectLst/>
                <a:uLnTx/>
                <a:uFillTx/>
                <a:latin typeface="Aptos"/>
                <a:ea typeface="+mn-ea"/>
                <a:cs typeface="+mn-cs"/>
              </a:rPr>
              <a:t>Objectifs 19 et 20 :</a:t>
            </a:r>
            <a:r>
              <a:rPr kumimoji="0" lang="fr-FR" sz="1400" b="1" i="0" u="none" strike="noStrike" kern="1200" cap="none" spc="0" normalizeH="0" baseline="0" noProof="0">
                <a:ln>
                  <a:noFill/>
                </a:ln>
                <a:solidFill>
                  <a:srgbClr val="451DC7"/>
                </a:solidFill>
                <a:effectLst/>
                <a:uLnTx/>
                <a:uFillTx/>
                <a:latin typeface="Aptos"/>
                <a:ea typeface="+mn-ea"/>
                <a:cs typeface="+mn-cs"/>
              </a:rPr>
              <a:t> L’entité est capable de réagir en cas de crise cyber et met en place une stratégie d’entrainement </a:t>
            </a:r>
          </a:p>
        </p:txBody>
      </p:sp>
      <p:sp>
        <p:nvSpPr>
          <p:cNvPr id="6" name="ZoneTexte 5">
            <a:extLst>
              <a:ext uri="{FF2B5EF4-FFF2-40B4-BE49-F238E27FC236}">
                <a16:creationId xmlns:a16="http://schemas.microsoft.com/office/drawing/2014/main" id="{72401192-12B1-E7E7-6849-17A8DB12111E}"/>
              </a:ext>
            </a:extLst>
          </p:cNvPr>
          <p:cNvSpPr txBox="1">
            <a:spLocks/>
          </p:cNvSpPr>
          <p:nvPr/>
        </p:nvSpPr>
        <p:spPr>
          <a:xfrm>
            <a:off x="6611899" y="1851956"/>
            <a:ext cx="5203175" cy="600164"/>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Définition d’une procédure de gestion de crise avec </a:t>
            </a:r>
            <a:r>
              <a:rPr kumimoji="0" lang="fr-FR" sz="1100" b="1" i="0" u="none" strike="noStrike" kern="1200" cap="none" spc="0" normalizeH="0" baseline="0" noProof="0">
                <a:ln>
                  <a:noFill/>
                </a:ln>
                <a:solidFill>
                  <a:srgbClr val="451DC7"/>
                </a:solidFill>
                <a:effectLst/>
                <a:uLnTx/>
                <a:uFillTx/>
                <a:latin typeface="Aptos"/>
                <a:ea typeface="+mn-ea"/>
                <a:cs typeface="+mn-cs"/>
              </a:rPr>
              <a:t>une liste des personnes mobilisables </a:t>
            </a:r>
            <a:r>
              <a:rPr kumimoji="0" lang="fr-FR" sz="1100" b="0" i="0" u="none" strike="noStrike" kern="1200" cap="none" spc="0" normalizeH="0" baseline="0" noProof="0">
                <a:ln>
                  <a:noFill/>
                </a:ln>
                <a:solidFill>
                  <a:srgbClr val="000000"/>
                </a:solidFill>
                <a:effectLst/>
                <a:uLnTx/>
                <a:uFillTx/>
                <a:latin typeface="Aptos"/>
                <a:ea typeface="+mn-ea"/>
                <a:cs typeface="+mn-cs"/>
              </a:rPr>
              <a:t>ainsi qu’un </a:t>
            </a:r>
            <a:r>
              <a:rPr kumimoji="0" lang="fr-FR" sz="1100" b="1" i="0" u="none" strike="noStrike" kern="1200" cap="none" spc="0" normalizeH="0" baseline="0" noProof="0">
                <a:ln>
                  <a:noFill/>
                </a:ln>
                <a:solidFill>
                  <a:srgbClr val="451DC7"/>
                </a:solidFill>
                <a:effectLst/>
                <a:uLnTx/>
                <a:uFillTx/>
                <a:latin typeface="Aptos"/>
                <a:ea typeface="+mn-ea"/>
                <a:cs typeface="+mn-cs"/>
              </a:rPr>
              <a:t>annuaire des parties  prenantes externes</a:t>
            </a:r>
            <a:r>
              <a:rPr kumimoji="0" lang="fr-FR" sz="1100" b="0" i="0" u="none" strike="noStrike" kern="1200" cap="none" spc="0" normalizeH="0" baseline="0" noProof="0">
                <a:ln>
                  <a:noFill/>
                </a:ln>
                <a:solidFill>
                  <a:srgbClr val="000000"/>
                </a:solidFill>
                <a:effectLst/>
                <a:uLnTx/>
                <a:uFillTx/>
                <a:latin typeface="Aptos"/>
                <a:ea typeface="+mn-ea"/>
                <a:cs typeface="+mn-cs"/>
              </a:rPr>
              <a:t> s’appuyant sur la cartographie de l’écosystème</a:t>
            </a:r>
          </a:p>
        </p:txBody>
      </p:sp>
      <p:sp>
        <p:nvSpPr>
          <p:cNvPr id="7" name="ZoneTexte 89">
            <a:extLst>
              <a:ext uri="{FF2B5EF4-FFF2-40B4-BE49-F238E27FC236}">
                <a16:creationId xmlns:a16="http://schemas.microsoft.com/office/drawing/2014/main" id="{0CEA5E5C-0A8F-412D-5563-372E9E4DF935}"/>
              </a:ext>
            </a:extLst>
          </p:cNvPr>
          <p:cNvSpPr txBox="1">
            <a:spLocks/>
          </p:cNvSpPr>
          <p:nvPr/>
        </p:nvSpPr>
        <p:spPr>
          <a:xfrm>
            <a:off x="6793859" y="1432174"/>
            <a:ext cx="5053530" cy="430887"/>
          </a:xfrm>
          <a:prstGeom prst="rect">
            <a:avLst/>
          </a:prstGeom>
          <a:noFill/>
        </p:spPr>
        <p:txBody>
          <a:bodyPr wrap="square" lIns="108000" rIns="108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250F6B">
                    <a:lumMod val="40000"/>
                    <a:lumOff val="60000"/>
                  </a:srgbClr>
                </a:solidFill>
                <a:effectLst/>
                <a:uLnTx/>
                <a:uFillTx/>
                <a:latin typeface="Aptos"/>
                <a:ea typeface="+mn-ea"/>
                <a:cs typeface="+mn-cs"/>
              </a:rPr>
              <a:t>Une présomption de conformité s’applique aux objectifs en cas de recours à un prestataire </a:t>
            </a:r>
            <a:r>
              <a:rPr kumimoji="0" lang="fr-FR" sz="1100" b="1" i="0" u="none" strike="noStrike" kern="1200" cap="none" spc="0" normalizeH="0" baseline="0" noProof="0">
                <a:ln>
                  <a:noFill/>
                </a:ln>
                <a:solidFill>
                  <a:srgbClr val="250F6B">
                    <a:lumMod val="40000"/>
                    <a:lumOff val="60000"/>
                  </a:srgbClr>
                </a:solidFill>
                <a:effectLst/>
                <a:uLnTx/>
                <a:uFillTx/>
                <a:latin typeface="Aptos"/>
                <a:ea typeface="+mn-ea"/>
                <a:cs typeface="+mn-cs"/>
              </a:rPr>
              <a:t>PACS </a:t>
            </a:r>
          </a:p>
        </p:txBody>
      </p:sp>
      <p:grpSp>
        <p:nvGrpSpPr>
          <p:cNvPr id="8" name="Group 15">
            <a:extLst>
              <a:ext uri="{FF2B5EF4-FFF2-40B4-BE49-F238E27FC236}">
                <a16:creationId xmlns:a16="http://schemas.microsoft.com/office/drawing/2014/main" id="{96A3AE45-1150-268B-5F8D-B96807DFF418}"/>
              </a:ext>
            </a:extLst>
          </p:cNvPr>
          <p:cNvGrpSpPr>
            <a:grpSpLocks/>
          </p:cNvGrpSpPr>
          <p:nvPr>
            <p:custDataLst>
              <p:tags r:id="rId1"/>
            </p:custDataLst>
          </p:nvPr>
        </p:nvGrpSpPr>
        <p:grpSpPr>
          <a:xfrm>
            <a:off x="6505859" y="1496704"/>
            <a:ext cx="288000" cy="288000"/>
            <a:chOff x="1469330" y="809625"/>
            <a:chExt cx="1619250" cy="1619250"/>
          </a:xfrm>
        </p:grpSpPr>
        <p:pic>
          <p:nvPicPr>
            <p:cNvPr id="9" name="Graphic 2 [2]" hidden="1">
              <a:extLst>
                <a:ext uri="{FF2B5EF4-FFF2-40B4-BE49-F238E27FC236}">
                  <a16:creationId xmlns:a16="http://schemas.microsoft.com/office/drawing/2014/main" id="{8D727907-6F0F-A8C0-9874-823F68D03A63}"/>
                </a:ext>
              </a:extLst>
            </p:cNvPr>
            <p:cNvPicPr>
              <a:picLocks noChangeAspect="1"/>
            </p:cNvPicPr>
            <p:nvPr>
              <p:custDataLst>
                <p:tags r:id="rId39"/>
              </p:custDataLst>
            </p:nvPr>
          </p:nvPicPr>
          <p:blipFill>
            <a:blip r:embed="rId45">
              <a:extLst>
                <a:ext uri="{96DAC541-7B7A-43D3-8B79-37D633B846F1}">
                  <asvg:svgBlip xmlns:asvg="http://schemas.microsoft.com/office/drawing/2016/SVG/main" r:embed="rId46"/>
                </a:ext>
              </a:extLst>
            </a:blip>
            <a:stretch>
              <a:fillRect/>
            </a:stretch>
          </p:blipFill>
          <p:spPr>
            <a:xfrm>
              <a:off x="1469330" y="809625"/>
              <a:ext cx="1619250" cy="1619250"/>
            </a:xfrm>
            <a:prstGeom prst="rect">
              <a:avLst/>
            </a:prstGeom>
          </p:spPr>
        </p:pic>
        <p:pic>
          <p:nvPicPr>
            <p:cNvPr id="10" name="Graphic 4 [0]" hidden="1">
              <a:extLst>
                <a:ext uri="{FF2B5EF4-FFF2-40B4-BE49-F238E27FC236}">
                  <a16:creationId xmlns:a16="http://schemas.microsoft.com/office/drawing/2014/main" id="{01569B86-E049-4C09-5A99-8745FA65B933}"/>
                </a:ext>
              </a:extLst>
            </p:cNvPr>
            <p:cNvPicPr>
              <a:picLocks noChangeAspect="1"/>
            </p:cNvPicPr>
            <p:nvPr>
              <p:custDataLst>
                <p:tags r:id="rId40"/>
              </p:custDataLst>
            </p:nvPr>
          </p:nvPicPr>
          <p:blipFill>
            <a:blip r:embed="rId47">
              <a:extLst>
                <a:ext uri="{96DAC541-7B7A-43D3-8B79-37D633B846F1}">
                  <asvg:svgBlip xmlns:asvg="http://schemas.microsoft.com/office/drawing/2016/SVG/main" r:embed="rId48"/>
                </a:ext>
              </a:extLst>
            </a:blip>
            <a:stretch>
              <a:fillRect/>
            </a:stretch>
          </p:blipFill>
          <p:spPr>
            <a:xfrm>
              <a:off x="1469330" y="809625"/>
              <a:ext cx="1619250" cy="1619250"/>
            </a:xfrm>
            <a:prstGeom prst="rect">
              <a:avLst/>
            </a:prstGeom>
          </p:spPr>
        </p:pic>
        <p:pic>
          <p:nvPicPr>
            <p:cNvPr id="14" name="Graphic 6 [3]" hidden="1">
              <a:extLst>
                <a:ext uri="{FF2B5EF4-FFF2-40B4-BE49-F238E27FC236}">
                  <a16:creationId xmlns:a16="http://schemas.microsoft.com/office/drawing/2014/main" id="{4B2C2C24-3F93-B610-26BA-28933E4BDE98}"/>
                </a:ext>
              </a:extLst>
            </p:cNvPr>
            <p:cNvPicPr>
              <a:picLocks noChangeAspect="1"/>
            </p:cNvPicPr>
            <p:nvPr>
              <p:custDataLst>
                <p:tags r:id="rId41"/>
              </p:custDataLst>
            </p:nvPr>
          </p:nvPicPr>
          <p:blipFill>
            <a:blip r:embed="rId49">
              <a:extLst>
                <a:ext uri="{96DAC541-7B7A-43D3-8B79-37D633B846F1}">
                  <asvg:svgBlip xmlns:asvg="http://schemas.microsoft.com/office/drawing/2016/SVG/main" r:embed="rId50"/>
                </a:ext>
              </a:extLst>
            </a:blip>
            <a:stretch>
              <a:fillRect/>
            </a:stretch>
          </p:blipFill>
          <p:spPr>
            <a:xfrm>
              <a:off x="1469330" y="809625"/>
              <a:ext cx="1619250" cy="1619250"/>
            </a:xfrm>
            <a:prstGeom prst="rect">
              <a:avLst/>
            </a:prstGeom>
          </p:spPr>
        </p:pic>
        <p:pic>
          <p:nvPicPr>
            <p:cNvPr id="15" name="Graphic 12 [1]">
              <a:extLst>
                <a:ext uri="{FF2B5EF4-FFF2-40B4-BE49-F238E27FC236}">
                  <a16:creationId xmlns:a16="http://schemas.microsoft.com/office/drawing/2014/main" id="{5987321C-F991-0E52-50F1-E0FD9E02D425}"/>
                </a:ext>
              </a:extLst>
            </p:cNvPr>
            <p:cNvPicPr>
              <a:picLocks noChangeAspect="1"/>
            </p:cNvPicPr>
            <p:nvPr>
              <p:custDataLst>
                <p:tags r:id="rId42"/>
              </p:custDataLst>
            </p:nvPr>
          </p:nvPicPr>
          <p:blipFill>
            <a:blip r:embed="rId51">
              <a:extLst>
                <a:ext uri="{96DAC541-7B7A-43D3-8B79-37D633B846F1}">
                  <asvg:svgBlip xmlns:asvg="http://schemas.microsoft.com/office/drawing/2016/SVG/main" r:embed="rId52"/>
                </a:ext>
              </a:extLst>
            </a:blip>
            <a:stretch>
              <a:fillRect/>
            </a:stretch>
          </p:blipFill>
          <p:spPr>
            <a:xfrm>
              <a:off x="1469330" y="809625"/>
              <a:ext cx="1619250" cy="1619250"/>
            </a:xfrm>
            <a:prstGeom prst="rect">
              <a:avLst/>
            </a:prstGeom>
          </p:spPr>
        </p:pic>
      </p:grpSp>
      <p:sp>
        <p:nvSpPr>
          <p:cNvPr id="17" name="Rectangle 16">
            <a:extLst>
              <a:ext uri="{FF2B5EF4-FFF2-40B4-BE49-F238E27FC236}">
                <a16:creationId xmlns:a16="http://schemas.microsoft.com/office/drawing/2014/main" id="{FAF5C740-41AA-AD7F-5652-18555B4E4A48}"/>
              </a:ext>
            </a:extLst>
          </p:cNvPr>
          <p:cNvSpPr>
            <a:spLocks/>
          </p:cNvSpPr>
          <p:nvPr/>
        </p:nvSpPr>
        <p:spPr>
          <a:xfrm>
            <a:off x="6644213" y="2575495"/>
            <a:ext cx="5203175" cy="132120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451DC7"/>
              </a:solidFill>
              <a:effectLst/>
              <a:uLnTx/>
              <a:uFillTx/>
              <a:latin typeface="Aptos"/>
              <a:ea typeface="+mn-ea"/>
              <a:cs typeface="+mn-cs"/>
            </a:endParaRPr>
          </a:p>
        </p:txBody>
      </p:sp>
      <p:sp>
        <p:nvSpPr>
          <p:cNvPr id="18" name="ZoneTexte 17">
            <a:extLst>
              <a:ext uri="{FF2B5EF4-FFF2-40B4-BE49-F238E27FC236}">
                <a16:creationId xmlns:a16="http://schemas.microsoft.com/office/drawing/2014/main" id="{0AA56461-C1D9-A88B-E0A5-04B04DB3C65E}"/>
              </a:ext>
            </a:extLst>
          </p:cNvPr>
          <p:cNvSpPr txBox="1">
            <a:spLocks/>
          </p:cNvSpPr>
          <p:nvPr/>
        </p:nvSpPr>
        <p:spPr>
          <a:xfrm>
            <a:off x="6644213" y="2575495"/>
            <a:ext cx="5203175" cy="1277273"/>
          </a:xfrm>
          <a:custGeom>
            <a:avLst/>
            <a:gdLst>
              <a:gd name="connsiteX0" fmla="*/ 0 w 4495297"/>
              <a:gd name="connsiteY0" fmla="*/ 0 h 1200329"/>
              <a:gd name="connsiteX1" fmla="*/ 4495297 w 4495297"/>
              <a:gd name="connsiteY1" fmla="*/ 0 h 1200329"/>
              <a:gd name="connsiteX2" fmla="*/ 4495297 w 4495297"/>
              <a:gd name="connsiteY2" fmla="*/ 1200329 h 1200329"/>
              <a:gd name="connsiteX3" fmla="*/ 0 w 4495297"/>
              <a:gd name="connsiteY3" fmla="*/ 1200329 h 1200329"/>
              <a:gd name="connsiteX4" fmla="*/ 0 w 4495297"/>
              <a:gd name="connsiteY4" fmla="*/ 0 h 1200329"/>
              <a:gd name="connsiteX0" fmla="*/ 0 w 4495297"/>
              <a:gd name="connsiteY0" fmla="*/ 0 h 1302275"/>
              <a:gd name="connsiteX1" fmla="*/ 4495297 w 4495297"/>
              <a:gd name="connsiteY1" fmla="*/ 0 h 1302275"/>
              <a:gd name="connsiteX2" fmla="*/ 4495297 w 4495297"/>
              <a:gd name="connsiteY2" fmla="*/ 1200329 h 1302275"/>
              <a:gd name="connsiteX3" fmla="*/ 2139205 w 4495297"/>
              <a:gd name="connsiteY3" fmla="*/ 1302275 h 1302275"/>
              <a:gd name="connsiteX4" fmla="*/ 0 w 4495297"/>
              <a:gd name="connsiteY4" fmla="*/ 1200329 h 1302275"/>
              <a:gd name="connsiteX5" fmla="*/ 0 w 4495297"/>
              <a:gd name="connsiteY5" fmla="*/ 0 h 1302275"/>
              <a:gd name="connsiteX0" fmla="*/ 20548 w 4515845"/>
              <a:gd name="connsiteY0" fmla="*/ 0 h 1302275"/>
              <a:gd name="connsiteX1" fmla="*/ 4515845 w 4515845"/>
              <a:gd name="connsiteY1" fmla="*/ 0 h 1302275"/>
              <a:gd name="connsiteX2" fmla="*/ 4515845 w 4515845"/>
              <a:gd name="connsiteY2" fmla="*/ 1200329 h 1302275"/>
              <a:gd name="connsiteX3" fmla="*/ 2159753 w 4515845"/>
              <a:gd name="connsiteY3" fmla="*/ 1302275 h 1302275"/>
              <a:gd name="connsiteX4" fmla="*/ 0 w 4515845"/>
              <a:gd name="connsiteY4" fmla="*/ 1292797 h 1302275"/>
              <a:gd name="connsiteX5" fmla="*/ 20548 w 4515845"/>
              <a:gd name="connsiteY5" fmla="*/ 0 h 1302275"/>
              <a:gd name="connsiteX0" fmla="*/ 20548 w 4526120"/>
              <a:gd name="connsiteY0" fmla="*/ 0 h 1303070"/>
              <a:gd name="connsiteX1" fmla="*/ 4515845 w 4526120"/>
              <a:gd name="connsiteY1" fmla="*/ 0 h 1303070"/>
              <a:gd name="connsiteX2" fmla="*/ 4526120 w 4526120"/>
              <a:gd name="connsiteY2" fmla="*/ 1303070 h 1303070"/>
              <a:gd name="connsiteX3" fmla="*/ 2159753 w 4526120"/>
              <a:gd name="connsiteY3" fmla="*/ 1302275 h 1303070"/>
              <a:gd name="connsiteX4" fmla="*/ 0 w 4526120"/>
              <a:gd name="connsiteY4" fmla="*/ 1292797 h 1303070"/>
              <a:gd name="connsiteX5" fmla="*/ 20548 w 4526120"/>
              <a:gd name="connsiteY5" fmla="*/ 0 h 1303070"/>
              <a:gd name="connsiteX0" fmla="*/ 20548 w 4526120"/>
              <a:gd name="connsiteY0" fmla="*/ 0 h 1303070"/>
              <a:gd name="connsiteX1" fmla="*/ 4515845 w 4526120"/>
              <a:gd name="connsiteY1" fmla="*/ 0 h 1303070"/>
              <a:gd name="connsiteX2" fmla="*/ 4526120 w 4526120"/>
              <a:gd name="connsiteY2" fmla="*/ 1303070 h 1303070"/>
              <a:gd name="connsiteX3" fmla="*/ 2179967 w 4526120"/>
              <a:gd name="connsiteY3" fmla="*/ 1144850 h 1303070"/>
              <a:gd name="connsiteX4" fmla="*/ 0 w 4526120"/>
              <a:gd name="connsiteY4" fmla="*/ 1292797 h 1303070"/>
              <a:gd name="connsiteX5" fmla="*/ 20548 w 4526120"/>
              <a:gd name="connsiteY5" fmla="*/ 0 h 1303070"/>
              <a:gd name="connsiteX0" fmla="*/ 30655 w 4536227"/>
              <a:gd name="connsiteY0" fmla="*/ 0 h 1303070"/>
              <a:gd name="connsiteX1" fmla="*/ 4525952 w 4536227"/>
              <a:gd name="connsiteY1" fmla="*/ 0 h 1303070"/>
              <a:gd name="connsiteX2" fmla="*/ 4536227 w 4536227"/>
              <a:gd name="connsiteY2" fmla="*/ 1303070 h 1303070"/>
              <a:gd name="connsiteX3" fmla="*/ 2190074 w 4536227"/>
              <a:gd name="connsiteY3" fmla="*/ 1144850 h 1303070"/>
              <a:gd name="connsiteX4" fmla="*/ 0 w 4536227"/>
              <a:gd name="connsiteY4" fmla="*/ 1143658 h 1303070"/>
              <a:gd name="connsiteX5" fmla="*/ 30655 w 4536227"/>
              <a:gd name="connsiteY5" fmla="*/ 0 h 1303070"/>
              <a:gd name="connsiteX0" fmla="*/ 30655 w 4556441"/>
              <a:gd name="connsiteY0" fmla="*/ 0 h 1145645"/>
              <a:gd name="connsiteX1" fmla="*/ 4525952 w 4556441"/>
              <a:gd name="connsiteY1" fmla="*/ 0 h 1145645"/>
              <a:gd name="connsiteX2" fmla="*/ 4556441 w 4556441"/>
              <a:gd name="connsiteY2" fmla="*/ 1145645 h 1145645"/>
              <a:gd name="connsiteX3" fmla="*/ 2190074 w 4556441"/>
              <a:gd name="connsiteY3" fmla="*/ 1144850 h 1145645"/>
              <a:gd name="connsiteX4" fmla="*/ 0 w 4556441"/>
              <a:gd name="connsiteY4" fmla="*/ 1143658 h 1145645"/>
              <a:gd name="connsiteX5" fmla="*/ 30655 w 4556441"/>
              <a:gd name="connsiteY5" fmla="*/ 0 h 1145645"/>
              <a:gd name="connsiteX0" fmla="*/ 30655 w 4556441"/>
              <a:gd name="connsiteY0" fmla="*/ 0 h 1145645"/>
              <a:gd name="connsiteX1" fmla="*/ 4525952 w 4556441"/>
              <a:gd name="connsiteY1" fmla="*/ 0 h 1145645"/>
              <a:gd name="connsiteX2" fmla="*/ 4556441 w 4556441"/>
              <a:gd name="connsiteY2" fmla="*/ 1145645 h 1145645"/>
              <a:gd name="connsiteX3" fmla="*/ 2195278 w 4556441"/>
              <a:gd name="connsiteY3" fmla="*/ 983099 h 1145645"/>
              <a:gd name="connsiteX4" fmla="*/ 0 w 4556441"/>
              <a:gd name="connsiteY4" fmla="*/ 1143658 h 1145645"/>
              <a:gd name="connsiteX5" fmla="*/ 30655 w 4556441"/>
              <a:gd name="connsiteY5" fmla="*/ 0 h 1145645"/>
              <a:gd name="connsiteX0" fmla="*/ 0 w 4525786"/>
              <a:gd name="connsiteY0" fmla="*/ 0 h 1145645"/>
              <a:gd name="connsiteX1" fmla="*/ 4495297 w 4525786"/>
              <a:gd name="connsiteY1" fmla="*/ 0 h 1145645"/>
              <a:gd name="connsiteX2" fmla="*/ 4525786 w 4525786"/>
              <a:gd name="connsiteY2" fmla="*/ 1145645 h 1145645"/>
              <a:gd name="connsiteX3" fmla="*/ 2164623 w 4525786"/>
              <a:gd name="connsiteY3" fmla="*/ 983099 h 1145645"/>
              <a:gd name="connsiteX4" fmla="*/ 14318 w 4525786"/>
              <a:gd name="connsiteY4" fmla="*/ 975815 h 1145645"/>
              <a:gd name="connsiteX5" fmla="*/ 0 w 4525786"/>
              <a:gd name="connsiteY5" fmla="*/ 0 h 1145645"/>
              <a:gd name="connsiteX0" fmla="*/ 0 w 4495297"/>
              <a:gd name="connsiteY0" fmla="*/ 0 h 983099"/>
              <a:gd name="connsiteX1" fmla="*/ 4495297 w 4495297"/>
              <a:gd name="connsiteY1" fmla="*/ 0 h 983099"/>
              <a:gd name="connsiteX2" fmla="*/ 4468932 w 4495297"/>
              <a:gd name="connsiteY2" fmla="*/ 975815 h 983099"/>
              <a:gd name="connsiteX3" fmla="*/ 2164623 w 4495297"/>
              <a:gd name="connsiteY3" fmla="*/ 983099 h 983099"/>
              <a:gd name="connsiteX4" fmla="*/ 14318 w 4495297"/>
              <a:gd name="connsiteY4" fmla="*/ 975815 h 983099"/>
              <a:gd name="connsiteX5" fmla="*/ 0 w 4495297"/>
              <a:gd name="connsiteY5" fmla="*/ 0 h 983099"/>
              <a:gd name="connsiteX0" fmla="*/ 0 w 4468932"/>
              <a:gd name="connsiteY0" fmla="*/ 0 h 983099"/>
              <a:gd name="connsiteX1" fmla="*/ 4428504 w 4468932"/>
              <a:gd name="connsiteY1" fmla="*/ 32415 h 983099"/>
              <a:gd name="connsiteX2" fmla="*/ 4468932 w 4468932"/>
              <a:gd name="connsiteY2" fmla="*/ 975815 h 983099"/>
              <a:gd name="connsiteX3" fmla="*/ 2164623 w 4468932"/>
              <a:gd name="connsiteY3" fmla="*/ 983099 h 983099"/>
              <a:gd name="connsiteX4" fmla="*/ 14318 w 4468932"/>
              <a:gd name="connsiteY4" fmla="*/ 975815 h 983099"/>
              <a:gd name="connsiteX5" fmla="*/ 0 w 4468932"/>
              <a:gd name="connsiteY5" fmla="*/ 0 h 983099"/>
              <a:gd name="connsiteX0" fmla="*/ 0 w 4428504"/>
              <a:gd name="connsiteY0" fmla="*/ 0 h 983099"/>
              <a:gd name="connsiteX1" fmla="*/ 4428504 w 4428504"/>
              <a:gd name="connsiteY1" fmla="*/ 32415 h 983099"/>
              <a:gd name="connsiteX2" fmla="*/ 4418398 w 4428504"/>
              <a:gd name="connsiteY2" fmla="*/ 975815 h 983099"/>
              <a:gd name="connsiteX3" fmla="*/ 2164623 w 4428504"/>
              <a:gd name="connsiteY3" fmla="*/ 983099 h 983099"/>
              <a:gd name="connsiteX4" fmla="*/ 14318 w 4428504"/>
              <a:gd name="connsiteY4" fmla="*/ 975815 h 983099"/>
              <a:gd name="connsiteX5" fmla="*/ 0 w 4428504"/>
              <a:gd name="connsiteY5" fmla="*/ 0 h 983099"/>
              <a:gd name="connsiteX0" fmla="*/ 0 w 4458823"/>
              <a:gd name="connsiteY0" fmla="*/ 0 h 983099"/>
              <a:gd name="connsiteX1" fmla="*/ 4458823 w 4458823"/>
              <a:gd name="connsiteY1" fmla="*/ 32415 h 983099"/>
              <a:gd name="connsiteX2" fmla="*/ 4418398 w 4458823"/>
              <a:gd name="connsiteY2" fmla="*/ 975815 h 983099"/>
              <a:gd name="connsiteX3" fmla="*/ 2164623 w 4458823"/>
              <a:gd name="connsiteY3" fmla="*/ 983099 h 983099"/>
              <a:gd name="connsiteX4" fmla="*/ 14318 w 4458823"/>
              <a:gd name="connsiteY4" fmla="*/ 975815 h 983099"/>
              <a:gd name="connsiteX5" fmla="*/ 0 w 4458823"/>
              <a:gd name="connsiteY5" fmla="*/ 0 h 983099"/>
              <a:gd name="connsiteX0" fmla="*/ 0 w 4458823"/>
              <a:gd name="connsiteY0" fmla="*/ 0 h 983099"/>
              <a:gd name="connsiteX1" fmla="*/ 4458823 w 4458823"/>
              <a:gd name="connsiteY1" fmla="*/ 32415 h 983099"/>
              <a:gd name="connsiteX2" fmla="*/ 4418397 w 4458823"/>
              <a:gd name="connsiteY2" fmla="*/ 32415 h 983099"/>
              <a:gd name="connsiteX3" fmla="*/ 4418398 w 4458823"/>
              <a:gd name="connsiteY3" fmla="*/ 975815 h 983099"/>
              <a:gd name="connsiteX4" fmla="*/ 2164623 w 4458823"/>
              <a:gd name="connsiteY4" fmla="*/ 983099 h 983099"/>
              <a:gd name="connsiteX5" fmla="*/ 14318 w 4458823"/>
              <a:gd name="connsiteY5" fmla="*/ 975815 h 983099"/>
              <a:gd name="connsiteX6" fmla="*/ 0 w 4458823"/>
              <a:gd name="connsiteY6" fmla="*/ 0 h 983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8823" h="983099">
                <a:moveTo>
                  <a:pt x="0" y="0"/>
                </a:moveTo>
                <a:lnTo>
                  <a:pt x="4458823" y="32415"/>
                </a:lnTo>
                <a:cubicBezTo>
                  <a:pt x="4458823" y="48216"/>
                  <a:pt x="4418397" y="16614"/>
                  <a:pt x="4418397" y="32415"/>
                </a:cubicBezTo>
                <a:cubicBezTo>
                  <a:pt x="4418397" y="346882"/>
                  <a:pt x="4418398" y="661348"/>
                  <a:pt x="4418398" y="975815"/>
                </a:cubicBezTo>
                <a:lnTo>
                  <a:pt x="2164623" y="983099"/>
                </a:lnTo>
                <a:lnTo>
                  <a:pt x="14318" y="975815"/>
                </a:lnTo>
                <a:lnTo>
                  <a:pt x="0" y="0"/>
                </a:lnTo>
                <a:close/>
              </a:path>
            </a:pathLst>
          </a:custGeom>
          <a:noFill/>
        </p:spPr>
        <p:txBody>
          <a:bodyPr wrap="square" lIns="132923" rIns="132923"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Définition et mise en œuvre de : </a:t>
            </a:r>
          </a:p>
          <a:p>
            <a:pPr marL="211021" marR="0" lvl="0" indent="-211021" algn="just" defTabSz="914400" rtl="0" eaLnBrk="1" fontAlgn="base" latinLnBrk="0" hangingPunct="1">
              <a:lnSpc>
                <a:spcPct val="100000"/>
              </a:lnSpc>
              <a:spcBef>
                <a:spcPts val="0"/>
              </a:spcBef>
              <a:spcAft>
                <a:spcPts val="0"/>
              </a:spcAft>
              <a:buClrTx/>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Critères permettant </a:t>
            </a:r>
            <a:r>
              <a:rPr kumimoji="0" lang="fr-FR" sz="1100" b="1" i="0" u="none" strike="noStrike" kern="1200" cap="none" spc="0" normalizeH="0" baseline="0" noProof="0">
                <a:ln>
                  <a:noFill/>
                </a:ln>
                <a:solidFill>
                  <a:srgbClr val="451DC7"/>
                </a:solidFill>
                <a:effectLst/>
                <a:uLnTx/>
                <a:uFillTx/>
                <a:latin typeface="Aptos"/>
                <a:ea typeface="+mn-ea"/>
                <a:cs typeface="+mn-cs"/>
              </a:rPr>
              <a:t>d’activer et de désactiver </a:t>
            </a:r>
            <a:r>
              <a:rPr kumimoji="0" lang="fr-FR" sz="1100" b="0" i="0" u="none" strike="noStrike" kern="1200" cap="none" spc="0" normalizeH="0" baseline="0" noProof="0">
                <a:ln>
                  <a:noFill/>
                </a:ln>
                <a:solidFill>
                  <a:srgbClr val="5F5F5F"/>
                </a:solidFill>
                <a:effectLst/>
                <a:uLnTx/>
                <a:uFillTx/>
                <a:latin typeface="Aptos"/>
                <a:ea typeface="+mn-ea"/>
                <a:cs typeface="+mn-cs"/>
              </a:rPr>
              <a:t>le dispositif de gestion de crise, et collecte REX pour identifier les axes d’amélioration </a:t>
            </a:r>
            <a:r>
              <a:rPr kumimoji="0" lang="fr-FR" sz="900" b="1" i="0" u="none" strike="noStrike" kern="1200" cap="none" spc="0" normalizeH="0" baseline="0" noProof="0">
                <a:ln>
                  <a:noFill/>
                </a:ln>
                <a:solidFill>
                  <a:srgbClr val="B24669"/>
                </a:solidFill>
                <a:effectLst/>
                <a:uLnTx/>
                <a:uFillTx/>
                <a:latin typeface="Aptos"/>
                <a:ea typeface="+mn-ea"/>
                <a:cs typeface="+mn-cs"/>
              </a:rPr>
              <a:t>[NEW]</a:t>
            </a:r>
            <a:endParaRPr kumimoji="0" lang="en-US" sz="900" b="0" i="0" u="none" strike="noStrike" kern="1200" cap="none" spc="0" normalizeH="0" baseline="0" noProof="0">
              <a:ln>
                <a:noFill/>
              </a:ln>
              <a:solidFill>
                <a:srgbClr val="FFFFFF"/>
              </a:solidFill>
              <a:effectLst/>
              <a:uLnTx/>
              <a:uFillTx/>
              <a:latin typeface="Aptos"/>
              <a:ea typeface="+mn-ea"/>
              <a:cs typeface="+mn-cs"/>
            </a:endParaRPr>
          </a:p>
          <a:p>
            <a:pPr marL="211021" marR="0" lvl="0" indent="-211021" algn="just" defTabSz="914400" rtl="0" eaLnBrk="1" fontAlgn="base" latinLnBrk="0" hangingPunct="1">
              <a:lnSpc>
                <a:spcPct val="100000"/>
              </a:lnSpc>
              <a:spcBef>
                <a:spcPts val="0"/>
              </a:spcBef>
              <a:spcAft>
                <a:spcPts val="0"/>
              </a:spcAft>
              <a:buClrTx/>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Procédures d</a:t>
            </a:r>
            <a:r>
              <a:rPr kumimoji="0" lang="fr-FR" sz="1100" b="0" i="0" u="none" strike="noStrike" kern="1200" cap="none" spc="0" normalizeH="0" baseline="0" noProof="0">
                <a:ln>
                  <a:noFill/>
                </a:ln>
                <a:solidFill>
                  <a:srgbClr val="000000"/>
                </a:solidFill>
                <a:effectLst/>
                <a:uLnTx/>
                <a:uFillTx/>
                <a:latin typeface="Aptos"/>
                <a:ea typeface="+mn-ea"/>
                <a:cs typeface="+mn-cs"/>
              </a:rPr>
              <a:t>’</a:t>
            </a:r>
            <a:r>
              <a:rPr kumimoji="0" lang="fr-FR" sz="1100" b="1" i="0" u="none" strike="noStrike" kern="1200" cap="none" spc="0" normalizeH="0" baseline="0" noProof="0">
                <a:ln>
                  <a:noFill/>
                </a:ln>
                <a:solidFill>
                  <a:srgbClr val="451DC7"/>
                </a:solidFill>
                <a:effectLst/>
                <a:uLnTx/>
                <a:uFillTx/>
                <a:latin typeface="Aptos"/>
                <a:ea typeface="+mn-ea"/>
                <a:cs typeface="+mn-cs"/>
              </a:rPr>
              <a:t>isolation, protection et reconstruction</a:t>
            </a:r>
            <a:r>
              <a:rPr kumimoji="0" lang="fr-FR" sz="1100" b="0" i="0" u="none" strike="noStrike" kern="1200" cap="none" spc="0" normalizeH="0" baseline="0" noProof="0">
                <a:ln>
                  <a:noFill/>
                </a:ln>
                <a:solidFill>
                  <a:srgbClr val="451DC7"/>
                </a:solidFill>
                <a:effectLst/>
                <a:uLnTx/>
                <a:uFillTx/>
                <a:latin typeface="Aptos"/>
                <a:ea typeface="+mn-ea"/>
                <a:cs typeface="+mn-cs"/>
              </a:rPr>
              <a:t>​</a:t>
            </a:r>
          </a:p>
          <a:p>
            <a:pPr marL="211021" marR="0" lvl="0" indent="-211021" algn="just" defTabSz="914400" rtl="0" eaLnBrk="1" fontAlgn="base" latinLnBrk="0" hangingPunct="1">
              <a:lnSpc>
                <a:spcPct val="100000"/>
              </a:lnSpc>
              <a:spcBef>
                <a:spcPts val="0"/>
              </a:spcBef>
              <a:spcAft>
                <a:spcPts val="0"/>
              </a:spcAft>
              <a:buClr>
                <a:srgbClr val="000000"/>
              </a:buClr>
              <a:buSzTx/>
              <a:buFont typeface="Tahoma" panose="020B0604030504040204" pitchFamily="34" charset="0"/>
              <a:buChar char="⁄"/>
              <a:tabLst/>
              <a:defRPr/>
            </a:pPr>
            <a:r>
              <a:rPr kumimoji="0" lang="fr-FR" sz="1100" b="1" i="0" u="none" strike="noStrike" kern="1200" cap="none" spc="0" normalizeH="0" baseline="0" noProof="0">
                <a:ln>
                  <a:noFill/>
                </a:ln>
                <a:solidFill>
                  <a:srgbClr val="451DC7"/>
                </a:solidFill>
                <a:effectLst/>
                <a:uLnTx/>
                <a:uFillTx/>
                <a:latin typeface="Aptos"/>
                <a:ea typeface="+mn-ea"/>
                <a:cs typeface="+mn-cs"/>
              </a:rPr>
              <a:t>Stratégie de communication </a:t>
            </a:r>
            <a:r>
              <a:rPr kumimoji="0" lang="fr-FR" sz="1100" b="0" i="0" u="none" strike="noStrike" kern="1200" cap="none" spc="0" normalizeH="0" baseline="0" noProof="0">
                <a:ln>
                  <a:noFill/>
                </a:ln>
                <a:solidFill>
                  <a:srgbClr val="5F5F5F"/>
                </a:solidFill>
                <a:effectLst/>
                <a:uLnTx/>
                <a:uFillTx/>
                <a:latin typeface="Aptos"/>
                <a:ea typeface="+mn-ea"/>
                <a:cs typeface="+mn-cs"/>
              </a:rPr>
              <a:t>adaptée aux crises d’origine cyber et </a:t>
            </a:r>
            <a:r>
              <a:rPr kumimoji="0" lang="fr-FR" sz="1100" b="1" i="0" u="none" strike="noStrike" kern="1200" cap="none" spc="0" normalizeH="0" baseline="0" noProof="0">
                <a:ln>
                  <a:noFill/>
                </a:ln>
                <a:solidFill>
                  <a:srgbClr val="451DC7"/>
                </a:solidFill>
                <a:effectLst/>
                <a:uLnTx/>
                <a:uFillTx/>
                <a:latin typeface="Aptos"/>
                <a:ea typeface="+mn-ea"/>
                <a:cs typeface="+mn-cs"/>
              </a:rPr>
              <a:t>disponibilité</a:t>
            </a:r>
            <a:r>
              <a:rPr kumimoji="0" lang="fr-FR" sz="1100" b="0" i="0" u="none" strike="noStrike" kern="1200" cap="none" spc="0" normalizeH="0" baseline="0" noProof="0">
                <a:ln>
                  <a:noFill/>
                </a:ln>
                <a:solidFill>
                  <a:srgbClr val="5F5F5F"/>
                </a:solidFill>
                <a:effectLst/>
                <a:uLnTx/>
                <a:uFillTx/>
                <a:latin typeface="Aptos"/>
                <a:ea typeface="+mn-ea"/>
                <a:cs typeface="+mn-cs"/>
              </a:rPr>
              <a:t> des </a:t>
            </a:r>
            <a:r>
              <a:rPr kumimoji="0" lang="fr-FR" sz="1100" b="1" i="0" u="none" strike="noStrike" kern="1200" cap="none" spc="0" normalizeH="0" baseline="0" noProof="0">
                <a:ln>
                  <a:noFill/>
                </a:ln>
                <a:solidFill>
                  <a:srgbClr val="451DC7"/>
                </a:solidFill>
                <a:effectLst/>
                <a:uLnTx/>
                <a:uFillTx/>
                <a:latin typeface="Aptos"/>
                <a:ea typeface="+mn-ea"/>
                <a:cs typeface="+mn-cs"/>
              </a:rPr>
              <a:t>moyens de communication </a:t>
            </a:r>
            <a:r>
              <a:rPr kumimoji="0" lang="fr-FR" sz="1100" b="0" i="0" u="none" strike="noStrike" kern="1200" cap="none" spc="0" normalizeH="0" baseline="0" noProof="0">
                <a:ln>
                  <a:noFill/>
                </a:ln>
                <a:solidFill>
                  <a:srgbClr val="5F5F5F"/>
                </a:solidFill>
                <a:effectLst/>
                <a:uLnTx/>
                <a:uFillTx/>
                <a:latin typeface="Aptos"/>
                <a:ea typeface="+mn-ea"/>
                <a:cs typeface="+mn-cs"/>
              </a:rPr>
              <a:t>de secours en temps de crise lorsque les moyens de communication habituels sont indisponibles</a:t>
            </a:r>
            <a:endParaRPr kumimoji="0" lang="en-US" sz="1100" b="0" i="0" u="none" strike="noStrike" kern="1200" cap="none" spc="0" normalizeH="0" baseline="0" noProof="0">
              <a:ln>
                <a:noFill/>
              </a:ln>
              <a:solidFill>
                <a:srgbClr val="5F5F5F"/>
              </a:solidFill>
              <a:effectLst/>
              <a:uLnTx/>
              <a:uFillTx/>
              <a:latin typeface="Aptos"/>
              <a:ea typeface="+mn-ea"/>
              <a:cs typeface="+mn-cs"/>
            </a:endParaRPr>
          </a:p>
        </p:txBody>
      </p:sp>
      <p:grpSp>
        <p:nvGrpSpPr>
          <p:cNvPr id="19" name="Group 15">
            <a:extLst>
              <a:ext uri="{FF2B5EF4-FFF2-40B4-BE49-F238E27FC236}">
                <a16:creationId xmlns:a16="http://schemas.microsoft.com/office/drawing/2014/main" id="{D1917A98-2ABC-962A-9B21-7F0CA7575D67}"/>
              </a:ext>
            </a:extLst>
          </p:cNvPr>
          <p:cNvGrpSpPr>
            <a:grpSpLocks/>
          </p:cNvGrpSpPr>
          <p:nvPr>
            <p:custDataLst>
              <p:tags r:id="rId2"/>
            </p:custDataLst>
          </p:nvPr>
        </p:nvGrpSpPr>
        <p:grpSpPr>
          <a:xfrm>
            <a:off x="634609" y="1698729"/>
            <a:ext cx="259207" cy="264178"/>
            <a:chOff x="1466201" y="207029"/>
            <a:chExt cx="1619250" cy="1619250"/>
          </a:xfrm>
        </p:grpSpPr>
        <p:pic>
          <p:nvPicPr>
            <p:cNvPr id="20" name="Graphic 2 [2]" hidden="1">
              <a:extLst>
                <a:ext uri="{FF2B5EF4-FFF2-40B4-BE49-F238E27FC236}">
                  <a16:creationId xmlns:a16="http://schemas.microsoft.com/office/drawing/2014/main" id="{CCC5D4F5-08DE-48E4-3BD0-3753934394A2}"/>
                </a:ext>
              </a:extLst>
            </p:cNvPr>
            <p:cNvPicPr>
              <a:picLocks noChangeAspect="1"/>
            </p:cNvPicPr>
            <p:nvPr>
              <p:custDataLst>
                <p:tags r:id="rId35"/>
              </p:custDataLst>
            </p:nvPr>
          </p:nvPicPr>
          <p:blipFill>
            <a:blip r:embed="rId53">
              <a:extLst>
                <a:ext uri="{96DAC541-7B7A-43D3-8B79-37D633B846F1}">
                  <asvg:svgBlip xmlns:asvg="http://schemas.microsoft.com/office/drawing/2016/SVG/main" r:embed="rId54"/>
                </a:ext>
              </a:extLst>
            </a:blip>
            <a:stretch>
              <a:fillRect/>
            </a:stretch>
          </p:blipFill>
          <p:spPr>
            <a:xfrm>
              <a:off x="1466201" y="207029"/>
              <a:ext cx="1619250" cy="1619250"/>
            </a:xfrm>
            <a:prstGeom prst="rect">
              <a:avLst/>
            </a:prstGeom>
            <a:extLst>
              <a:ext uri="{909E8E84-426E-40DD-AFC4-6F175D3DCCD1}">
                <a14:hiddenFill xmlns:a14="http://schemas.microsoft.com/office/drawing/2010/main">
                  <a:solidFill>
                    <a:schemeClr val="bg1">
                      <a:lumMod val="100000"/>
                    </a:schemeClr>
                  </a:solidFill>
                </a14:hiddenFill>
              </a:ext>
            </a:extLst>
          </p:spPr>
        </p:pic>
        <p:pic>
          <p:nvPicPr>
            <p:cNvPr id="21" name="Graphic 4 [1]">
              <a:extLst>
                <a:ext uri="{FF2B5EF4-FFF2-40B4-BE49-F238E27FC236}">
                  <a16:creationId xmlns:a16="http://schemas.microsoft.com/office/drawing/2014/main" id="{EFF43B1D-387F-2095-5D0D-C13A0FB06056}"/>
                </a:ext>
              </a:extLst>
            </p:cNvPr>
            <p:cNvPicPr>
              <a:picLocks noChangeAspect="1"/>
            </p:cNvPicPr>
            <p:nvPr>
              <p:custDataLst>
                <p:tags r:id="rId36"/>
              </p:custDataLst>
            </p:nvPr>
          </p:nvPicPr>
          <p:blipFill>
            <a:blip r:embed="rId55">
              <a:extLst>
                <a:ext uri="{96DAC541-7B7A-43D3-8B79-37D633B846F1}">
                  <asvg:svgBlip xmlns:asvg="http://schemas.microsoft.com/office/drawing/2016/SVG/main" r:embed="rId56"/>
                </a:ext>
              </a:extLst>
            </a:blip>
            <a:stretch>
              <a:fillRect/>
            </a:stretch>
          </p:blipFill>
          <p:spPr>
            <a:xfrm>
              <a:off x="1466201" y="207029"/>
              <a:ext cx="1619250" cy="1619250"/>
            </a:xfrm>
            <a:prstGeom prst="rect">
              <a:avLst/>
            </a:prstGeom>
            <a:extLst>
              <a:ext uri="{909E8E84-426E-40DD-AFC4-6F175D3DCCD1}">
                <a14:hiddenFill xmlns:a14="http://schemas.microsoft.com/office/drawing/2010/main">
                  <a:solidFill>
                    <a:schemeClr val="bg1">
                      <a:lumMod val="100000"/>
                    </a:schemeClr>
                  </a:solidFill>
                </a14:hiddenFill>
              </a:ext>
            </a:extLst>
          </p:spPr>
        </p:pic>
        <p:pic>
          <p:nvPicPr>
            <p:cNvPr id="22" name="Graphic 8 [0]" hidden="1">
              <a:extLst>
                <a:ext uri="{FF2B5EF4-FFF2-40B4-BE49-F238E27FC236}">
                  <a16:creationId xmlns:a16="http://schemas.microsoft.com/office/drawing/2014/main" id="{81CA00F6-3F00-8EC9-7CBD-3541F0F46825}"/>
                </a:ext>
              </a:extLst>
            </p:cNvPr>
            <p:cNvPicPr>
              <a:picLocks noChangeAspect="1"/>
            </p:cNvPicPr>
            <p:nvPr>
              <p:custDataLst>
                <p:tags r:id="rId37"/>
              </p:custDataLst>
            </p:nvPr>
          </p:nvPicPr>
          <p:blipFill>
            <a:blip r:embed="rId57">
              <a:extLst>
                <a:ext uri="{96DAC541-7B7A-43D3-8B79-37D633B846F1}">
                  <asvg:svgBlip xmlns:asvg="http://schemas.microsoft.com/office/drawing/2016/SVG/main" r:embed="rId58"/>
                </a:ext>
              </a:extLst>
            </a:blip>
            <a:stretch>
              <a:fillRect/>
            </a:stretch>
          </p:blipFill>
          <p:spPr>
            <a:xfrm>
              <a:off x="1466201" y="207029"/>
              <a:ext cx="1619250" cy="1619250"/>
            </a:xfrm>
            <a:prstGeom prst="rect">
              <a:avLst/>
            </a:prstGeom>
            <a:extLst>
              <a:ext uri="{909E8E84-426E-40DD-AFC4-6F175D3DCCD1}">
                <a14:hiddenFill xmlns:a14="http://schemas.microsoft.com/office/drawing/2010/main">
                  <a:solidFill>
                    <a:schemeClr val="bg1">
                      <a:lumMod val="100000"/>
                    </a:schemeClr>
                  </a:solidFill>
                </a14:hiddenFill>
              </a:ext>
            </a:extLst>
          </p:spPr>
        </p:pic>
        <p:pic>
          <p:nvPicPr>
            <p:cNvPr id="23" name="Graphic 12 [3]" hidden="1">
              <a:extLst>
                <a:ext uri="{FF2B5EF4-FFF2-40B4-BE49-F238E27FC236}">
                  <a16:creationId xmlns:a16="http://schemas.microsoft.com/office/drawing/2014/main" id="{C187657A-DFF6-6E4D-7443-57F7DF5EFD08}"/>
                </a:ext>
              </a:extLst>
            </p:cNvPr>
            <p:cNvPicPr>
              <a:picLocks noChangeAspect="1"/>
            </p:cNvPicPr>
            <p:nvPr>
              <p:custDataLst>
                <p:tags r:id="rId38"/>
              </p:custDataLst>
            </p:nvPr>
          </p:nvPicPr>
          <p:blipFill>
            <a:blip r:embed="rId55">
              <a:extLst>
                <a:ext uri="{96DAC541-7B7A-43D3-8B79-37D633B846F1}">
                  <asvg:svgBlip xmlns:asvg="http://schemas.microsoft.com/office/drawing/2016/SVG/main" r:embed="rId56"/>
                </a:ext>
              </a:extLst>
            </a:blip>
            <a:stretch>
              <a:fillRect/>
            </a:stretch>
          </p:blipFill>
          <p:spPr>
            <a:xfrm>
              <a:off x="1466201" y="207029"/>
              <a:ext cx="1619250" cy="1619250"/>
            </a:xfrm>
            <a:prstGeom prst="rect">
              <a:avLst/>
            </a:prstGeom>
            <a:extLst>
              <a:ext uri="{909E8E84-426E-40DD-AFC4-6F175D3DCCD1}">
                <a14:hiddenFill xmlns:a14="http://schemas.microsoft.com/office/drawing/2010/main">
                  <a:solidFill>
                    <a:schemeClr val="bg1">
                      <a:lumMod val="100000"/>
                    </a:schemeClr>
                  </a:solidFill>
                </a14:hiddenFill>
              </a:ext>
            </a:extLst>
          </p:spPr>
        </p:pic>
      </p:grpSp>
      <p:grpSp>
        <p:nvGrpSpPr>
          <p:cNvPr id="73" name="Groupe 72">
            <a:extLst>
              <a:ext uri="{FF2B5EF4-FFF2-40B4-BE49-F238E27FC236}">
                <a16:creationId xmlns:a16="http://schemas.microsoft.com/office/drawing/2014/main" id="{89C78270-C5F1-0F8B-A3F7-B8D58C8DC05D}"/>
              </a:ext>
            </a:extLst>
          </p:cNvPr>
          <p:cNvGrpSpPr>
            <a:grpSpLocks/>
          </p:cNvGrpSpPr>
          <p:nvPr/>
        </p:nvGrpSpPr>
        <p:grpSpPr>
          <a:xfrm>
            <a:off x="6459553" y="3104009"/>
            <a:ext cx="259207" cy="264178"/>
            <a:chOff x="1017676" y="8486652"/>
            <a:chExt cx="210606" cy="214645"/>
          </a:xfrm>
          <a:solidFill>
            <a:srgbClr val="546B8C"/>
          </a:solidFill>
        </p:grpSpPr>
        <p:sp>
          <p:nvSpPr>
            <p:cNvPr id="74" name="Ellipse 139">
              <a:extLst>
                <a:ext uri="{FF2B5EF4-FFF2-40B4-BE49-F238E27FC236}">
                  <a16:creationId xmlns:a16="http://schemas.microsoft.com/office/drawing/2014/main" id="{058D91D6-CEDF-740A-6067-7AE97E37F2B5}"/>
                </a:ext>
              </a:extLst>
            </p:cNvPr>
            <p:cNvSpPr>
              <a:spLocks/>
            </p:cNvSpPr>
            <p:nvPr/>
          </p:nvSpPr>
          <p:spPr>
            <a:xfrm>
              <a:off x="1017676" y="8486652"/>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77" name="Connecteur droit 76">
              <a:extLst>
                <a:ext uri="{FF2B5EF4-FFF2-40B4-BE49-F238E27FC236}">
                  <a16:creationId xmlns:a16="http://schemas.microsoft.com/office/drawing/2014/main" id="{E73145F8-ED45-7741-683B-D38F410B500F}"/>
                </a:ext>
              </a:extLst>
            </p:cNvPr>
            <p:cNvCxnSpPr>
              <a:stCxn id="74" idx="7"/>
              <a:endCxn id="74" idx="3"/>
            </p:cNvCxnSpPr>
            <p:nvPr/>
          </p:nvCxnSpPr>
          <p:spPr>
            <a:xfrm flipH="1">
              <a:off x="1048519" y="8518086"/>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8" name="ZoneTexte 77">
            <a:extLst>
              <a:ext uri="{FF2B5EF4-FFF2-40B4-BE49-F238E27FC236}">
                <a16:creationId xmlns:a16="http://schemas.microsoft.com/office/drawing/2014/main" id="{36DCA8DE-F98D-1EF1-FF06-C94834ECD37C}"/>
              </a:ext>
            </a:extLst>
          </p:cNvPr>
          <p:cNvSpPr txBox="1">
            <a:spLocks/>
          </p:cNvSpPr>
          <p:nvPr/>
        </p:nvSpPr>
        <p:spPr>
          <a:xfrm>
            <a:off x="6459554" y="4518164"/>
            <a:ext cx="5386666" cy="430887"/>
          </a:xfrm>
          <a:prstGeom prst="rect">
            <a:avLst/>
          </a:prstGeom>
          <a:noFill/>
        </p:spPr>
        <p:txBody>
          <a:bodyPr wrap="square" lIns="132923" rIns="132923"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place d’une </a:t>
            </a:r>
            <a:r>
              <a:rPr kumimoji="0" lang="fr-FR" sz="1100" b="1" i="0" u="none" strike="noStrike" kern="1200" cap="none" spc="0" normalizeH="0" baseline="0" noProof="0">
                <a:ln>
                  <a:noFill/>
                </a:ln>
                <a:solidFill>
                  <a:srgbClr val="451DC7"/>
                </a:solidFill>
                <a:effectLst/>
                <a:uLnTx/>
                <a:uFillTx/>
                <a:latin typeface="Aptos"/>
                <a:ea typeface="+mn-ea"/>
                <a:cs typeface="+mn-cs"/>
              </a:rPr>
              <a:t>sensibilisation et entraînement </a:t>
            </a:r>
            <a:r>
              <a:rPr kumimoji="0" lang="fr-FR" sz="1100" b="0" i="0" u="none" strike="noStrike" kern="1200" cap="none" spc="0" normalizeH="0" baseline="0" noProof="0">
                <a:ln>
                  <a:noFill/>
                </a:ln>
                <a:solidFill>
                  <a:srgbClr val="5F5F5F"/>
                </a:solidFill>
                <a:effectLst/>
                <a:uLnTx/>
                <a:uFillTx/>
                <a:latin typeface="Aptos"/>
                <a:ea typeface="+mn-ea"/>
                <a:cs typeface="+mn-cs"/>
              </a:rPr>
              <a:t>des personnes mobilisables dans le dispositif de gestion de crise d’origine cyber</a:t>
            </a:r>
          </a:p>
        </p:txBody>
      </p:sp>
      <p:sp>
        <p:nvSpPr>
          <p:cNvPr id="79" name="ZoneTexte 78">
            <a:extLst>
              <a:ext uri="{FF2B5EF4-FFF2-40B4-BE49-F238E27FC236}">
                <a16:creationId xmlns:a16="http://schemas.microsoft.com/office/drawing/2014/main" id="{4F5400FF-FAF1-90AE-B716-DA35A70D8D80}"/>
              </a:ext>
            </a:extLst>
          </p:cNvPr>
          <p:cNvSpPr txBox="1">
            <a:spLocks/>
          </p:cNvSpPr>
          <p:nvPr/>
        </p:nvSpPr>
        <p:spPr>
          <a:xfrm>
            <a:off x="6644213" y="5391756"/>
            <a:ext cx="5213173" cy="1277273"/>
          </a:xfrm>
          <a:custGeom>
            <a:avLst/>
            <a:gdLst>
              <a:gd name="connsiteX0" fmla="*/ 0 w 4495297"/>
              <a:gd name="connsiteY0" fmla="*/ 0 h 1200329"/>
              <a:gd name="connsiteX1" fmla="*/ 4495297 w 4495297"/>
              <a:gd name="connsiteY1" fmla="*/ 0 h 1200329"/>
              <a:gd name="connsiteX2" fmla="*/ 4495297 w 4495297"/>
              <a:gd name="connsiteY2" fmla="*/ 1200329 h 1200329"/>
              <a:gd name="connsiteX3" fmla="*/ 0 w 4495297"/>
              <a:gd name="connsiteY3" fmla="*/ 1200329 h 1200329"/>
              <a:gd name="connsiteX4" fmla="*/ 0 w 4495297"/>
              <a:gd name="connsiteY4" fmla="*/ 0 h 1200329"/>
              <a:gd name="connsiteX0" fmla="*/ 0 w 4495297"/>
              <a:gd name="connsiteY0" fmla="*/ 0 h 1302275"/>
              <a:gd name="connsiteX1" fmla="*/ 4495297 w 4495297"/>
              <a:gd name="connsiteY1" fmla="*/ 0 h 1302275"/>
              <a:gd name="connsiteX2" fmla="*/ 4495297 w 4495297"/>
              <a:gd name="connsiteY2" fmla="*/ 1200329 h 1302275"/>
              <a:gd name="connsiteX3" fmla="*/ 2139205 w 4495297"/>
              <a:gd name="connsiteY3" fmla="*/ 1302275 h 1302275"/>
              <a:gd name="connsiteX4" fmla="*/ 0 w 4495297"/>
              <a:gd name="connsiteY4" fmla="*/ 1200329 h 1302275"/>
              <a:gd name="connsiteX5" fmla="*/ 0 w 4495297"/>
              <a:gd name="connsiteY5" fmla="*/ 0 h 1302275"/>
              <a:gd name="connsiteX0" fmla="*/ 20548 w 4515845"/>
              <a:gd name="connsiteY0" fmla="*/ 0 h 1302275"/>
              <a:gd name="connsiteX1" fmla="*/ 4515845 w 4515845"/>
              <a:gd name="connsiteY1" fmla="*/ 0 h 1302275"/>
              <a:gd name="connsiteX2" fmla="*/ 4515845 w 4515845"/>
              <a:gd name="connsiteY2" fmla="*/ 1200329 h 1302275"/>
              <a:gd name="connsiteX3" fmla="*/ 2159753 w 4515845"/>
              <a:gd name="connsiteY3" fmla="*/ 1302275 h 1302275"/>
              <a:gd name="connsiteX4" fmla="*/ 0 w 4515845"/>
              <a:gd name="connsiteY4" fmla="*/ 1292797 h 1302275"/>
              <a:gd name="connsiteX5" fmla="*/ 20548 w 4515845"/>
              <a:gd name="connsiteY5" fmla="*/ 0 h 1302275"/>
              <a:gd name="connsiteX0" fmla="*/ 20548 w 4526120"/>
              <a:gd name="connsiteY0" fmla="*/ 0 h 1303070"/>
              <a:gd name="connsiteX1" fmla="*/ 4515845 w 4526120"/>
              <a:gd name="connsiteY1" fmla="*/ 0 h 1303070"/>
              <a:gd name="connsiteX2" fmla="*/ 4526120 w 4526120"/>
              <a:gd name="connsiteY2" fmla="*/ 1303070 h 1303070"/>
              <a:gd name="connsiteX3" fmla="*/ 2159753 w 4526120"/>
              <a:gd name="connsiteY3" fmla="*/ 1302275 h 1303070"/>
              <a:gd name="connsiteX4" fmla="*/ 0 w 4526120"/>
              <a:gd name="connsiteY4" fmla="*/ 1292797 h 1303070"/>
              <a:gd name="connsiteX5" fmla="*/ 20548 w 4526120"/>
              <a:gd name="connsiteY5" fmla="*/ 0 h 1303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26120" h="1303070">
                <a:moveTo>
                  <a:pt x="20548" y="0"/>
                </a:moveTo>
                <a:lnTo>
                  <a:pt x="4515845" y="0"/>
                </a:lnTo>
                <a:lnTo>
                  <a:pt x="4526120" y="1303070"/>
                </a:lnTo>
                <a:lnTo>
                  <a:pt x="2159753" y="1302275"/>
                </a:lnTo>
                <a:lnTo>
                  <a:pt x="0" y="1292797"/>
                </a:lnTo>
                <a:lnTo>
                  <a:pt x="20548" y="0"/>
                </a:lnTo>
                <a:close/>
              </a:path>
            </a:pathLst>
          </a:custGeom>
          <a:noFill/>
        </p:spPr>
        <p:txBody>
          <a:bodyPr wrap="square" lIns="132923" rIns="132923"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Mise en œuvre : </a:t>
            </a:r>
          </a:p>
          <a:p>
            <a:pPr marL="211021" marR="0" lvl="0" indent="-211021" algn="just" defTabSz="914400" rtl="0" eaLnBrk="1" fontAlgn="auto" latinLnBrk="0" hangingPunct="1">
              <a:lnSpc>
                <a:spcPct val="100000"/>
              </a:lnSpc>
              <a:spcBef>
                <a:spcPts val="0"/>
              </a:spcBef>
              <a:spcAft>
                <a:spcPts val="0"/>
              </a:spcAft>
              <a:buClrTx/>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D’une </a:t>
            </a:r>
            <a:r>
              <a:rPr kumimoji="0" lang="fr-FR" sz="1100" b="1" i="0" u="none" strike="noStrike" kern="1200" cap="none" spc="0" normalizeH="0" baseline="0" noProof="0">
                <a:ln>
                  <a:noFill/>
                </a:ln>
                <a:solidFill>
                  <a:srgbClr val="451DC7"/>
                </a:solidFill>
                <a:effectLst/>
                <a:uLnTx/>
                <a:uFillTx/>
                <a:latin typeface="Aptos"/>
                <a:ea typeface="+mn-ea"/>
                <a:cs typeface="+mn-cs"/>
              </a:rPr>
              <a:t>stratégie d’entraînement comportant à minima la liste des acteurs mobilisables, la liste des exercices, les scénarios de risques et la comitologie </a:t>
            </a:r>
            <a:r>
              <a:rPr kumimoji="0" lang="fr-FR" sz="1100" b="0" i="0" u="none" strike="noStrike" kern="1200" cap="none" spc="0" normalizeH="0" baseline="0" noProof="0">
                <a:ln>
                  <a:noFill/>
                </a:ln>
                <a:solidFill>
                  <a:srgbClr val="5F5F5F"/>
                </a:solidFill>
                <a:effectLst/>
                <a:uLnTx/>
                <a:uFillTx/>
                <a:latin typeface="Aptos"/>
                <a:ea typeface="+mn-ea"/>
                <a:cs typeface="+mn-cs"/>
              </a:rPr>
              <a:t>et permettant</a:t>
            </a:r>
            <a:r>
              <a:rPr kumimoji="0" lang="fr-FR" sz="1100" b="1" i="0" u="none" strike="noStrike" kern="1200" cap="none" spc="0" normalizeH="0" baseline="0" noProof="0">
                <a:ln>
                  <a:noFill/>
                </a:ln>
                <a:solidFill>
                  <a:srgbClr val="5F5F5F"/>
                </a:solidFill>
                <a:effectLst/>
                <a:uLnTx/>
                <a:uFillTx/>
                <a:latin typeface="Aptos"/>
                <a:ea typeface="+mn-ea"/>
                <a:cs typeface="+mn-cs"/>
              </a:rPr>
              <a:t> </a:t>
            </a:r>
            <a:r>
              <a:rPr kumimoji="0" lang="fr-FR" sz="1100" b="1" i="0" u="none" strike="noStrike" kern="1200" cap="none" spc="0" normalizeH="0" baseline="0" noProof="0">
                <a:ln>
                  <a:noFill/>
                </a:ln>
                <a:solidFill>
                  <a:srgbClr val="451DC7"/>
                </a:solidFill>
                <a:effectLst/>
                <a:uLnTx/>
                <a:uFillTx/>
                <a:latin typeface="Aptos"/>
                <a:ea typeface="+mn-ea"/>
                <a:cs typeface="+mn-cs"/>
              </a:rPr>
              <a:t>de tester le </a:t>
            </a:r>
            <a:r>
              <a:rPr kumimoji="0" lang="fr-FR" sz="1100" b="1" i="0" u="none" strike="noStrike" kern="1200" cap="none" spc="0" normalizeH="0" baseline="0" noProof="0">
                <a:ln>
                  <a:noFill/>
                </a:ln>
                <a:solidFill>
                  <a:srgbClr val="5F5F5F"/>
                </a:solidFill>
                <a:effectLst/>
                <a:uLnTx/>
                <a:uFillTx/>
                <a:latin typeface="Aptos"/>
                <a:ea typeface="+mn-ea"/>
                <a:cs typeface="+mn-cs"/>
              </a:rPr>
              <a:t>dispositif </a:t>
            </a:r>
            <a:r>
              <a:rPr kumimoji="0" lang="fr-FR" sz="1100" b="0" i="0" u="none" strike="noStrike" kern="1200" cap="none" spc="0" normalizeH="0" baseline="0" noProof="0">
                <a:ln>
                  <a:noFill/>
                </a:ln>
                <a:solidFill>
                  <a:srgbClr val="5F5F5F"/>
                </a:solidFill>
                <a:effectLst/>
                <a:uLnTx/>
                <a:uFillTx/>
                <a:latin typeface="Aptos"/>
                <a:ea typeface="+mn-ea"/>
                <a:cs typeface="+mn-cs"/>
              </a:rPr>
              <a:t>(PCA, PRA, gestion de crise cyber) </a:t>
            </a:r>
          </a:p>
          <a:p>
            <a:pPr marL="211021" marR="0" lvl="0" indent="-211021" algn="just" defTabSz="914400" rtl="0" eaLnBrk="1" fontAlgn="auto" latinLnBrk="0" hangingPunct="1">
              <a:lnSpc>
                <a:spcPct val="100000"/>
              </a:lnSpc>
              <a:spcBef>
                <a:spcPts val="0"/>
              </a:spcBef>
              <a:spcAft>
                <a:spcPts val="0"/>
              </a:spcAft>
              <a:buClrTx/>
              <a:buSzTx/>
              <a:buFont typeface="Tahoma" panose="020B0604030504040204" pitchFamily="34" charset="0"/>
              <a:buChar char="⁄"/>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Un</a:t>
            </a:r>
            <a:r>
              <a:rPr kumimoji="0" lang="fr-FR" sz="1100" b="0" i="0" u="none" strike="noStrike" kern="1200" cap="none" spc="0" normalizeH="0" baseline="0" noProof="0">
                <a:ln>
                  <a:noFill/>
                </a:ln>
                <a:solidFill>
                  <a:srgbClr val="FFFFFF"/>
                </a:solidFill>
                <a:effectLst/>
                <a:uLnTx/>
                <a:uFillTx/>
                <a:latin typeface="Aptos"/>
                <a:ea typeface="+mn-ea"/>
                <a:cs typeface="+mn-cs"/>
              </a:rPr>
              <a:t> </a:t>
            </a:r>
            <a:r>
              <a:rPr kumimoji="0" lang="fr-FR" sz="1100" b="1" i="0" u="none" strike="noStrike" kern="1200" cap="none" spc="0" normalizeH="0" baseline="0" noProof="0">
                <a:ln>
                  <a:noFill/>
                </a:ln>
                <a:solidFill>
                  <a:srgbClr val="451DC7"/>
                </a:solidFill>
                <a:effectLst/>
                <a:uLnTx/>
                <a:uFillTx/>
                <a:latin typeface="Aptos"/>
                <a:ea typeface="+mn-ea"/>
                <a:cs typeface="+mn-cs"/>
              </a:rPr>
              <a:t>programme triennal </a:t>
            </a:r>
            <a:r>
              <a:rPr kumimoji="0" lang="fr-FR" sz="1100" b="0" i="0" u="none" strike="noStrike" kern="1200" cap="none" spc="0" normalizeH="0" baseline="0" noProof="0">
                <a:ln>
                  <a:noFill/>
                </a:ln>
                <a:solidFill>
                  <a:srgbClr val="5F5F5F"/>
                </a:solidFill>
                <a:effectLst/>
                <a:uLnTx/>
                <a:uFillTx/>
                <a:latin typeface="Aptos"/>
                <a:ea typeface="+mn-ea"/>
                <a:cs typeface="+mn-cs"/>
              </a:rPr>
              <a:t>d’exercice de crise précisant la fréquence, la nature et les objectifs à atteindre</a:t>
            </a:r>
          </a:p>
        </p:txBody>
      </p:sp>
      <p:sp>
        <p:nvSpPr>
          <p:cNvPr id="81" name="ZoneTexte 80">
            <a:extLst>
              <a:ext uri="{FF2B5EF4-FFF2-40B4-BE49-F238E27FC236}">
                <a16:creationId xmlns:a16="http://schemas.microsoft.com/office/drawing/2014/main" id="{FBE57BFA-7B04-5C37-3258-033D6F54D65C}"/>
              </a:ext>
            </a:extLst>
          </p:cNvPr>
          <p:cNvSpPr txBox="1">
            <a:spLocks/>
          </p:cNvSpPr>
          <p:nvPr/>
        </p:nvSpPr>
        <p:spPr>
          <a:xfrm>
            <a:off x="684300" y="2370091"/>
            <a:ext cx="4709525" cy="430887"/>
          </a:xfrm>
          <a:prstGeom prst="rect">
            <a:avLst/>
          </a:prstGeom>
          <a:noFill/>
        </p:spPr>
        <p:txBody>
          <a:bodyPr wrap="square" lIns="108000" rIns="108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5F5F5F"/>
                </a:solidFill>
                <a:effectLst/>
                <a:uLnTx/>
                <a:uFillTx/>
                <a:latin typeface="Aptos"/>
                <a:ea typeface="+mn-ea"/>
                <a:cs typeface="+mn-cs"/>
              </a:rPr>
              <a:t>Les mécanismes de sauvegarde répondent au </a:t>
            </a:r>
            <a:r>
              <a:rPr kumimoji="0" lang="fr-FR" sz="1100" b="1" i="0" u="none" strike="noStrike" kern="1200" cap="none" spc="0" normalizeH="0" baseline="0" noProof="0">
                <a:ln>
                  <a:noFill/>
                </a:ln>
                <a:solidFill>
                  <a:srgbClr val="451DC7"/>
                </a:solidFill>
                <a:effectLst/>
                <a:uLnTx/>
                <a:uFillTx/>
                <a:latin typeface="Aptos"/>
                <a:ea typeface="+mn-ea"/>
                <a:cs typeface="+mn-cs"/>
              </a:rPr>
              <a:t>besoin de disponibilité </a:t>
            </a:r>
            <a:r>
              <a:rPr kumimoji="0" lang="fr-FR" sz="1100" b="0" i="0" u="none" strike="noStrike" kern="1200" cap="none" spc="0" normalizeH="0" baseline="0" noProof="0">
                <a:ln>
                  <a:noFill/>
                </a:ln>
                <a:solidFill>
                  <a:srgbClr val="5F5F5F"/>
                </a:solidFill>
                <a:effectLst/>
                <a:uLnTx/>
                <a:uFillTx/>
                <a:latin typeface="Aptos"/>
                <a:ea typeface="+mn-ea"/>
                <a:cs typeface="+mn-cs"/>
              </a:rPr>
              <a:t>et sont protégées des incidents de type rançongiciel</a:t>
            </a:r>
            <a:endParaRPr kumimoji="0" lang="fr-FR" sz="1100" b="1" i="0" u="none" strike="noStrike" kern="1200" cap="none" spc="0" normalizeH="0" baseline="0" noProof="0">
              <a:ln>
                <a:noFill/>
              </a:ln>
              <a:solidFill>
                <a:srgbClr val="5F5F5F"/>
              </a:solidFill>
              <a:effectLst/>
              <a:uLnTx/>
              <a:uFillTx/>
              <a:latin typeface="Aptos"/>
              <a:ea typeface="+mn-ea"/>
              <a:cs typeface="+mn-cs"/>
            </a:endParaRPr>
          </a:p>
        </p:txBody>
      </p:sp>
      <p:sp>
        <p:nvSpPr>
          <p:cNvPr id="25" name="Ellipse 24">
            <a:extLst>
              <a:ext uri="{FF2B5EF4-FFF2-40B4-BE49-F238E27FC236}">
                <a16:creationId xmlns:a16="http://schemas.microsoft.com/office/drawing/2014/main" id="{6397C725-9411-7376-8239-CC8BB1965F42}"/>
              </a:ext>
            </a:extLst>
          </p:cNvPr>
          <p:cNvSpPr>
            <a:spLocks/>
          </p:cNvSpPr>
          <p:nvPr/>
        </p:nvSpPr>
        <p:spPr>
          <a:xfrm>
            <a:off x="5956533" y="2588195"/>
            <a:ext cx="540000" cy="540000"/>
          </a:xfrm>
          <a:prstGeom prst="ellipse">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51DC7"/>
              </a:solidFill>
              <a:effectLst/>
              <a:uLnTx/>
              <a:uFillTx/>
              <a:latin typeface="Aptos"/>
              <a:ea typeface="+mn-ea"/>
              <a:cs typeface="+mn-cs"/>
            </a:endParaRPr>
          </a:p>
        </p:txBody>
      </p:sp>
      <p:sp>
        <p:nvSpPr>
          <p:cNvPr id="31" name="Flèche : pentagone 44 [0]">
            <a:extLst>
              <a:ext uri="{FF2B5EF4-FFF2-40B4-BE49-F238E27FC236}">
                <a16:creationId xmlns:a16="http://schemas.microsoft.com/office/drawing/2014/main" id="{D9E67CD1-2560-8ACA-E63F-BEF3812C2C68}"/>
              </a:ext>
            </a:extLst>
          </p:cNvPr>
          <p:cNvSpPr>
            <a:spLocks/>
          </p:cNvSpPr>
          <p:nvPr>
            <p:custDataLst>
              <p:tags r:id="rId3"/>
            </p:custDataLst>
          </p:nvPr>
        </p:nvSpPr>
        <p:spPr bwMode="gray">
          <a:xfrm rot="5400000">
            <a:off x="5301848" y="3008314"/>
            <a:ext cx="1754309" cy="442101"/>
          </a:xfrm>
          <a:prstGeom prst="homePlate">
            <a:avLst/>
          </a:prstGeom>
          <a:solidFill>
            <a:schemeClr val="bg2"/>
          </a:solidFill>
          <a:ln w="9525">
            <a:noFill/>
            <a:miter lim="800000"/>
            <a:headEnd/>
            <a:tailEnd/>
          </a:ln>
          <a:effectLst/>
          <a:extLst>
            <a:ext uri="{91240B29-F687-4F45-9708-019B960494DF}">
              <a14:hiddenLine xmlns:a14="http://schemas.microsoft.com/office/drawing/2010/main" w="9525">
                <a:solidFill>
                  <a:schemeClr val="accent2"/>
                </a:solidFill>
                <a:miter lim="800000"/>
                <a:headEnd/>
                <a:tailEnd/>
              </a14:hiddenLine>
            </a:ext>
          </a:ex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32" name="Pentagon 3 [0]">
            <a:extLst>
              <a:ext uri="{FF2B5EF4-FFF2-40B4-BE49-F238E27FC236}">
                <a16:creationId xmlns:a16="http://schemas.microsoft.com/office/drawing/2014/main" id="{FBCFD395-1F9C-FA0D-7403-D3CCFC635507}"/>
              </a:ext>
            </a:extLst>
          </p:cNvPr>
          <p:cNvSpPr>
            <a:spLocks/>
          </p:cNvSpPr>
          <p:nvPr>
            <p:custDataLst>
              <p:tags r:id="rId4"/>
            </p:custDataLst>
          </p:nvPr>
        </p:nvSpPr>
        <p:spPr bwMode="gray">
          <a:xfrm rot="5400000">
            <a:off x="5576528" y="1751964"/>
            <a:ext cx="1203538" cy="443528"/>
          </a:xfrm>
          <a:prstGeom prst="homePlate">
            <a:avLst/>
          </a:prstGeom>
          <a:solidFill>
            <a:schemeClr val="accent3"/>
          </a:solidFill>
          <a:ln w="9525">
            <a:noFill/>
            <a:miter lim="800000"/>
            <a:headEnd/>
            <a:tailEnd/>
          </a:ln>
          <a:effectLst/>
          <a:extLst>
            <a:ext uri="{91240B29-F687-4F45-9708-019B960494DF}">
              <a14:hiddenLine xmlns:a14="http://schemas.microsoft.com/office/drawing/2010/main" w="9525">
                <a:solidFill>
                  <a:schemeClr val="accent3"/>
                </a:solidFill>
                <a:miter lim="800000"/>
                <a:headEnd/>
                <a:tailEnd/>
              </a14:hiddenLine>
            </a:ext>
          </a:extLst>
        </p:spPr>
        <p:txBody>
          <a:bodyPr wrap="none" lIns="18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33" name="Flèche : pentagone 57 [1]" hidden="1">
            <a:extLst>
              <a:ext uri="{FF2B5EF4-FFF2-40B4-BE49-F238E27FC236}">
                <a16:creationId xmlns:a16="http://schemas.microsoft.com/office/drawing/2014/main" id="{407707CD-00A2-D98B-7493-674D2D69466B}"/>
              </a:ext>
            </a:extLst>
          </p:cNvPr>
          <p:cNvSpPr>
            <a:spLocks/>
          </p:cNvSpPr>
          <p:nvPr>
            <p:custDataLst>
              <p:tags r:id="rId5"/>
            </p:custDataLst>
          </p:nvPr>
        </p:nvSpPr>
        <p:spPr bwMode="gray">
          <a:xfrm rot="5400000">
            <a:off x="5385610" y="5214246"/>
            <a:ext cx="1707003"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34" name="Flèche : pentagone 56 [1]" hidden="1">
            <a:extLst>
              <a:ext uri="{FF2B5EF4-FFF2-40B4-BE49-F238E27FC236}">
                <a16:creationId xmlns:a16="http://schemas.microsoft.com/office/drawing/2014/main" id="{6906C34F-ECD2-FA19-1E89-D1B2730DA0A1}"/>
              </a:ext>
            </a:extLst>
          </p:cNvPr>
          <p:cNvSpPr>
            <a:spLocks/>
          </p:cNvSpPr>
          <p:nvPr>
            <p:custDataLst>
              <p:tags r:id="rId6"/>
            </p:custDataLst>
          </p:nvPr>
        </p:nvSpPr>
        <p:spPr bwMode="gray">
          <a:xfrm rot="5400000">
            <a:off x="5388870" y="3637749"/>
            <a:ext cx="1700482"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36" name="Flèche : pentagone 46 [1]" hidden="1">
            <a:extLst>
              <a:ext uri="{FF2B5EF4-FFF2-40B4-BE49-F238E27FC236}">
                <a16:creationId xmlns:a16="http://schemas.microsoft.com/office/drawing/2014/main" id="{2DF4ACC3-2E32-C8B1-3DDA-5EE8A8B00329}"/>
              </a:ext>
            </a:extLst>
          </p:cNvPr>
          <p:cNvSpPr/>
          <p:nvPr>
            <p:custDataLst>
              <p:tags r:id="rId7"/>
            </p:custDataLst>
          </p:nvPr>
        </p:nvSpPr>
        <p:spPr bwMode="gray">
          <a:xfrm rot="5400000">
            <a:off x="5385610" y="2061251"/>
            <a:ext cx="1707003" cy="321899"/>
          </a:xfrm>
          <a:prstGeom prst="homePlate">
            <a:avLst/>
          </a:prstGeom>
          <a:solidFill>
            <a:schemeClr val="accent3"/>
          </a:solidFill>
          <a:ln w="9525">
            <a:solidFill>
              <a:schemeClr val="accent3"/>
            </a:solidFill>
            <a:miter lim="800000"/>
            <a:headEnd/>
            <a:tailEnd/>
          </a:ln>
          <a:effectLst/>
        </p:spPr>
        <p:txBody>
          <a:bodyPr wrap="none" lIns="18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38" name="Flèche : pentagone 69 [2]" hidden="1">
            <a:extLst>
              <a:ext uri="{FF2B5EF4-FFF2-40B4-BE49-F238E27FC236}">
                <a16:creationId xmlns:a16="http://schemas.microsoft.com/office/drawing/2014/main" id="{9E190232-6349-0834-E7E7-008E6558D58C}"/>
              </a:ext>
            </a:extLst>
          </p:cNvPr>
          <p:cNvSpPr>
            <a:spLocks/>
          </p:cNvSpPr>
          <p:nvPr>
            <p:custDataLst>
              <p:tags r:id="rId8"/>
            </p:custDataLst>
          </p:nvPr>
        </p:nvSpPr>
        <p:spPr bwMode="gray">
          <a:xfrm rot="5400000">
            <a:off x="5592276" y="5420445"/>
            <a:ext cx="1293669"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40" name="Flèche : pentagone 60 [2]" hidden="1">
            <a:extLst>
              <a:ext uri="{FF2B5EF4-FFF2-40B4-BE49-F238E27FC236}">
                <a16:creationId xmlns:a16="http://schemas.microsoft.com/office/drawing/2014/main" id="{33C6A788-91AA-ECD2-DA23-779490DAFBD2}"/>
              </a:ext>
            </a:extLst>
          </p:cNvPr>
          <p:cNvSpPr>
            <a:spLocks/>
          </p:cNvSpPr>
          <p:nvPr>
            <p:custDataLst>
              <p:tags r:id="rId9"/>
            </p:custDataLst>
          </p:nvPr>
        </p:nvSpPr>
        <p:spPr bwMode="gray">
          <a:xfrm rot="5400000">
            <a:off x="5592277" y="4234239"/>
            <a:ext cx="1293669"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41" name="Flèche : pentagone 58 [2]" hidden="1">
            <a:extLst>
              <a:ext uri="{FF2B5EF4-FFF2-40B4-BE49-F238E27FC236}">
                <a16:creationId xmlns:a16="http://schemas.microsoft.com/office/drawing/2014/main" id="{94BDD5FC-BDB4-C4A7-BC91-8E64926F96B7}"/>
              </a:ext>
            </a:extLst>
          </p:cNvPr>
          <p:cNvSpPr>
            <a:spLocks/>
          </p:cNvSpPr>
          <p:nvPr>
            <p:custDataLst>
              <p:tags r:id="rId10"/>
            </p:custDataLst>
          </p:nvPr>
        </p:nvSpPr>
        <p:spPr bwMode="gray">
          <a:xfrm rot="5400000">
            <a:off x="5592276" y="3046842"/>
            <a:ext cx="1293669"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48" name="Flèche : pentagone 48 [2]" hidden="1">
            <a:extLst>
              <a:ext uri="{FF2B5EF4-FFF2-40B4-BE49-F238E27FC236}">
                <a16:creationId xmlns:a16="http://schemas.microsoft.com/office/drawing/2014/main" id="{CA35E46D-ED44-E084-6194-B2E43B7450B3}"/>
              </a:ext>
            </a:extLst>
          </p:cNvPr>
          <p:cNvSpPr/>
          <p:nvPr>
            <p:custDataLst>
              <p:tags r:id="rId11"/>
            </p:custDataLst>
          </p:nvPr>
        </p:nvSpPr>
        <p:spPr bwMode="gray">
          <a:xfrm rot="5400000">
            <a:off x="5589485" y="1857844"/>
            <a:ext cx="1299253" cy="321899"/>
          </a:xfrm>
          <a:prstGeom prst="homePlate">
            <a:avLst/>
          </a:prstGeom>
          <a:solidFill>
            <a:schemeClr val="accent3"/>
          </a:solidFill>
          <a:ln w="9525">
            <a:solidFill>
              <a:schemeClr val="accent3"/>
            </a:solidFill>
            <a:miter lim="800000"/>
            <a:headEnd/>
            <a:tailEnd/>
          </a:ln>
          <a:effectLst/>
        </p:spPr>
        <p:txBody>
          <a:bodyPr wrap="none" lIns="18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51" name="Flèche : pentagone 73 [3]" hidden="1">
            <a:extLst>
              <a:ext uri="{FF2B5EF4-FFF2-40B4-BE49-F238E27FC236}">
                <a16:creationId xmlns:a16="http://schemas.microsoft.com/office/drawing/2014/main" id="{FFC45119-5A0D-5BE9-4C22-CA52733E8B4D}"/>
              </a:ext>
            </a:extLst>
          </p:cNvPr>
          <p:cNvSpPr/>
          <p:nvPr>
            <p:custDataLst>
              <p:tags r:id="rId12"/>
            </p:custDataLst>
          </p:nvPr>
        </p:nvSpPr>
        <p:spPr bwMode="gray">
          <a:xfrm rot="5400000">
            <a:off x="5710701" y="5539338"/>
            <a:ext cx="1056821"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52" name="Flèche : pentagone 74 [3]" hidden="1">
            <a:extLst>
              <a:ext uri="{FF2B5EF4-FFF2-40B4-BE49-F238E27FC236}">
                <a16:creationId xmlns:a16="http://schemas.microsoft.com/office/drawing/2014/main" id="{DA91A988-11A3-7B8D-1A93-A29C51E8642E}"/>
              </a:ext>
            </a:extLst>
          </p:cNvPr>
          <p:cNvSpPr>
            <a:spLocks/>
          </p:cNvSpPr>
          <p:nvPr>
            <p:custDataLst>
              <p:tags r:id="rId13"/>
            </p:custDataLst>
          </p:nvPr>
        </p:nvSpPr>
        <p:spPr bwMode="gray">
          <a:xfrm rot="5400000">
            <a:off x="5701939" y="4571481"/>
            <a:ext cx="1074344"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53" name="Flèche : pentagone 72 [3]" hidden="1">
            <a:extLst>
              <a:ext uri="{FF2B5EF4-FFF2-40B4-BE49-F238E27FC236}">
                <a16:creationId xmlns:a16="http://schemas.microsoft.com/office/drawing/2014/main" id="{BB7F3096-C90E-E3E6-4FCE-2DED620B9B0C}"/>
              </a:ext>
            </a:extLst>
          </p:cNvPr>
          <p:cNvSpPr>
            <a:spLocks/>
          </p:cNvSpPr>
          <p:nvPr>
            <p:custDataLst>
              <p:tags r:id="rId14"/>
            </p:custDataLst>
          </p:nvPr>
        </p:nvSpPr>
        <p:spPr bwMode="gray">
          <a:xfrm rot="5400000">
            <a:off x="5710701" y="3678901"/>
            <a:ext cx="1056821"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56" name="Flèche : pentagone 71 [3]" hidden="1">
            <a:extLst>
              <a:ext uri="{FF2B5EF4-FFF2-40B4-BE49-F238E27FC236}">
                <a16:creationId xmlns:a16="http://schemas.microsoft.com/office/drawing/2014/main" id="{680B1132-844A-73D7-232E-0B6583EEDD44}"/>
              </a:ext>
            </a:extLst>
          </p:cNvPr>
          <p:cNvSpPr>
            <a:spLocks/>
          </p:cNvSpPr>
          <p:nvPr>
            <p:custDataLst>
              <p:tags r:id="rId15"/>
            </p:custDataLst>
          </p:nvPr>
        </p:nvSpPr>
        <p:spPr bwMode="gray">
          <a:xfrm rot="5400000">
            <a:off x="5701939" y="2711044"/>
            <a:ext cx="1074344"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57" name="Pentagon 49 [3]" hidden="1">
            <a:extLst>
              <a:ext uri="{FF2B5EF4-FFF2-40B4-BE49-F238E27FC236}">
                <a16:creationId xmlns:a16="http://schemas.microsoft.com/office/drawing/2014/main" id="{14C93833-D0BD-831C-8036-7653ABBD6A5C}"/>
              </a:ext>
            </a:extLst>
          </p:cNvPr>
          <p:cNvSpPr>
            <a:spLocks/>
          </p:cNvSpPr>
          <p:nvPr>
            <p:custDataLst>
              <p:tags r:id="rId16"/>
            </p:custDataLst>
          </p:nvPr>
        </p:nvSpPr>
        <p:spPr bwMode="gray">
          <a:xfrm rot="5400000">
            <a:off x="5707440" y="1739421"/>
            <a:ext cx="1063343" cy="321899"/>
          </a:xfrm>
          <a:prstGeom prst="homePlate">
            <a:avLst/>
          </a:prstGeom>
          <a:solidFill>
            <a:schemeClr val="accent3"/>
          </a:solidFill>
          <a:ln w="9525">
            <a:solidFill>
              <a:schemeClr val="accent3"/>
            </a:solidFill>
            <a:miter lim="800000"/>
            <a:headEnd/>
            <a:tailEnd/>
          </a:ln>
          <a:effectLst/>
        </p:spPr>
        <p:txBody>
          <a:bodyPr wrap="none" lIns="18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58" name="Flèche : pentagone 79 [4]" hidden="1">
            <a:extLst>
              <a:ext uri="{FF2B5EF4-FFF2-40B4-BE49-F238E27FC236}">
                <a16:creationId xmlns:a16="http://schemas.microsoft.com/office/drawing/2014/main" id="{B08D5864-91DF-DD63-D143-3639FD7B4F4B}"/>
              </a:ext>
            </a:extLst>
          </p:cNvPr>
          <p:cNvSpPr>
            <a:spLocks/>
          </p:cNvSpPr>
          <p:nvPr>
            <p:custDataLst>
              <p:tags r:id="rId17"/>
            </p:custDataLst>
          </p:nvPr>
        </p:nvSpPr>
        <p:spPr bwMode="gray">
          <a:xfrm rot="5400000">
            <a:off x="5791753" y="5618883"/>
            <a:ext cx="894716"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59" name="Flèche : pentagone 77 [4]" hidden="1">
            <a:extLst>
              <a:ext uri="{FF2B5EF4-FFF2-40B4-BE49-F238E27FC236}">
                <a16:creationId xmlns:a16="http://schemas.microsoft.com/office/drawing/2014/main" id="{DEF5FC13-1CB9-6043-2086-7E9A7C1A187A}"/>
              </a:ext>
            </a:extLst>
          </p:cNvPr>
          <p:cNvSpPr>
            <a:spLocks/>
          </p:cNvSpPr>
          <p:nvPr>
            <p:custDataLst>
              <p:tags r:id="rId18"/>
            </p:custDataLst>
          </p:nvPr>
        </p:nvSpPr>
        <p:spPr bwMode="gray">
          <a:xfrm rot="5400000">
            <a:off x="5791753" y="4836722"/>
            <a:ext cx="894716"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60" name="Flèche : pentagone 78 [4]" hidden="1">
            <a:extLst>
              <a:ext uri="{FF2B5EF4-FFF2-40B4-BE49-F238E27FC236}">
                <a16:creationId xmlns:a16="http://schemas.microsoft.com/office/drawing/2014/main" id="{9714BE8E-1CCB-4DFD-0525-76F383A0940C}"/>
              </a:ext>
            </a:extLst>
          </p:cNvPr>
          <p:cNvSpPr>
            <a:spLocks/>
          </p:cNvSpPr>
          <p:nvPr>
            <p:custDataLst>
              <p:tags r:id="rId19"/>
            </p:custDataLst>
          </p:nvPr>
        </p:nvSpPr>
        <p:spPr bwMode="gray">
          <a:xfrm rot="5400000">
            <a:off x="5791753" y="4033298"/>
            <a:ext cx="894716"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61" name="Flèche : pentagone 76 [4]" hidden="1">
            <a:extLst>
              <a:ext uri="{FF2B5EF4-FFF2-40B4-BE49-F238E27FC236}">
                <a16:creationId xmlns:a16="http://schemas.microsoft.com/office/drawing/2014/main" id="{08E2F20C-1963-9640-1024-AB0509357578}"/>
              </a:ext>
            </a:extLst>
          </p:cNvPr>
          <p:cNvSpPr>
            <a:spLocks/>
          </p:cNvSpPr>
          <p:nvPr>
            <p:custDataLst>
              <p:tags r:id="rId20"/>
            </p:custDataLst>
          </p:nvPr>
        </p:nvSpPr>
        <p:spPr bwMode="gray">
          <a:xfrm rot="5400000">
            <a:off x="5791753" y="3236373"/>
            <a:ext cx="894716"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62" name="Flèche : pentagone 75 [4]" hidden="1">
            <a:extLst>
              <a:ext uri="{FF2B5EF4-FFF2-40B4-BE49-F238E27FC236}">
                <a16:creationId xmlns:a16="http://schemas.microsoft.com/office/drawing/2014/main" id="{41706196-0113-F9E5-286D-7AC007629BFE}"/>
              </a:ext>
            </a:extLst>
          </p:cNvPr>
          <p:cNvSpPr>
            <a:spLocks/>
          </p:cNvSpPr>
          <p:nvPr>
            <p:custDataLst>
              <p:tags r:id="rId21"/>
            </p:custDataLst>
          </p:nvPr>
        </p:nvSpPr>
        <p:spPr bwMode="gray">
          <a:xfrm rot="5400000">
            <a:off x="5791753" y="2447712"/>
            <a:ext cx="894716"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64" name="Flèche : pentagone 50 [4]" hidden="1">
            <a:extLst>
              <a:ext uri="{FF2B5EF4-FFF2-40B4-BE49-F238E27FC236}">
                <a16:creationId xmlns:a16="http://schemas.microsoft.com/office/drawing/2014/main" id="{B48B03C2-C612-48A9-4F58-6BBC29A79D10}"/>
              </a:ext>
            </a:extLst>
          </p:cNvPr>
          <p:cNvSpPr/>
          <p:nvPr>
            <p:custDataLst>
              <p:tags r:id="rId22"/>
            </p:custDataLst>
          </p:nvPr>
        </p:nvSpPr>
        <p:spPr bwMode="gray">
          <a:xfrm rot="5400000">
            <a:off x="5791285" y="1657083"/>
            <a:ext cx="895653" cy="321899"/>
          </a:xfrm>
          <a:prstGeom prst="homePlate">
            <a:avLst/>
          </a:prstGeom>
          <a:solidFill>
            <a:schemeClr val="accent3"/>
          </a:solidFill>
          <a:ln w="9525">
            <a:solidFill>
              <a:schemeClr val="accent3"/>
            </a:solidFill>
            <a:miter lim="800000"/>
            <a:headEnd/>
            <a:tailEnd/>
          </a:ln>
          <a:effectLst/>
        </p:spPr>
        <p:txBody>
          <a:bodyPr wrap="none" lIns="18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65" name="Flèche : pentagone 84 [5]" hidden="1">
            <a:extLst>
              <a:ext uri="{FF2B5EF4-FFF2-40B4-BE49-F238E27FC236}">
                <a16:creationId xmlns:a16="http://schemas.microsoft.com/office/drawing/2014/main" id="{1A0FB65A-BB31-EB01-12B1-091410BE0F8D}"/>
              </a:ext>
            </a:extLst>
          </p:cNvPr>
          <p:cNvSpPr>
            <a:spLocks/>
          </p:cNvSpPr>
          <p:nvPr>
            <p:custDataLst>
              <p:tags r:id="rId23"/>
            </p:custDataLst>
          </p:nvPr>
        </p:nvSpPr>
        <p:spPr bwMode="gray">
          <a:xfrm rot="5400000">
            <a:off x="5814828" y="5641958"/>
            <a:ext cx="848566"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66" name="Flèche : pentagone 85 [5]" hidden="1">
            <a:extLst>
              <a:ext uri="{FF2B5EF4-FFF2-40B4-BE49-F238E27FC236}">
                <a16:creationId xmlns:a16="http://schemas.microsoft.com/office/drawing/2014/main" id="{9EE20E73-15DF-3427-9AEE-32604C2CE6DF}"/>
              </a:ext>
            </a:extLst>
          </p:cNvPr>
          <p:cNvSpPr>
            <a:spLocks/>
          </p:cNvSpPr>
          <p:nvPr>
            <p:custDataLst>
              <p:tags r:id="rId24"/>
            </p:custDataLst>
          </p:nvPr>
        </p:nvSpPr>
        <p:spPr bwMode="gray">
          <a:xfrm rot="5400000">
            <a:off x="5813663" y="4969581"/>
            <a:ext cx="850896" cy="322146"/>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67" name="Flèche : pentagone 82 [5]" hidden="1">
            <a:extLst>
              <a:ext uri="{FF2B5EF4-FFF2-40B4-BE49-F238E27FC236}">
                <a16:creationId xmlns:a16="http://schemas.microsoft.com/office/drawing/2014/main" id="{274600BB-3EA7-3996-2552-6B742C31E51C}"/>
              </a:ext>
            </a:extLst>
          </p:cNvPr>
          <p:cNvSpPr>
            <a:spLocks/>
          </p:cNvSpPr>
          <p:nvPr>
            <p:custDataLst>
              <p:tags r:id="rId25"/>
            </p:custDataLst>
          </p:nvPr>
        </p:nvSpPr>
        <p:spPr bwMode="gray">
          <a:xfrm rot="5400000">
            <a:off x="5814828" y="4303472"/>
            <a:ext cx="848566"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68" name="Flèche : pentagone 83 [5]" hidden="1">
            <a:extLst>
              <a:ext uri="{FF2B5EF4-FFF2-40B4-BE49-F238E27FC236}">
                <a16:creationId xmlns:a16="http://schemas.microsoft.com/office/drawing/2014/main" id="{1A6F115F-1C0D-F454-B51A-936D0AD94E37}"/>
              </a:ext>
            </a:extLst>
          </p:cNvPr>
          <p:cNvSpPr>
            <a:spLocks/>
          </p:cNvSpPr>
          <p:nvPr>
            <p:custDataLst>
              <p:tags r:id="rId26"/>
            </p:custDataLst>
          </p:nvPr>
        </p:nvSpPr>
        <p:spPr bwMode="gray">
          <a:xfrm rot="5400000">
            <a:off x="5813663" y="3637471"/>
            <a:ext cx="850896"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69" name="Flèche : pentagone 81 [5]" hidden="1">
            <a:extLst>
              <a:ext uri="{FF2B5EF4-FFF2-40B4-BE49-F238E27FC236}">
                <a16:creationId xmlns:a16="http://schemas.microsoft.com/office/drawing/2014/main" id="{77409115-7349-D985-1031-156639A177EE}"/>
              </a:ext>
            </a:extLst>
          </p:cNvPr>
          <p:cNvSpPr>
            <a:spLocks/>
          </p:cNvSpPr>
          <p:nvPr>
            <p:custDataLst>
              <p:tags r:id="rId27"/>
            </p:custDataLst>
          </p:nvPr>
        </p:nvSpPr>
        <p:spPr bwMode="gray">
          <a:xfrm rot="5400000">
            <a:off x="5814828" y="2983633"/>
            <a:ext cx="848566" cy="321899"/>
          </a:xfrm>
          <a:prstGeom prst="homePlate">
            <a:avLst/>
          </a:prstGeom>
          <a:solidFill>
            <a:schemeClr val="accent3"/>
          </a:solidFill>
          <a:ln w="9525">
            <a:solidFill>
              <a:schemeClr val="accent3"/>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71" name="Flèche : pentagone 80 [5]" hidden="1">
            <a:extLst>
              <a:ext uri="{FF2B5EF4-FFF2-40B4-BE49-F238E27FC236}">
                <a16:creationId xmlns:a16="http://schemas.microsoft.com/office/drawing/2014/main" id="{F9B5E7AE-B043-2657-7A7F-411D3A60EF3F}"/>
              </a:ext>
            </a:extLst>
          </p:cNvPr>
          <p:cNvSpPr>
            <a:spLocks/>
          </p:cNvSpPr>
          <p:nvPr>
            <p:custDataLst>
              <p:tags r:id="rId28"/>
            </p:custDataLst>
          </p:nvPr>
        </p:nvSpPr>
        <p:spPr bwMode="gray">
          <a:xfrm rot="5400000">
            <a:off x="5813663" y="2315533"/>
            <a:ext cx="850896" cy="321899"/>
          </a:xfrm>
          <a:prstGeom prst="homePlate">
            <a:avLst/>
          </a:prstGeom>
          <a:solidFill>
            <a:schemeClr val="accent3"/>
          </a:solidFill>
          <a:ln w="9525">
            <a:solidFill>
              <a:schemeClr val="accent2"/>
            </a:solidFill>
            <a:miter lim="800000"/>
            <a:headEnd/>
            <a:tailEnd/>
          </a:ln>
          <a:effectLst/>
        </p:spPr>
        <p:txBody>
          <a:bodyPr wrap="none" lIns="36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75" name="Flèche : pentagone 51 [5]" hidden="1">
            <a:extLst>
              <a:ext uri="{FF2B5EF4-FFF2-40B4-BE49-F238E27FC236}">
                <a16:creationId xmlns:a16="http://schemas.microsoft.com/office/drawing/2014/main" id="{61917FB8-EDE3-4737-F948-562E8F44BA40}"/>
              </a:ext>
            </a:extLst>
          </p:cNvPr>
          <p:cNvSpPr/>
          <p:nvPr>
            <p:custDataLst>
              <p:tags r:id="rId29"/>
            </p:custDataLst>
          </p:nvPr>
        </p:nvSpPr>
        <p:spPr bwMode="gray">
          <a:xfrm rot="5400000">
            <a:off x="5808734" y="1639633"/>
            <a:ext cx="860753" cy="321899"/>
          </a:xfrm>
          <a:prstGeom prst="homePlate">
            <a:avLst/>
          </a:prstGeom>
          <a:solidFill>
            <a:schemeClr val="accent3"/>
          </a:solidFill>
          <a:ln w="9525">
            <a:solidFill>
              <a:schemeClr val="accent3"/>
            </a:solidFill>
            <a:miter lim="800000"/>
            <a:headEnd/>
            <a:tailEnd/>
          </a:ln>
          <a:effectLst/>
        </p:spPr>
        <p:txBody>
          <a:bodyPr wrap="none" lIns="180000" rIns="46800" rtlCol="0" anchor="ctr"/>
          <a:lstStyle/>
          <a:p>
            <a:pPr marL="0" marR="0" lvl="0" indent="0" algn="l" defTabSz="914400" rtl="0" eaLnBrk="1" fontAlgn="auto" latinLnBrk="0" hangingPunct="1">
              <a:lnSpc>
                <a:spcPct val="100000"/>
              </a:lnSpc>
              <a:spcBef>
                <a:spcPct val="40000"/>
              </a:spcBef>
              <a:spcAft>
                <a:spcPts val="0"/>
              </a:spcAft>
              <a:buClr>
                <a:srgbClr val="04F06A"/>
              </a:buClr>
              <a:buSzTx/>
              <a:buFontTx/>
              <a:buNone/>
              <a:tabLst/>
              <a:defRPr/>
            </a:pPr>
            <a:r>
              <a:rPr kumimoji="0" lang="en-GB" sz="1400" b="0" i="0" u="none" strike="noStrike" kern="1200" cap="none" spc="0" normalizeH="0" baseline="0" noProof="0">
                <a:ln>
                  <a:noFill/>
                </a:ln>
                <a:solidFill>
                  <a:srgbClr val="FFFFFF"/>
                </a:solidFill>
                <a:effectLst/>
                <a:uLnTx/>
                <a:uFillTx/>
                <a:latin typeface="Aptos"/>
                <a:ea typeface="+mn-ea"/>
                <a:cs typeface="+mn-cs"/>
              </a:rPr>
              <a:t>Title</a:t>
            </a:r>
            <a:endParaRPr kumimoji="0" lang="en-GB" sz="1800" b="0" i="0" u="none" strike="noStrike" kern="1200" cap="none" spc="0" normalizeH="0" baseline="0" noProof="0">
              <a:ln>
                <a:noFill/>
              </a:ln>
              <a:solidFill>
                <a:srgbClr val="FFFFFF"/>
              </a:solidFill>
              <a:effectLst/>
              <a:uLnTx/>
              <a:uFillTx/>
              <a:latin typeface="Aptos"/>
              <a:ea typeface="+mn-ea"/>
              <a:cs typeface="+mn-cs"/>
            </a:endParaRPr>
          </a:p>
        </p:txBody>
      </p:sp>
      <p:sp>
        <p:nvSpPr>
          <p:cNvPr id="80" name="ZoneTexte 79">
            <a:extLst>
              <a:ext uri="{FF2B5EF4-FFF2-40B4-BE49-F238E27FC236}">
                <a16:creationId xmlns:a16="http://schemas.microsoft.com/office/drawing/2014/main" id="{AACAAEE5-794D-0A9F-96A7-593390112143}"/>
              </a:ext>
            </a:extLst>
          </p:cNvPr>
          <p:cNvSpPr txBox="1">
            <a:spLocks/>
          </p:cNvSpPr>
          <p:nvPr/>
        </p:nvSpPr>
        <p:spPr>
          <a:xfrm rot="16200000">
            <a:off x="5476085" y="1841705"/>
            <a:ext cx="1190582" cy="276999"/>
          </a:xfrm>
          <a:prstGeom prst="rect">
            <a:avLst/>
          </a:prstGeom>
          <a:noFill/>
        </p:spPr>
        <p:txBody>
          <a:bodyPr wrap="square" lIns="132923" rIns="1329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ptos"/>
                <a:ea typeface="+mn-ea"/>
                <a:cs typeface="+mn-cs"/>
              </a:rPr>
              <a:t>Procédure</a:t>
            </a:r>
          </a:p>
        </p:txBody>
      </p:sp>
      <p:sp>
        <p:nvSpPr>
          <p:cNvPr id="82" name="ZoneTexte 81">
            <a:extLst>
              <a:ext uri="{FF2B5EF4-FFF2-40B4-BE49-F238E27FC236}">
                <a16:creationId xmlns:a16="http://schemas.microsoft.com/office/drawing/2014/main" id="{7251EE7A-B9CD-14A6-1F9D-7BCA935905AC}"/>
              </a:ext>
            </a:extLst>
          </p:cNvPr>
          <p:cNvSpPr txBox="1">
            <a:spLocks/>
          </p:cNvSpPr>
          <p:nvPr/>
        </p:nvSpPr>
        <p:spPr>
          <a:xfrm rot="16200000">
            <a:off x="5204944" y="3074272"/>
            <a:ext cx="1732865" cy="276999"/>
          </a:xfrm>
          <a:prstGeom prst="rect">
            <a:avLst/>
          </a:prstGeom>
          <a:noFill/>
        </p:spPr>
        <p:txBody>
          <a:bodyPr wrap="square" lIns="132923" rIns="1329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ptos"/>
                <a:ea typeface="+mn-ea"/>
                <a:cs typeface="+mn-cs"/>
              </a:rPr>
              <a:t>Processus</a:t>
            </a:r>
          </a:p>
        </p:txBody>
      </p:sp>
      <p:sp>
        <p:nvSpPr>
          <p:cNvPr id="115" name="Rectangle 114">
            <a:extLst>
              <a:ext uri="{FF2B5EF4-FFF2-40B4-BE49-F238E27FC236}">
                <a16:creationId xmlns:a16="http://schemas.microsoft.com/office/drawing/2014/main" id="{EE47132C-9D8B-337A-78DF-74A48BDEC06C}"/>
              </a:ext>
            </a:extLst>
          </p:cNvPr>
          <p:cNvSpPr/>
          <p:nvPr/>
        </p:nvSpPr>
        <p:spPr>
          <a:xfrm rot="16200000">
            <a:off x="5035619" y="2516162"/>
            <a:ext cx="2511860" cy="2234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51DC7"/>
              </a:solidFill>
              <a:effectLst/>
              <a:uLnTx/>
              <a:uFillTx/>
              <a:latin typeface="Aptos"/>
              <a:ea typeface="+mn-ea"/>
              <a:cs typeface="+mn-cs"/>
            </a:endParaRPr>
          </a:p>
        </p:txBody>
      </p:sp>
      <p:sp>
        <p:nvSpPr>
          <p:cNvPr id="116" name="ZoneTexte 115">
            <a:extLst>
              <a:ext uri="{FF2B5EF4-FFF2-40B4-BE49-F238E27FC236}">
                <a16:creationId xmlns:a16="http://schemas.microsoft.com/office/drawing/2014/main" id="{B1CB55DF-2048-EE32-F0F2-8E390ABAB475}"/>
              </a:ext>
            </a:extLst>
          </p:cNvPr>
          <p:cNvSpPr txBox="1">
            <a:spLocks/>
          </p:cNvSpPr>
          <p:nvPr/>
        </p:nvSpPr>
        <p:spPr>
          <a:xfrm rot="16200000">
            <a:off x="5084995" y="2548346"/>
            <a:ext cx="2409882" cy="276999"/>
          </a:xfrm>
          <a:prstGeom prst="rect">
            <a:avLst/>
          </a:prstGeom>
          <a:noFill/>
        </p:spPr>
        <p:txBody>
          <a:bodyPr wrap="square" lIns="132923" rIns="1329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ptos"/>
                <a:ea typeface="+mn-ea"/>
                <a:cs typeface="+mn-cs"/>
              </a:rPr>
              <a:t>de gestion de crise</a:t>
            </a:r>
          </a:p>
        </p:txBody>
      </p:sp>
      <p:sp>
        <p:nvSpPr>
          <p:cNvPr id="117" name="Triangle rectangle 116">
            <a:extLst>
              <a:ext uri="{FF2B5EF4-FFF2-40B4-BE49-F238E27FC236}">
                <a16:creationId xmlns:a16="http://schemas.microsoft.com/office/drawing/2014/main" id="{C9EAAA9E-0394-E367-E76B-975F50647E1E}"/>
              </a:ext>
            </a:extLst>
          </p:cNvPr>
          <p:cNvSpPr>
            <a:spLocks/>
          </p:cNvSpPr>
          <p:nvPr/>
        </p:nvSpPr>
        <p:spPr>
          <a:xfrm rot="5400000">
            <a:off x="6178587" y="3885054"/>
            <a:ext cx="222699" cy="220233"/>
          </a:xfrm>
          <a:prstGeom prst="rtTriangl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51DC7"/>
              </a:solidFill>
              <a:effectLst/>
              <a:uLnTx/>
              <a:uFillTx/>
              <a:latin typeface="Aptos"/>
              <a:ea typeface="+mn-ea"/>
              <a:cs typeface="+mn-cs"/>
            </a:endParaRPr>
          </a:p>
        </p:txBody>
      </p:sp>
      <p:sp>
        <p:nvSpPr>
          <p:cNvPr id="86" name="Rectangle : coins arrondis 85">
            <a:extLst>
              <a:ext uri="{FF2B5EF4-FFF2-40B4-BE49-F238E27FC236}">
                <a16:creationId xmlns:a16="http://schemas.microsoft.com/office/drawing/2014/main" id="{B10D9F89-9B48-9B16-D12B-B9CC83476357}"/>
              </a:ext>
            </a:extLst>
          </p:cNvPr>
          <p:cNvSpPr>
            <a:spLocks/>
          </p:cNvSpPr>
          <p:nvPr/>
        </p:nvSpPr>
        <p:spPr>
          <a:xfrm>
            <a:off x="423878" y="3149268"/>
            <a:ext cx="4969948" cy="349562"/>
          </a:xfrm>
          <a:prstGeom prst="roundRect">
            <a:avLst/>
          </a:prstGeom>
          <a:solidFill>
            <a:schemeClr val="accent3">
              <a:lumMod val="100000"/>
            </a:schemeClr>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000000">
                  <a:alpha val="0"/>
                </a:srgbClr>
              </a:solidFill>
              <a:effectLst/>
              <a:uLnTx/>
              <a:uFillTx/>
              <a:latin typeface="Aptos"/>
              <a:ea typeface="+mn-ea"/>
              <a:cs typeface="+mn-cs"/>
            </a:endParaRPr>
          </a:p>
        </p:txBody>
      </p:sp>
      <p:grpSp>
        <p:nvGrpSpPr>
          <p:cNvPr id="26" name="Group 10">
            <a:extLst>
              <a:ext uri="{FF2B5EF4-FFF2-40B4-BE49-F238E27FC236}">
                <a16:creationId xmlns:a16="http://schemas.microsoft.com/office/drawing/2014/main" id="{123D59E0-A55A-05D7-02D9-3BD8D3CE2ACE}"/>
              </a:ext>
            </a:extLst>
          </p:cNvPr>
          <p:cNvGrpSpPr>
            <a:grpSpLocks/>
          </p:cNvGrpSpPr>
          <p:nvPr>
            <p:custDataLst>
              <p:tags r:id="rId30"/>
            </p:custDataLst>
          </p:nvPr>
        </p:nvGrpSpPr>
        <p:grpSpPr>
          <a:xfrm>
            <a:off x="634609" y="3191960"/>
            <a:ext cx="259207" cy="264178"/>
            <a:chOff x="-1457648" y="1272155"/>
            <a:chExt cx="1619250" cy="1619250"/>
          </a:xfrm>
        </p:grpSpPr>
        <p:pic>
          <p:nvPicPr>
            <p:cNvPr id="27" name="Graphic 2 [2]" hidden="1">
              <a:extLst>
                <a:ext uri="{FF2B5EF4-FFF2-40B4-BE49-F238E27FC236}">
                  <a16:creationId xmlns:a16="http://schemas.microsoft.com/office/drawing/2014/main" id="{6776F3D1-AC7C-BDC7-D7EB-0318967E1288}"/>
                </a:ext>
              </a:extLst>
            </p:cNvPr>
            <p:cNvPicPr>
              <a:picLocks noChangeAspect="1"/>
            </p:cNvPicPr>
            <p:nvPr>
              <p:custDataLst>
                <p:tags r:id="rId31"/>
              </p:custDataLst>
            </p:nvPr>
          </p:nvPicPr>
          <p:blipFill>
            <a:blip r:embed="rId59">
              <a:extLst>
                <a:ext uri="{96DAC541-7B7A-43D3-8B79-37D633B846F1}">
                  <asvg:svgBlip xmlns:asvg="http://schemas.microsoft.com/office/drawing/2016/SVG/main" r:embed="rId60"/>
                </a:ext>
              </a:extLst>
            </a:blip>
            <a:stretch>
              <a:fillRect/>
            </a:stretch>
          </p:blipFill>
          <p:spPr>
            <a:xfrm>
              <a:off x="-1457648" y="1272155"/>
              <a:ext cx="1619250" cy="1619250"/>
            </a:xfrm>
            <a:prstGeom prst="rect">
              <a:avLst/>
            </a:prstGeom>
          </p:spPr>
        </p:pic>
        <p:pic>
          <p:nvPicPr>
            <p:cNvPr id="28" name="Graphic 4 [1]">
              <a:extLst>
                <a:ext uri="{FF2B5EF4-FFF2-40B4-BE49-F238E27FC236}">
                  <a16:creationId xmlns:a16="http://schemas.microsoft.com/office/drawing/2014/main" id="{30E79145-169F-F4AF-F20F-1EEE106DD9FC}"/>
                </a:ext>
              </a:extLst>
            </p:cNvPr>
            <p:cNvPicPr>
              <a:picLocks noChangeAspect="1"/>
            </p:cNvPicPr>
            <p:nvPr>
              <p:custDataLst>
                <p:tags r:id="rId32"/>
              </p:custDataLst>
            </p:nvPr>
          </p:nvPicPr>
          <p:blipFill>
            <a:blip r:embed="rId61">
              <a:extLst>
                <a:ext uri="{96DAC541-7B7A-43D3-8B79-37D633B846F1}">
                  <asvg:svgBlip xmlns:asvg="http://schemas.microsoft.com/office/drawing/2016/SVG/main" r:embed="rId62"/>
                </a:ext>
              </a:extLst>
            </a:blip>
            <a:stretch>
              <a:fillRect/>
            </a:stretch>
          </p:blipFill>
          <p:spPr>
            <a:xfrm>
              <a:off x="-1457648" y="1272155"/>
              <a:ext cx="1619250" cy="1619250"/>
            </a:xfrm>
            <a:prstGeom prst="rect">
              <a:avLst/>
            </a:prstGeom>
          </p:spPr>
        </p:pic>
        <p:pic>
          <p:nvPicPr>
            <p:cNvPr id="29" name="Graphic 7 [0]" hidden="1">
              <a:extLst>
                <a:ext uri="{FF2B5EF4-FFF2-40B4-BE49-F238E27FC236}">
                  <a16:creationId xmlns:a16="http://schemas.microsoft.com/office/drawing/2014/main" id="{F57F87C3-0897-D65D-D180-228B434F49AD}"/>
                </a:ext>
              </a:extLst>
            </p:cNvPr>
            <p:cNvPicPr>
              <a:picLocks noChangeAspect="1"/>
            </p:cNvPicPr>
            <p:nvPr>
              <p:custDataLst>
                <p:tags r:id="rId33"/>
              </p:custDataLst>
            </p:nvPr>
          </p:nvPicPr>
          <p:blipFill>
            <a:blip r:embed="rId63">
              <a:extLst>
                <a:ext uri="{96DAC541-7B7A-43D3-8B79-37D633B846F1}">
                  <asvg:svgBlip xmlns:asvg="http://schemas.microsoft.com/office/drawing/2016/SVG/main" r:embed="rId64"/>
                </a:ext>
              </a:extLst>
            </a:blip>
            <a:stretch>
              <a:fillRect/>
            </a:stretch>
          </p:blipFill>
          <p:spPr>
            <a:xfrm>
              <a:off x="-1457648" y="1272155"/>
              <a:ext cx="1619250" cy="1619250"/>
            </a:xfrm>
            <a:prstGeom prst="rect">
              <a:avLst/>
            </a:prstGeom>
          </p:spPr>
        </p:pic>
        <p:pic>
          <p:nvPicPr>
            <p:cNvPr id="35" name="Graphic 9 [3]" hidden="1">
              <a:extLst>
                <a:ext uri="{FF2B5EF4-FFF2-40B4-BE49-F238E27FC236}">
                  <a16:creationId xmlns:a16="http://schemas.microsoft.com/office/drawing/2014/main" id="{0DF05A32-7C8E-FE56-86FA-D47AE6719866}"/>
                </a:ext>
              </a:extLst>
            </p:cNvPr>
            <p:cNvPicPr>
              <a:picLocks noChangeAspect="1"/>
            </p:cNvPicPr>
            <p:nvPr>
              <p:custDataLst>
                <p:tags r:id="rId34"/>
              </p:custDataLst>
            </p:nvPr>
          </p:nvPicPr>
          <p:blipFill>
            <a:blip r:embed="rId65">
              <a:extLst>
                <a:ext uri="{96DAC541-7B7A-43D3-8B79-37D633B846F1}">
                  <asvg:svgBlip xmlns:asvg="http://schemas.microsoft.com/office/drawing/2016/SVG/main" r:embed="rId66"/>
                </a:ext>
              </a:extLst>
            </a:blip>
            <a:stretch>
              <a:fillRect/>
            </a:stretch>
          </p:blipFill>
          <p:spPr>
            <a:xfrm>
              <a:off x="-1457648" y="1272155"/>
              <a:ext cx="1619250" cy="1619250"/>
            </a:xfrm>
            <a:prstGeom prst="rect">
              <a:avLst/>
            </a:prstGeom>
          </p:spPr>
        </p:pic>
      </p:grpSp>
      <p:sp>
        <p:nvSpPr>
          <p:cNvPr id="87" name="ZoneTexte 86">
            <a:extLst>
              <a:ext uri="{FF2B5EF4-FFF2-40B4-BE49-F238E27FC236}">
                <a16:creationId xmlns:a16="http://schemas.microsoft.com/office/drawing/2014/main" id="{1DA89FB0-7F5C-3356-B53C-E2912A45E3B8}"/>
              </a:ext>
            </a:extLst>
          </p:cNvPr>
          <p:cNvSpPr txBox="1">
            <a:spLocks/>
          </p:cNvSpPr>
          <p:nvPr/>
        </p:nvSpPr>
        <p:spPr>
          <a:xfrm>
            <a:off x="799317" y="3193244"/>
            <a:ext cx="3994354" cy="261610"/>
          </a:xfrm>
          <a:prstGeom prst="rect">
            <a:avLst/>
          </a:prstGeom>
          <a:noFill/>
        </p:spPr>
        <p:txBody>
          <a:bodyPr wrap="square" lIns="132923" rIns="1329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FFFFFF">
                    <a:lumMod val="100000"/>
                  </a:srgbClr>
                </a:solidFill>
                <a:effectLst/>
                <a:uLnTx/>
                <a:uFillTx/>
                <a:latin typeface="Aptos"/>
                <a:ea typeface="+mn-ea"/>
                <a:cs typeface="+mn-cs"/>
              </a:rPr>
              <a:t>PCA et PRA</a:t>
            </a:r>
          </a:p>
        </p:txBody>
      </p:sp>
      <p:sp>
        <p:nvSpPr>
          <p:cNvPr id="89" name="Flèche : pentagone 88">
            <a:extLst>
              <a:ext uri="{FF2B5EF4-FFF2-40B4-BE49-F238E27FC236}">
                <a16:creationId xmlns:a16="http://schemas.microsoft.com/office/drawing/2014/main" id="{79B372CE-187A-4A07-20EF-68596BFFFF65}"/>
              </a:ext>
            </a:extLst>
          </p:cNvPr>
          <p:cNvSpPr>
            <a:spLocks/>
          </p:cNvSpPr>
          <p:nvPr/>
        </p:nvSpPr>
        <p:spPr>
          <a:xfrm rot="5400000">
            <a:off x="-730840" y="4303378"/>
            <a:ext cx="2519981" cy="211761"/>
          </a:xfrm>
          <a:prstGeom prst="homePlat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51DC7"/>
              </a:solidFill>
              <a:effectLst/>
              <a:uLnTx/>
              <a:uFillTx/>
              <a:latin typeface="Aptos"/>
              <a:ea typeface="+mn-ea"/>
              <a:cs typeface="+mn-cs"/>
            </a:endParaRPr>
          </a:p>
        </p:txBody>
      </p:sp>
      <p:sp>
        <p:nvSpPr>
          <p:cNvPr id="90" name="Rectangle 89">
            <a:extLst>
              <a:ext uri="{FF2B5EF4-FFF2-40B4-BE49-F238E27FC236}">
                <a16:creationId xmlns:a16="http://schemas.microsoft.com/office/drawing/2014/main" id="{7F1DC9CA-B44E-29E7-3383-CA9BAFCC7C09}"/>
              </a:ext>
            </a:extLst>
          </p:cNvPr>
          <p:cNvSpPr>
            <a:spLocks/>
          </p:cNvSpPr>
          <p:nvPr/>
        </p:nvSpPr>
        <p:spPr>
          <a:xfrm>
            <a:off x="6644213" y="5391756"/>
            <a:ext cx="5213173" cy="127727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451DC7"/>
              </a:solidFill>
              <a:effectLst/>
              <a:uLnTx/>
              <a:uFillTx/>
              <a:latin typeface="Aptos"/>
              <a:ea typeface="+mn-ea"/>
              <a:cs typeface="+mn-cs"/>
            </a:endParaRPr>
          </a:p>
        </p:txBody>
      </p:sp>
      <p:grpSp>
        <p:nvGrpSpPr>
          <p:cNvPr id="91" name="Groupe 90">
            <a:extLst>
              <a:ext uri="{FF2B5EF4-FFF2-40B4-BE49-F238E27FC236}">
                <a16:creationId xmlns:a16="http://schemas.microsoft.com/office/drawing/2014/main" id="{6CB92599-8706-22DA-FF71-DACF436B7CCC}"/>
              </a:ext>
            </a:extLst>
          </p:cNvPr>
          <p:cNvGrpSpPr>
            <a:grpSpLocks/>
          </p:cNvGrpSpPr>
          <p:nvPr/>
        </p:nvGrpSpPr>
        <p:grpSpPr>
          <a:xfrm>
            <a:off x="6459553" y="5898304"/>
            <a:ext cx="259207" cy="264178"/>
            <a:chOff x="1017676" y="8486652"/>
            <a:chExt cx="210606" cy="214645"/>
          </a:xfrm>
          <a:solidFill>
            <a:srgbClr val="546B8C"/>
          </a:solidFill>
        </p:grpSpPr>
        <p:sp>
          <p:nvSpPr>
            <p:cNvPr id="92" name="Ellipse 139">
              <a:extLst>
                <a:ext uri="{FF2B5EF4-FFF2-40B4-BE49-F238E27FC236}">
                  <a16:creationId xmlns:a16="http://schemas.microsoft.com/office/drawing/2014/main" id="{492184F2-A369-91AD-FD8D-4BFF7FE2BC9D}"/>
                </a:ext>
              </a:extLst>
            </p:cNvPr>
            <p:cNvSpPr>
              <a:spLocks/>
            </p:cNvSpPr>
            <p:nvPr/>
          </p:nvSpPr>
          <p:spPr>
            <a:xfrm>
              <a:off x="1017676" y="8486652"/>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93" name="Connecteur droit 92">
              <a:extLst>
                <a:ext uri="{FF2B5EF4-FFF2-40B4-BE49-F238E27FC236}">
                  <a16:creationId xmlns:a16="http://schemas.microsoft.com/office/drawing/2014/main" id="{92FCDFA2-F09A-C9B3-615B-ACFECC32DD74}"/>
                </a:ext>
              </a:extLst>
            </p:cNvPr>
            <p:cNvCxnSpPr>
              <a:stCxn id="92" idx="7"/>
              <a:endCxn id="92" idx="3"/>
            </p:cNvCxnSpPr>
            <p:nvPr/>
          </p:nvCxnSpPr>
          <p:spPr>
            <a:xfrm flipH="1">
              <a:off x="1048519" y="8518086"/>
              <a:ext cx="148920"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94" name="ZoneTexte 93">
            <a:extLst>
              <a:ext uri="{FF2B5EF4-FFF2-40B4-BE49-F238E27FC236}">
                <a16:creationId xmlns:a16="http://schemas.microsoft.com/office/drawing/2014/main" id="{C28F76DA-716A-E6D8-4181-BFA5B65EE35E}"/>
              </a:ext>
            </a:extLst>
          </p:cNvPr>
          <p:cNvSpPr txBox="1">
            <a:spLocks/>
          </p:cNvSpPr>
          <p:nvPr/>
        </p:nvSpPr>
        <p:spPr>
          <a:xfrm rot="16200000">
            <a:off x="5904223" y="2520065"/>
            <a:ext cx="334306" cy="276999"/>
          </a:xfrm>
          <a:prstGeom prst="rect">
            <a:avLst/>
          </a:prstGeom>
          <a:noFill/>
        </p:spPr>
        <p:txBody>
          <a:bodyPr wrap="square" lIns="108000" rIns="108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Aptos"/>
                <a:ea typeface="+mn-ea"/>
                <a:cs typeface="+mn-cs"/>
              </a:rPr>
              <a:t>&amp;</a:t>
            </a:r>
            <a:endParaRPr kumimoji="0" lang="en-US" sz="1200" b="1" i="0" u="none" strike="noStrike" kern="1200" cap="none" spc="0" normalizeH="0" baseline="0" noProof="0">
              <a:ln>
                <a:noFill/>
              </a:ln>
              <a:solidFill>
                <a:srgbClr val="FFFFFF"/>
              </a:solidFill>
              <a:effectLst/>
              <a:uLnTx/>
              <a:uFillTx/>
              <a:latin typeface="Aptos"/>
              <a:ea typeface="+mn-ea"/>
              <a:cs typeface="+mn-cs"/>
            </a:endParaRPr>
          </a:p>
        </p:txBody>
      </p:sp>
      <p:sp>
        <p:nvSpPr>
          <p:cNvPr id="95" name="Rectangle : coins arrondis 94">
            <a:extLst>
              <a:ext uri="{FF2B5EF4-FFF2-40B4-BE49-F238E27FC236}">
                <a16:creationId xmlns:a16="http://schemas.microsoft.com/office/drawing/2014/main" id="{14CD666F-8C11-AC92-1DD7-2BC6105FAA46}"/>
              </a:ext>
            </a:extLst>
          </p:cNvPr>
          <p:cNvSpPr>
            <a:spLocks/>
          </p:cNvSpPr>
          <p:nvPr/>
        </p:nvSpPr>
        <p:spPr>
          <a:xfrm>
            <a:off x="6459553" y="4118385"/>
            <a:ext cx="5386666" cy="349562"/>
          </a:xfrm>
          <a:prstGeom prst="roundRect">
            <a:avLst/>
          </a:prstGeom>
          <a:solidFill>
            <a:schemeClr val="bg2">
              <a:lumMod val="100000"/>
            </a:schemeClr>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250F6B">
                  <a:lumMod val="100000"/>
                </a:srgbClr>
              </a:solidFill>
              <a:effectLst/>
              <a:uLnTx/>
              <a:uFillTx/>
              <a:latin typeface="Aptos"/>
              <a:ea typeface="+mn-ea"/>
              <a:cs typeface="+mn-cs"/>
            </a:endParaRPr>
          </a:p>
        </p:txBody>
      </p:sp>
      <p:sp>
        <p:nvSpPr>
          <p:cNvPr id="96" name="ZoneTexte 95">
            <a:extLst>
              <a:ext uri="{FF2B5EF4-FFF2-40B4-BE49-F238E27FC236}">
                <a16:creationId xmlns:a16="http://schemas.microsoft.com/office/drawing/2014/main" id="{3F6CA306-14F6-95A7-6B8A-71DDA40AB4B3}"/>
              </a:ext>
            </a:extLst>
          </p:cNvPr>
          <p:cNvSpPr txBox="1">
            <a:spLocks/>
          </p:cNvSpPr>
          <p:nvPr/>
        </p:nvSpPr>
        <p:spPr>
          <a:xfrm>
            <a:off x="7155709" y="4162361"/>
            <a:ext cx="3994354" cy="261610"/>
          </a:xfrm>
          <a:prstGeom prst="rect">
            <a:avLst/>
          </a:prstGeom>
          <a:noFill/>
        </p:spPr>
        <p:txBody>
          <a:bodyPr wrap="square" lIns="132923" rIns="1329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FFFFFF"/>
                </a:solidFill>
                <a:effectLst/>
                <a:uLnTx/>
                <a:uFillTx/>
                <a:latin typeface="Aptos"/>
                <a:ea typeface="+mn-ea"/>
                <a:cs typeface="+mn-cs"/>
              </a:rPr>
              <a:t>De l’entraînement …</a:t>
            </a:r>
          </a:p>
        </p:txBody>
      </p:sp>
      <p:sp>
        <p:nvSpPr>
          <p:cNvPr id="97" name="Rectangle : coins arrondis 96">
            <a:extLst>
              <a:ext uri="{FF2B5EF4-FFF2-40B4-BE49-F238E27FC236}">
                <a16:creationId xmlns:a16="http://schemas.microsoft.com/office/drawing/2014/main" id="{68487FB0-FFC4-DB8E-2D6B-22E09EE577C3}"/>
              </a:ext>
            </a:extLst>
          </p:cNvPr>
          <p:cNvSpPr>
            <a:spLocks/>
          </p:cNvSpPr>
          <p:nvPr/>
        </p:nvSpPr>
        <p:spPr>
          <a:xfrm>
            <a:off x="6459553" y="4986947"/>
            <a:ext cx="5386666" cy="349562"/>
          </a:xfrm>
          <a:prstGeom prst="roundRect">
            <a:avLst/>
          </a:prstGeom>
          <a:solidFill>
            <a:schemeClr val="bg2">
              <a:lumMod val="100000"/>
            </a:schemeClr>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250F6B">
                  <a:lumMod val="100000"/>
                </a:srgbClr>
              </a:solidFill>
              <a:effectLst/>
              <a:uLnTx/>
              <a:uFillTx/>
              <a:latin typeface="Aptos"/>
              <a:ea typeface="+mn-ea"/>
              <a:cs typeface="+mn-cs"/>
            </a:endParaRPr>
          </a:p>
        </p:txBody>
      </p:sp>
      <p:sp>
        <p:nvSpPr>
          <p:cNvPr id="98" name="ZoneTexte 97">
            <a:extLst>
              <a:ext uri="{FF2B5EF4-FFF2-40B4-BE49-F238E27FC236}">
                <a16:creationId xmlns:a16="http://schemas.microsoft.com/office/drawing/2014/main" id="{1A16A2D0-9B50-7896-49B0-D9D22053E063}"/>
              </a:ext>
            </a:extLst>
          </p:cNvPr>
          <p:cNvSpPr txBox="1">
            <a:spLocks/>
          </p:cNvSpPr>
          <p:nvPr/>
        </p:nvSpPr>
        <p:spPr>
          <a:xfrm>
            <a:off x="7155709" y="5030923"/>
            <a:ext cx="3994354" cy="261610"/>
          </a:xfrm>
          <a:prstGeom prst="rect">
            <a:avLst/>
          </a:prstGeom>
          <a:noFill/>
        </p:spPr>
        <p:txBody>
          <a:bodyPr wrap="square" lIns="132923" rIns="132923"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1200" cap="none" spc="0" normalizeH="0" baseline="0" noProof="0">
                <a:ln>
                  <a:noFill/>
                </a:ln>
                <a:solidFill>
                  <a:srgbClr val="FFFFFF"/>
                </a:solidFill>
                <a:effectLst/>
                <a:uLnTx/>
                <a:uFillTx/>
                <a:latin typeface="Aptos"/>
                <a:ea typeface="+mn-ea"/>
                <a:cs typeface="+mn-cs"/>
              </a:rPr>
              <a:t> … à la stratégie d’entraînement</a:t>
            </a:r>
          </a:p>
        </p:txBody>
      </p:sp>
      <p:sp>
        <p:nvSpPr>
          <p:cNvPr id="99" name="Flèche : pentagone 98">
            <a:extLst>
              <a:ext uri="{FF2B5EF4-FFF2-40B4-BE49-F238E27FC236}">
                <a16:creationId xmlns:a16="http://schemas.microsoft.com/office/drawing/2014/main" id="{A621D269-B97A-1595-104D-0886F082447F}"/>
              </a:ext>
            </a:extLst>
          </p:cNvPr>
          <p:cNvSpPr>
            <a:spLocks/>
          </p:cNvSpPr>
          <p:nvPr/>
        </p:nvSpPr>
        <p:spPr>
          <a:xfrm rot="5400000">
            <a:off x="5729308" y="4624631"/>
            <a:ext cx="896942" cy="260994"/>
          </a:xfrm>
          <a:prstGeom prst="homePlate">
            <a:avLst/>
          </a:prstGeom>
          <a:solidFill>
            <a:schemeClr val="bg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51DC7"/>
              </a:solidFill>
              <a:effectLst/>
              <a:uLnTx/>
              <a:uFillTx/>
              <a:latin typeface="Aptos"/>
              <a:ea typeface="+mn-ea"/>
              <a:cs typeface="+mn-cs"/>
            </a:endParaRPr>
          </a:p>
        </p:txBody>
      </p:sp>
      <p:sp>
        <p:nvSpPr>
          <p:cNvPr id="100" name="Flèche : chevron 99">
            <a:extLst>
              <a:ext uri="{FF2B5EF4-FFF2-40B4-BE49-F238E27FC236}">
                <a16:creationId xmlns:a16="http://schemas.microsoft.com/office/drawing/2014/main" id="{650E651C-9B14-A30E-4865-4EC14D7B6772}"/>
              </a:ext>
            </a:extLst>
          </p:cNvPr>
          <p:cNvSpPr>
            <a:spLocks/>
          </p:cNvSpPr>
          <p:nvPr/>
        </p:nvSpPr>
        <p:spPr>
          <a:xfrm rot="5400000">
            <a:off x="5889779" y="5320287"/>
            <a:ext cx="576000" cy="265808"/>
          </a:xfrm>
          <a:prstGeom prst="chevron">
            <a:avLst/>
          </a:prstGeom>
          <a:solidFill>
            <a:schemeClr val="bg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51DC7"/>
              </a:solidFill>
              <a:effectLst/>
              <a:uLnTx/>
              <a:uFillTx/>
              <a:latin typeface="Aptos"/>
              <a:ea typeface="+mn-ea"/>
              <a:cs typeface="+mn-cs"/>
            </a:endParaRPr>
          </a:p>
        </p:txBody>
      </p:sp>
      <p:sp>
        <p:nvSpPr>
          <p:cNvPr id="101" name="Flèche : chevron 100">
            <a:extLst>
              <a:ext uri="{FF2B5EF4-FFF2-40B4-BE49-F238E27FC236}">
                <a16:creationId xmlns:a16="http://schemas.microsoft.com/office/drawing/2014/main" id="{8AF2A534-BBBA-7D53-C47C-D77047A9959A}"/>
              </a:ext>
            </a:extLst>
          </p:cNvPr>
          <p:cNvSpPr>
            <a:spLocks/>
          </p:cNvSpPr>
          <p:nvPr/>
        </p:nvSpPr>
        <p:spPr>
          <a:xfrm rot="5400000">
            <a:off x="5943779" y="5803879"/>
            <a:ext cx="468000" cy="265808"/>
          </a:xfrm>
          <a:prstGeom prst="chevron">
            <a:avLst/>
          </a:prstGeom>
          <a:solidFill>
            <a:schemeClr val="bg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51DC7"/>
              </a:solidFill>
              <a:effectLst/>
              <a:uLnTx/>
              <a:uFillTx/>
              <a:latin typeface="Aptos"/>
              <a:ea typeface="+mn-ea"/>
              <a:cs typeface="+mn-cs"/>
            </a:endParaRPr>
          </a:p>
        </p:txBody>
      </p:sp>
      <p:sp>
        <p:nvSpPr>
          <p:cNvPr id="102" name="Flèche : chevron 101">
            <a:extLst>
              <a:ext uri="{FF2B5EF4-FFF2-40B4-BE49-F238E27FC236}">
                <a16:creationId xmlns:a16="http://schemas.microsoft.com/office/drawing/2014/main" id="{FD4FB6C9-43B8-6A41-4847-A718DD096E98}"/>
              </a:ext>
            </a:extLst>
          </p:cNvPr>
          <p:cNvSpPr>
            <a:spLocks/>
          </p:cNvSpPr>
          <p:nvPr/>
        </p:nvSpPr>
        <p:spPr>
          <a:xfrm rot="5400000">
            <a:off x="5997779" y="6179471"/>
            <a:ext cx="360000" cy="265808"/>
          </a:xfrm>
          <a:prstGeom prst="chevron">
            <a:avLst/>
          </a:prstGeom>
          <a:solidFill>
            <a:schemeClr val="bg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51DC7"/>
              </a:solidFill>
              <a:effectLst/>
              <a:uLnTx/>
              <a:uFillTx/>
              <a:latin typeface="Aptos"/>
              <a:ea typeface="+mn-ea"/>
              <a:cs typeface="+mn-cs"/>
            </a:endParaRPr>
          </a:p>
        </p:txBody>
      </p:sp>
      <p:sp>
        <p:nvSpPr>
          <p:cNvPr id="103" name="Flèche : chevron 102">
            <a:extLst>
              <a:ext uri="{FF2B5EF4-FFF2-40B4-BE49-F238E27FC236}">
                <a16:creationId xmlns:a16="http://schemas.microsoft.com/office/drawing/2014/main" id="{26F89B6A-537A-BC77-8B68-A41CF4ACC0ED}"/>
              </a:ext>
            </a:extLst>
          </p:cNvPr>
          <p:cNvSpPr>
            <a:spLocks/>
          </p:cNvSpPr>
          <p:nvPr/>
        </p:nvSpPr>
        <p:spPr>
          <a:xfrm rot="5400000">
            <a:off x="6051779" y="6447063"/>
            <a:ext cx="252000" cy="265808"/>
          </a:xfrm>
          <a:prstGeom prst="chevron">
            <a:avLst/>
          </a:prstGeom>
          <a:solidFill>
            <a:schemeClr val="bg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51DC7"/>
              </a:solidFill>
              <a:effectLst/>
              <a:uLnTx/>
              <a:uFillTx/>
              <a:latin typeface="Aptos"/>
              <a:ea typeface="+mn-ea"/>
              <a:cs typeface="+mn-cs"/>
            </a:endParaRPr>
          </a:p>
        </p:txBody>
      </p:sp>
      <p:sp>
        <p:nvSpPr>
          <p:cNvPr id="88" name="Flèche : pentagone 87">
            <a:extLst>
              <a:ext uri="{FF2B5EF4-FFF2-40B4-BE49-F238E27FC236}">
                <a16:creationId xmlns:a16="http://schemas.microsoft.com/office/drawing/2014/main" id="{EF26A42C-4B6F-86AC-2116-7FE0EC95D2FE}"/>
              </a:ext>
            </a:extLst>
          </p:cNvPr>
          <p:cNvSpPr>
            <a:spLocks/>
          </p:cNvSpPr>
          <p:nvPr/>
        </p:nvSpPr>
        <p:spPr>
          <a:xfrm rot="5400000">
            <a:off x="-274381" y="2355097"/>
            <a:ext cx="1607061" cy="210545"/>
          </a:xfrm>
          <a:prstGeom prst="homePlat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51DC7"/>
              </a:solidFill>
              <a:effectLst/>
              <a:uLnTx/>
              <a:uFillTx/>
              <a:latin typeface="Aptos"/>
              <a:ea typeface="+mn-ea"/>
              <a:cs typeface="+mn-cs"/>
            </a:endParaRPr>
          </a:p>
        </p:txBody>
      </p:sp>
      <p:grpSp>
        <p:nvGrpSpPr>
          <p:cNvPr id="3" name="Groupe 2">
            <a:extLst>
              <a:ext uri="{FF2B5EF4-FFF2-40B4-BE49-F238E27FC236}">
                <a16:creationId xmlns:a16="http://schemas.microsoft.com/office/drawing/2014/main" id="{8EAC2A0A-25E6-29E1-8410-57EEC03AC600}"/>
              </a:ext>
            </a:extLst>
          </p:cNvPr>
          <p:cNvGrpSpPr/>
          <p:nvPr/>
        </p:nvGrpSpPr>
        <p:grpSpPr>
          <a:xfrm>
            <a:off x="8968517" y="185504"/>
            <a:ext cx="2372228" cy="453642"/>
            <a:chOff x="8968517" y="185504"/>
            <a:chExt cx="2372228" cy="453642"/>
          </a:xfrm>
        </p:grpSpPr>
        <p:grpSp>
          <p:nvGrpSpPr>
            <p:cNvPr id="11" name="Groupe 10">
              <a:extLst>
                <a:ext uri="{FF2B5EF4-FFF2-40B4-BE49-F238E27FC236}">
                  <a16:creationId xmlns:a16="http://schemas.microsoft.com/office/drawing/2014/main" id="{D03B204E-48D4-6808-C9FE-CABAB0082D69}"/>
                </a:ext>
              </a:extLst>
            </p:cNvPr>
            <p:cNvGrpSpPr>
              <a:grpSpLocks/>
            </p:cNvGrpSpPr>
            <p:nvPr/>
          </p:nvGrpSpPr>
          <p:grpSpPr>
            <a:xfrm>
              <a:off x="9050180" y="280235"/>
              <a:ext cx="259207" cy="264179"/>
              <a:chOff x="177275" y="6410013"/>
              <a:chExt cx="210606" cy="214645"/>
            </a:xfrm>
            <a:solidFill>
              <a:srgbClr val="546B8C"/>
            </a:solidFill>
          </p:grpSpPr>
          <p:sp>
            <p:nvSpPr>
              <p:cNvPr id="24" name="Ellipse 139">
                <a:extLst>
                  <a:ext uri="{FF2B5EF4-FFF2-40B4-BE49-F238E27FC236}">
                    <a16:creationId xmlns:a16="http://schemas.microsoft.com/office/drawing/2014/main" id="{5DCD8C8B-7553-742F-C777-1957BE6615D7}"/>
                  </a:ext>
                </a:extLst>
              </p:cNvPr>
              <p:cNvSpPr>
                <a:spLocks/>
              </p:cNvSpPr>
              <p:nvPr/>
            </p:nvSpPr>
            <p:spPr>
              <a:xfrm>
                <a:off x="177275" y="6410013"/>
                <a:ext cx="210606" cy="214645"/>
              </a:xfrm>
              <a:prstGeom prst="ellipse">
                <a:avLst/>
              </a:prstGeom>
              <a:solidFill>
                <a:srgbClr val="B2BCCB"/>
              </a:solidFill>
              <a:ln w="12700" cap="flat" cmpd="sng" algn="ctr">
                <a:solidFill>
                  <a:srgbClr val="DCACB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8" b="0" i="0" u="none" strike="noStrike" kern="1200" cap="none" spc="0" normalizeH="0" baseline="0" noProof="0">
                    <a:ln>
                      <a:noFill/>
                    </a:ln>
                    <a:solidFill>
                      <a:srgbClr val="FFFFFF">
                        <a:lumMod val="100000"/>
                      </a:srgbClr>
                    </a:solidFill>
                    <a:effectLst/>
                    <a:uLnTx/>
                    <a:uFillTx/>
                    <a:latin typeface="Aptos"/>
                    <a:ea typeface="+mn-ea"/>
                    <a:cs typeface="+mn-cs"/>
                  </a:rPr>
                  <a:t>EI</a:t>
                </a:r>
              </a:p>
            </p:txBody>
          </p:sp>
          <p:cxnSp>
            <p:nvCxnSpPr>
              <p:cNvPr id="30" name="Connecteur droit 29">
                <a:extLst>
                  <a:ext uri="{FF2B5EF4-FFF2-40B4-BE49-F238E27FC236}">
                    <a16:creationId xmlns:a16="http://schemas.microsoft.com/office/drawing/2014/main" id="{805B0D90-D4A3-21F3-AE35-D1CBE654F686}"/>
                  </a:ext>
                </a:extLst>
              </p:cNvPr>
              <p:cNvCxnSpPr>
                <a:stCxn id="24" idx="7"/>
                <a:endCxn id="24" idx="3"/>
              </p:cNvCxnSpPr>
              <p:nvPr/>
            </p:nvCxnSpPr>
            <p:spPr>
              <a:xfrm flipH="1">
                <a:off x="208118" y="6441447"/>
                <a:ext cx="148921" cy="151777"/>
              </a:xfrm>
              <a:prstGeom prst="line">
                <a:avLst/>
              </a:prstGeom>
              <a:grpFill/>
              <a:ln w="19050" cap="flat" cmpd="sng" algn="ctr">
                <a:solidFill>
                  <a:srgbClr val="546B8C"/>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2" name="TextBox 302">
              <a:extLst>
                <a:ext uri="{FF2B5EF4-FFF2-40B4-BE49-F238E27FC236}">
                  <a16:creationId xmlns:a16="http://schemas.microsoft.com/office/drawing/2014/main" id="{3B45031B-2A4D-AF13-4F84-CDEE47D6F56D}"/>
                </a:ext>
              </a:extLst>
            </p:cNvPr>
            <p:cNvSpPr txBox="1">
              <a:spLocks/>
            </p:cNvSpPr>
            <p:nvPr/>
          </p:nvSpPr>
          <p:spPr>
            <a:xfrm>
              <a:off x="9203296" y="279714"/>
              <a:ext cx="2137449" cy="265221"/>
            </a:xfrm>
            <a:prstGeom prst="rect">
              <a:avLst/>
            </a:prstGeom>
            <a:noFill/>
          </p:spPr>
          <p:txBody>
            <a:bodyPr wrap="square" lIns="132923" tIns="56271" rIns="132923" bIns="56271"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85" b="0" i="0" u="none" strike="noStrike" kern="1200" cap="none" spc="0" normalizeH="0" baseline="0" noProof="0">
                  <a:ln>
                    <a:noFill/>
                  </a:ln>
                  <a:solidFill>
                    <a:srgbClr val="451DC7">
                      <a:lumMod val="100000"/>
                    </a:srgbClr>
                  </a:solidFill>
                  <a:effectLst/>
                  <a:uLnTx/>
                  <a:uFillTx/>
                  <a:latin typeface="Aptos"/>
                  <a:ea typeface="+mn-ea"/>
                  <a:cs typeface="+mn-cs"/>
                </a:rPr>
                <a:t>Objectif ne s’appliquant qu’aux EE</a:t>
              </a:r>
              <a:endParaRPr kumimoji="0" lang="fr-FR" sz="985" b="0" i="0" u="none" strike="noStrike" kern="1200" cap="none" spc="0" normalizeH="0" baseline="0" noProof="0">
                <a:ln>
                  <a:noFill/>
                </a:ln>
                <a:solidFill>
                  <a:srgbClr val="451DC7">
                    <a:lumMod val="100000"/>
                  </a:srgbClr>
                </a:solidFill>
                <a:effectLst/>
                <a:uLnTx/>
                <a:uFillTx/>
                <a:latin typeface="Aptos"/>
                <a:ea typeface="Tahoma"/>
                <a:cs typeface="Tahoma"/>
              </a:endParaRPr>
            </a:p>
          </p:txBody>
        </p:sp>
        <p:sp>
          <p:nvSpPr>
            <p:cNvPr id="16" name="Rectangle 15">
              <a:extLst>
                <a:ext uri="{FF2B5EF4-FFF2-40B4-BE49-F238E27FC236}">
                  <a16:creationId xmlns:a16="http://schemas.microsoft.com/office/drawing/2014/main" id="{3AC96910-C8F2-B3B8-12FA-B9A33C5DAE1D}"/>
                </a:ext>
              </a:extLst>
            </p:cNvPr>
            <p:cNvSpPr>
              <a:spLocks/>
            </p:cNvSpPr>
            <p:nvPr/>
          </p:nvSpPr>
          <p:spPr>
            <a:xfrm>
              <a:off x="8968517" y="185504"/>
              <a:ext cx="2270983" cy="453642"/>
            </a:xfrm>
            <a:prstGeom prst="rect">
              <a:avLst/>
            </a:prstGeom>
            <a:noFill/>
            <a:ln w="12700" cap="flat" cmpd="sng" algn="ctr">
              <a:solidFill>
                <a:schemeClr val="tx1">
                  <a:lumMod val="100000"/>
                </a:schemeClr>
              </a:solidFill>
              <a:prstDash val="sys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2923" tIns="88615" rIns="132923" bIns="88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215" b="0" i="0" u="none" strike="noStrike" kern="1200" cap="none" spc="0" normalizeH="0" baseline="0" noProof="0">
                <a:ln>
                  <a:noFill/>
                </a:ln>
                <a:solidFill>
                  <a:srgbClr val="451DC7"/>
                </a:solidFill>
                <a:effectLst/>
                <a:uLnTx/>
                <a:uFillTx/>
                <a:latin typeface="Aptos"/>
                <a:ea typeface="+mn-ea"/>
                <a:cs typeface="+mn-cs"/>
              </a:endParaRPr>
            </a:p>
          </p:txBody>
        </p:sp>
      </p:grpSp>
      <p:sp>
        <p:nvSpPr>
          <p:cNvPr id="37" name="Espace réservé du texte 2">
            <a:extLst>
              <a:ext uri="{FF2B5EF4-FFF2-40B4-BE49-F238E27FC236}">
                <a16:creationId xmlns:a16="http://schemas.microsoft.com/office/drawing/2014/main" id="{7FDA9C7E-C910-FFF2-BB29-7DD55412A0AE}"/>
              </a:ext>
            </a:extLst>
          </p:cNvPr>
          <p:cNvSpPr>
            <a:spLocks noGrp="1"/>
          </p:cNvSpPr>
          <p:nvPr>
            <p:ph type="body" sz="quarter" idx="13"/>
          </p:nvPr>
        </p:nvSpPr>
        <p:spPr>
          <a:xfrm>
            <a:off x="425354" y="144314"/>
            <a:ext cx="11342769" cy="260350"/>
          </a:xfrm>
        </p:spPr>
        <p:txBody>
          <a:bodyPr/>
          <a:lstStyle/>
          <a:p>
            <a:r>
              <a:rPr lang="fr-FR"/>
              <a:t>MISE EN CONFORMITE A LA NIS 2</a:t>
            </a:r>
          </a:p>
        </p:txBody>
      </p:sp>
    </p:spTree>
    <p:extLst>
      <p:ext uri="{BB962C8B-B14F-4D97-AF65-F5344CB8AC3E}">
        <p14:creationId xmlns:p14="http://schemas.microsoft.com/office/powerpoint/2010/main" val="1468611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BC7BCE-301E-2100-38A6-DC030F437143}"/>
              </a:ext>
            </a:extLst>
          </p:cNvPr>
          <p:cNvSpPr>
            <a:spLocks noGrp="1"/>
          </p:cNvSpPr>
          <p:nvPr>
            <p:ph type="title"/>
          </p:nvPr>
        </p:nvSpPr>
        <p:spPr/>
        <p:txBody>
          <a:bodyPr/>
          <a:lstStyle/>
          <a:p>
            <a:r>
              <a:rPr lang="fr-FR"/>
              <a:t>AGENDA</a:t>
            </a:r>
          </a:p>
        </p:txBody>
      </p:sp>
      <p:grpSp>
        <p:nvGrpSpPr>
          <p:cNvPr id="64" name="SP Agenda Section">
            <a:extLst>
              <a:ext uri="{FF2B5EF4-FFF2-40B4-BE49-F238E27FC236}">
                <a16:creationId xmlns:a16="http://schemas.microsoft.com/office/drawing/2014/main" id="{61CDFC20-A8A6-6343-D5E9-710BD24D4FDD}"/>
              </a:ext>
            </a:extLst>
          </p:cNvPr>
          <p:cNvGrpSpPr>
            <a:grpSpLocks/>
          </p:cNvGrpSpPr>
          <p:nvPr/>
        </p:nvGrpSpPr>
        <p:grpSpPr>
          <a:xfrm>
            <a:off x="466609" y="1295400"/>
            <a:ext cx="11258782" cy="552002"/>
            <a:chOff x="350973" y="1196307"/>
            <a:chExt cx="6173651" cy="552002"/>
          </a:xfrm>
        </p:grpSpPr>
        <p:sp>
          <p:nvSpPr>
            <p:cNvPr id="65" name="Rectangle 64">
              <a:hlinkClick r:id="rId2" action="ppaction://hlinksldjump"/>
              <a:extLst>
                <a:ext uri="{FF2B5EF4-FFF2-40B4-BE49-F238E27FC236}">
                  <a16:creationId xmlns:a16="http://schemas.microsoft.com/office/drawing/2014/main" id="{35E4ED7F-0061-26F2-0E2E-6C0E80C52E21}"/>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1</a:t>
              </a:r>
            </a:p>
          </p:txBody>
        </p:sp>
        <p:sp>
          <p:nvSpPr>
            <p:cNvPr id="66" name="Rectangle 65">
              <a:hlinkClick r:id="rId2" action="ppaction://hlinksldjump"/>
              <a:extLst>
                <a:ext uri="{FF2B5EF4-FFF2-40B4-BE49-F238E27FC236}">
                  <a16:creationId xmlns:a16="http://schemas.microsoft.com/office/drawing/2014/main" id="{E9D217D4-BE18-E2B1-A486-26FE2D9EE1DB}"/>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Introduction à la REC</a:t>
              </a:r>
            </a:p>
          </p:txBody>
        </p:sp>
        <p:sp>
          <p:nvSpPr>
            <p:cNvPr id="67" name="Rectangle 66">
              <a:hlinkClick r:id="rId2" action="ppaction://hlinksldjump"/>
              <a:extLst>
                <a:ext uri="{FF2B5EF4-FFF2-40B4-BE49-F238E27FC236}">
                  <a16:creationId xmlns:a16="http://schemas.microsoft.com/office/drawing/2014/main" id="{03AB59F1-9579-6753-ECCF-D17EB0EA6A2E}"/>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4</a:t>
              </a:r>
            </a:p>
          </p:txBody>
        </p:sp>
      </p:grpSp>
      <p:grpSp>
        <p:nvGrpSpPr>
          <p:cNvPr id="68" name="SP Agenda Section">
            <a:extLst>
              <a:ext uri="{FF2B5EF4-FFF2-40B4-BE49-F238E27FC236}">
                <a16:creationId xmlns:a16="http://schemas.microsoft.com/office/drawing/2014/main" id="{2F5058EA-CD32-DB1B-6F54-206DC48F8CAC}"/>
              </a:ext>
            </a:extLst>
          </p:cNvPr>
          <p:cNvGrpSpPr>
            <a:grpSpLocks/>
          </p:cNvGrpSpPr>
          <p:nvPr/>
        </p:nvGrpSpPr>
        <p:grpSpPr>
          <a:xfrm>
            <a:off x="466609" y="1828800"/>
            <a:ext cx="11258782" cy="552002"/>
            <a:chOff x="350973" y="1196307"/>
            <a:chExt cx="6173651" cy="552002"/>
          </a:xfrm>
        </p:grpSpPr>
        <p:sp>
          <p:nvSpPr>
            <p:cNvPr id="69" name="Rectangle 68">
              <a:hlinkClick r:id="rId3" action="ppaction://hlinksldjump"/>
              <a:extLst>
                <a:ext uri="{FF2B5EF4-FFF2-40B4-BE49-F238E27FC236}">
                  <a16:creationId xmlns:a16="http://schemas.microsoft.com/office/drawing/2014/main" id="{E770730E-99CB-0543-C603-96C0E0CD6C9D}"/>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2</a:t>
              </a:r>
            </a:p>
          </p:txBody>
        </p:sp>
        <p:sp>
          <p:nvSpPr>
            <p:cNvPr id="70" name="Rectangle 69">
              <a:hlinkClick r:id="rId3" action="ppaction://hlinksldjump"/>
              <a:extLst>
                <a:ext uri="{FF2B5EF4-FFF2-40B4-BE49-F238E27FC236}">
                  <a16:creationId xmlns:a16="http://schemas.microsoft.com/office/drawing/2014/main" id="{90E506B7-8D4B-62D2-1005-609AAFD862A0}"/>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Périmètre d'application</a:t>
              </a:r>
            </a:p>
          </p:txBody>
        </p:sp>
        <p:sp>
          <p:nvSpPr>
            <p:cNvPr id="71" name="Rectangle 70">
              <a:hlinkClick r:id="rId3" action="ppaction://hlinksldjump"/>
              <a:extLst>
                <a:ext uri="{FF2B5EF4-FFF2-40B4-BE49-F238E27FC236}">
                  <a16:creationId xmlns:a16="http://schemas.microsoft.com/office/drawing/2014/main" id="{35AC91F0-BEFB-A401-90E5-45EBBADA592D}"/>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13</a:t>
              </a:r>
            </a:p>
          </p:txBody>
        </p:sp>
      </p:grpSp>
      <p:grpSp>
        <p:nvGrpSpPr>
          <p:cNvPr id="72" name="SP Agenda Section">
            <a:extLst>
              <a:ext uri="{FF2B5EF4-FFF2-40B4-BE49-F238E27FC236}">
                <a16:creationId xmlns:a16="http://schemas.microsoft.com/office/drawing/2014/main" id="{98AA963C-EBED-3DB2-51A0-3793EB106EC5}"/>
              </a:ext>
            </a:extLst>
          </p:cNvPr>
          <p:cNvGrpSpPr>
            <a:grpSpLocks/>
          </p:cNvGrpSpPr>
          <p:nvPr/>
        </p:nvGrpSpPr>
        <p:grpSpPr>
          <a:xfrm>
            <a:off x="466609" y="2362200"/>
            <a:ext cx="11258782" cy="552002"/>
            <a:chOff x="350973" y="1196307"/>
            <a:chExt cx="6173651" cy="552002"/>
          </a:xfrm>
        </p:grpSpPr>
        <p:sp>
          <p:nvSpPr>
            <p:cNvPr id="73" name="Rectangle 72">
              <a:hlinkClick r:id="rId4" action="ppaction://hlinksldjump"/>
              <a:extLst>
                <a:ext uri="{FF2B5EF4-FFF2-40B4-BE49-F238E27FC236}">
                  <a16:creationId xmlns:a16="http://schemas.microsoft.com/office/drawing/2014/main" id="{14BA0816-8AE7-BBDA-72C2-6CC9F251696F}"/>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3</a:t>
              </a:r>
            </a:p>
          </p:txBody>
        </p:sp>
        <p:sp>
          <p:nvSpPr>
            <p:cNvPr id="74" name="Rectangle 73">
              <a:hlinkClick r:id="rId4" action="ppaction://hlinksldjump"/>
              <a:extLst>
                <a:ext uri="{FF2B5EF4-FFF2-40B4-BE49-F238E27FC236}">
                  <a16:creationId xmlns:a16="http://schemas.microsoft.com/office/drawing/2014/main" id="{5826B571-9D35-48FE-0D71-6769524CFF60}"/>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Mise en conformité à la NIS 2</a:t>
              </a:r>
            </a:p>
          </p:txBody>
        </p:sp>
        <p:sp>
          <p:nvSpPr>
            <p:cNvPr id="75" name="Rectangle 74">
              <a:hlinkClick r:id="rId4" action="ppaction://hlinksldjump"/>
              <a:extLst>
                <a:ext uri="{FF2B5EF4-FFF2-40B4-BE49-F238E27FC236}">
                  <a16:creationId xmlns:a16="http://schemas.microsoft.com/office/drawing/2014/main" id="{4F7A7031-C82B-A23B-7051-F9EC27FCA46F}"/>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14</a:t>
              </a:r>
            </a:p>
          </p:txBody>
        </p:sp>
      </p:grpSp>
      <p:grpSp>
        <p:nvGrpSpPr>
          <p:cNvPr id="76" name="SP Agenda Section Highlight">
            <a:extLst>
              <a:ext uri="{FF2B5EF4-FFF2-40B4-BE49-F238E27FC236}">
                <a16:creationId xmlns:a16="http://schemas.microsoft.com/office/drawing/2014/main" id="{DA256602-A2B7-FFA0-7813-9BE08330E66C}"/>
              </a:ext>
            </a:extLst>
          </p:cNvPr>
          <p:cNvGrpSpPr>
            <a:grpSpLocks/>
          </p:cNvGrpSpPr>
          <p:nvPr/>
        </p:nvGrpSpPr>
        <p:grpSpPr>
          <a:xfrm>
            <a:off x="466610" y="2895600"/>
            <a:ext cx="11258783" cy="552002"/>
            <a:chOff x="350973" y="1196307"/>
            <a:chExt cx="6173652" cy="552002"/>
          </a:xfrm>
        </p:grpSpPr>
        <p:sp>
          <p:nvSpPr>
            <p:cNvPr id="77" name="Rectangle 76">
              <a:hlinkClick r:id="rId5" action="ppaction://hlinksldjump"/>
              <a:extLst>
                <a:ext uri="{FF2B5EF4-FFF2-40B4-BE49-F238E27FC236}">
                  <a16:creationId xmlns:a16="http://schemas.microsoft.com/office/drawing/2014/main" id="{5E25C477-9005-8140-D120-52AEFE782E5B}"/>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4</a:t>
              </a:r>
            </a:p>
          </p:txBody>
        </p:sp>
        <p:sp>
          <p:nvSpPr>
            <p:cNvPr id="78" name="Rectangle 77">
              <a:hlinkClick r:id="rId5" action="ppaction://hlinksldjump"/>
              <a:extLst>
                <a:ext uri="{FF2B5EF4-FFF2-40B4-BE49-F238E27FC236}">
                  <a16:creationId xmlns:a16="http://schemas.microsoft.com/office/drawing/2014/main" id="{9B785D7D-29E6-E38F-3829-FCB6283D7D89}"/>
                </a:ext>
              </a:extLst>
            </p:cNvPr>
            <p:cNvSpPr>
              <a:spLocks/>
            </p:cNvSpPr>
            <p:nvPr userDrawn="1"/>
          </p:nvSpPr>
          <p:spPr>
            <a:xfrm>
              <a:off x="891565"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b="1" i="0" kern="1200" cap="none" baseline="0" noProof="0">
                  <a:solidFill>
                    <a:schemeClr val="bg2"/>
                  </a:solidFill>
                  <a:latin typeface="+mn-lt"/>
                  <a:ea typeface="+mn-ea"/>
                  <a:cs typeface="+mn-cs"/>
                </a:rPr>
                <a:t>Protection des SIIV</a:t>
              </a:r>
            </a:p>
          </p:txBody>
        </p:sp>
        <p:sp>
          <p:nvSpPr>
            <p:cNvPr id="79" name="Rectangle 78">
              <a:hlinkClick r:id="rId5" action="ppaction://hlinksldjump"/>
              <a:extLst>
                <a:ext uri="{FF2B5EF4-FFF2-40B4-BE49-F238E27FC236}">
                  <a16:creationId xmlns:a16="http://schemas.microsoft.com/office/drawing/2014/main" id="{AEA7F77B-50AD-41C3-0EE2-6674F41FD669}"/>
                </a:ext>
              </a:extLst>
            </p:cNvPr>
            <p:cNvSpPr>
              <a:spLocks/>
            </p:cNvSpPr>
            <p:nvPr userDrawn="1"/>
          </p:nvSpPr>
          <p:spPr>
            <a:xfrm>
              <a:off x="6009095" y="1196308"/>
              <a:ext cx="51553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16</a:t>
              </a:r>
            </a:p>
          </p:txBody>
        </p:sp>
      </p:grpSp>
      <p:grpSp>
        <p:nvGrpSpPr>
          <p:cNvPr id="80" name="SP Agenda Section">
            <a:extLst>
              <a:ext uri="{FF2B5EF4-FFF2-40B4-BE49-F238E27FC236}">
                <a16:creationId xmlns:a16="http://schemas.microsoft.com/office/drawing/2014/main" id="{3CDC8C03-24D2-34FA-9E26-C0A6FFD33109}"/>
              </a:ext>
            </a:extLst>
          </p:cNvPr>
          <p:cNvGrpSpPr>
            <a:grpSpLocks/>
          </p:cNvGrpSpPr>
          <p:nvPr/>
        </p:nvGrpSpPr>
        <p:grpSpPr>
          <a:xfrm>
            <a:off x="466609" y="3429000"/>
            <a:ext cx="11258782" cy="552002"/>
            <a:chOff x="350973" y="1196307"/>
            <a:chExt cx="6173651" cy="552002"/>
          </a:xfrm>
        </p:grpSpPr>
        <p:sp>
          <p:nvSpPr>
            <p:cNvPr id="81" name="Rectangle 80">
              <a:hlinkClick r:id="rId6" action="ppaction://hlinksldjump"/>
              <a:extLst>
                <a:ext uri="{FF2B5EF4-FFF2-40B4-BE49-F238E27FC236}">
                  <a16:creationId xmlns:a16="http://schemas.microsoft.com/office/drawing/2014/main" id="{C836F682-5433-6B68-E34E-1961E8D7AF5B}"/>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5</a:t>
              </a:r>
            </a:p>
          </p:txBody>
        </p:sp>
        <p:sp>
          <p:nvSpPr>
            <p:cNvPr id="82" name="Rectangle 81">
              <a:hlinkClick r:id="rId6" action="ppaction://hlinksldjump"/>
              <a:extLst>
                <a:ext uri="{FF2B5EF4-FFF2-40B4-BE49-F238E27FC236}">
                  <a16:creationId xmlns:a16="http://schemas.microsoft.com/office/drawing/2014/main" id="{ECE8A4F5-F704-7068-06DC-6243E3316680}"/>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Protection des PIV</a:t>
              </a:r>
            </a:p>
          </p:txBody>
        </p:sp>
        <p:sp>
          <p:nvSpPr>
            <p:cNvPr id="83" name="Rectangle 82">
              <a:hlinkClick r:id="rId6" action="ppaction://hlinksldjump"/>
              <a:extLst>
                <a:ext uri="{FF2B5EF4-FFF2-40B4-BE49-F238E27FC236}">
                  <a16:creationId xmlns:a16="http://schemas.microsoft.com/office/drawing/2014/main" id="{106E0495-23E0-3367-169A-7FAA1F0046C9}"/>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18</a:t>
              </a:r>
            </a:p>
          </p:txBody>
        </p:sp>
      </p:grpSp>
      <p:grpSp>
        <p:nvGrpSpPr>
          <p:cNvPr id="84" name="SP Agenda Section">
            <a:extLst>
              <a:ext uri="{FF2B5EF4-FFF2-40B4-BE49-F238E27FC236}">
                <a16:creationId xmlns:a16="http://schemas.microsoft.com/office/drawing/2014/main" id="{56AE36E7-219B-5AC9-6071-E5BCB8CE42C0}"/>
              </a:ext>
            </a:extLst>
          </p:cNvPr>
          <p:cNvGrpSpPr>
            <a:grpSpLocks/>
          </p:cNvGrpSpPr>
          <p:nvPr/>
        </p:nvGrpSpPr>
        <p:grpSpPr>
          <a:xfrm>
            <a:off x="466609" y="3962400"/>
            <a:ext cx="11258782" cy="552002"/>
            <a:chOff x="350973" y="1196307"/>
            <a:chExt cx="6173651" cy="552002"/>
          </a:xfrm>
        </p:grpSpPr>
        <p:sp>
          <p:nvSpPr>
            <p:cNvPr id="85" name="Rectangle 84">
              <a:hlinkClick r:id="rId7" action="ppaction://hlinksldjump"/>
              <a:extLst>
                <a:ext uri="{FF2B5EF4-FFF2-40B4-BE49-F238E27FC236}">
                  <a16:creationId xmlns:a16="http://schemas.microsoft.com/office/drawing/2014/main" id="{1D82BE9F-868A-1661-3B6E-4F6C0F553625}"/>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6</a:t>
              </a:r>
            </a:p>
          </p:txBody>
        </p:sp>
        <p:sp>
          <p:nvSpPr>
            <p:cNvPr id="86" name="Rectangle 85">
              <a:hlinkClick r:id="rId7" action="ppaction://hlinksldjump"/>
              <a:extLst>
                <a:ext uri="{FF2B5EF4-FFF2-40B4-BE49-F238E27FC236}">
                  <a16:creationId xmlns:a16="http://schemas.microsoft.com/office/drawing/2014/main" id="{09D0822A-3C5C-2FDB-87AF-667FFA7DB608}"/>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Annexe</a:t>
              </a:r>
            </a:p>
          </p:txBody>
        </p:sp>
        <p:sp>
          <p:nvSpPr>
            <p:cNvPr id="87" name="Rectangle 86">
              <a:hlinkClick r:id="rId7" action="ppaction://hlinksldjump"/>
              <a:extLst>
                <a:ext uri="{FF2B5EF4-FFF2-40B4-BE49-F238E27FC236}">
                  <a16:creationId xmlns:a16="http://schemas.microsoft.com/office/drawing/2014/main" id="{988AE6A7-14D6-2798-8404-50770546DF93}"/>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24</a:t>
              </a:r>
            </a:p>
          </p:txBody>
        </p:sp>
      </p:grpSp>
    </p:spTree>
    <p:extLst>
      <p:ext uri="{BB962C8B-B14F-4D97-AF65-F5344CB8AC3E}">
        <p14:creationId xmlns:p14="http://schemas.microsoft.com/office/powerpoint/2010/main" val="4236177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659AD67-5428-B51D-3119-4771DDFDF286}"/>
              </a:ext>
            </a:extLst>
          </p:cNvPr>
          <p:cNvSpPr>
            <a:spLocks noGrp="1"/>
          </p:cNvSpPr>
          <p:nvPr>
            <p:ph type="body" sz="quarter" idx="13"/>
          </p:nvPr>
        </p:nvSpPr>
        <p:spPr/>
        <p:txBody>
          <a:bodyPr/>
          <a:lstStyle/>
          <a:p>
            <a:endParaRPr lang="fr-FR"/>
          </a:p>
        </p:txBody>
      </p:sp>
      <p:sp>
        <p:nvSpPr>
          <p:cNvPr id="3" name="Espace réservé du texte 2">
            <a:extLst>
              <a:ext uri="{FF2B5EF4-FFF2-40B4-BE49-F238E27FC236}">
                <a16:creationId xmlns:a16="http://schemas.microsoft.com/office/drawing/2014/main" id="{9D6319FC-F6CF-BE2A-4295-27DD6C872E1C}"/>
              </a:ext>
            </a:extLst>
          </p:cNvPr>
          <p:cNvSpPr>
            <a:spLocks noGrp="1"/>
          </p:cNvSpPr>
          <p:nvPr>
            <p:ph type="body" sz="quarter" idx="15"/>
          </p:nvPr>
        </p:nvSpPr>
        <p:spPr/>
        <p:txBody>
          <a:bodyPr/>
          <a:lstStyle/>
          <a:p>
            <a:endParaRPr lang="fr-FR"/>
          </a:p>
        </p:txBody>
      </p:sp>
      <p:sp>
        <p:nvSpPr>
          <p:cNvPr id="4" name="Titre 3">
            <a:extLst>
              <a:ext uri="{FF2B5EF4-FFF2-40B4-BE49-F238E27FC236}">
                <a16:creationId xmlns:a16="http://schemas.microsoft.com/office/drawing/2014/main" id="{0DA18744-829E-0D02-BD3B-751155C5FEC0}"/>
              </a:ext>
            </a:extLst>
          </p:cNvPr>
          <p:cNvSpPr>
            <a:spLocks noGrp="1"/>
          </p:cNvSpPr>
          <p:nvPr>
            <p:ph type="title"/>
          </p:nvPr>
        </p:nvSpPr>
        <p:spPr/>
        <p:txBody>
          <a:bodyPr/>
          <a:lstStyle/>
          <a:p>
            <a:r>
              <a:rPr lang="fr-FR"/>
              <a:t>Mise en conformité des SIIV</a:t>
            </a:r>
          </a:p>
        </p:txBody>
      </p:sp>
      <p:sp>
        <p:nvSpPr>
          <p:cNvPr id="5" name="Rectangle 4">
            <a:extLst>
              <a:ext uri="{FF2B5EF4-FFF2-40B4-BE49-F238E27FC236}">
                <a16:creationId xmlns:a16="http://schemas.microsoft.com/office/drawing/2014/main" id="{884EB193-EF73-528E-B332-ED47B46312C8}"/>
              </a:ext>
            </a:extLst>
          </p:cNvPr>
          <p:cNvSpPr/>
          <p:nvPr/>
        </p:nvSpPr>
        <p:spPr>
          <a:xfrm>
            <a:off x="425355" y="1173018"/>
            <a:ext cx="9651518" cy="4184073"/>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algn="l">
              <a:spcBef>
                <a:spcPts val="600"/>
              </a:spcBef>
            </a:pPr>
            <a:r>
              <a:rPr lang="fr-FR" sz="2000">
                <a:solidFill>
                  <a:schemeClr val="bg2"/>
                </a:solidFill>
                <a:ea typeface="+mj-ea"/>
                <a:cs typeface="+mj-cs"/>
              </a:rPr>
              <a:t>Slide à construire lorsque plus d’éléments seront disponibles</a:t>
            </a:r>
          </a:p>
        </p:txBody>
      </p:sp>
    </p:spTree>
    <p:extLst>
      <p:ext uri="{BB962C8B-B14F-4D97-AF65-F5344CB8AC3E}">
        <p14:creationId xmlns:p14="http://schemas.microsoft.com/office/powerpoint/2010/main" val="671979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1B1FD8-22EF-226A-80C5-C2D4B315836F}"/>
              </a:ext>
            </a:extLst>
          </p:cNvPr>
          <p:cNvSpPr>
            <a:spLocks noGrp="1"/>
          </p:cNvSpPr>
          <p:nvPr>
            <p:ph type="title"/>
          </p:nvPr>
        </p:nvSpPr>
        <p:spPr/>
        <p:txBody>
          <a:bodyPr/>
          <a:lstStyle/>
          <a:p>
            <a:r>
              <a:rPr lang="fr-FR"/>
              <a:t>AGENDA</a:t>
            </a:r>
          </a:p>
        </p:txBody>
      </p:sp>
      <p:grpSp>
        <p:nvGrpSpPr>
          <p:cNvPr id="232" name="SP Agenda Section">
            <a:extLst>
              <a:ext uri="{FF2B5EF4-FFF2-40B4-BE49-F238E27FC236}">
                <a16:creationId xmlns:a16="http://schemas.microsoft.com/office/drawing/2014/main" id="{F0B01ADB-75CF-D98C-CACB-114F058CB192}"/>
              </a:ext>
            </a:extLst>
          </p:cNvPr>
          <p:cNvGrpSpPr>
            <a:grpSpLocks/>
          </p:cNvGrpSpPr>
          <p:nvPr/>
        </p:nvGrpSpPr>
        <p:grpSpPr>
          <a:xfrm>
            <a:off x="466609" y="1295400"/>
            <a:ext cx="11258782" cy="552002"/>
            <a:chOff x="350973" y="1196307"/>
            <a:chExt cx="6173651" cy="552002"/>
          </a:xfrm>
        </p:grpSpPr>
        <p:sp>
          <p:nvSpPr>
            <p:cNvPr id="233" name="Rectangle 232">
              <a:hlinkClick r:id="rId2" action="ppaction://hlinksldjump"/>
              <a:extLst>
                <a:ext uri="{FF2B5EF4-FFF2-40B4-BE49-F238E27FC236}">
                  <a16:creationId xmlns:a16="http://schemas.microsoft.com/office/drawing/2014/main" id="{D50A3D0A-944C-D05C-0621-F8BFB2FD78F1}"/>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1</a:t>
              </a:r>
            </a:p>
          </p:txBody>
        </p:sp>
        <p:sp>
          <p:nvSpPr>
            <p:cNvPr id="234" name="Rectangle 233">
              <a:hlinkClick r:id="rId2" action="ppaction://hlinksldjump"/>
              <a:extLst>
                <a:ext uri="{FF2B5EF4-FFF2-40B4-BE49-F238E27FC236}">
                  <a16:creationId xmlns:a16="http://schemas.microsoft.com/office/drawing/2014/main" id="{3B510EDD-9F35-E32B-DAEC-ED8CB4AFB885}"/>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Introduction à la REC</a:t>
              </a:r>
            </a:p>
          </p:txBody>
        </p:sp>
        <p:sp>
          <p:nvSpPr>
            <p:cNvPr id="235" name="Rectangle 234">
              <a:hlinkClick r:id="rId2" action="ppaction://hlinksldjump"/>
              <a:extLst>
                <a:ext uri="{FF2B5EF4-FFF2-40B4-BE49-F238E27FC236}">
                  <a16:creationId xmlns:a16="http://schemas.microsoft.com/office/drawing/2014/main" id="{70DFD60B-A063-AC2E-80C4-E70B78527724}"/>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4</a:t>
              </a:r>
            </a:p>
          </p:txBody>
        </p:sp>
      </p:grpSp>
      <p:grpSp>
        <p:nvGrpSpPr>
          <p:cNvPr id="236" name="SP Agenda Section">
            <a:extLst>
              <a:ext uri="{FF2B5EF4-FFF2-40B4-BE49-F238E27FC236}">
                <a16:creationId xmlns:a16="http://schemas.microsoft.com/office/drawing/2014/main" id="{0FC4F3A9-7544-FA50-2CF6-67A11FE55AB4}"/>
              </a:ext>
            </a:extLst>
          </p:cNvPr>
          <p:cNvGrpSpPr>
            <a:grpSpLocks/>
          </p:cNvGrpSpPr>
          <p:nvPr/>
        </p:nvGrpSpPr>
        <p:grpSpPr>
          <a:xfrm>
            <a:off x="466609" y="1828800"/>
            <a:ext cx="11258782" cy="552002"/>
            <a:chOff x="350973" y="1196307"/>
            <a:chExt cx="6173651" cy="552002"/>
          </a:xfrm>
        </p:grpSpPr>
        <p:sp>
          <p:nvSpPr>
            <p:cNvPr id="237" name="Rectangle 236">
              <a:hlinkClick r:id="rId3" action="ppaction://hlinksldjump"/>
              <a:extLst>
                <a:ext uri="{FF2B5EF4-FFF2-40B4-BE49-F238E27FC236}">
                  <a16:creationId xmlns:a16="http://schemas.microsoft.com/office/drawing/2014/main" id="{B76AC70F-88D5-52D1-7A57-9515D32AD152}"/>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2</a:t>
              </a:r>
            </a:p>
          </p:txBody>
        </p:sp>
        <p:sp>
          <p:nvSpPr>
            <p:cNvPr id="238" name="Rectangle 237">
              <a:hlinkClick r:id="rId3" action="ppaction://hlinksldjump"/>
              <a:extLst>
                <a:ext uri="{FF2B5EF4-FFF2-40B4-BE49-F238E27FC236}">
                  <a16:creationId xmlns:a16="http://schemas.microsoft.com/office/drawing/2014/main" id="{6C160C69-3462-C51D-FD55-C20BF2419FEF}"/>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Périmètre d'application</a:t>
              </a:r>
            </a:p>
          </p:txBody>
        </p:sp>
        <p:sp>
          <p:nvSpPr>
            <p:cNvPr id="239" name="Rectangle 238">
              <a:hlinkClick r:id="rId3" action="ppaction://hlinksldjump"/>
              <a:extLst>
                <a:ext uri="{FF2B5EF4-FFF2-40B4-BE49-F238E27FC236}">
                  <a16:creationId xmlns:a16="http://schemas.microsoft.com/office/drawing/2014/main" id="{95954997-AA8E-87F1-F586-2C51BC039AB9}"/>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13</a:t>
              </a:r>
            </a:p>
          </p:txBody>
        </p:sp>
      </p:grpSp>
      <p:grpSp>
        <p:nvGrpSpPr>
          <p:cNvPr id="240" name="SP Agenda Section">
            <a:extLst>
              <a:ext uri="{FF2B5EF4-FFF2-40B4-BE49-F238E27FC236}">
                <a16:creationId xmlns:a16="http://schemas.microsoft.com/office/drawing/2014/main" id="{6CEB5D5B-EF93-0785-9ECB-1493BF7E2CFE}"/>
              </a:ext>
            </a:extLst>
          </p:cNvPr>
          <p:cNvGrpSpPr>
            <a:grpSpLocks/>
          </p:cNvGrpSpPr>
          <p:nvPr/>
        </p:nvGrpSpPr>
        <p:grpSpPr>
          <a:xfrm>
            <a:off x="466609" y="2362200"/>
            <a:ext cx="11258782" cy="552002"/>
            <a:chOff x="350973" y="1196307"/>
            <a:chExt cx="6173651" cy="552002"/>
          </a:xfrm>
        </p:grpSpPr>
        <p:sp>
          <p:nvSpPr>
            <p:cNvPr id="241" name="Rectangle 240">
              <a:hlinkClick r:id="rId4" action="ppaction://hlinksldjump"/>
              <a:extLst>
                <a:ext uri="{FF2B5EF4-FFF2-40B4-BE49-F238E27FC236}">
                  <a16:creationId xmlns:a16="http://schemas.microsoft.com/office/drawing/2014/main" id="{33916A68-0849-202F-B593-F2C79C1B1BB8}"/>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3</a:t>
              </a:r>
            </a:p>
          </p:txBody>
        </p:sp>
        <p:sp>
          <p:nvSpPr>
            <p:cNvPr id="242" name="Rectangle 241">
              <a:hlinkClick r:id="rId4" action="ppaction://hlinksldjump"/>
              <a:extLst>
                <a:ext uri="{FF2B5EF4-FFF2-40B4-BE49-F238E27FC236}">
                  <a16:creationId xmlns:a16="http://schemas.microsoft.com/office/drawing/2014/main" id="{29E55129-D41A-DA87-DF6E-9BA1608BD0D8}"/>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Mise en conformité à la NIS 2</a:t>
              </a:r>
            </a:p>
          </p:txBody>
        </p:sp>
        <p:sp>
          <p:nvSpPr>
            <p:cNvPr id="243" name="Rectangle 242">
              <a:hlinkClick r:id="rId4" action="ppaction://hlinksldjump"/>
              <a:extLst>
                <a:ext uri="{FF2B5EF4-FFF2-40B4-BE49-F238E27FC236}">
                  <a16:creationId xmlns:a16="http://schemas.microsoft.com/office/drawing/2014/main" id="{BA6469B6-DC96-A434-17F0-41345DE8659B}"/>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14</a:t>
              </a:r>
            </a:p>
          </p:txBody>
        </p:sp>
      </p:grpSp>
      <p:grpSp>
        <p:nvGrpSpPr>
          <p:cNvPr id="244" name="SP Agenda Section">
            <a:extLst>
              <a:ext uri="{FF2B5EF4-FFF2-40B4-BE49-F238E27FC236}">
                <a16:creationId xmlns:a16="http://schemas.microsoft.com/office/drawing/2014/main" id="{A0E6E35E-9643-0EF5-3CFC-8E1F025F273A}"/>
              </a:ext>
            </a:extLst>
          </p:cNvPr>
          <p:cNvGrpSpPr>
            <a:grpSpLocks/>
          </p:cNvGrpSpPr>
          <p:nvPr/>
        </p:nvGrpSpPr>
        <p:grpSpPr>
          <a:xfrm>
            <a:off x="466609" y="2895600"/>
            <a:ext cx="11258782" cy="552002"/>
            <a:chOff x="350973" y="1196307"/>
            <a:chExt cx="6173651" cy="552002"/>
          </a:xfrm>
        </p:grpSpPr>
        <p:sp>
          <p:nvSpPr>
            <p:cNvPr id="245" name="Rectangle 244">
              <a:hlinkClick r:id="rId5" action="ppaction://hlinksldjump"/>
              <a:extLst>
                <a:ext uri="{FF2B5EF4-FFF2-40B4-BE49-F238E27FC236}">
                  <a16:creationId xmlns:a16="http://schemas.microsoft.com/office/drawing/2014/main" id="{598B8E2C-184F-4741-2A92-857D83D541E3}"/>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4</a:t>
              </a:r>
            </a:p>
          </p:txBody>
        </p:sp>
        <p:sp>
          <p:nvSpPr>
            <p:cNvPr id="246" name="Rectangle 245">
              <a:hlinkClick r:id="rId5" action="ppaction://hlinksldjump"/>
              <a:extLst>
                <a:ext uri="{FF2B5EF4-FFF2-40B4-BE49-F238E27FC236}">
                  <a16:creationId xmlns:a16="http://schemas.microsoft.com/office/drawing/2014/main" id="{E38080E6-8278-129A-0554-619ECA490AF8}"/>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Protection des SIIV</a:t>
              </a:r>
            </a:p>
          </p:txBody>
        </p:sp>
        <p:sp>
          <p:nvSpPr>
            <p:cNvPr id="247" name="Rectangle 246">
              <a:hlinkClick r:id="rId5" action="ppaction://hlinksldjump"/>
              <a:extLst>
                <a:ext uri="{FF2B5EF4-FFF2-40B4-BE49-F238E27FC236}">
                  <a16:creationId xmlns:a16="http://schemas.microsoft.com/office/drawing/2014/main" id="{1D9C8662-135F-46A6-651A-4462A6767E1E}"/>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16</a:t>
              </a:r>
            </a:p>
          </p:txBody>
        </p:sp>
      </p:grpSp>
      <p:grpSp>
        <p:nvGrpSpPr>
          <p:cNvPr id="248" name="SP Agenda Section Highlight">
            <a:extLst>
              <a:ext uri="{FF2B5EF4-FFF2-40B4-BE49-F238E27FC236}">
                <a16:creationId xmlns:a16="http://schemas.microsoft.com/office/drawing/2014/main" id="{3548E8B3-5B6D-DE44-1179-95EE2EE8D8C9}"/>
              </a:ext>
            </a:extLst>
          </p:cNvPr>
          <p:cNvGrpSpPr>
            <a:grpSpLocks/>
          </p:cNvGrpSpPr>
          <p:nvPr/>
        </p:nvGrpSpPr>
        <p:grpSpPr>
          <a:xfrm>
            <a:off x="466610" y="3429000"/>
            <a:ext cx="11258783" cy="552002"/>
            <a:chOff x="350973" y="1196307"/>
            <a:chExt cx="6173652" cy="552002"/>
          </a:xfrm>
        </p:grpSpPr>
        <p:sp>
          <p:nvSpPr>
            <p:cNvPr id="249" name="Rectangle 248">
              <a:hlinkClick r:id="rId6" action="ppaction://hlinksldjump"/>
              <a:extLst>
                <a:ext uri="{FF2B5EF4-FFF2-40B4-BE49-F238E27FC236}">
                  <a16:creationId xmlns:a16="http://schemas.microsoft.com/office/drawing/2014/main" id="{66A5A0A3-4F60-ECDA-12DD-92C90A889043}"/>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5</a:t>
              </a:r>
            </a:p>
          </p:txBody>
        </p:sp>
        <p:sp>
          <p:nvSpPr>
            <p:cNvPr id="250" name="Rectangle 249">
              <a:hlinkClick r:id="rId6" action="ppaction://hlinksldjump"/>
              <a:extLst>
                <a:ext uri="{FF2B5EF4-FFF2-40B4-BE49-F238E27FC236}">
                  <a16:creationId xmlns:a16="http://schemas.microsoft.com/office/drawing/2014/main" id="{3F3F8575-BE16-89B1-F3F0-A4BDB0BA5B4D}"/>
                </a:ext>
              </a:extLst>
            </p:cNvPr>
            <p:cNvSpPr>
              <a:spLocks/>
            </p:cNvSpPr>
            <p:nvPr userDrawn="1"/>
          </p:nvSpPr>
          <p:spPr>
            <a:xfrm>
              <a:off x="891565"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b="1" i="0" kern="1200" cap="none" baseline="0" noProof="0">
                  <a:solidFill>
                    <a:schemeClr val="bg2"/>
                  </a:solidFill>
                  <a:latin typeface="+mn-lt"/>
                  <a:ea typeface="+mn-ea"/>
                  <a:cs typeface="+mn-cs"/>
                </a:rPr>
                <a:t>Protection des PIV</a:t>
              </a:r>
            </a:p>
          </p:txBody>
        </p:sp>
        <p:sp>
          <p:nvSpPr>
            <p:cNvPr id="251" name="Rectangle 250">
              <a:hlinkClick r:id="rId6" action="ppaction://hlinksldjump"/>
              <a:extLst>
                <a:ext uri="{FF2B5EF4-FFF2-40B4-BE49-F238E27FC236}">
                  <a16:creationId xmlns:a16="http://schemas.microsoft.com/office/drawing/2014/main" id="{EE320990-C2CC-2270-A9B7-BF7068DD58F0}"/>
                </a:ext>
              </a:extLst>
            </p:cNvPr>
            <p:cNvSpPr>
              <a:spLocks/>
            </p:cNvSpPr>
            <p:nvPr userDrawn="1"/>
          </p:nvSpPr>
          <p:spPr>
            <a:xfrm>
              <a:off x="6009095" y="1196308"/>
              <a:ext cx="51553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18</a:t>
              </a:r>
            </a:p>
          </p:txBody>
        </p:sp>
      </p:grpSp>
      <p:grpSp>
        <p:nvGrpSpPr>
          <p:cNvPr id="252" name="SP Agenda Section">
            <a:extLst>
              <a:ext uri="{FF2B5EF4-FFF2-40B4-BE49-F238E27FC236}">
                <a16:creationId xmlns:a16="http://schemas.microsoft.com/office/drawing/2014/main" id="{5CFC6A9B-07F3-A9B8-24AC-40439CCDDFD5}"/>
              </a:ext>
            </a:extLst>
          </p:cNvPr>
          <p:cNvGrpSpPr>
            <a:grpSpLocks/>
          </p:cNvGrpSpPr>
          <p:nvPr/>
        </p:nvGrpSpPr>
        <p:grpSpPr>
          <a:xfrm>
            <a:off x="466609" y="3962400"/>
            <a:ext cx="11258782" cy="552002"/>
            <a:chOff x="350973" y="1196307"/>
            <a:chExt cx="6173651" cy="552002"/>
          </a:xfrm>
        </p:grpSpPr>
        <p:sp>
          <p:nvSpPr>
            <p:cNvPr id="253" name="Rectangle 252">
              <a:hlinkClick r:id="rId7" action="ppaction://hlinksldjump"/>
              <a:extLst>
                <a:ext uri="{FF2B5EF4-FFF2-40B4-BE49-F238E27FC236}">
                  <a16:creationId xmlns:a16="http://schemas.microsoft.com/office/drawing/2014/main" id="{959D5B1A-1C5B-C097-8DED-335618629586}"/>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6</a:t>
              </a:r>
            </a:p>
          </p:txBody>
        </p:sp>
        <p:sp>
          <p:nvSpPr>
            <p:cNvPr id="254" name="Rectangle 253">
              <a:hlinkClick r:id="rId7" action="ppaction://hlinksldjump"/>
              <a:extLst>
                <a:ext uri="{FF2B5EF4-FFF2-40B4-BE49-F238E27FC236}">
                  <a16:creationId xmlns:a16="http://schemas.microsoft.com/office/drawing/2014/main" id="{4A7A7DF9-36CD-451E-6265-ABF1BF652D2E}"/>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Annexe</a:t>
              </a:r>
            </a:p>
          </p:txBody>
        </p:sp>
        <p:sp>
          <p:nvSpPr>
            <p:cNvPr id="255" name="Rectangle 254">
              <a:hlinkClick r:id="rId7" action="ppaction://hlinksldjump"/>
              <a:extLst>
                <a:ext uri="{FF2B5EF4-FFF2-40B4-BE49-F238E27FC236}">
                  <a16:creationId xmlns:a16="http://schemas.microsoft.com/office/drawing/2014/main" id="{4E97058D-187A-F51F-DE3F-2C8763ED956F}"/>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24</a:t>
              </a:r>
            </a:p>
          </p:txBody>
        </p:sp>
      </p:grpSp>
    </p:spTree>
    <p:extLst>
      <p:ext uri="{BB962C8B-B14F-4D97-AF65-F5344CB8AC3E}">
        <p14:creationId xmlns:p14="http://schemas.microsoft.com/office/powerpoint/2010/main" val="1866188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659AD67-5428-B51D-3119-4771DDFDF286}"/>
              </a:ext>
            </a:extLst>
          </p:cNvPr>
          <p:cNvSpPr>
            <a:spLocks noGrp="1"/>
          </p:cNvSpPr>
          <p:nvPr>
            <p:ph type="body" sz="quarter" idx="13"/>
          </p:nvPr>
        </p:nvSpPr>
        <p:spPr/>
        <p:txBody>
          <a:bodyPr/>
          <a:lstStyle/>
          <a:p>
            <a:endParaRPr lang="fr-FR"/>
          </a:p>
        </p:txBody>
      </p:sp>
      <p:sp>
        <p:nvSpPr>
          <p:cNvPr id="3" name="Espace réservé du texte 2">
            <a:extLst>
              <a:ext uri="{FF2B5EF4-FFF2-40B4-BE49-F238E27FC236}">
                <a16:creationId xmlns:a16="http://schemas.microsoft.com/office/drawing/2014/main" id="{9D6319FC-F6CF-BE2A-4295-27DD6C872E1C}"/>
              </a:ext>
            </a:extLst>
          </p:cNvPr>
          <p:cNvSpPr>
            <a:spLocks noGrp="1"/>
          </p:cNvSpPr>
          <p:nvPr>
            <p:ph type="body" sz="quarter" idx="15"/>
          </p:nvPr>
        </p:nvSpPr>
        <p:spPr/>
        <p:txBody>
          <a:bodyPr/>
          <a:lstStyle/>
          <a:p>
            <a:endParaRPr lang="fr-FR"/>
          </a:p>
        </p:txBody>
      </p:sp>
      <p:sp>
        <p:nvSpPr>
          <p:cNvPr id="4" name="Titre 3">
            <a:extLst>
              <a:ext uri="{FF2B5EF4-FFF2-40B4-BE49-F238E27FC236}">
                <a16:creationId xmlns:a16="http://schemas.microsoft.com/office/drawing/2014/main" id="{0DA18744-829E-0D02-BD3B-751155C5FEC0}"/>
              </a:ext>
            </a:extLst>
          </p:cNvPr>
          <p:cNvSpPr>
            <a:spLocks noGrp="1"/>
          </p:cNvSpPr>
          <p:nvPr>
            <p:ph type="title"/>
          </p:nvPr>
        </p:nvSpPr>
        <p:spPr/>
        <p:txBody>
          <a:bodyPr/>
          <a:lstStyle/>
          <a:p>
            <a:r>
              <a:rPr lang="fr-FR"/>
              <a:t>Le plan particulier de résilience</a:t>
            </a:r>
          </a:p>
        </p:txBody>
      </p:sp>
      <p:sp>
        <p:nvSpPr>
          <p:cNvPr id="5" name="Rectangle 4">
            <a:extLst>
              <a:ext uri="{FF2B5EF4-FFF2-40B4-BE49-F238E27FC236}">
                <a16:creationId xmlns:a16="http://schemas.microsoft.com/office/drawing/2014/main" id="{073FCD17-1D63-55C4-93E0-1DBB05A0AB6F}"/>
              </a:ext>
            </a:extLst>
          </p:cNvPr>
          <p:cNvSpPr/>
          <p:nvPr/>
        </p:nvSpPr>
        <p:spPr>
          <a:xfrm>
            <a:off x="425355" y="1173018"/>
            <a:ext cx="9651518" cy="4184073"/>
          </a:xfrm>
          <a:prstGeom prst="rect">
            <a:avLst/>
          </a:prstGeom>
          <a:solidFill>
            <a:schemeClr val="accent6">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algn="l">
              <a:spcBef>
                <a:spcPts val="600"/>
              </a:spcBef>
            </a:pPr>
            <a:r>
              <a:rPr lang="fr-FR" sz="2000">
                <a:solidFill>
                  <a:schemeClr val="bg2"/>
                </a:solidFill>
                <a:ea typeface="+mj-ea"/>
                <a:cs typeface="+mj-cs"/>
              </a:rPr>
              <a:t>Slide à construire lorsque plus d’éléments seront disponibles</a:t>
            </a:r>
          </a:p>
        </p:txBody>
      </p:sp>
    </p:spTree>
    <p:extLst>
      <p:ext uri="{BB962C8B-B14F-4D97-AF65-F5344CB8AC3E}">
        <p14:creationId xmlns:p14="http://schemas.microsoft.com/office/powerpoint/2010/main" val="4193532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B659AD67-5428-B51D-3119-4771DDFDF286}"/>
              </a:ext>
            </a:extLst>
          </p:cNvPr>
          <p:cNvSpPr>
            <a:spLocks noGrp="1"/>
          </p:cNvSpPr>
          <p:nvPr>
            <p:ph type="body" sz="quarter" idx="13"/>
          </p:nvPr>
        </p:nvSpPr>
        <p:spPr/>
        <p:txBody>
          <a:bodyPr/>
          <a:lstStyle/>
          <a:p>
            <a:endParaRPr lang="fr-FR"/>
          </a:p>
        </p:txBody>
      </p:sp>
      <p:sp>
        <p:nvSpPr>
          <p:cNvPr id="3" name="Espace réservé du texte 2">
            <a:extLst>
              <a:ext uri="{FF2B5EF4-FFF2-40B4-BE49-F238E27FC236}">
                <a16:creationId xmlns:a16="http://schemas.microsoft.com/office/drawing/2014/main" id="{9D6319FC-F6CF-BE2A-4295-27DD6C872E1C}"/>
              </a:ext>
            </a:extLst>
          </p:cNvPr>
          <p:cNvSpPr>
            <a:spLocks noGrp="1"/>
          </p:cNvSpPr>
          <p:nvPr>
            <p:ph type="body" sz="quarter" idx="15"/>
          </p:nvPr>
        </p:nvSpPr>
        <p:spPr/>
        <p:txBody>
          <a:bodyPr/>
          <a:lstStyle/>
          <a:p>
            <a:endParaRPr lang="fr-FR"/>
          </a:p>
        </p:txBody>
      </p:sp>
      <p:sp>
        <p:nvSpPr>
          <p:cNvPr id="4" name="Titre 3">
            <a:extLst>
              <a:ext uri="{FF2B5EF4-FFF2-40B4-BE49-F238E27FC236}">
                <a16:creationId xmlns:a16="http://schemas.microsoft.com/office/drawing/2014/main" id="{0DA18744-829E-0D02-BD3B-751155C5FEC0}"/>
              </a:ext>
            </a:extLst>
          </p:cNvPr>
          <p:cNvSpPr>
            <a:spLocks noGrp="1"/>
          </p:cNvSpPr>
          <p:nvPr>
            <p:ph type="title"/>
          </p:nvPr>
        </p:nvSpPr>
        <p:spPr/>
        <p:txBody>
          <a:bodyPr/>
          <a:lstStyle/>
          <a:p>
            <a:r>
              <a:rPr lang="fr-FR"/>
              <a:t>Défense physique des PIV : le principe de la défense en profondeur</a:t>
            </a:r>
          </a:p>
        </p:txBody>
      </p:sp>
      <p:sp>
        <p:nvSpPr>
          <p:cNvPr id="12" name="TextBox 10" descr="&#10;">
            <a:extLst>
              <a:ext uri="{FF2B5EF4-FFF2-40B4-BE49-F238E27FC236}">
                <a16:creationId xmlns:a16="http://schemas.microsoft.com/office/drawing/2014/main" id="{C867566E-5EAE-774A-3350-5703AF3270FA}"/>
              </a:ext>
            </a:extLst>
          </p:cNvPr>
          <p:cNvSpPr txBox="1">
            <a:spLocks/>
          </p:cNvSpPr>
          <p:nvPr/>
        </p:nvSpPr>
        <p:spPr>
          <a:xfrm>
            <a:off x="496460" y="873563"/>
            <a:ext cx="11147672" cy="895080"/>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r>
              <a:rPr lang="fr-FR" sz="1200" b="1"/>
              <a:t>La défense des PIV, dans la doctrine française de la LPM, repose sur l’application du principe de la défense en profondeur :</a:t>
            </a:r>
          </a:p>
          <a:p>
            <a:r>
              <a:rPr lang="fr-FR" sz="1200" i="1" u="none" strike="noStrike" baseline="0"/>
              <a:t>« La défense en profondeur consiste en la superposition de plusieurs lignes de défense, composées d’un ensemble de mesures de sécurité, chaque ligne devant contribuer à affaiblir l’attaque et à permettre aux suivantes de se renforcer en vue soit d’empêcher la destruction ou la prise de contrôle des composants névralgiques du PIV, soit d’en limiter les effets. » Guide PPP</a:t>
            </a:r>
            <a:endParaRPr lang="fr-FR" sz="1200" i="1"/>
          </a:p>
        </p:txBody>
      </p:sp>
      <p:sp>
        <p:nvSpPr>
          <p:cNvPr id="14" name="TextBox 10" descr="&#10;">
            <a:extLst>
              <a:ext uri="{FF2B5EF4-FFF2-40B4-BE49-F238E27FC236}">
                <a16:creationId xmlns:a16="http://schemas.microsoft.com/office/drawing/2014/main" id="{40DAA244-2121-8BF0-9770-D1F1B437B4D6}"/>
              </a:ext>
            </a:extLst>
          </p:cNvPr>
          <p:cNvSpPr txBox="1">
            <a:spLocks/>
          </p:cNvSpPr>
          <p:nvPr/>
        </p:nvSpPr>
        <p:spPr>
          <a:xfrm>
            <a:off x="1207884" y="5959731"/>
            <a:ext cx="10229849" cy="598714"/>
          </a:xfrm>
          <a:prstGeom prst="rect">
            <a:avLst/>
          </a:prstGeom>
          <a:solidFill>
            <a:schemeClr val="tx2">
              <a:lumMod val="95000"/>
            </a:schemeClr>
          </a:solidFill>
        </p:spPr>
        <p:txBody>
          <a:bodyPr vert="horz" lIns="72000" tIns="36000" rIns="72000" bIns="36000" rtlCol="0" anchor="t">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r>
              <a:rPr lang="fr-FR" sz="1200"/>
              <a:t>La sécurité des PIV, ainsi que la description des moyens de protection des PIV et des dispositifs de protection physique, est actuellement décrites dans les PPP de chaque PIV dans le cadre de l’application de la LPM. Ces éléments sont susceptibles d’être traités dans les futurs </a:t>
            </a:r>
            <a:r>
              <a:rPr lang="fr-FR" sz="1200" b="1" u="sng"/>
              <a:t>PPR</a:t>
            </a:r>
            <a:r>
              <a:rPr lang="fr-FR" sz="1200"/>
              <a:t>, bien que l’articulation exacte de l’existant LPM avec les exigences de la REC soit encore à éclaircir.</a:t>
            </a:r>
          </a:p>
        </p:txBody>
      </p:sp>
      <p:sp>
        <p:nvSpPr>
          <p:cNvPr id="15" name="TextBox 1">
            <a:extLst>
              <a:ext uri="{FF2B5EF4-FFF2-40B4-BE49-F238E27FC236}">
                <a16:creationId xmlns:a16="http://schemas.microsoft.com/office/drawing/2014/main" id="{A9C4FCFF-B6C6-B78A-16F7-12F0BCBC1752}"/>
              </a:ext>
            </a:extLst>
          </p:cNvPr>
          <p:cNvSpPr txBox="1">
            <a:spLocks/>
          </p:cNvSpPr>
          <p:nvPr/>
        </p:nvSpPr>
        <p:spPr>
          <a:xfrm>
            <a:off x="8534471" y="3026574"/>
            <a:ext cx="1495576" cy="692497"/>
          </a:xfrm>
          <a:prstGeom prst="rect">
            <a:avLst/>
          </a:prstGeom>
          <a:noFill/>
        </p:spPr>
        <p:txBody>
          <a:bodyPr wrap="square" lIns="0" tIns="0" rIns="0" bIns="0" rtlCol="0" anchor="ctr">
            <a:spAutoFit/>
          </a:bodyPr>
          <a:lstStyle/>
          <a:p>
            <a:pPr marL="171450" indent="-171450">
              <a:spcAft>
                <a:spcPts val="600"/>
              </a:spcAft>
              <a:buFont typeface="Arial" panose="020B0604020202020204" pitchFamily="34" charset="0"/>
              <a:buChar char="•"/>
            </a:pPr>
            <a:r>
              <a:rPr lang="fr-FR" sz="900"/>
              <a:t>Caméras de surveillance, détecteurs de mouvements/alarmes pour signaler les intrusions</a:t>
            </a:r>
          </a:p>
        </p:txBody>
      </p:sp>
      <p:sp>
        <p:nvSpPr>
          <p:cNvPr id="16" name="TextBox 3">
            <a:extLst>
              <a:ext uri="{FF2B5EF4-FFF2-40B4-BE49-F238E27FC236}">
                <a16:creationId xmlns:a16="http://schemas.microsoft.com/office/drawing/2014/main" id="{4BE4D90E-A5EE-5E23-B0C2-F23A5BEBBB7B}"/>
              </a:ext>
            </a:extLst>
          </p:cNvPr>
          <p:cNvSpPr txBox="1">
            <a:spLocks/>
          </p:cNvSpPr>
          <p:nvPr/>
        </p:nvSpPr>
        <p:spPr>
          <a:xfrm>
            <a:off x="7590753" y="4521480"/>
            <a:ext cx="1495576" cy="1184940"/>
          </a:xfrm>
          <a:prstGeom prst="rect">
            <a:avLst/>
          </a:prstGeom>
          <a:noFill/>
        </p:spPr>
        <p:txBody>
          <a:bodyPr wrap="square" lIns="0" tIns="0" rIns="0" bIns="0" rtlCol="0" anchor="ctr">
            <a:spAutoFit/>
          </a:bodyPr>
          <a:lstStyle/>
          <a:p>
            <a:pPr marL="171450" indent="-171450">
              <a:spcAft>
                <a:spcPts val="600"/>
              </a:spcAft>
              <a:buFont typeface="Arial" panose="020B0604020202020204" pitchFamily="34" charset="0"/>
              <a:buChar char="•"/>
            </a:pPr>
            <a:r>
              <a:rPr lang="fr-FR" sz="900"/>
              <a:t>Protection des équipements essentiels (générateurs, systèmes de communication, réseaux SI…)</a:t>
            </a:r>
          </a:p>
          <a:p>
            <a:pPr marL="171450" indent="-171450">
              <a:spcAft>
                <a:spcPts val="600"/>
              </a:spcAft>
              <a:buFont typeface="Arial" panose="020B0604020202020204" pitchFamily="34" charset="0"/>
              <a:buChar char="•"/>
            </a:pPr>
            <a:r>
              <a:rPr lang="fr-FR" sz="900"/>
              <a:t>Sécurisation des sites de stockage des matériaux dangereux…</a:t>
            </a:r>
          </a:p>
        </p:txBody>
      </p:sp>
      <p:sp>
        <p:nvSpPr>
          <p:cNvPr id="19" name="TextBox 8">
            <a:extLst>
              <a:ext uri="{FF2B5EF4-FFF2-40B4-BE49-F238E27FC236}">
                <a16:creationId xmlns:a16="http://schemas.microsoft.com/office/drawing/2014/main" id="{6FC7F0AA-D0AF-7F12-25A3-B64398D90141}"/>
              </a:ext>
            </a:extLst>
          </p:cNvPr>
          <p:cNvSpPr txBox="1">
            <a:spLocks/>
          </p:cNvSpPr>
          <p:nvPr/>
        </p:nvSpPr>
        <p:spPr>
          <a:xfrm>
            <a:off x="4828809" y="3027438"/>
            <a:ext cx="1495576" cy="415498"/>
          </a:xfrm>
          <a:prstGeom prst="rect">
            <a:avLst/>
          </a:prstGeom>
          <a:noFill/>
        </p:spPr>
        <p:txBody>
          <a:bodyPr wrap="square" lIns="0" tIns="0" rIns="0" bIns="0" rtlCol="0" anchor="ctr">
            <a:spAutoFit/>
          </a:bodyPr>
          <a:lstStyle/>
          <a:p>
            <a:pPr marL="171450" indent="-171450">
              <a:spcAft>
                <a:spcPts val="600"/>
              </a:spcAft>
              <a:buFont typeface="Arial" panose="020B0604020202020204" pitchFamily="34" charset="0"/>
              <a:buChar char="•"/>
            </a:pPr>
            <a:r>
              <a:rPr lang="fr-FR" sz="900"/>
              <a:t>Murs, clôtures, barrières… Renforcement des accès (portes, fenêtres…)</a:t>
            </a:r>
          </a:p>
        </p:txBody>
      </p:sp>
      <p:sp>
        <p:nvSpPr>
          <p:cNvPr id="20" name="TextBox 2">
            <a:extLst>
              <a:ext uri="{FF2B5EF4-FFF2-40B4-BE49-F238E27FC236}">
                <a16:creationId xmlns:a16="http://schemas.microsoft.com/office/drawing/2014/main" id="{072EB0C0-421B-15AF-F51D-43581D9CAEED}"/>
              </a:ext>
            </a:extLst>
          </p:cNvPr>
          <p:cNvSpPr txBox="1">
            <a:spLocks/>
          </p:cNvSpPr>
          <p:nvPr/>
        </p:nvSpPr>
        <p:spPr>
          <a:xfrm>
            <a:off x="5824130" y="4521480"/>
            <a:ext cx="1495576" cy="969496"/>
          </a:xfrm>
          <a:prstGeom prst="rect">
            <a:avLst/>
          </a:prstGeom>
          <a:noFill/>
        </p:spPr>
        <p:txBody>
          <a:bodyPr wrap="square" lIns="0" tIns="0" rIns="0" bIns="0" rtlCol="0" anchor="ctr">
            <a:spAutoFit/>
          </a:bodyPr>
          <a:lstStyle/>
          <a:p>
            <a:pPr marL="171450" indent="-171450">
              <a:spcAft>
                <a:spcPts val="600"/>
              </a:spcAft>
              <a:buFont typeface="Arial" panose="020B0604020202020204" pitchFamily="34" charset="0"/>
              <a:buChar char="•"/>
            </a:pPr>
            <a:r>
              <a:rPr lang="fr-FR" sz="900"/>
              <a:t>Vérification des accès des véhicules, immatriculations… Contrôle des points d'entrée, barrières anti-véhicules (pointes, blocs…)</a:t>
            </a:r>
          </a:p>
        </p:txBody>
      </p:sp>
      <p:sp>
        <p:nvSpPr>
          <p:cNvPr id="21" name="TextBox 8">
            <a:extLst>
              <a:ext uri="{FF2B5EF4-FFF2-40B4-BE49-F238E27FC236}">
                <a16:creationId xmlns:a16="http://schemas.microsoft.com/office/drawing/2014/main" id="{D3A2A817-63B5-9C65-1E9E-781BC721D9A6}"/>
              </a:ext>
            </a:extLst>
          </p:cNvPr>
          <p:cNvSpPr txBox="1">
            <a:spLocks/>
          </p:cNvSpPr>
          <p:nvPr/>
        </p:nvSpPr>
        <p:spPr>
          <a:xfrm>
            <a:off x="9257813" y="4521480"/>
            <a:ext cx="1495576" cy="830997"/>
          </a:xfrm>
          <a:prstGeom prst="rect">
            <a:avLst/>
          </a:prstGeom>
          <a:noFill/>
        </p:spPr>
        <p:txBody>
          <a:bodyPr wrap="square" lIns="0" tIns="0" rIns="0" bIns="0" rtlCol="0" anchor="ctr">
            <a:spAutoFit/>
          </a:bodyPr>
          <a:lstStyle/>
          <a:p>
            <a:pPr marL="171450" indent="-171450">
              <a:spcAft>
                <a:spcPts val="600"/>
              </a:spcAft>
              <a:buFont typeface="Arial" panose="020B0604020202020204" pitchFamily="34" charset="0"/>
              <a:buChar char="•"/>
            </a:pPr>
            <a:r>
              <a:rPr lang="fr-FR" sz="900"/>
              <a:t>Déploiement de personnel de sécurité pour effectuer des patrouilles et répondre aux incidents Technologies de surveillance, chiens…</a:t>
            </a:r>
          </a:p>
        </p:txBody>
      </p:sp>
      <p:graphicFrame>
        <p:nvGraphicFramePr>
          <p:cNvPr id="18" name="Diagramme 17">
            <a:extLst>
              <a:ext uri="{FF2B5EF4-FFF2-40B4-BE49-F238E27FC236}">
                <a16:creationId xmlns:a16="http://schemas.microsoft.com/office/drawing/2014/main" id="{E6A7A70D-4430-35FF-D398-F43E0EA1E0CF}"/>
              </a:ext>
            </a:extLst>
          </p:cNvPr>
          <p:cNvGraphicFramePr/>
          <p:nvPr>
            <p:extLst>
              <p:ext uri="{D42A27DB-BD31-4B8C-83A1-F6EECF244321}">
                <p14:modId xmlns:p14="http://schemas.microsoft.com/office/powerpoint/2010/main" val="670225130"/>
              </p:ext>
            </p:extLst>
          </p:nvPr>
        </p:nvGraphicFramePr>
        <p:xfrm>
          <a:off x="4047" y="2181606"/>
          <a:ext cx="5301494" cy="310884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2" name="TextBox 10" descr="&#10;">
            <a:extLst>
              <a:ext uri="{FF2B5EF4-FFF2-40B4-BE49-F238E27FC236}">
                <a16:creationId xmlns:a16="http://schemas.microsoft.com/office/drawing/2014/main" id="{3D9EE923-0EB4-5903-0355-3076D3CA73FC}"/>
              </a:ext>
            </a:extLst>
          </p:cNvPr>
          <p:cNvSpPr txBox="1">
            <a:spLocks/>
          </p:cNvSpPr>
          <p:nvPr/>
        </p:nvSpPr>
        <p:spPr>
          <a:xfrm>
            <a:off x="4958967" y="1817848"/>
            <a:ext cx="6312283" cy="634134"/>
          </a:xfrm>
          <a:prstGeom prst="rect">
            <a:avLst/>
          </a:prstGeom>
        </p:spPr>
        <p:txBody>
          <a:bodyPr vert="horz" lIns="0" tIns="36000" rIns="0" bIns="36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r>
              <a:rPr lang="fr-FR" sz="1100"/>
              <a:t>Les mesures et systèmes permettant d’assurer la protection des installations combinent moyens </a:t>
            </a:r>
            <a:r>
              <a:rPr lang="fr-FR" sz="1100" b="1"/>
              <a:t>organisationnels</a:t>
            </a:r>
            <a:r>
              <a:rPr lang="fr-FR" sz="1100"/>
              <a:t>, </a:t>
            </a:r>
            <a:r>
              <a:rPr lang="fr-FR" sz="1100" b="1"/>
              <a:t>physiques</a:t>
            </a:r>
            <a:r>
              <a:rPr lang="fr-FR" sz="1100"/>
              <a:t> et</a:t>
            </a:r>
            <a:r>
              <a:rPr lang="fr-FR" sz="1100" b="1"/>
              <a:t> numériques</a:t>
            </a:r>
            <a:r>
              <a:rPr lang="fr-FR" sz="1100"/>
              <a:t>, avec une </a:t>
            </a:r>
            <a:r>
              <a:rPr lang="fr-FR" sz="1100" b="1"/>
              <a:t>intrication de plus en plus importante </a:t>
            </a:r>
            <a:r>
              <a:rPr lang="fr-FR" sz="1100"/>
              <a:t>notamment pour ces deux derniers aspects. Quelques exemples :</a:t>
            </a:r>
          </a:p>
        </p:txBody>
      </p:sp>
      <p:sp>
        <p:nvSpPr>
          <p:cNvPr id="23" name="TextBox 18" descr="&#10;">
            <a:extLst>
              <a:ext uri="{FF2B5EF4-FFF2-40B4-BE49-F238E27FC236}">
                <a16:creationId xmlns:a16="http://schemas.microsoft.com/office/drawing/2014/main" id="{BE9B8207-0721-2723-BE65-A6298F6BA9C7}"/>
              </a:ext>
            </a:extLst>
          </p:cNvPr>
          <p:cNvSpPr txBox="1">
            <a:spLocks/>
          </p:cNvSpPr>
          <p:nvPr/>
        </p:nvSpPr>
        <p:spPr>
          <a:xfrm>
            <a:off x="4828809" y="2574415"/>
            <a:ext cx="1494000" cy="396000"/>
          </a:xfrm>
          <a:prstGeom prst="rect">
            <a:avLst/>
          </a:prstGeom>
          <a:ln w="19050">
            <a:solidFill>
              <a:schemeClr val="accent1">
                <a:lumMod val="60000"/>
                <a:lumOff val="40000"/>
              </a:schemeClr>
            </a:solidFill>
          </a:ln>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spcBef>
                <a:spcPts val="0"/>
              </a:spcBef>
            </a:pPr>
            <a:r>
              <a:rPr lang="fr-FR" sz="1050">
                <a:solidFill>
                  <a:schemeClr val="bg2"/>
                </a:solidFill>
              </a:rPr>
              <a:t>Sécurité </a:t>
            </a:r>
          </a:p>
          <a:p>
            <a:pPr algn="ctr">
              <a:spcBef>
                <a:spcPts val="0"/>
              </a:spcBef>
            </a:pPr>
            <a:r>
              <a:rPr lang="fr-FR" sz="1050">
                <a:solidFill>
                  <a:schemeClr val="bg2"/>
                </a:solidFill>
              </a:rPr>
              <a:t>périmétrique</a:t>
            </a:r>
          </a:p>
        </p:txBody>
      </p:sp>
      <p:sp>
        <p:nvSpPr>
          <p:cNvPr id="24" name="TextBox 18" descr="&#10;">
            <a:extLst>
              <a:ext uri="{FF2B5EF4-FFF2-40B4-BE49-F238E27FC236}">
                <a16:creationId xmlns:a16="http://schemas.microsoft.com/office/drawing/2014/main" id="{A818A559-6F26-4891-FC7F-D5938572534D}"/>
              </a:ext>
            </a:extLst>
          </p:cNvPr>
          <p:cNvSpPr txBox="1">
            <a:spLocks/>
          </p:cNvSpPr>
          <p:nvPr/>
        </p:nvSpPr>
        <p:spPr>
          <a:xfrm>
            <a:off x="6769222" y="2574415"/>
            <a:ext cx="1494000" cy="396000"/>
          </a:xfrm>
          <a:prstGeom prst="rect">
            <a:avLst/>
          </a:prstGeom>
          <a:ln w="19050">
            <a:solidFill>
              <a:schemeClr val="accent1">
                <a:lumMod val="60000"/>
                <a:lumOff val="40000"/>
              </a:schemeClr>
            </a:solidFill>
          </a:ln>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spcAft>
                <a:spcPts val="600"/>
              </a:spcAft>
            </a:pPr>
            <a:r>
              <a:rPr lang="fr-FR" sz="1050">
                <a:solidFill>
                  <a:schemeClr val="bg2"/>
                </a:solidFill>
              </a:rPr>
              <a:t>Contrôle d’accès</a:t>
            </a:r>
          </a:p>
        </p:txBody>
      </p:sp>
      <p:sp>
        <p:nvSpPr>
          <p:cNvPr id="25" name="TextBox 8">
            <a:extLst>
              <a:ext uri="{FF2B5EF4-FFF2-40B4-BE49-F238E27FC236}">
                <a16:creationId xmlns:a16="http://schemas.microsoft.com/office/drawing/2014/main" id="{F45B3936-0F31-C326-ADAA-8195F8D55021}"/>
              </a:ext>
            </a:extLst>
          </p:cNvPr>
          <p:cNvSpPr txBox="1">
            <a:spLocks/>
          </p:cNvSpPr>
          <p:nvPr/>
        </p:nvSpPr>
        <p:spPr>
          <a:xfrm>
            <a:off x="6710834" y="3026574"/>
            <a:ext cx="1495576" cy="553998"/>
          </a:xfrm>
          <a:prstGeom prst="rect">
            <a:avLst/>
          </a:prstGeom>
          <a:noFill/>
        </p:spPr>
        <p:txBody>
          <a:bodyPr wrap="square" lIns="0" tIns="0" rIns="0" bIns="0" rtlCol="0" anchor="ctr">
            <a:spAutoFit/>
          </a:bodyPr>
          <a:lstStyle/>
          <a:p>
            <a:pPr marL="171450" indent="-171450">
              <a:spcAft>
                <a:spcPts val="600"/>
              </a:spcAft>
              <a:buFont typeface="Arial" panose="020B0604020202020204" pitchFamily="34" charset="0"/>
              <a:buChar char="•"/>
            </a:pPr>
            <a:r>
              <a:rPr lang="fr-FR" sz="900"/>
              <a:t>Systèmes de badge, sas unipersonnel, processus et systèmes de traçabilité, empreintes biométriques</a:t>
            </a:r>
          </a:p>
        </p:txBody>
      </p:sp>
      <p:sp>
        <p:nvSpPr>
          <p:cNvPr id="29" name="TextBox 18" descr="&#10;">
            <a:extLst>
              <a:ext uri="{FF2B5EF4-FFF2-40B4-BE49-F238E27FC236}">
                <a16:creationId xmlns:a16="http://schemas.microsoft.com/office/drawing/2014/main" id="{A473E6D4-64B6-2655-4B31-1D2D431C0510}"/>
              </a:ext>
            </a:extLst>
          </p:cNvPr>
          <p:cNvSpPr txBox="1">
            <a:spLocks/>
          </p:cNvSpPr>
          <p:nvPr/>
        </p:nvSpPr>
        <p:spPr>
          <a:xfrm>
            <a:off x="8592859" y="2574415"/>
            <a:ext cx="1494000" cy="396000"/>
          </a:xfrm>
          <a:prstGeom prst="rect">
            <a:avLst/>
          </a:prstGeom>
          <a:ln w="19050">
            <a:solidFill>
              <a:schemeClr val="accent1">
                <a:lumMod val="60000"/>
                <a:lumOff val="40000"/>
              </a:schemeClr>
            </a:solidFill>
          </a:ln>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spcAft>
                <a:spcPts val="600"/>
              </a:spcAft>
            </a:pPr>
            <a:r>
              <a:rPr lang="fr-FR" sz="1050">
                <a:solidFill>
                  <a:schemeClr val="bg2"/>
                </a:solidFill>
              </a:rPr>
              <a:t>Surveillance et détection</a:t>
            </a:r>
          </a:p>
        </p:txBody>
      </p:sp>
      <p:sp>
        <p:nvSpPr>
          <p:cNvPr id="30" name="TextBox 18" descr="&#10;">
            <a:extLst>
              <a:ext uri="{FF2B5EF4-FFF2-40B4-BE49-F238E27FC236}">
                <a16:creationId xmlns:a16="http://schemas.microsoft.com/office/drawing/2014/main" id="{E34A9F0A-ACF0-194B-9C56-FFD6D2ED1611}"/>
              </a:ext>
            </a:extLst>
          </p:cNvPr>
          <p:cNvSpPr txBox="1">
            <a:spLocks/>
          </p:cNvSpPr>
          <p:nvPr/>
        </p:nvSpPr>
        <p:spPr>
          <a:xfrm>
            <a:off x="5823402" y="4052728"/>
            <a:ext cx="1494000" cy="396000"/>
          </a:xfrm>
          <a:prstGeom prst="rect">
            <a:avLst/>
          </a:prstGeom>
          <a:ln w="19050">
            <a:solidFill>
              <a:schemeClr val="accent1">
                <a:lumMod val="60000"/>
                <a:lumOff val="40000"/>
              </a:schemeClr>
            </a:solidFill>
          </a:ln>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spcAft>
                <a:spcPts val="600"/>
              </a:spcAft>
            </a:pPr>
            <a:r>
              <a:rPr lang="fr-FR" sz="1050">
                <a:solidFill>
                  <a:schemeClr val="bg2"/>
                </a:solidFill>
              </a:rPr>
              <a:t>Sécurité contre les véhicules</a:t>
            </a:r>
          </a:p>
        </p:txBody>
      </p:sp>
      <p:sp>
        <p:nvSpPr>
          <p:cNvPr id="31" name="TextBox 18" descr="&#10;">
            <a:extLst>
              <a:ext uri="{FF2B5EF4-FFF2-40B4-BE49-F238E27FC236}">
                <a16:creationId xmlns:a16="http://schemas.microsoft.com/office/drawing/2014/main" id="{425D3AE8-9940-97C1-8DAE-25649CBD3DBF}"/>
              </a:ext>
            </a:extLst>
          </p:cNvPr>
          <p:cNvSpPr txBox="1">
            <a:spLocks/>
          </p:cNvSpPr>
          <p:nvPr/>
        </p:nvSpPr>
        <p:spPr>
          <a:xfrm>
            <a:off x="7576343" y="4052728"/>
            <a:ext cx="1494000" cy="396000"/>
          </a:xfrm>
          <a:prstGeom prst="rect">
            <a:avLst/>
          </a:prstGeom>
          <a:ln w="19050">
            <a:solidFill>
              <a:schemeClr val="accent1">
                <a:lumMod val="60000"/>
                <a:lumOff val="40000"/>
              </a:schemeClr>
            </a:solidFill>
          </a:ln>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spcAft>
                <a:spcPts val="600"/>
              </a:spcAft>
            </a:pPr>
            <a:r>
              <a:rPr lang="fr-FR" sz="1050">
                <a:solidFill>
                  <a:schemeClr val="bg2"/>
                </a:solidFill>
              </a:rPr>
              <a:t>Protection des infrastructures</a:t>
            </a:r>
          </a:p>
        </p:txBody>
      </p:sp>
      <p:sp>
        <p:nvSpPr>
          <p:cNvPr id="32" name="TextBox 18" descr="&#10;">
            <a:extLst>
              <a:ext uri="{FF2B5EF4-FFF2-40B4-BE49-F238E27FC236}">
                <a16:creationId xmlns:a16="http://schemas.microsoft.com/office/drawing/2014/main" id="{6D1206B2-46CC-3906-E317-260C17088EAF}"/>
              </a:ext>
            </a:extLst>
          </p:cNvPr>
          <p:cNvSpPr txBox="1">
            <a:spLocks/>
          </p:cNvSpPr>
          <p:nvPr/>
        </p:nvSpPr>
        <p:spPr>
          <a:xfrm>
            <a:off x="9329285" y="4052728"/>
            <a:ext cx="1494000" cy="396000"/>
          </a:xfrm>
          <a:prstGeom prst="rect">
            <a:avLst/>
          </a:prstGeom>
          <a:ln w="19050">
            <a:solidFill>
              <a:schemeClr val="accent1">
                <a:lumMod val="60000"/>
                <a:lumOff val="40000"/>
              </a:schemeClr>
            </a:solidFill>
          </a:ln>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spcBef>
                <a:spcPts val="0"/>
              </a:spcBef>
            </a:pPr>
            <a:r>
              <a:rPr lang="fr-FR" sz="1050">
                <a:solidFill>
                  <a:schemeClr val="bg2"/>
                </a:solidFill>
              </a:rPr>
              <a:t>Patrouilles de</a:t>
            </a:r>
          </a:p>
          <a:p>
            <a:pPr algn="ctr">
              <a:spcBef>
                <a:spcPts val="0"/>
              </a:spcBef>
            </a:pPr>
            <a:r>
              <a:rPr lang="fr-FR" sz="1050">
                <a:solidFill>
                  <a:schemeClr val="bg2"/>
                </a:solidFill>
              </a:rPr>
              <a:t>sécurité</a:t>
            </a:r>
          </a:p>
        </p:txBody>
      </p:sp>
      <p:sp>
        <p:nvSpPr>
          <p:cNvPr id="33" name="TextBox 18" descr="&#10;">
            <a:extLst>
              <a:ext uri="{FF2B5EF4-FFF2-40B4-BE49-F238E27FC236}">
                <a16:creationId xmlns:a16="http://schemas.microsoft.com/office/drawing/2014/main" id="{72BE4DB3-CBE3-D8D3-EE90-D90BFEA4908E}"/>
              </a:ext>
            </a:extLst>
          </p:cNvPr>
          <p:cNvSpPr txBox="1">
            <a:spLocks/>
          </p:cNvSpPr>
          <p:nvPr/>
        </p:nvSpPr>
        <p:spPr>
          <a:xfrm>
            <a:off x="10416495" y="2574415"/>
            <a:ext cx="1494000" cy="396000"/>
          </a:xfrm>
          <a:prstGeom prst="rect">
            <a:avLst/>
          </a:prstGeom>
          <a:ln w="19050">
            <a:solidFill>
              <a:schemeClr val="accent1">
                <a:lumMod val="60000"/>
                <a:lumOff val="40000"/>
              </a:schemeClr>
            </a:solidFill>
          </a:ln>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spcAft>
                <a:spcPts val="600"/>
              </a:spcAft>
            </a:pPr>
            <a:r>
              <a:rPr lang="fr-FR" sz="1050">
                <a:solidFill>
                  <a:schemeClr val="bg2"/>
                </a:solidFill>
              </a:rPr>
              <a:t>GTC/GTB</a:t>
            </a:r>
          </a:p>
        </p:txBody>
      </p:sp>
      <p:sp>
        <p:nvSpPr>
          <p:cNvPr id="34" name="TextBox 1">
            <a:extLst>
              <a:ext uri="{FF2B5EF4-FFF2-40B4-BE49-F238E27FC236}">
                <a16:creationId xmlns:a16="http://schemas.microsoft.com/office/drawing/2014/main" id="{EE5B9DFD-706F-871E-5CFA-6D8B48A01EE7}"/>
              </a:ext>
            </a:extLst>
          </p:cNvPr>
          <p:cNvSpPr txBox="1">
            <a:spLocks/>
          </p:cNvSpPr>
          <p:nvPr/>
        </p:nvSpPr>
        <p:spPr>
          <a:xfrm>
            <a:off x="10361283" y="3013502"/>
            <a:ext cx="1495576" cy="415498"/>
          </a:xfrm>
          <a:prstGeom prst="rect">
            <a:avLst/>
          </a:prstGeom>
          <a:noFill/>
        </p:spPr>
        <p:txBody>
          <a:bodyPr wrap="square" lIns="0" tIns="0" rIns="0" bIns="0" rtlCol="0" anchor="ctr">
            <a:spAutoFit/>
          </a:bodyPr>
          <a:lstStyle/>
          <a:p>
            <a:pPr marL="171450" indent="-171450">
              <a:spcAft>
                <a:spcPts val="600"/>
              </a:spcAft>
              <a:buFont typeface="Arial" panose="020B0604020202020204" pitchFamily="34" charset="0"/>
              <a:buChar char="•"/>
            </a:pPr>
            <a:r>
              <a:rPr lang="fr-FR" sz="900"/>
              <a:t>Systèmes de sécurité incendie, de gestion du froid…</a:t>
            </a:r>
          </a:p>
        </p:txBody>
      </p:sp>
      <p:grpSp>
        <p:nvGrpSpPr>
          <p:cNvPr id="35" name="Groupe 34">
            <a:extLst>
              <a:ext uri="{FF2B5EF4-FFF2-40B4-BE49-F238E27FC236}">
                <a16:creationId xmlns:a16="http://schemas.microsoft.com/office/drawing/2014/main" id="{79D4DD08-D933-CA36-65AE-66B922AE17E5}"/>
              </a:ext>
              <a:ext uri="{C183D7F6-B498-43B3-948B-1728B52AA6E4}">
                <adec:decorative xmlns:adec="http://schemas.microsoft.com/office/drawing/2017/decorative" val="1"/>
              </a:ext>
            </a:extLst>
          </p:cNvPr>
          <p:cNvGrpSpPr>
            <a:grpSpLocks noChangeAspect="1"/>
          </p:cNvGrpSpPr>
          <p:nvPr>
            <p:custDataLst>
              <p:tags r:id="rId1"/>
            </p:custDataLst>
          </p:nvPr>
        </p:nvGrpSpPr>
        <p:grpSpPr>
          <a:xfrm>
            <a:off x="658814" y="6092971"/>
            <a:ext cx="360000" cy="360364"/>
            <a:chOff x="719932" y="719932"/>
            <a:chExt cx="720724" cy="720724"/>
          </a:xfrm>
        </p:grpSpPr>
        <p:pic>
          <p:nvPicPr>
            <p:cNvPr id="36" name="Graphic - Magnifying glass - house [0]">
              <a:extLst>
                <a:ext uri="{FF2B5EF4-FFF2-40B4-BE49-F238E27FC236}">
                  <a16:creationId xmlns:a16="http://schemas.microsoft.com/office/drawing/2014/main" id="{4B9F9122-AEE8-C7FF-5837-AD1346E85FCD}"/>
                </a:ext>
              </a:extLst>
            </p:cNvPr>
            <p:cNvPicPr>
              <a:picLocks noChangeAspect="1"/>
            </p:cNvPicPr>
            <p:nvPr>
              <p:custDataLst>
                <p:tags r:id="rId2"/>
              </p:custDataLst>
            </p:nvPr>
          </p:nvPicPr>
          <p:blipFill>
            <a:blip r:embed="rId10">
              <a:extLst>
                <a:ext uri="{96DAC541-7B7A-43D3-8B79-37D633B846F1}">
                  <asvg:svgBlip xmlns:asvg="http://schemas.microsoft.com/office/drawing/2016/SVG/main" r:embed="rId11"/>
                </a:ext>
              </a:extLst>
            </a:blip>
            <a:srcRect/>
            <a:stretch/>
          </p:blipFill>
          <p:spPr>
            <a:xfrm>
              <a:off x="719932" y="719932"/>
              <a:ext cx="720724" cy="720724"/>
            </a:xfrm>
            <a:prstGeom prst="rect">
              <a:avLst/>
            </a:prstGeom>
          </p:spPr>
        </p:pic>
        <p:pic>
          <p:nvPicPr>
            <p:cNvPr id="37" name="Graphic - Magnifying glass - house [1]" hidden="1">
              <a:extLst>
                <a:ext uri="{FF2B5EF4-FFF2-40B4-BE49-F238E27FC236}">
                  <a16:creationId xmlns:a16="http://schemas.microsoft.com/office/drawing/2014/main" id="{8A442836-4910-BD60-402F-E0EB38E735E3}"/>
                </a:ext>
              </a:extLst>
            </p:cNvPr>
            <p:cNvPicPr>
              <a:picLocks noChangeAspect="1"/>
            </p:cNvPicPr>
            <p:nvPr>
              <p:custDataLst>
                <p:tags r:id="rId3"/>
              </p:custDataLst>
            </p:nvPr>
          </p:nvPicPr>
          <p:blipFill>
            <a:blip r:embed="rId12">
              <a:extLst>
                <a:ext uri="{96DAC541-7B7A-43D3-8B79-37D633B846F1}">
                  <asvg:svgBlip xmlns:asvg="http://schemas.microsoft.com/office/drawing/2016/SVG/main" r:embed="rId13"/>
                </a:ext>
              </a:extLst>
            </a:blip>
            <a:srcRect/>
            <a:stretch/>
          </p:blipFill>
          <p:spPr>
            <a:xfrm>
              <a:off x="719932" y="719932"/>
              <a:ext cx="720724" cy="720724"/>
            </a:xfrm>
            <a:prstGeom prst="rect">
              <a:avLst/>
            </a:prstGeom>
          </p:spPr>
        </p:pic>
      </p:grpSp>
    </p:spTree>
    <p:extLst>
      <p:ext uri="{BB962C8B-B14F-4D97-AF65-F5344CB8AC3E}">
        <p14:creationId xmlns:p14="http://schemas.microsoft.com/office/powerpoint/2010/main" val="3272587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9AC040A-821D-5633-EE15-32C9CADD7681}"/>
              </a:ext>
              <a:ext uri="{C183D7F6-B498-43B3-948B-1728B52AA6E4}">
                <adec:decorative xmlns:adec="http://schemas.microsoft.com/office/drawing/2017/decorative" val="1"/>
              </a:ext>
            </a:extLst>
          </p:cNvPr>
          <p:cNvSpPr>
            <a:spLocks noGrp="1"/>
          </p:cNvSpPr>
          <p:nvPr>
            <p:ph type="body" sz="quarter" idx="13"/>
          </p:nvPr>
        </p:nvSpPr>
        <p:spPr/>
        <p:txBody>
          <a:bodyPr/>
          <a:lstStyle/>
          <a:p>
            <a:r>
              <a:rPr lang="fr-FR"/>
              <a:t>Directive Résilience des Entités Critiques - REC</a:t>
            </a:r>
          </a:p>
        </p:txBody>
      </p:sp>
      <p:sp>
        <p:nvSpPr>
          <p:cNvPr id="9" name="Title 8">
            <a:extLst>
              <a:ext uri="{FF2B5EF4-FFF2-40B4-BE49-F238E27FC236}">
                <a16:creationId xmlns:a16="http://schemas.microsoft.com/office/drawing/2014/main" id="{F97A0C1B-4574-14B1-45CE-6EF30757E34E}"/>
              </a:ext>
            </a:extLst>
          </p:cNvPr>
          <p:cNvSpPr>
            <a:spLocks noGrp="1"/>
          </p:cNvSpPr>
          <p:nvPr>
            <p:ph type="title"/>
          </p:nvPr>
        </p:nvSpPr>
        <p:spPr>
          <a:xfrm>
            <a:off x="425354" y="404667"/>
            <a:ext cx="11342769" cy="407094"/>
          </a:xfrm>
        </p:spPr>
        <p:txBody>
          <a:bodyPr/>
          <a:lstStyle/>
          <a:p>
            <a:r>
              <a:rPr lang="fr-FR">
                <a:solidFill>
                  <a:schemeClr val="bg2"/>
                </a:solidFill>
              </a:rPr>
              <a:t>Illustration d’infrastructures critiques/PIV potentiels par secteur</a:t>
            </a:r>
          </a:p>
        </p:txBody>
      </p:sp>
      <p:pic>
        <p:nvPicPr>
          <p:cNvPr id="13" name="Graphic - Waves [1]" descr="Waves" hidden="1">
            <a:extLst>
              <a:ext uri="{FF2B5EF4-FFF2-40B4-BE49-F238E27FC236}">
                <a16:creationId xmlns:a16="http://schemas.microsoft.com/office/drawing/2014/main" id="{D474DA59-3CA2-7E8F-3366-F6A960BC106F}"/>
              </a:ext>
            </a:extLst>
          </p:cNvPr>
          <p:cNvPicPr>
            <a:picLocks noChangeAspect="1"/>
          </p:cNvPicPr>
          <p:nvPr>
            <p:custDataLst>
              <p:tags r:id="rId2"/>
            </p:custDataLst>
          </p:nvPr>
        </p:nvPicPr>
        <p:blipFill>
          <a:blip r:embed="rId16">
            <a:extLst>
              <a:ext uri="{96DAC541-7B7A-43D3-8B79-37D633B846F1}">
                <asvg:svgBlip xmlns:asvg="http://schemas.microsoft.com/office/drawing/2016/SVG/main" r:embed="rId17"/>
              </a:ext>
            </a:extLst>
          </a:blip>
          <a:stretch>
            <a:fillRect/>
          </a:stretch>
        </p:blipFill>
        <p:spPr>
          <a:xfrm>
            <a:off x="3760887" y="6816996"/>
            <a:ext cx="720724" cy="720724"/>
          </a:xfrm>
          <a:prstGeom prst="rect">
            <a:avLst/>
          </a:prstGeom>
        </p:spPr>
      </p:pic>
      <p:grpSp>
        <p:nvGrpSpPr>
          <p:cNvPr id="114" name="Graphic - Medical report [1]" descr="Medical report " hidden="1">
            <a:extLst>
              <a:ext uri="{FF2B5EF4-FFF2-40B4-BE49-F238E27FC236}">
                <a16:creationId xmlns:a16="http://schemas.microsoft.com/office/drawing/2014/main" id="{4863D6C2-E8BF-E844-51EA-2DAB1B4AD4C8}"/>
              </a:ext>
            </a:extLst>
          </p:cNvPr>
          <p:cNvGrpSpPr/>
          <p:nvPr/>
        </p:nvGrpSpPr>
        <p:grpSpPr>
          <a:xfrm>
            <a:off x="2768103" y="5569132"/>
            <a:ext cx="2664288" cy="2985094"/>
            <a:chOff x="2768103" y="5569132"/>
            <a:chExt cx="2664288" cy="2985094"/>
          </a:xfrm>
          <a:noFill/>
        </p:grpSpPr>
        <p:sp>
          <p:nvSpPr>
            <p:cNvPr id="115" name="Forme libre : forme 114">
              <a:extLst>
                <a:ext uri="{FF2B5EF4-FFF2-40B4-BE49-F238E27FC236}">
                  <a16:creationId xmlns:a16="http://schemas.microsoft.com/office/drawing/2014/main" id="{DCD4317C-B13E-4886-32AF-9E18E54DCD8B}"/>
                </a:ext>
              </a:extLst>
            </p:cNvPr>
            <p:cNvSpPr/>
            <p:nvPr/>
          </p:nvSpPr>
          <p:spPr>
            <a:xfrm>
              <a:off x="4100247" y="6862673"/>
              <a:ext cx="111012" cy="597018"/>
            </a:xfrm>
            <a:custGeom>
              <a:avLst/>
              <a:gdLst>
                <a:gd name="connsiteX0" fmla="*/ 0 w 111012"/>
                <a:gd name="connsiteY0" fmla="*/ 0 h 597018"/>
                <a:gd name="connsiteX1" fmla="*/ 0 w 111012"/>
                <a:gd name="connsiteY1" fmla="*/ 597019 h 597018"/>
              </a:gdLst>
              <a:ahLst/>
              <a:cxnLst>
                <a:cxn ang="0">
                  <a:pos x="connsiteX0" y="connsiteY0"/>
                </a:cxn>
                <a:cxn ang="0">
                  <a:pos x="connsiteX1" y="connsiteY1"/>
                </a:cxn>
              </a:cxnLst>
              <a:rect l="l" t="t" r="r" b="b"/>
              <a:pathLst>
                <a:path w="111012" h="597018">
                  <a:moveTo>
                    <a:pt x="0" y="0"/>
                  </a:moveTo>
                  <a:lnTo>
                    <a:pt x="0" y="597019"/>
                  </a:lnTo>
                </a:path>
              </a:pathLst>
            </a:custGeom>
            <a:ln w="220472" cap="sq">
              <a:solidFill>
                <a:schemeClr val="bg1"/>
              </a:solidFill>
              <a:prstDash val="solid"/>
              <a:miter/>
            </a:ln>
          </p:spPr>
          <p:txBody>
            <a:bodyPr rtlCol="0" anchor="ctr"/>
            <a:lstStyle/>
            <a:p>
              <a:endParaRPr lang="fr-FR"/>
            </a:p>
          </p:txBody>
        </p:sp>
        <p:sp>
          <p:nvSpPr>
            <p:cNvPr id="116" name="Forme libre : forme 115">
              <a:extLst>
                <a:ext uri="{FF2B5EF4-FFF2-40B4-BE49-F238E27FC236}">
                  <a16:creationId xmlns:a16="http://schemas.microsoft.com/office/drawing/2014/main" id="{767BDBEF-85B4-99A9-9380-BC6F520A0009}"/>
                </a:ext>
              </a:extLst>
            </p:cNvPr>
            <p:cNvSpPr/>
            <p:nvPr/>
          </p:nvSpPr>
          <p:spPr>
            <a:xfrm>
              <a:off x="3767211" y="7161182"/>
              <a:ext cx="666072" cy="99503"/>
            </a:xfrm>
            <a:custGeom>
              <a:avLst/>
              <a:gdLst>
                <a:gd name="connsiteX0" fmla="*/ 0 w 666072"/>
                <a:gd name="connsiteY0" fmla="*/ 0 h 99503"/>
                <a:gd name="connsiteX1" fmla="*/ 666072 w 666072"/>
                <a:gd name="connsiteY1" fmla="*/ 0 h 99503"/>
              </a:gdLst>
              <a:ahLst/>
              <a:cxnLst>
                <a:cxn ang="0">
                  <a:pos x="connsiteX0" y="connsiteY0"/>
                </a:cxn>
                <a:cxn ang="0">
                  <a:pos x="connsiteX1" y="connsiteY1"/>
                </a:cxn>
              </a:cxnLst>
              <a:rect l="l" t="t" r="r" b="b"/>
              <a:pathLst>
                <a:path w="666072" h="99503">
                  <a:moveTo>
                    <a:pt x="0" y="0"/>
                  </a:moveTo>
                  <a:lnTo>
                    <a:pt x="666072" y="0"/>
                  </a:lnTo>
                </a:path>
              </a:pathLst>
            </a:custGeom>
            <a:ln w="220472" cap="sq">
              <a:solidFill>
                <a:schemeClr val="bg1"/>
              </a:solidFill>
              <a:prstDash val="solid"/>
              <a:miter/>
            </a:ln>
          </p:spPr>
          <p:txBody>
            <a:bodyPr rtlCol="0" anchor="ctr"/>
            <a:lstStyle/>
            <a:p>
              <a:endParaRPr lang="fr-FR"/>
            </a:p>
          </p:txBody>
        </p:sp>
        <p:sp>
          <p:nvSpPr>
            <p:cNvPr id="117" name="Forme libre : forme 116">
              <a:extLst>
                <a:ext uri="{FF2B5EF4-FFF2-40B4-BE49-F238E27FC236}">
                  <a16:creationId xmlns:a16="http://schemas.microsoft.com/office/drawing/2014/main" id="{EEDB2B62-ACEB-8BE4-FC1D-E476C5DBA3AC}"/>
                </a:ext>
              </a:extLst>
            </p:cNvPr>
            <p:cNvSpPr/>
            <p:nvPr/>
          </p:nvSpPr>
          <p:spPr>
            <a:xfrm>
              <a:off x="2768103" y="5569132"/>
              <a:ext cx="2664288" cy="2985094"/>
            </a:xfrm>
            <a:custGeom>
              <a:avLst/>
              <a:gdLst>
                <a:gd name="connsiteX0" fmla="*/ 0 w 2664288"/>
                <a:gd name="connsiteY0" fmla="*/ 0 h 2985094"/>
                <a:gd name="connsiteX1" fmla="*/ 2664289 w 2664288"/>
                <a:gd name="connsiteY1" fmla="*/ 0 h 2985094"/>
                <a:gd name="connsiteX2" fmla="*/ 2664289 w 2664288"/>
                <a:gd name="connsiteY2" fmla="*/ 2985095 h 2985094"/>
                <a:gd name="connsiteX3" fmla="*/ 0 w 2664288"/>
                <a:gd name="connsiteY3" fmla="*/ 2985095 h 2985094"/>
              </a:gdLst>
              <a:ahLst/>
              <a:cxnLst>
                <a:cxn ang="0">
                  <a:pos x="connsiteX0" y="connsiteY0"/>
                </a:cxn>
                <a:cxn ang="0">
                  <a:pos x="connsiteX1" y="connsiteY1"/>
                </a:cxn>
                <a:cxn ang="0">
                  <a:pos x="connsiteX2" y="connsiteY2"/>
                </a:cxn>
                <a:cxn ang="0">
                  <a:pos x="connsiteX3" y="connsiteY3"/>
                </a:cxn>
              </a:cxnLst>
              <a:rect l="l" t="t" r="r" b="b"/>
              <a:pathLst>
                <a:path w="2664288" h="2985094">
                  <a:moveTo>
                    <a:pt x="0" y="0"/>
                  </a:moveTo>
                  <a:lnTo>
                    <a:pt x="2664289" y="0"/>
                  </a:lnTo>
                  <a:lnTo>
                    <a:pt x="2664289" y="2985095"/>
                  </a:lnTo>
                  <a:lnTo>
                    <a:pt x="0" y="2985095"/>
                  </a:lnTo>
                  <a:close/>
                </a:path>
              </a:pathLst>
            </a:custGeom>
            <a:noFill/>
            <a:ln w="220472" cap="sq">
              <a:solidFill>
                <a:schemeClr val="bg1"/>
              </a:solidFill>
              <a:prstDash val="solid"/>
              <a:miter/>
            </a:ln>
          </p:spPr>
          <p:txBody>
            <a:bodyPr rtlCol="0" anchor="ctr"/>
            <a:lstStyle/>
            <a:p>
              <a:endParaRPr lang="fr-FR"/>
            </a:p>
          </p:txBody>
        </p:sp>
        <p:sp>
          <p:nvSpPr>
            <p:cNvPr id="118" name="Forme libre : forme 117">
              <a:extLst>
                <a:ext uri="{FF2B5EF4-FFF2-40B4-BE49-F238E27FC236}">
                  <a16:creationId xmlns:a16="http://schemas.microsoft.com/office/drawing/2014/main" id="{B78CF03D-4246-B692-645B-1F2AE041C727}"/>
                </a:ext>
              </a:extLst>
            </p:cNvPr>
            <p:cNvSpPr/>
            <p:nvPr/>
          </p:nvSpPr>
          <p:spPr>
            <a:xfrm>
              <a:off x="3212151" y="5967144"/>
              <a:ext cx="1776192" cy="2189069"/>
            </a:xfrm>
            <a:custGeom>
              <a:avLst/>
              <a:gdLst>
                <a:gd name="connsiteX0" fmla="*/ 1443156 w 1776192"/>
                <a:gd name="connsiteY0" fmla="*/ 0 h 2189069"/>
                <a:gd name="connsiteX1" fmla="*/ 1776193 w 1776192"/>
                <a:gd name="connsiteY1" fmla="*/ 0 h 2189069"/>
                <a:gd name="connsiteX2" fmla="*/ 1776193 w 1776192"/>
                <a:gd name="connsiteY2" fmla="*/ 2189070 h 2189069"/>
                <a:gd name="connsiteX3" fmla="*/ 0 w 1776192"/>
                <a:gd name="connsiteY3" fmla="*/ 2189070 h 2189069"/>
                <a:gd name="connsiteX4" fmla="*/ 0 w 1776192"/>
                <a:gd name="connsiteY4" fmla="*/ 0 h 2189069"/>
                <a:gd name="connsiteX5" fmla="*/ 333036 w 1776192"/>
                <a:gd name="connsiteY5" fmla="*/ 0 h 218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76192" h="2189069">
                  <a:moveTo>
                    <a:pt x="1443156" y="0"/>
                  </a:moveTo>
                  <a:lnTo>
                    <a:pt x="1776193" y="0"/>
                  </a:lnTo>
                  <a:lnTo>
                    <a:pt x="1776193" y="2189070"/>
                  </a:lnTo>
                  <a:lnTo>
                    <a:pt x="0" y="2189070"/>
                  </a:lnTo>
                  <a:lnTo>
                    <a:pt x="0" y="0"/>
                  </a:lnTo>
                  <a:lnTo>
                    <a:pt x="333036" y="0"/>
                  </a:lnTo>
                </a:path>
              </a:pathLst>
            </a:custGeom>
            <a:noFill/>
            <a:ln w="220472" cap="sq">
              <a:solidFill>
                <a:schemeClr val="bg1"/>
              </a:solidFill>
              <a:prstDash val="solid"/>
              <a:miter/>
            </a:ln>
          </p:spPr>
          <p:txBody>
            <a:bodyPr rtlCol="0" anchor="ctr"/>
            <a:lstStyle/>
            <a:p>
              <a:endParaRPr lang="fr-FR"/>
            </a:p>
          </p:txBody>
        </p:sp>
        <p:sp>
          <p:nvSpPr>
            <p:cNvPr id="119" name="Forme libre : forme 118">
              <a:extLst>
                <a:ext uri="{FF2B5EF4-FFF2-40B4-BE49-F238E27FC236}">
                  <a16:creationId xmlns:a16="http://schemas.microsoft.com/office/drawing/2014/main" id="{CD7F6A4A-497F-0B26-0D99-921635796727}"/>
                </a:ext>
              </a:extLst>
            </p:cNvPr>
            <p:cNvSpPr/>
            <p:nvPr/>
          </p:nvSpPr>
          <p:spPr>
            <a:xfrm>
              <a:off x="3545187" y="5867641"/>
              <a:ext cx="1110120" cy="398012"/>
            </a:xfrm>
            <a:custGeom>
              <a:avLst/>
              <a:gdLst>
                <a:gd name="connsiteX0" fmla="*/ 0 w 1110120"/>
                <a:gd name="connsiteY0" fmla="*/ 0 h 398012"/>
                <a:gd name="connsiteX1" fmla="*/ 0 w 1110120"/>
                <a:gd name="connsiteY1" fmla="*/ 398013 h 398012"/>
                <a:gd name="connsiteX2" fmla="*/ 366340 w 1110120"/>
                <a:gd name="connsiteY2" fmla="*/ 398013 h 398012"/>
                <a:gd name="connsiteX3" fmla="*/ 555060 w 1110120"/>
                <a:gd name="connsiteY3" fmla="*/ 298509 h 398012"/>
                <a:gd name="connsiteX4" fmla="*/ 743781 w 1110120"/>
                <a:gd name="connsiteY4" fmla="*/ 398013 h 398012"/>
                <a:gd name="connsiteX5" fmla="*/ 1110120 w 1110120"/>
                <a:gd name="connsiteY5" fmla="*/ 398013 h 398012"/>
                <a:gd name="connsiteX6" fmla="*/ 1110120 w 1110120"/>
                <a:gd name="connsiteY6" fmla="*/ 0 h 398012"/>
                <a:gd name="connsiteX7" fmla="*/ 0 w 1110120"/>
                <a:gd name="connsiteY7" fmla="*/ 0 h 398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0120" h="398012">
                  <a:moveTo>
                    <a:pt x="0" y="0"/>
                  </a:moveTo>
                  <a:lnTo>
                    <a:pt x="0" y="398013"/>
                  </a:lnTo>
                  <a:lnTo>
                    <a:pt x="366340" y="398013"/>
                  </a:lnTo>
                  <a:cubicBezTo>
                    <a:pt x="399643" y="338311"/>
                    <a:pt x="477352" y="298509"/>
                    <a:pt x="555060" y="298509"/>
                  </a:cubicBezTo>
                  <a:cubicBezTo>
                    <a:pt x="632769" y="298509"/>
                    <a:pt x="710477" y="338311"/>
                    <a:pt x="743781" y="398013"/>
                  </a:cubicBezTo>
                  <a:lnTo>
                    <a:pt x="1110120" y="398013"/>
                  </a:lnTo>
                  <a:lnTo>
                    <a:pt x="1110120" y="0"/>
                  </a:lnTo>
                  <a:lnTo>
                    <a:pt x="0" y="0"/>
                  </a:lnTo>
                  <a:close/>
                </a:path>
              </a:pathLst>
            </a:custGeom>
            <a:noFill/>
            <a:ln w="220472" cap="sq">
              <a:solidFill>
                <a:schemeClr val="bg1"/>
              </a:solidFill>
              <a:prstDash val="solid"/>
              <a:miter/>
            </a:ln>
          </p:spPr>
          <p:txBody>
            <a:bodyPr rtlCol="0" anchor="ctr"/>
            <a:lstStyle/>
            <a:p>
              <a:endParaRPr lang="fr-FR"/>
            </a:p>
          </p:txBody>
        </p:sp>
      </p:grpSp>
      <p:pic>
        <p:nvPicPr>
          <p:cNvPr id="122" name="Play [1]" hidden="1">
            <a:extLst>
              <a:ext uri="{FF2B5EF4-FFF2-40B4-BE49-F238E27FC236}">
                <a16:creationId xmlns:a16="http://schemas.microsoft.com/office/drawing/2014/main" id="{972B32D8-10E5-D7C4-19FF-101C0434E304}"/>
              </a:ext>
            </a:extLst>
          </p:cNvPr>
          <p:cNvPicPr>
            <a:picLocks noChangeAspect="1"/>
          </p:cNvPicPr>
          <p:nvPr>
            <p:custDataLst>
              <p:tags r:id="rId3"/>
            </p:custDataLst>
          </p:nvPr>
        </p:nvPicPr>
        <p:blipFill>
          <a:blip r:embed="rId18">
            <a:extLst>
              <a:ext uri="{96DAC541-7B7A-43D3-8B79-37D633B846F1}">
                <asvg:svgBlip xmlns:asvg="http://schemas.microsoft.com/office/drawing/2016/SVG/main" r:embed="rId19"/>
              </a:ext>
            </a:extLst>
          </a:blip>
          <a:srcRect/>
          <a:stretch/>
        </p:blipFill>
        <p:spPr>
          <a:xfrm>
            <a:off x="722313" y="722313"/>
            <a:ext cx="715962" cy="715962"/>
          </a:xfrm>
          <a:prstGeom prst="rect">
            <a:avLst/>
          </a:prstGeom>
        </p:spPr>
      </p:pic>
      <p:cxnSp>
        <p:nvCxnSpPr>
          <p:cNvPr id="90" name="Straight Connector 23">
            <a:extLst>
              <a:ext uri="{FF2B5EF4-FFF2-40B4-BE49-F238E27FC236}">
                <a16:creationId xmlns:a16="http://schemas.microsoft.com/office/drawing/2014/main" id="{77911C87-22DB-F84B-E12F-FB58532DFB42}"/>
              </a:ext>
              <a:ext uri="{C183D7F6-B498-43B3-948B-1728B52AA6E4}">
                <adec:decorative xmlns:adec="http://schemas.microsoft.com/office/drawing/2017/decorative" val="1"/>
              </a:ext>
            </a:extLst>
          </p:cNvPr>
          <p:cNvCxnSpPr>
            <a:cxnSpLocks/>
          </p:cNvCxnSpPr>
          <p:nvPr/>
        </p:nvCxnSpPr>
        <p:spPr>
          <a:xfrm>
            <a:off x="5349255" y="6205991"/>
            <a:ext cx="5868000" cy="0"/>
          </a:xfrm>
          <a:prstGeom prst="line">
            <a:avLst/>
          </a:prstGeom>
          <a:ln w="635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62" name="TextBox 17">
            <a:extLst>
              <a:ext uri="{FF2B5EF4-FFF2-40B4-BE49-F238E27FC236}">
                <a16:creationId xmlns:a16="http://schemas.microsoft.com/office/drawing/2014/main" id="{427F3B7C-25F2-781E-92AA-D08577DD6785}"/>
              </a:ext>
            </a:extLst>
          </p:cNvPr>
          <p:cNvPicPr>
            <a:picLocks noChangeAspect="1"/>
          </p:cNvPicPr>
          <p:nvPr>
            <p:custDataLst>
              <p:tags r:id="rId4"/>
            </p:custDataLst>
          </p:nvPr>
        </p:nvPicPr>
        <p:blipFill rotWithShape="1">
          <a:blip r:embed="rId20" cstate="print">
            <a:extLst>
              <a:ext uri="{BEBA8EAE-BF5A-486C-A8C5-ECC9F3942E4B}">
                <a14:imgProps xmlns:a14="http://schemas.microsoft.com/office/drawing/2010/main">
                  <a14:imgLayer r:embed="rId21">
                    <a14:imgEffect>
                      <a14:brightnessContrast contrast="-40000"/>
                    </a14:imgEffect>
                  </a14:imgLayer>
                </a14:imgProps>
              </a:ext>
              <a:ext uri="{28A0092B-C50C-407E-A947-70E740481C1C}">
                <a14:useLocalDpi xmlns:a14="http://schemas.microsoft.com/office/drawing/2010/main" val="0"/>
              </a:ext>
            </a:extLst>
          </a:blip>
          <a:srcRect t="54240" b="27814"/>
          <a:stretch/>
        </p:blipFill>
        <p:spPr>
          <a:xfrm>
            <a:off x="2609930" y="3743788"/>
            <a:ext cx="2724074" cy="369986"/>
          </a:xfrm>
          <a:prstGeom prst="roundRect">
            <a:avLst/>
          </a:prstGeom>
        </p:spPr>
      </p:pic>
      <p:pic>
        <p:nvPicPr>
          <p:cNvPr id="50" name="TextBox 17">
            <a:extLst>
              <a:ext uri="{FF2B5EF4-FFF2-40B4-BE49-F238E27FC236}">
                <a16:creationId xmlns:a16="http://schemas.microsoft.com/office/drawing/2014/main" id="{65B385BF-46BF-D19C-5C30-AC8606FF9B04}"/>
              </a:ext>
            </a:extLst>
          </p:cNvPr>
          <p:cNvPicPr>
            <a:picLocks noChangeAspect="1"/>
          </p:cNvPicPr>
          <p:nvPr>
            <p:custDataLst>
              <p:tags r:id="rId5"/>
            </p:custDataLst>
          </p:nvPr>
        </p:nvPicPr>
        <p:blipFill rotWithShape="1">
          <a:blip r:embed="rId22" cstate="print">
            <a:extLst>
              <a:ext uri="{28A0092B-C50C-407E-A947-70E740481C1C}">
                <a14:useLocalDpi xmlns:a14="http://schemas.microsoft.com/office/drawing/2010/main" val="0"/>
              </a:ext>
            </a:extLst>
          </a:blip>
          <a:srcRect t="59088" b="22952"/>
          <a:stretch/>
        </p:blipFill>
        <p:spPr>
          <a:xfrm>
            <a:off x="2609930" y="2734735"/>
            <a:ext cx="2724074" cy="369986"/>
          </a:xfrm>
          <a:prstGeom prst="roundRect">
            <a:avLst/>
          </a:prstGeom>
        </p:spPr>
      </p:pic>
      <p:sp>
        <p:nvSpPr>
          <p:cNvPr id="65" name="TextBox 42">
            <a:extLst>
              <a:ext uri="{FF2B5EF4-FFF2-40B4-BE49-F238E27FC236}">
                <a16:creationId xmlns:a16="http://schemas.microsoft.com/office/drawing/2014/main" id="{4F89AAB4-BFC7-9DF7-A924-CE219E419D36}"/>
              </a:ext>
            </a:extLst>
          </p:cNvPr>
          <p:cNvSpPr txBox="1">
            <a:spLocks/>
          </p:cNvSpPr>
          <p:nvPr/>
        </p:nvSpPr>
        <p:spPr>
          <a:xfrm>
            <a:off x="5445929" y="5740390"/>
            <a:ext cx="5771326" cy="412997"/>
          </a:xfrm>
          <a:prstGeom prst="rect">
            <a:avLst/>
          </a:prstGeom>
          <a:noFill/>
        </p:spPr>
        <p:txBody>
          <a:bodyPr wrap="square" lIns="0" tIns="36000" rIns="0" bIns="36000" rtlCol="0" anchor="ctr">
            <a:spAutoFit/>
          </a:bodyPr>
          <a:lstStyle/>
          <a:p>
            <a:pPr algn="l">
              <a:spcBef>
                <a:spcPts val="600"/>
              </a:spcBef>
            </a:pPr>
            <a:r>
              <a:rPr lang="fr-FR" sz="1100" b="0" i="0">
                <a:solidFill>
                  <a:srgbClr val="161616"/>
                </a:solidFill>
                <a:effectLst/>
                <a:highlight>
                  <a:srgbClr val="FFFFFF"/>
                </a:highlight>
              </a:rPr>
              <a:t>Ministères, installations de la base industrielle de défense, installations du gouvernement et des systèmes de sécurité nationale</a:t>
            </a:r>
            <a:endParaRPr lang="fr-FR" sz="1100"/>
          </a:p>
        </p:txBody>
      </p:sp>
      <p:sp>
        <p:nvSpPr>
          <p:cNvPr id="64" name="TextBox 42">
            <a:extLst>
              <a:ext uri="{FF2B5EF4-FFF2-40B4-BE49-F238E27FC236}">
                <a16:creationId xmlns:a16="http://schemas.microsoft.com/office/drawing/2014/main" id="{570DD1B1-EAA3-417A-2311-3B454353F5EC}"/>
              </a:ext>
            </a:extLst>
          </p:cNvPr>
          <p:cNvSpPr txBox="1">
            <a:spLocks/>
          </p:cNvSpPr>
          <p:nvPr/>
        </p:nvSpPr>
        <p:spPr>
          <a:xfrm>
            <a:off x="5445929" y="5236734"/>
            <a:ext cx="5771326" cy="411257"/>
          </a:xfrm>
          <a:prstGeom prst="rect">
            <a:avLst/>
          </a:prstGeom>
          <a:noFill/>
        </p:spPr>
        <p:txBody>
          <a:bodyPr wrap="square" lIns="0" tIns="36000" rIns="0" bIns="36000" rtlCol="0" anchor="ctr">
            <a:spAutoFit/>
          </a:bodyPr>
          <a:lstStyle/>
          <a:p>
            <a:pPr algn="l">
              <a:spcBef>
                <a:spcPts val="600"/>
              </a:spcBef>
            </a:pPr>
            <a:r>
              <a:rPr lang="fr-FR" sz="1100" b="0" i="0">
                <a:solidFill>
                  <a:srgbClr val="161616"/>
                </a:solidFill>
                <a:effectLst/>
                <a:highlight>
                  <a:srgbClr val="FFFFFF"/>
                </a:highlight>
              </a:rPr>
              <a:t>Datacenters, fournisseurs d’accès à Internet, infrastructures des réseaux de télécommunications</a:t>
            </a:r>
            <a:endParaRPr lang="fr-FR" sz="1100"/>
          </a:p>
        </p:txBody>
      </p:sp>
      <p:sp>
        <p:nvSpPr>
          <p:cNvPr id="46" name="TextBox 42">
            <a:extLst>
              <a:ext uri="{FF2B5EF4-FFF2-40B4-BE49-F238E27FC236}">
                <a16:creationId xmlns:a16="http://schemas.microsoft.com/office/drawing/2014/main" id="{128F221A-252F-4BD7-854E-FF31B0BB5A92}"/>
              </a:ext>
            </a:extLst>
          </p:cNvPr>
          <p:cNvSpPr txBox="1">
            <a:spLocks/>
          </p:cNvSpPr>
          <p:nvPr/>
        </p:nvSpPr>
        <p:spPr>
          <a:xfrm>
            <a:off x="5445929" y="4313077"/>
            <a:ext cx="5771326" cy="240462"/>
          </a:xfrm>
          <a:prstGeom prst="rect">
            <a:avLst/>
          </a:prstGeom>
          <a:noFill/>
        </p:spPr>
        <p:txBody>
          <a:bodyPr wrap="square" lIns="0" tIns="36000" rIns="0" bIns="36000" rtlCol="0" anchor="ctr">
            <a:spAutoFit/>
          </a:bodyPr>
          <a:lstStyle/>
          <a:p>
            <a:pPr algn="l">
              <a:spcBef>
                <a:spcPts val="600"/>
              </a:spcBef>
            </a:pPr>
            <a:r>
              <a:rPr lang="fr-FR" sz="1100" b="0" i="0">
                <a:solidFill>
                  <a:srgbClr val="161616"/>
                </a:solidFill>
                <a:effectLst/>
                <a:highlight>
                  <a:srgbClr val="FFFFFF"/>
                </a:highlight>
              </a:rPr>
              <a:t>Bourse, salle de marché, datacenter de fourniture d’information financière</a:t>
            </a:r>
            <a:endParaRPr lang="fr-FR" sz="1100"/>
          </a:p>
        </p:txBody>
      </p:sp>
      <p:sp>
        <p:nvSpPr>
          <p:cNvPr id="49" name="TextBox 39">
            <a:extLst>
              <a:ext uri="{FF2B5EF4-FFF2-40B4-BE49-F238E27FC236}">
                <a16:creationId xmlns:a16="http://schemas.microsoft.com/office/drawing/2014/main" id="{D0982580-A836-F315-F8BD-5590469743F6}"/>
              </a:ext>
            </a:extLst>
          </p:cNvPr>
          <p:cNvSpPr txBox="1">
            <a:spLocks/>
          </p:cNvSpPr>
          <p:nvPr/>
        </p:nvSpPr>
        <p:spPr>
          <a:xfrm>
            <a:off x="5445929" y="3722282"/>
            <a:ext cx="5771326" cy="412997"/>
          </a:xfrm>
          <a:prstGeom prst="rect">
            <a:avLst/>
          </a:prstGeom>
          <a:noFill/>
        </p:spPr>
        <p:txBody>
          <a:bodyPr wrap="square" lIns="0" tIns="36000" rIns="0" bIns="36000" rtlCol="0" anchor="ctr">
            <a:spAutoFit/>
          </a:bodyPr>
          <a:lstStyle/>
          <a:p>
            <a:pPr algn="l">
              <a:spcBef>
                <a:spcPts val="600"/>
              </a:spcBef>
            </a:pPr>
            <a:r>
              <a:rPr lang="fr-FR" sz="1100">
                <a:solidFill>
                  <a:srgbClr val="161616"/>
                </a:solidFill>
                <a:highlight>
                  <a:srgbClr val="FFFFFF"/>
                </a:highlight>
              </a:rPr>
              <a:t>I</a:t>
            </a:r>
            <a:r>
              <a:rPr lang="fr-FR" sz="1100" b="0" i="0">
                <a:solidFill>
                  <a:srgbClr val="161616"/>
                </a:solidFill>
                <a:effectLst/>
                <a:highlight>
                  <a:srgbClr val="FFFFFF"/>
                </a:highlight>
              </a:rPr>
              <a:t>nstallations agroalimentaires, entrepôt de stockage, </a:t>
            </a:r>
            <a:r>
              <a:rPr lang="fr-FR" sz="1100">
                <a:solidFill>
                  <a:srgbClr val="161616"/>
                </a:solidFill>
                <a:highlight>
                  <a:srgbClr val="FFFFFF"/>
                </a:highlight>
              </a:rPr>
              <a:t>centrale d’achat, r</a:t>
            </a:r>
            <a:r>
              <a:rPr lang="fr-FR" sz="1100" b="0" i="0">
                <a:solidFill>
                  <a:srgbClr val="161616"/>
                </a:solidFill>
                <a:effectLst/>
                <a:highlight>
                  <a:srgbClr val="FFFFFF"/>
                </a:highlight>
              </a:rPr>
              <a:t>éseaux de distribution et systèmes de sécurité alimentaire</a:t>
            </a:r>
            <a:endParaRPr lang="fr-FR" sz="1100"/>
          </a:p>
        </p:txBody>
      </p:sp>
      <p:sp>
        <p:nvSpPr>
          <p:cNvPr id="44" name="TextBox 30">
            <a:extLst>
              <a:ext uri="{FF2B5EF4-FFF2-40B4-BE49-F238E27FC236}">
                <a16:creationId xmlns:a16="http://schemas.microsoft.com/office/drawing/2014/main" id="{052154C5-2471-2CF7-430D-74F7921ABFB6}"/>
              </a:ext>
            </a:extLst>
          </p:cNvPr>
          <p:cNvSpPr txBox="1">
            <a:spLocks/>
          </p:cNvSpPr>
          <p:nvPr/>
        </p:nvSpPr>
        <p:spPr>
          <a:xfrm>
            <a:off x="5445929" y="2294970"/>
            <a:ext cx="5771326" cy="240462"/>
          </a:xfrm>
          <a:prstGeom prst="rect">
            <a:avLst/>
          </a:prstGeom>
          <a:noFill/>
        </p:spPr>
        <p:txBody>
          <a:bodyPr wrap="square" lIns="0" tIns="36000" rIns="0" bIns="36000" rtlCol="0" anchor="ctr">
            <a:spAutoFit/>
          </a:bodyPr>
          <a:lstStyle/>
          <a:p>
            <a:pPr algn="l">
              <a:spcBef>
                <a:spcPts val="600"/>
              </a:spcBef>
            </a:pPr>
            <a:r>
              <a:rPr lang="fr-FR" sz="1100">
                <a:solidFill>
                  <a:srgbClr val="161616"/>
                </a:solidFill>
                <a:highlight>
                  <a:srgbClr val="FFFFFF"/>
                </a:highlight>
              </a:rPr>
              <a:t>Réserve monétaire, b</a:t>
            </a:r>
            <a:r>
              <a:rPr lang="fr-FR" sz="1100" b="0" i="0">
                <a:solidFill>
                  <a:srgbClr val="161616"/>
                </a:solidFill>
                <a:effectLst/>
                <a:highlight>
                  <a:srgbClr val="FFFFFF"/>
                </a:highlight>
              </a:rPr>
              <a:t>anques et datacenters de données bancaires</a:t>
            </a:r>
            <a:endParaRPr lang="fr-FR" sz="1100">
              <a:solidFill>
                <a:schemeClr val="tx1">
                  <a:lumMod val="100000"/>
                </a:schemeClr>
              </a:solidFill>
            </a:endParaRPr>
          </a:p>
        </p:txBody>
      </p:sp>
      <p:sp>
        <p:nvSpPr>
          <p:cNvPr id="43" name="TextBox 5">
            <a:extLst>
              <a:ext uri="{FF2B5EF4-FFF2-40B4-BE49-F238E27FC236}">
                <a16:creationId xmlns:a16="http://schemas.microsoft.com/office/drawing/2014/main" id="{0AAB5420-17C4-52B5-3313-10CCE25C1A77}"/>
              </a:ext>
            </a:extLst>
          </p:cNvPr>
          <p:cNvSpPr txBox="1">
            <a:spLocks/>
          </p:cNvSpPr>
          <p:nvPr/>
        </p:nvSpPr>
        <p:spPr>
          <a:xfrm>
            <a:off x="5445929" y="1199649"/>
            <a:ext cx="5771326" cy="412997"/>
          </a:xfrm>
          <a:prstGeom prst="rect">
            <a:avLst/>
          </a:prstGeom>
          <a:noFill/>
        </p:spPr>
        <p:txBody>
          <a:bodyPr wrap="square" lIns="0" tIns="36000" rIns="0" bIns="36000" rtlCol="0" anchor="ctr">
            <a:spAutoFit/>
          </a:bodyPr>
          <a:lstStyle/>
          <a:p>
            <a:pPr algn="l">
              <a:spcBef>
                <a:spcPts val="600"/>
              </a:spcBef>
            </a:pPr>
            <a:r>
              <a:rPr lang="fr-FR" sz="1100">
                <a:solidFill>
                  <a:srgbClr val="161616"/>
                </a:solidFill>
                <a:highlight>
                  <a:srgbClr val="FFFFFF"/>
                </a:highlight>
              </a:rPr>
              <a:t>R</a:t>
            </a:r>
            <a:r>
              <a:rPr lang="fr-FR" sz="1100" b="0" i="0">
                <a:solidFill>
                  <a:srgbClr val="161616"/>
                </a:solidFill>
                <a:effectLst/>
                <a:highlight>
                  <a:srgbClr val="FFFFFF"/>
                </a:highlight>
              </a:rPr>
              <a:t>éacteurs nucléaires, réseaux électriques, barrages hydroélectriques, raffineries et station de compression de GNL, </a:t>
            </a:r>
            <a:r>
              <a:rPr lang="fr-FR" sz="1100">
                <a:solidFill>
                  <a:srgbClr val="161616"/>
                </a:solidFill>
                <a:highlight>
                  <a:srgbClr val="FFFFFF"/>
                </a:highlight>
              </a:rPr>
              <a:t>infrastructures de stockage et de transport d’hydrocarbures (pipe-lines)</a:t>
            </a:r>
            <a:endParaRPr lang="fr-FR" sz="1100">
              <a:solidFill>
                <a:schemeClr val="tx1">
                  <a:lumMod val="100000"/>
                </a:schemeClr>
              </a:solidFill>
              <a:effectLst/>
            </a:endParaRPr>
          </a:p>
        </p:txBody>
      </p:sp>
      <p:cxnSp>
        <p:nvCxnSpPr>
          <p:cNvPr id="23" name="Straight Connector 18">
            <a:extLst>
              <a:ext uri="{FF2B5EF4-FFF2-40B4-BE49-F238E27FC236}">
                <a16:creationId xmlns:a16="http://schemas.microsoft.com/office/drawing/2014/main" id="{C3E3C6D3-9EFF-C0C1-EDB4-2D99D2DC20B3}"/>
              </a:ext>
              <a:ext uri="{C183D7F6-B498-43B3-948B-1728B52AA6E4}">
                <adec:decorative xmlns:adec="http://schemas.microsoft.com/office/drawing/2017/decorative" val="1"/>
              </a:ext>
            </a:extLst>
          </p:cNvPr>
          <p:cNvCxnSpPr>
            <a:cxnSpLocks/>
          </p:cNvCxnSpPr>
          <p:nvPr/>
        </p:nvCxnSpPr>
        <p:spPr>
          <a:xfrm>
            <a:off x="5349255" y="1643608"/>
            <a:ext cx="5868000" cy="0"/>
          </a:xfrm>
          <a:prstGeom prst="line">
            <a:avLst/>
          </a:prstGeom>
          <a:ln w="635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0">
            <a:extLst>
              <a:ext uri="{FF2B5EF4-FFF2-40B4-BE49-F238E27FC236}">
                <a16:creationId xmlns:a16="http://schemas.microsoft.com/office/drawing/2014/main" id="{733AECA7-834B-9D0B-346F-47D115FAD6BF}"/>
              </a:ext>
              <a:ext uri="{C183D7F6-B498-43B3-948B-1728B52AA6E4}">
                <adec:decorative xmlns:adec="http://schemas.microsoft.com/office/drawing/2017/decorative" val="1"/>
              </a:ext>
            </a:extLst>
          </p:cNvPr>
          <p:cNvCxnSpPr>
            <a:cxnSpLocks/>
          </p:cNvCxnSpPr>
          <p:nvPr/>
        </p:nvCxnSpPr>
        <p:spPr>
          <a:xfrm>
            <a:off x="5349255" y="2162998"/>
            <a:ext cx="5868000" cy="0"/>
          </a:xfrm>
          <a:prstGeom prst="line">
            <a:avLst/>
          </a:prstGeom>
          <a:ln w="635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1">
            <a:extLst>
              <a:ext uri="{FF2B5EF4-FFF2-40B4-BE49-F238E27FC236}">
                <a16:creationId xmlns:a16="http://schemas.microsoft.com/office/drawing/2014/main" id="{D545EF11-F023-6EF9-1DA3-32BC73D3DE71}"/>
              </a:ext>
              <a:ext uri="{C183D7F6-B498-43B3-948B-1728B52AA6E4}">
                <adec:decorative xmlns:adec="http://schemas.microsoft.com/office/drawing/2017/decorative" val="1"/>
              </a:ext>
            </a:extLst>
          </p:cNvPr>
          <p:cNvCxnSpPr>
            <a:cxnSpLocks/>
          </p:cNvCxnSpPr>
          <p:nvPr/>
        </p:nvCxnSpPr>
        <p:spPr>
          <a:xfrm>
            <a:off x="5349255" y="3182812"/>
            <a:ext cx="5868000" cy="0"/>
          </a:xfrm>
          <a:prstGeom prst="line">
            <a:avLst/>
          </a:prstGeom>
          <a:ln w="635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2">
            <a:extLst>
              <a:ext uri="{FF2B5EF4-FFF2-40B4-BE49-F238E27FC236}">
                <a16:creationId xmlns:a16="http://schemas.microsoft.com/office/drawing/2014/main" id="{0698E8F2-F2D2-727B-2818-B5AF16F8A658}"/>
              </a:ext>
              <a:ext uri="{C183D7F6-B498-43B3-948B-1728B52AA6E4}">
                <adec:decorative xmlns:adec="http://schemas.microsoft.com/office/drawing/2017/decorative" val="1"/>
              </a:ext>
            </a:extLst>
          </p:cNvPr>
          <p:cNvCxnSpPr>
            <a:cxnSpLocks/>
          </p:cNvCxnSpPr>
          <p:nvPr/>
        </p:nvCxnSpPr>
        <p:spPr>
          <a:xfrm>
            <a:off x="5349255" y="3678886"/>
            <a:ext cx="5868000" cy="0"/>
          </a:xfrm>
          <a:prstGeom prst="line">
            <a:avLst/>
          </a:prstGeom>
          <a:ln w="635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3">
            <a:extLst>
              <a:ext uri="{FF2B5EF4-FFF2-40B4-BE49-F238E27FC236}">
                <a16:creationId xmlns:a16="http://schemas.microsoft.com/office/drawing/2014/main" id="{8005C227-330C-0214-7E98-CDF45B64F8D3}"/>
              </a:ext>
              <a:ext uri="{C183D7F6-B498-43B3-948B-1728B52AA6E4}">
                <adec:decorative xmlns:adec="http://schemas.microsoft.com/office/drawing/2017/decorative" val="1"/>
              </a:ext>
            </a:extLst>
          </p:cNvPr>
          <p:cNvCxnSpPr>
            <a:cxnSpLocks/>
          </p:cNvCxnSpPr>
          <p:nvPr/>
        </p:nvCxnSpPr>
        <p:spPr>
          <a:xfrm>
            <a:off x="5349255" y="5698010"/>
            <a:ext cx="5868000" cy="0"/>
          </a:xfrm>
          <a:prstGeom prst="line">
            <a:avLst/>
          </a:prstGeom>
          <a:ln w="635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4">
            <a:extLst>
              <a:ext uri="{FF2B5EF4-FFF2-40B4-BE49-F238E27FC236}">
                <a16:creationId xmlns:a16="http://schemas.microsoft.com/office/drawing/2014/main" id="{88053037-6BE5-30FD-4FCC-885C2520B217}"/>
              </a:ext>
              <a:ext uri="{C183D7F6-B498-43B3-948B-1728B52AA6E4}">
                <adec:decorative xmlns:adec="http://schemas.microsoft.com/office/drawing/2017/decorative" val="1"/>
              </a:ext>
            </a:extLst>
          </p:cNvPr>
          <p:cNvCxnSpPr>
            <a:cxnSpLocks/>
          </p:cNvCxnSpPr>
          <p:nvPr/>
        </p:nvCxnSpPr>
        <p:spPr>
          <a:xfrm>
            <a:off x="5349255" y="4167937"/>
            <a:ext cx="5868000" cy="0"/>
          </a:xfrm>
          <a:prstGeom prst="line">
            <a:avLst/>
          </a:prstGeom>
          <a:ln w="635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5">
            <a:extLst>
              <a:ext uri="{FF2B5EF4-FFF2-40B4-BE49-F238E27FC236}">
                <a16:creationId xmlns:a16="http://schemas.microsoft.com/office/drawing/2014/main" id="{FFCA1E19-E37C-0DEA-EDD8-A10217515B31}"/>
              </a:ext>
              <a:ext uri="{C183D7F6-B498-43B3-948B-1728B52AA6E4}">
                <adec:decorative xmlns:adec="http://schemas.microsoft.com/office/drawing/2017/decorative" val="1"/>
              </a:ext>
            </a:extLst>
          </p:cNvPr>
          <p:cNvCxnSpPr>
            <a:cxnSpLocks/>
          </p:cNvCxnSpPr>
          <p:nvPr/>
        </p:nvCxnSpPr>
        <p:spPr>
          <a:xfrm>
            <a:off x="5349255" y="5190523"/>
            <a:ext cx="5868000" cy="0"/>
          </a:xfrm>
          <a:prstGeom prst="line">
            <a:avLst/>
          </a:prstGeom>
          <a:ln w="635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TextBox 27">
            <a:extLst>
              <a:ext uri="{FF2B5EF4-FFF2-40B4-BE49-F238E27FC236}">
                <a16:creationId xmlns:a16="http://schemas.microsoft.com/office/drawing/2014/main" id="{DFC9C466-104C-2113-C754-295495BBC808}"/>
              </a:ext>
            </a:extLst>
          </p:cNvPr>
          <p:cNvSpPr txBox="1">
            <a:spLocks/>
          </p:cNvSpPr>
          <p:nvPr/>
        </p:nvSpPr>
        <p:spPr>
          <a:xfrm>
            <a:off x="5445929" y="1790443"/>
            <a:ext cx="5771326" cy="240462"/>
          </a:xfrm>
          <a:prstGeom prst="rect">
            <a:avLst/>
          </a:prstGeom>
          <a:noFill/>
        </p:spPr>
        <p:txBody>
          <a:bodyPr wrap="square" lIns="0" tIns="36000" rIns="0" bIns="36000" rtlCol="0" anchor="ctr">
            <a:spAutoFit/>
          </a:bodyPr>
          <a:lstStyle/>
          <a:p>
            <a:pPr algn="l">
              <a:spcBef>
                <a:spcPts val="600"/>
              </a:spcBef>
            </a:pPr>
            <a:r>
              <a:rPr lang="fr-FR" sz="1100" b="0" i="0">
                <a:solidFill>
                  <a:srgbClr val="161616"/>
                </a:solidFill>
                <a:effectLst/>
                <a:highlight>
                  <a:srgbClr val="FFFFFF"/>
                </a:highlight>
              </a:rPr>
              <a:t>Stations d’épuration de l’eau, réservoirs, barrages, stations de pompage</a:t>
            </a:r>
            <a:endParaRPr lang="fr-FR" sz="1100">
              <a:solidFill>
                <a:schemeClr val="tx1">
                  <a:lumMod val="100000"/>
                </a:schemeClr>
              </a:solidFill>
            </a:endParaRPr>
          </a:p>
        </p:txBody>
      </p:sp>
      <p:sp>
        <p:nvSpPr>
          <p:cNvPr id="48" name="TextBox 33">
            <a:extLst>
              <a:ext uri="{FF2B5EF4-FFF2-40B4-BE49-F238E27FC236}">
                <a16:creationId xmlns:a16="http://schemas.microsoft.com/office/drawing/2014/main" id="{F2FD779B-237C-8256-6A10-9A02E197A427}"/>
              </a:ext>
            </a:extLst>
          </p:cNvPr>
          <p:cNvSpPr txBox="1">
            <a:spLocks/>
          </p:cNvSpPr>
          <p:nvPr/>
        </p:nvSpPr>
        <p:spPr>
          <a:xfrm>
            <a:off x="5445929" y="2714099"/>
            <a:ext cx="5771326" cy="411257"/>
          </a:xfrm>
          <a:prstGeom prst="rect">
            <a:avLst/>
          </a:prstGeom>
          <a:noFill/>
        </p:spPr>
        <p:txBody>
          <a:bodyPr wrap="square" lIns="0" tIns="36000" rIns="0" bIns="36000" rtlCol="0" anchor="ctr">
            <a:spAutoFit/>
          </a:bodyPr>
          <a:lstStyle/>
          <a:p>
            <a:pPr algn="l">
              <a:spcBef>
                <a:spcPts val="600"/>
              </a:spcBef>
            </a:pPr>
            <a:r>
              <a:rPr lang="fr-FR" sz="1100">
                <a:solidFill>
                  <a:srgbClr val="161616"/>
                </a:solidFill>
                <a:highlight>
                  <a:srgbClr val="FFFFFF"/>
                </a:highlight>
              </a:rPr>
              <a:t>A</a:t>
            </a:r>
            <a:r>
              <a:rPr lang="fr-FR" sz="1100" b="0" i="0">
                <a:solidFill>
                  <a:srgbClr val="161616"/>
                </a:solidFill>
                <a:effectLst/>
                <a:highlight>
                  <a:srgbClr val="FFFFFF"/>
                </a:highlight>
              </a:rPr>
              <a:t>éroports, ports maritimes, chemins de fer, autoroutes, ponts et réseaux de transport en commun</a:t>
            </a:r>
            <a:endParaRPr lang="fr-FR" sz="1100">
              <a:solidFill>
                <a:schemeClr val="tx1">
                  <a:lumMod val="100000"/>
                </a:schemeClr>
              </a:solidFill>
            </a:endParaRPr>
          </a:p>
        </p:txBody>
      </p:sp>
      <p:pic>
        <p:nvPicPr>
          <p:cNvPr id="84" name="TextBox 17">
            <a:extLst>
              <a:ext uri="{FF2B5EF4-FFF2-40B4-BE49-F238E27FC236}">
                <a16:creationId xmlns:a16="http://schemas.microsoft.com/office/drawing/2014/main" id="{83C66112-8DF2-129A-9801-40C063EEBA7D}"/>
              </a:ext>
            </a:extLst>
          </p:cNvPr>
          <p:cNvPicPr>
            <a:picLocks noChangeAspect="1"/>
          </p:cNvPicPr>
          <p:nvPr>
            <p:custDataLst>
              <p:tags r:id="rId6"/>
            </p:custDataLst>
          </p:nvPr>
        </p:nvPicPr>
        <p:blipFill rotWithShape="1">
          <a:blip r:embed="rId23" cstate="print">
            <a:extLst>
              <a:ext uri="{28A0092B-C50C-407E-A947-70E740481C1C}">
                <a14:useLocalDpi xmlns:a14="http://schemas.microsoft.com/office/drawing/2010/main" val="0"/>
              </a:ext>
            </a:extLst>
          </a:blip>
          <a:srcRect t="56023" b="26017"/>
          <a:stretch/>
        </p:blipFill>
        <p:spPr>
          <a:xfrm>
            <a:off x="2609930" y="4248315"/>
            <a:ext cx="2724074" cy="369986"/>
          </a:xfrm>
          <a:prstGeom prst="roundRect">
            <a:avLst/>
          </a:prstGeom>
        </p:spPr>
      </p:pic>
      <p:sp>
        <p:nvSpPr>
          <p:cNvPr id="45" name="TextBox 36">
            <a:extLst>
              <a:ext uri="{FF2B5EF4-FFF2-40B4-BE49-F238E27FC236}">
                <a16:creationId xmlns:a16="http://schemas.microsoft.com/office/drawing/2014/main" id="{E69EF501-4D43-1416-071B-A49822603B7B}"/>
              </a:ext>
            </a:extLst>
          </p:cNvPr>
          <p:cNvSpPr txBox="1">
            <a:spLocks/>
          </p:cNvSpPr>
          <p:nvPr/>
        </p:nvSpPr>
        <p:spPr>
          <a:xfrm>
            <a:off x="5445929" y="3303264"/>
            <a:ext cx="5771326" cy="241980"/>
          </a:xfrm>
          <a:prstGeom prst="rect">
            <a:avLst/>
          </a:prstGeom>
          <a:noFill/>
        </p:spPr>
        <p:txBody>
          <a:bodyPr wrap="square" lIns="0" tIns="36000" rIns="0" bIns="36000" rtlCol="0" anchor="ctr">
            <a:spAutoFit/>
          </a:bodyPr>
          <a:lstStyle/>
          <a:p>
            <a:pPr algn="l">
              <a:spcBef>
                <a:spcPts val="600"/>
              </a:spcBef>
            </a:pPr>
            <a:r>
              <a:rPr lang="fr-FR" sz="1100"/>
              <a:t>Hôpitaux, cliniques et entrepôt de stockage de matériel médical, laboratoires pharmaceutiques</a:t>
            </a:r>
            <a:endParaRPr lang="fr-FR" sz="1100">
              <a:solidFill>
                <a:schemeClr val="tx1">
                  <a:lumMod val="100000"/>
                </a:schemeClr>
              </a:solidFill>
            </a:endParaRPr>
          </a:p>
        </p:txBody>
      </p:sp>
      <p:pic>
        <p:nvPicPr>
          <p:cNvPr id="35" name="TextBox 17">
            <a:extLst>
              <a:ext uri="{FF2B5EF4-FFF2-40B4-BE49-F238E27FC236}">
                <a16:creationId xmlns:a16="http://schemas.microsoft.com/office/drawing/2014/main" id="{DA03E556-E8F4-5C1B-181D-9787FFE925FC}"/>
              </a:ext>
            </a:extLst>
          </p:cNvPr>
          <p:cNvPicPr>
            <a:picLocks noChangeAspect="1"/>
          </p:cNvPicPr>
          <p:nvPr>
            <p:custDataLst>
              <p:tags r:id="rId7"/>
            </p:custDataLst>
          </p:nvPr>
        </p:nvPicPr>
        <p:blipFill rotWithShape="1">
          <a:blip r:embed="rId24" cstate="print">
            <a:extLst>
              <a:ext uri="{28A0092B-C50C-407E-A947-70E740481C1C}">
                <a14:useLocalDpi xmlns:a14="http://schemas.microsoft.com/office/drawing/2010/main" val="0"/>
              </a:ext>
            </a:extLst>
          </a:blip>
          <a:srcRect t="39360" b="39360"/>
          <a:stretch/>
        </p:blipFill>
        <p:spPr>
          <a:xfrm>
            <a:off x="2609933" y="1221155"/>
            <a:ext cx="2724073" cy="369986"/>
          </a:xfrm>
          <a:prstGeom prst="roundRect">
            <a:avLst/>
          </a:prstGeom>
        </p:spPr>
      </p:pic>
      <p:pic>
        <p:nvPicPr>
          <p:cNvPr id="12" name="TextBox 17">
            <a:extLst>
              <a:ext uri="{FF2B5EF4-FFF2-40B4-BE49-F238E27FC236}">
                <a16:creationId xmlns:a16="http://schemas.microsoft.com/office/drawing/2014/main" id="{653D0730-FD0D-F74B-0FA3-30A134459A3B}"/>
              </a:ext>
            </a:extLst>
          </p:cNvPr>
          <p:cNvPicPr>
            <a:picLocks noChangeAspect="1"/>
          </p:cNvPicPr>
          <p:nvPr>
            <p:custDataLst>
              <p:tags r:id="rId8"/>
            </p:custDataLst>
          </p:nvPr>
        </p:nvPicPr>
        <p:blipFill rotWithShape="1">
          <a:blip r:embed="rId25" cstate="print">
            <a:extLst>
              <a:ext uri="{28A0092B-C50C-407E-A947-70E740481C1C}">
                <a14:useLocalDpi xmlns:a14="http://schemas.microsoft.com/office/drawing/2010/main" val="0"/>
              </a:ext>
            </a:extLst>
          </a:blip>
          <a:srcRect t="62081" b="19959"/>
          <a:stretch/>
        </p:blipFill>
        <p:spPr>
          <a:xfrm>
            <a:off x="2609930" y="1725681"/>
            <a:ext cx="2724074" cy="369986"/>
          </a:xfrm>
          <a:prstGeom prst="roundRect">
            <a:avLst/>
          </a:prstGeom>
        </p:spPr>
      </p:pic>
      <p:pic>
        <p:nvPicPr>
          <p:cNvPr id="5" name="TextBox 17">
            <a:extLst>
              <a:ext uri="{FF2B5EF4-FFF2-40B4-BE49-F238E27FC236}">
                <a16:creationId xmlns:a16="http://schemas.microsoft.com/office/drawing/2014/main" id="{AED52ED5-880E-3C4C-BCD5-D266ACEACDC4}"/>
              </a:ext>
            </a:extLst>
          </p:cNvPr>
          <p:cNvPicPr>
            <a:picLocks noChangeAspect="1"/>
          </p:cNvPicPr>
          <p:nvPr>
            <p:custDataLst>
              <p:tags r:id="rId9"/>
            </p:custDataLst>
          </p:nvPr>
        </p:nvPicPr>
        <p:blipFill rotWithShape="1">
          <a:blip r:embed="rId26" cstate="print">
            <a:extLst>
              <a:ext uri="{BEBA8EAE-BF5A-486C-A8C5-ECC9F3942E4B}">
                <a14:imgProps xmlns:a14="http://schemas.microsoft.com/office/drawing/2010/main">
                  <a14:imgLayer r:embed="rId27">
                    <a14:imgEffect>
                      <a14:brightnessContrast bright="-20000" contrast="-40000"/>
                    </a14:imgEffect>
                  </a14:imgLayer>
                </a14:imgProps>
              </a:ext>
              <a:ext uri="{28A0092B-C50C-407E-A947-70E740481C1C}">
                <a14:useLocalDpi xmlns:a14="http://schemas.microsoft.com/office/drawing/2010/main" val="0"/>
              </a:ext>
            </a:extLst>
          </a:blip>
          <a:srcRect t="61149" b="20891"/>
          <a:stretch/>
        </p:blipFill>
        <p:spPr>
          <a:xfrm>
            <a:off x="2609930" y="3239261"/>
            <a:ext cx="2724074" cy="369986"/>
          </a:xfrm>
          <a:prstGeom prst="roundRect">
            <a:avLst/>
          </a:prstGeom>
        </p:spPr>
      </p:pic>
      <p:pic>
        <p:nvPicPr>
          <p:cNvPr id="34" name="TextBox 17">
            <a:extLst>
              <a:ext uri="{FF2B5EF4-FFF2-40B4-BE49-F238E27FC236}">
                <a16:creationId xmlns:a16="http://schemas.microsoft.com/office/drawing/2014/main" id="{BA82021E-C84A-529C-DF7A-24E0E0639B2D}"/>
              </a:ext>
            </a:extLst>
          </p:cNvPr>
          <p:cNvPicPr>
            <a:picLocks noChangeAspect="1"/>
          </p:cNvPicPr>
          <p:nvPr>
            <p:custDataLst>
              <p:tags r:id="rId10"/>
            </p:custDataLst>
          </p:nvPr>
        </p:nvPicPr>
        <p:blipFill rotWithShape="1">
          <a:blip r:embed="rId28" cstate="print">
            <a:extLst>
              <a:ext uri="{28A0092B-C50C-407E-A947-70E740481C1C}">
                <a14:useLocalDpi xmlns:a14="http://schemas.microsoft.com/office/drawing/2010/main" val="0"/>
              </a:ext>
            </a:extLst>
          </a:blip>
          <a:srcRect t="48660" b="30060"/>
          <a:stretch/>
        </p:blipFill>
        <p:spPr>
          <a:xfrm>
            <a:off x="2609930" y="2230208"/>
            <a:ext cx="2724074" cy="369986"/>
          </a:xfrm>
          <a:prstGeom prst="roundRect">
            <a:avLst/>
          </a:prstGeom>
        </p:spPr>
      </p:pic>
      <p:cxnSp>
        <p:nvCxnSpPr>
          <p:cNvPr id="2" name="Straight Connector 18">
            <a:extLst>
              <a:ext uri="{FF2B5EF4-FFF2-40B4-BE49-F238E27FC236}">
                <a16:creationId xmlns:a16="http://schemas.microsoft.com/office/drawing/2014/main" id="{56EC2C22-8B2F-D687-7982-49EB38D71921}"/>
              </a:ext>
              <a:ext uri="{C183D7F6-B498-43B3-948B-1728B52AA6E4}">
                <adec:decorative xmlns:adec="http://schemas.microsoft.com/office/drawing/2017/decorative" val="1"/>
              </a:ext>
            </a:extLst>
          </p:cNvPr>
          <p:cNvCxnSpPr>
            <a:cxnSpLocks/>
          </p:cNvCxnSpPr>
          <p:nvPr/>
        </p:nvCxnSpPr>
        <p:spPr>
          <a:xfrm>
            <a:off x="5349255" y="1179162"/>
            <a:ext cx="5868000" cy="0"/>
          </a:xfrm>
          <a:prstGeom prst="line">
            <a:avLst/>
          </a:prstGeom>
          <a:ln w="635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92" name="TextBox 17">
            <a:extLst>
              <a:ext uri="{FF2B5EF4-FFF2-40B4-BE49-F238E27FC236}">
                <a16:creationId xmlns:a16="http://schemas.microsoft.com/office/drawing/2014/main" id="{1C8BDBD3-422C-EE75-5E03-28354384A108}"/>
              </a:ext>
            </a:extLst>
          </p:cNvPr>
          <p:cNvPicPr>
            <a:picLocks noChangeAspect="1"/>
          </p:cNvPicPr>
          <p:nvPr>
            <p:custDataLst>
              <p:tags r:id="rId11"/>
            </p:custDataLst>
          </p:nvPr>
        </p:nvPicPr>
        <p:blipFill rotWithShape="1">
          <a:blip r:embed="rId29" cstate="print">
            <a:extLst>
              <a:ext uri="{28A0092B-C50C-407E-A947-70E740481C1C}">
                <a14:useLocalDpi xmlns:a14="http://schemas.microsoft.com/office/drawing/2010/main" val="0"/>
              </a:ext>
            </a:extLst>
          </a:blip>
          <a:srcRect t="33523" b="45209"/>
          <a:stretch/>
        </p:blipFill>
        <p:spPr>
          <a:xfrm>
            <a:off x="2609930" y="5257368"/>
            <a:ext cx="2724074" cy="369986"/>
          </a:xfrm>
          <a:prstGeom prst="roundRect">
            <a:avLst/>
          </a:prstGeom>
        </p:spPr>
      </p:pic>
      <p:pic>
        <p:nvPicPr>
          <p:cNvPr id="100" name="TextBox 17">
            <a:extLst>
              <a:ext uri="{FF2B5EF4-FFF2-40B4-BE49-F238E27FC236}">
                <a16:creationId xmlns:a16="http://schemas.microsoft.com/office/drawing/2014/main" id="{97830EB9-9B8B-CA90-AC89-A0263CF6B1BE}"/>
              </a:ext>
            </a:extLst>
          </p:cNvPr>
          <p:cNvPicPr>
            <a:picLocks noChangeAspect="1"/>
          </p:cNvPicPr>
          <p:nvPr>
            <p:custDataLst>
              <p:tags r:id="rId12"/>
            </p:custDataLst>
          </p:nvPr>
        </p:nvPicPr>
        <p:blipFill rotWithShape="1">
          <a:blip r:embed="rId30" cstate="print">
            <a:extLst>
              <a:ext uri="{BEBA8EAE-BF5A-486C-A8C5-ECC9F3942E4B}">
                <a14:imgProps xmlns:a14="http://schemas.microsoft.com/office/drawing/2010/main">
                  <a14:imgLayer r:embed="rId31">
                    <a14:imgEffect>
                      <a14:brightnessContrast bright="-20000" contrast="20000"/>
                    </a14:imgEffect>
                  </a14:imgLayer>
                </a14:imgProps>
              </a:ext>
              <a:ext uri="{28A0092B-C50C-407E-A947-70E740481C1C}">
                <a14:useLocalDpi xmlns:a14="http://schemas.microsoft.com/office/drawing/2010/main" val="0"/>
              </a:ext>
            </a:extLst>
          </a:blip>
          <a:srcRect l="565" t="70259" r="-565" b="12895"/>
          <a:stretch/>
        </p:blipFill>
        <p:spPr>
          <a:xfrm>
            <a:off x="2609930" y="5761895"/>
            <a:ext cx="2724074" cy="369986"/>
          </a:xfrm>
          <a:prstGeom prst="roundRect">
            <a:avLst/>
          </a:prstGeom>
        </p:spPr>
      </p:pic>
      <p:pic>
        <p:nvPicPr>
          <p:cNvPr id="89" name="TextBox 17">
            <a:extLst>
              <a:ext uri="{FF2B5EF4-FFF2-40B4-BE49-F238E27FC236}">
                <a16:creationId xmlns:a16="http://schemas.microsoft.com/office/drawing/2014/main" id="{BA940FDC-290F-EAE9-E376-DB647C8A982F}"/>
              </a:ext>
            </a:extLst>
          </p:cNvPr>
          <p:cNvPicPr>
            <a:picLocks noChangeAspect="1"/>
          </p:cNvPicPr>
          <p:nvPr>
            <p:custDataLst>
              <p:tags r:id="rId13"/>
            </p:custDataLst>
          </p:nvPr>
        </p:nvPicPr>
        <p:blipFill rotWithShape="1">
          <a:blip r:embed="rId32" cstate="print">
            <a:extLst>
              <a:ext uri="{28A0092B-C50C-407E-A947-70E740481C1C}">
                <a14:useLocalDpi xmlns:a14="http://schemas.microsoft.com/office/drawing/2010/main" val="0"/>
              </a:ext>
            </a:extLst>
          </a:blip>
          <a:srcRect l="285" t="54282" r="-285" b="27758"/>
          <a:stretch/>
        </p:blipFill>
        <p:spPr>
          <a:xfrm>
            <a:off x="2609930" y="4752841"/>
            <a:ext cx="2724074" cy="369986"/>
          </a:xfrm>
          <a:prstGeom prst="roundRect">
            <a:avLst/>
          </a:prstGeom>
        </p:spPr>
      </p:pic>
      <p:sp>
        <p:nvSpPr>
          <p:cNvPr id="63" name="TextBox 42">
            <a:extLst>
              <a:ext uri="{FF2B5EF4-FFF2-40B4-BE49-F238E27FC236}">
                <a16:creationId xmlns:a16="http://schemas.microsoft.com/office/drawing/2014/main" id="{4199AA63-0DB2-238A-4F44-D81FF599859F}"/>
              </a:ext>
            </a:extLst>
          </p:cNvPr>
          <p:cNvSpPr txBox="1">
            <a:spLocks/>
          </p:cNvSpPr>
          <p:nvPr/>
        </p:nvSpPr>
        <p:spPr>
          <a:xfrm>
            <a:off x="5445929" y="4817604"/>
            <a:ext cx="5771326" cy="240462"/>
          </a:xfrm>
          <a:prstGeom prst="rect">
            <a:avLst/>
          </a:prstGeom>
          <a:noFill/>
        </p:spPr>
        <p:txBody>
          <a:bodyPr wrap="square" lIns="0" tIns="36000" rIns="0" bIns="36000" rtlCol="0" anchor="ctr">
            <a:spAutoFit/>
          </a:bodyPr>
          <a:lstStyle/>
          <a:p>
            <a:pPr algn="l">
              <a:spcBef>
                <a:spcPts val="600"/>
              </a:spcBef>
            </a:pPr>
            <a:r>
              <a:rPr lang="fr-FR" sz="1100">
                <a:solidFill>
                  <a:srgbClr val="161616"/>
                </a:solidFill>
                <a:highlight>
                  <a:srgbClr val="FFFFFF"/>
                </a:highlight>
              </a:rPr>
              <a:t>Site de lancement, site de production et de recherche et développement</a:t>
            </a:r>
            <a:endParaRPr lang="fr-FR" sz="1100"/>
          </a:p>
        </p:txBody>
      </p:sp>
      <p:cxnSp>
        <p:nvCxnSpPr>
          <p:cNvPr id="96" name="Straight Connector 24">
            <a:extLst>
              <a:ext uri="{FF2B5EF4-FFF2-40B4-BE49-F238E27FC236}">
                <a16:creationId xmlns:a16="http://schemas.microsoft.com/office/drawing/2014/main" id="{F953EABC-6FB3-B399-8B8C-D0533E9DFB54}"/>
              </a:ext>
              <a:ext uri="{C183D7F6-B498-43B3-948B-1728B52AA6E4}">
                <adec:decorative xmlns:adec="http://schemas.microsoft.com/office/drawing/2017/decorative" val="1"/>
              </a:ext>
            </a:extLst>
          </p:cNvPr>
          <p:cNvCxnSpPr>
            <a:cxnSpLocks/>
          </p:cNvCxnSpPr>
          <p:nvPr/>
        </p:nvCxnSpPr>
        <p:spPr>
          <a:xfrm>
            <a:off x="5349255" y="4677887"/>
            <a:ext cx="5868000" cy="0"/>
          </a:xfrm>
          <a:prstGeom prst="line">
            <a:avLst/>
          </a:prstGeom>
          <a:ln w="635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24">
            <a:extLst>
              <a:ext uri="{FF2B5EF4-FFF2-40B4-BE49-F238E27FC236}">
                <a16:creationId xmlns:a16="http://schemas.microsoft.com/office/drawing/2014/main" id="{DDCF05BC-8426-C390-E9A1-BABE777E4595}"/>
              </a:ext>
              <a:ext uri="{C183D7F6-B498-43B3-948B-1728B52AA6E4}">
                <adec:decorative xmlns:adec="http://schemas.microsoft.com/office/drawing/2017/decorative" val="1"/>
              </a:ext>
            </a:extLst>
          </p:cNvPr>
          <p:cNvCxnSpPr>
            <a:cxnSpLocks/>
          </p:cNvCxnSpPr>
          <p:nvPr/>
        </p:nvCxnSpPr>
        <p:spPr>
          <a:xfrm>
            <a:off x="5349255" y="2661274"/>
            <a:ext cx="5868000" cy="0"/>
          </a:xfrm>
          <a:prstGeom prst="line">
            <a:avLst/>
          </a:prstGeom>
          <a:ln w="635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4" name="Forme libre : forme 183">
            <a:extLst>
              <a:ext uri="{FF2B5EF4-FFF2-40B4-BE49-F238E27FC236}">
                <a16:creationId xmlns:a16="http://schemas.microsoft.com/office/drawing/2014/main" id="{8D7DDE82-1865-F8BF-BA4B-DBBBF6D95C4F}"/>
              </a:ext>
            </a:extLst>
          </p:cNvPr>
          <p:cNvSpPr/>
          <p:nvPr/>
        </p:nvSpPr>
        <p:spPr>
          <a:xfrm>
            <a:off x="2578852" y="2394919"/>
            <a:ext cx="239899" cy="109045"/>
          </a:xfrm>
          <a:custGeom>
            <a:avLst/>
            <a:gdLst>
              <a:gd name="connsiteX0" fmla="*/ 239261 w 256767"/>
              <a:gd name="connsiteY0" fmla="*/ 90452 h 116712"/>
              <a:gd name="connsiteX1" fmla="*/ 230507 w 256767"/>
              <a:gd name="connsiteY1" fmla="*/ 99206 h 116712"/>
              <a:gd name="connsiteX2" fmla="*/ 29178 w 256767"/>
              <a:gd name="connsiteY2" fmla="*/ 99206 h 116712"/>
              <a:gd name="connsiteX3" fmla="*/ 17507 w 256767"/>
              <a:gd name="connsiteY3" fmla="*/ 87534 h 116712"/>
              <a:gd name="connsiteX4" fmla="*/ 17507 w 256767"/>
              <a:gd name="connsiteY4" fmla="*/ 29178 h 116712"/>
              <a:gd name="connsiteX5" fmla="*/ 29178 w 256767"/>
              <a:gd name="connsiteY5" fmla="*/ 17507 h 116712"/>
              <a:gd name="connsiteX6" fmla="*/ 230507 w 256767"/>
              <a:gd name="connsiteY6" fmla="*/ 17507 h 116712"/>
              <a:gd name="connsiteX7" fmla="*/ 239261 w 256767"/>
              <a:gd name="connsiteY7" fmla="*/ 26260 h 116712"/>
              <a:gd name="connsiteX8" fmla="*/ 239261 w 256767"/>
              <a:gd name="connsiteY8" fmla="*/ 90452 h 116712"/>
              <a:gd name="connsiteX9" fmla="*/ 0 w 256767"/>
              <a:gd name="connsiteY9" fmla="*/ 0 h 116712"/>
              <a:gd name="connsiteX10" fmla="*/ 0 w 256767"/>
              <a:gd name="connsiteY10" fmla="*/ 116713 h 116712"/>
              <a:gd name="connsiteX11" fmla="*/ 256768 w 256767"/>
              <a:gd name="connsiteY11" fmla="*/ 116713 h 116712"/>
              <a:gd name="connsiteX12" fmla="*/ 256768 w 256767"/>
              <a:gd name="connsiteY12" fmla="*/ 0 h 116712"/>
              <a:gd name="connsiteX13" fmla="*/ 0 w 256767"/>
              <a:gd name="connsiteY13" fmla="*/ 0 h 116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6767" h="116712">
                <a:moveTo>
                  <a:pt x="239261" y="90452"/>
                </a:moveTo>
                <a:lnTo>
                  <a:pt x="230507" y="99206"/>
                </a:lnTo>
                <a:lnTo>
                  <a:pt x="29178" y="99206"/>
                </a:lnTo>
                <a:lnTo>
                  <a:pt x="17507" y="87534"/>
                </a:lnTo>
                <a:lnTo>
                  <a:pt x="17507" y="29178"/>
                </a:lnTo>
                <a:lnTo>
                  <a:pt x="29178" y="17507"/>
                </a:lnTo>
                <a:lnTo>
                  <a:pt x="230507" y="17507"/>
                </a:lnTo>
                <a:lnTo>
                  <a:pt x="239261" y="26260"/>
                </a:lnTo>
                <a:lnTo>
                  <a:pt x="239261" y="90452"/>
                </a:lnTo>
                <a:close/>
                <a:moveTo>
                  <a:pt x="0" y="0"/>
                </a:moveTo>
                <a:lnTo>
                  <a:pt x="0" y="116713"/>
                </a:lnTo>
                <a:lnTo>
                  <a:pt x="256768" y="116713"/>
                </a:lnTo>
                <a:lnTo>
                  <a:pt x="256768" y="0"/>
                </a:lnTo>
                <a:lnTo>
                  <a:pt x="0" y="0"/>
                </a:lnTo>
                <a:close/>
              </a:path>
            </a:pathLst>
          </a:custGeom>
          <a:solidFill>
            <a:schemeClr val="bg1"/>
          </a:solidFill>
          <a:ln w="2877" cap="flat">
            <a:noFill/>
            <a:prstDash val="solid"/>
            <a:miter/>
          </a:ln>
        </p:spPr>
        <p:txBody>
          <a:bodyPr rtlCol="0" anchor="ctr"/>
          <a:lstStyle/>
          <a:p>
            <a:endParaRPr lang="fr-FR"/>
          </a:p>
        </p:txBody>
      </p:sp>
      <p:sp>
        <p:nvSpPr>
          <p:cNvPr id="186" name="Forme libre : forme 185">
            <a:extLst>
              <a:ext uri="{FF2B5EF4-FFF2-40B4-BE49-F238E27FC236}">
                <a16:creationId xmlns:a16="http://schemas.microsoft.com/office/drawing/2014/main" id="{84D687F6-208D-6742-3175-3334625B5185}"/>
              </a:ext>
            </a:extLst>
          </p:cNvPr>
          <p:cNvSpPr/>
          <p:nvPr/>
        </p:nvSpPr>
        <p:spPr>
          <a:xfrm>
            <a:off x="2622470" y="2441264"/>
            <a:ext cx="16356" cy="16356"/>
          </a:xfrm>
          <a:custGeom>
            <a:avLst/>
            <a:gdLst>
              <a:gd name="connsiteX0" fmla="*/ 17507 w 17506"/>
              <a:gd name="connsiteY0" fmla="*/ 8753 h 17506"/>
              <a:gd name="connsiteX1" fmla="*/ 8753 w 17506"/>
              <a:gd name="connsiteY1" fmla="*/ 17507 h 17506"/>
              <a:gd name="connsiteX2" fmla="*/ 0 w 17506"/>
              <a:gd name="connsiteY2" fmla="*/ 8753 h 17506"/>
              <a:gd name="connsiteX3" fmla="*/ 8753 w 17506"/>
              <a:gd name="connsiteY3" fmla="*/ 0 h 17506"/>
              <a:gd name="connsiteX4" fmla="*/ 17507 w 17506"/>
              <a:gd name="connsiteY4" fmla="*/ 8753 h 17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06" h="17506">
                <a:moveTo>
                  <a:pt x="17507" y="8753"/>
                </a:moveTo>
                <a:cubicBezTo>
                  <a:pt x="17507" y="13588"/>
                  <a:pt x="13588" y="17507"/>
                  <a:pt x="8753" y="17507"/>
                </a:cubicBezTo>
                <a:cubicBezTo>
                  <a:pt x="3919" y="17507"/>
                  <a:pt x="0" y="13588"/>
                  <a:pt x="0" y="8753"/>
                </a:cubicBezTo>
                <a:cubicBezTo>
                  <a:pt x="0" y="3919"/>
                  <a:pt x="3919" y="0"/>
                  <a:pt x="8753" y="0"/>
                </a:cubicBezTo>
                <a:cubicBezTo>
                  <a:pt x="13588" y="0"/>
                  <a:pt x="17507" y="3919"/>
                  <a:pt x="17507" y="8753"/>
                </a:cubicBezTo>
                <a:close/>
              </a:path>
            </a:pathLst>
          </a:custGeom>
          <a:solidFill>
            <a:schemeClr val="bg1"/>
          </a:solidFill>
          <a:ln w="2877" cap="flat">
            <a:noFill/>
            <a:prstDash val="solid"/>
            <a:miter/>
          </a:ln>
        </p:spPr>
        <p:txBody>
          <a:bodyPr rtlCol="0" anchor="ctr"/>
          <a:lstStyle/>
          <a:p>
            <a:endParaRPr lang="fr-FR"/>
          </a:p>
        </p:txBody>
      </p:sp>
      <p:sp>
        <p:nvSpPr>
          <p:cNvPr id="187" name="Forme libre : forme 186">
            <a:extLst>
              <a:ext uri="{FF2B5EF4-FFF2-40B4-BE49-F238E27FC236}">
                <a16:creationId xmlns:a16="http://schemas.microsoft.com/office/drawing/2014/main" id="{CD43A71B-196D-3B33-ED2B-0B55D3E82978}"/>
              </a:ext>
            </a:extLst>
          </p:cNvPr>
          <p:cNvSpPr/>
          <p:nvPr/>
        </p:nvSpPr>
        <p:spPr>
          <a:xfrm>
            <a:off x="2758776" y="2441264"/>
            <a:ext cx="16356" cy="16356"/>
          </a:xfrm>
          <a:custGeom>
            <a:avLst/>
            <a:gdLst>
              <a:gd name="connsiteX0" fmla="*/ 17507 w 17506"/>
              <a:gd name="connsiteY0" fmla="*/ 8753 h 17506"/>
              <a:gd name="connsiteX1" fmla="*/ 8753 w 17506"/>
              <a:gd name="connsiteY1" fmla="*/ 17507 h 17506"/>
              <a:gd name="connsiteX2" fmla="*/ 0 w 17506"/>
              <a:gd name="connsiteY2" fmla="*/ 8753 h 17506"/>
              <a:gd name="connsiteX3" fmla="*/ 8753 w 17506"/>
              <a:gd name="connsiteY3" fmla="*/ 0 h 17506"/>
              <a:gd name="connsiteX4" fmla="*/ 17507 w 17506"/>
              <a:gd name="connsiteY4" fmla="*/ 8753 h 17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06" h="17506">
                <a:moveTo>
                  <a:pt x="17507" y="8753"/>
                </a:moveTo>
                <a:cubicBezTo>
                  <a:pt x="17507" y="13588"/>
                  <a:pt x="13588" y="17507"/>
                  <a:pt x="8753" y="17507"/>
                </a:cubicBezTo>
                <a:cubicBezTo>
                  <a:pt x="3919" y="17507"/>
                  <a:pt x="0" y="13588"/>
                  <a:pt x="0" y="8753"/>
                </a:cubicBezTo>
                <a:cubicBezTo>
                  <a:pt x="0" y="3919"/>
                  <a:pt x="3919" y="0"/>
                  <a:pt x="8753" y="0"/>
                </a:cubicBezTo>
                <a:cubicBezTo>
                  <a:pt x="13588" y="0"/>
                  <a:pt x="17507" y="3919"/>
                  <a:pt x="17507" y="8753"/>
                </a:cubicBezTo>
                <a:close/>
              </a:path>
            </a:pathLst>
          </a:custGeom>
          <a:solidFill>
            <a:schemeClr val="bg1"/>
          </a:solidFill>
          <a:ln w="2877" cap="flat">
            <a:noFill/>
            <a:prstDash val="solid"/>
            <a:miter/>
          </a:ln>
        </p:spPr>
        <p:txBody>
          <a:bodyPr rtlCol="0" anchor="ctr"/>
          <a:lstStyle/>
          <a:p>
            <a:endParaRPr lang="fr-FR"/>
          </a:p>
        </p:txBody>
      </p:sp>
      <p:sp>
        <p:nvSpPr>
          <p:cNvPr id="188" name="Forme libre : forme 187">
            <a:extLst>
              <a:ext uri="{FF2B5EF4-FFF2-40B4-BE49-F238E27FC236}">
                <a16:creationId xmlns:a16="http://schemas.microsoft.com/office/drawing/2014/main" id="{4BD8328B-19FA-5254-5761-13C8148823E6}"/>
              </a:ext>
            </a:extLst>
          </p:cNvPr>
          <p:cNvSpPr/>
          <p:nvPr/>
        </p:nvSpPr>
        <p:spPr>
          <a:xfrm>
            <a:off x="2609930" y="2320769"/>
            <a:ext cx="158116" cy="59974"/>
          </a:xfrm>
          <a:custGeom>
            <a:avLst/>
            <a:gdLst>
              <a:gd name="connsiteX0" fmla="*/ 147350 w 169233"/>
              <a:gd name="connsiteY0" fmla="*/ 23051 h 64191"/>
              <a:gd name="connsiteX1" fmla="*/ 151726 w 169233"/>
              <a:gd name="connsiteY1" fmla="*/ 34138 h 64191"/>
              <a:gd name="connsiteX2" fmla="*/ 169233 w 169233"/>
              <a:gd name="connsiteY2" fmla="*/ 30637 h 64191"/>
              <a:gd name="connsiteX3" fmla="*/ 156978 w 169233"/>
              <a:gd name="connsiteY3" fmla="*/ 0 h 64191"/>
              <a:gd name="connsiteX4" fmla="*/ 0 w 169233"/>
              <a:gd name="connsiteY4" fmla="*/ 64192 h 64191"/>
              <a:gd name="connsiteX5" fmla="*/ 89869 w 169233"/>
              <a:gd name="connsiteY5" fmla="*/ 46393 h 6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233" h="64191">
                <a:moveTo>
                  <a:pt x="147350" y="23051"/>
                </a:moveTo>
                <a:lnTo>
                  <a:pt x="151726" y="34138"/>
                </a:lnTo>
                <a:lnTo>
                  <a:pt x="169233" y="30637"/>
                </a:lnTo>
                <a:lnTo>
                  <a:pt x="156978" y="0"/>
                </a:lnTo>
                <a:lnTo>
                  <a:pt x="0" y="64192"/>
                </a:lnTo>
                <a:lnTo>
                  <a:pt x="89869" y="46393"/>
                </a:lnTo>
                <a:close/>
              </a:path>
            </a:pathLst>
          </a:custGeom>
          <a:solidFill>
            <a:schemeClr val="bg1"/>
          </a:solidFill>
          <a:ln w="2877" cap="flat">
            <a:noFill/>
            <a:prstDash val="solid"/>
            <a:miter/>
          </a:ln>
        </p:spPr>
        <p:txBody>
          <a:bodyPr rtlCol="0" anchor="ctr"/>
          <a:lstStyle/>
          <a:p>
            <a:endParaRPr lang="fr-FR"/>
          </a:p>
        </p:txBody>
      </p:sp>
      <p:sp>
        <p:nvSpPr>
          <p:cNvPr id="189" name="Forme libre : forme 188">
            <a:extLst>
              <a:ext uri="{FF2B5EF4-FFF2-40B4-BE49-F238E27FC236}">
                <a16:creationId xmlns:a16="http://schemas.microsoft.com/office/drawing/2014/main" id="{0BD12BE3-6987-81F0-5D1A-4B63D7F23555}"/>
              </a:ext>
            </a:extLst>
          </p:cNvPr>
          <p:cNvSpPr/>
          <p:nvPr/>
        </p:nvSpPr>
        <p:spPr>
          <a:xfrm>
            <a:off x="2649731" y="2356208"/>
            <a:ext cx="145303" cy="27806"/>
          </a:xfrm>
          <a:custGeom>
            <a:avLst/>
            <a:gdLst>
              <a:gd name="connsiteX0" fmla="*/ 89577 w 155519"/>
              <a:gd name="connsiteY0" fmla="*/ 29762 h 29761"/>
              <a:gd name="connsiteX1" fmla="*/ 135678 w 155519"/>
              <a:gd name="connsiteY1" fmla="*/ 20716 h 29761"/>
              <a:gd name="connsiteX2" fmla="*/ 137721 w 155519"/>
              <a:gd name="connsiteY2" fmla="*/ 29762 h 29761"/>
              <a:gd name="connsiteX3" fmla="*/ 155519 w 155519"/>
              <a:gd name="connsiteY3" fmla="*/ 29762 h 29761"/>
              <a:gd name="connsiteX4" fmla="*/ 149684 w 155519"/>
              <a:gd name="connsiteY4" fmla="*/ 0 h 29761"/>
              <a:gd name="connsiteX5" fmla="*/ 0 w 155519"/>
              <a:gd name="connsiteY5" fmla="*/ 29762 h 29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519" h="29761">
                <a:moveTo>
                  <a:pt x="89577" y="29762"/>
                </a:moveTo>
                <a:lnTo>
                  <a:pt x="135678" y="20716"/>
                </a:lnTo>
                <a:lnTo>
                  <a:pt x="137721" y="29762"/>
                </a:lnTo>
                <a:lnTo>
                  <a:pt x="155519" y="29762"/>
                </a:lnTo>
                <a:lnTo>
                  <a:pt x="149684" y="0"/>
                </a:lnTo>
                <a:lnTo>
                  <a:pt x="0" y="29762"/>
                </a:lnTo>
                <a:close/>
              </a:path>
            </a:pathLst>
          </a:custGeom>
          <a:solidFill>
            <a:schemeClr val="bg1"/>
          </a:solidFill>
          <a:ln w="2877" cap="flat">
            <a:noFill/>
            <a:prstDash val="solid"/>
            <a:miter/>
          </a:ln>
        </p:spPr>
        <p:txBody>
          <a:bodyPr rtlCol="0" anchor="ctr"/>
          <a:lstStyle/>
          <a:p>
            <a:endParaRPr lang="fr-FR"/>
          </a:p>
        </p:txBody>
      </p:sp>
      <p:sp>
        <p:nvSpPr>
          <p:cNvPr id="209" name="Forme libre : forme 208">
            <a:extLst>
              <a:ext uri="{FF2B5EF4-FFF2-40B4-BE49-F238E27FC236}">
                <a16:creationId xmlns:a16="http://schemas.microsoft.com/office/drawing/2014/main" id="{77220623-E1E6-08A7-C148-0CC34A991578}"/>
              </a:ext>
            </a:extLst>
          </p:cNvPr>
          <p:cNvSpPr/>
          <p:nvPr/>
        </p:nvSpPr>
        <p:spPr>
          <a:xfrm rot="14849974">
            <a:off x="2583198" y="4922976"/>
            <a:ext cx="12949" cy="14244"/>
          </a:xfrm>
          <a:custGeom>
            <a:avLst/>
            <a:gdLst>
              <a:gd name="connsiteX0" fmla="*/ 0 w 13859"/>
              <a:gd name="connsiteY0" fmla="*/ 0 h 15245"/>
              <a:gd name="connsiteX1" fmla="*/ 13859 w 13859"/>
              <a:gd name="connsiteY1" fmla="*/ 0 h 15245"/>
              <a:gd name="connsiteX2" fmla="*/ 13859 w 13859"/>
              <a:gd name="connsiteY2" fmla="*/ 15245 h 15245"/>
              <a:gd name="connsiteX3" fmla="*/ 0 w 13859"/>
              <a:gd name="connsiteY3" fmla="*/ 15245 h 15245"/>
            </a:gdLst>
            <a:ahLst/>
            <a:cxnLst>
              <a:cxn ang="0">
                <a:pos x="connsiteX0" y="connsiteY0"/>
              </a:cxn>
              <a:cxn ang="0">
                <a:pos x="connsiteX1" y="connsiteY1"/>
              </a:cxn>
              <a:cxn ang="0">
                <a:pos x="connsiteX2" y="connsiteY2"/>
              </a:cxn>
              <a:cxn ang="0">
                <a:pos x="connsiteX3" y="connsiteY3"/>
              </a:cxn>
            </a:cxnLst>
            <a:rect l="l" t="t" r="r" b="b"/>
            <a:pathLst>
              <a:path w="13859" h="15245">
                <a:moveTo>
                  <a:pt x="0" y="0"/>
                </a:moveTo>
                <a:lnTo>
                  <a:pt x="13859" y="0"/>
                </a:lnTo>
                <a:lnTo>
                  <a:pt x="13859" y="15245"/>
                </a:lnTo>
                <a:lnTo>
                  <a:pt x="0" y="15245"/>
                </a:lnTo>
                <a:close/>
              </a:path>
            </a:pathLst>
          </a:custGeom>
          <a:solidFill>
            <a:schemeClr val="accent1"/>
          </a:solidFill>
          <a:ln w="3373" cap="flat">
            <a:noFill/>
            <a:prstDash val="solid"/>
            <a:miter/>
          </a:ln>
        </p:spPr>
        <p:txBody>
          <a:bodyPr rtlCol="0" anchor="ctr"/>
          <a:lstStyle/>
          <a:p>
            <a:endParaRPr lang="fr-FR"/>
          </a:p>
        </p:txBody>
      </p:sp>
      <p:sp>
        <p:nvSpPr>
          <p:cNvPr id="221" name="Forme libre : forme 220">
            <a:extLst>
              <a:ext uri="{FF2B5EF4-FFF2-40B4-BE49-F238E27FC236}">
                <a16:creationId xmlns:a16="http://schemas.microsoft.com/office/drawing/2014/main" id="{7D50EB0A-3442-9FE1-F761-377A4272A1C1}"/>
              </a:ext>
            </a:extLst>
          </p:cNvPr>
          <p:cNvSpPr/>
          <p:nvPr/>
        </p:nvSpPr>
        <p:spPr>
          <a:xfrm>
            <a:off x="2684491" y="5857979"/>
            <a:ext cx="10141" cy="30423"/>
          </a:xfrm>
          <a:custGeom>
            <a:avLst/>
            <a:gdLst>
              <a:gd name="connsiteX0" fmla="*/ 0 w 10854"/>
              <a:gd name="connsiteY0" fmla="*/ 0 h 32562"/>
              <a:gd name="connsiteX1" fmla="*/ 10854 w 10854"/>
              <a:gd name="connsiteY1" fmla="*/ 0 h 32562"/>
              <a:gd name="connsiteX2" fmla="*/ 10854 w 10854"/>
              <a:gd name="connsiteY2" fmla="*/ 32562 h 32562"/>
              <a:gd name="connsiteX3" fmla="*/ 0 w 10854"/>
              <a:gd name="connsiteY3" fmla="*/ 32562 h 32562"/>
            </a:gdLst>
            <a:ahLst/>
            <a:cxnLst>
              <a:cxn ang="0">
                <a:pos x="connsiteX0" y="connsiteY0"/>
              </a:cxn>
              <a:cxn ang="0">
                <a:pos x="connsiteX1" y="connsiteY1"/>
              </a:cxn>
              <a:cxn ang="0">
                <a:pos x="connsiteX2" y="connsiteY2"/>
              </a:cxn>
              <a:cxn ang="0">
                <a:pos x="connsiteX3" y="connsiteY3"/>
              </a:cxn>
            </a:cxnLst>
            <a:rect l="l" t="t" r="r" b="b"/>
            <a:pathLst>
              <a:path w="10854" h="32562">
                <a:moveTo>
                  <a:pt x="0" y="0"/>
                </a:moveTo>
                <a:lnTo>
                  <a:pt x="10854" y="0"/>
                </a:lnTo>
                <a:lnTo>
                  <a:pt x="10854" y="32562"/>
                </a:lnTo>
                <a:lnTo>
                  <a:pt x="0" y="32562"/>
                </a:lnTo>
                <a:close/>
              </a:path>
            </a:pathLst>
          </a:custGeom>
          <a:solidFill>
            <a:schemeClr val="accent1"/>
          </a:solidFill>
          <a:ln w="2679" cap="flat">
            <a:noFill/>
            <a:prstDash val="solid"/>
            <a:miter/>
          </a:ln>
        </p:spPr>
        <p:txBody>
          <a:bodyPr rtlCol="0" anchor="ctr"/>
          <a:lstStyle/>
          <a:p>
            <a:endParaRPr lang="fr-FR"/>
          </a:p>
        </p:txBody>
      </p:sp>
      <p:sp>
        <p:nvSpPr>
          <p:cNvPr id="222" name="Forme libre : forme 221">
            <a:extLst>
              <a:ext uri="{FF2B5EF4-FFF2-40B4-BE49-F238E27FC236}">
                <a16:creationId xmlns:a16="http://schemas.microsoft.com/office/drawing/2014/main" id="{02590C10-9443-B072-E3B6-B4EAB598B438}"/>
              </a:ext>
            </a:extLst>
          </p:cNvPr>
          <p:cNvSpPr/>
          <p:nvPr/>
        </p:nvSpPr>
        <p:spPr>
          <a:xfrm rot="8100000">
            <a:off x="2737351" y="5877122"/>
            <a:ext cx="28648" cy="10141"/>
          </a:xfrm>
          <a:custGeom>
            <a:avLst/>
            <a:gdLst>
              <a:gd name="connsiteX0" fmla="*/ 0 w 30662"/>
              <a:gd name="connsiteY0" fmla="*/ 0 h 10854"/>
              <a:gd name="connsiteX1" fmla="*/ 30663 w 30662"/>
              <a:gd name="connsiteY1" fmla="*/ 0 h 10854"/>
              <a:gd name="connsiteX2" fmla="*/ 30663 w 30662"/>
              <a:gd name="connsiteY2" fmla="*/ 10854 h 10854"/>
              <a:gd name="connsiteX3" fmla="*/ 0 w 30662"/>
              <a:gd name="connsiteY3" fmla="*/ 10854 h 10854"/>
            </a:gdLst>
            <a:ahLst/>
            <a:cxnLst>
              <a:cxn ang="0">
                <a:pos x="connsiteX0" y="connsiteY0"/>
              </a:cxn>
              <a:cxn ang="0">
                <a:pos x="connsiteX1" y="connsiteY1"/>
              </a:cxn>
              <a:cxn ang="0">
                <a:pos x="connsiteX2" y="connsiteY2"/>
              </a:cxn>
              <a:cxn ang="0">
                <a:pos x="connsiteX3" y="connsiteY3"/>
              </a:cxn>
            </a:cxnLst>
            <a:rect l="l" t="t" r="r" b="b"/>
            <a:pathLst>
              <a:path w="30662" h="10854">
                <a:moveTo>
                  <a:pt x="0" y="0"/>
                </a:moveTo>
                <a:lnTo>
                  <a:pt x="30663" y="0"/>
                </a:lnTo>
                <a:lnTo>
                  <a:pt x="30663" y="10854"/>
                </a:lnTo>
                <a:lnTo>
                  <a:pt x="0" y="10854"/>
                </a:lnTo>
                <a:close/>
              </a:path>
            </a:pathLst>
          </a:custGeom>
          <a:solidFill>
            <a:schemeClr val="accent1"/>
          </a:solidFill>
          <a:ln w="2679" cap="flat">
            <a:noFill/>
            <a:prstDash val="solid"/>
            <a:miter/>
          </a:ln>
        </p:spPr>
        <p:txBody>
          <a:bodyPr rtlCol="0" anchor="ctr"/>
          <a:lstStyle/>
          <a:p>
            <a:endParaRPr lang="fr-FR"/>
          </a:p>
        </p:txBody>
      </p:sp>
      <p:sp>
        <p:nvSpPr>
          <p:cNvPr id="223" name="Forme libre : forme 222">
            <a:extLst>
              <a:ext uri="{FF2B5EF4-FFF2-40B4-BE49-F238E27FC236}">
                <a16:creationId xmlns:a16="http://schemas.microsoft.com/office/drawing/2014/main" id="{35CF465B-7FC4-3859-9D86-6BCB75E18EEE}"/>
              </a:ext>
            </a:extLst>
          </p:cNvPr>
          <p:cNvSpPr/>
          <p:nvPr/>
        </p:nvSpPr>
        <p:spPr>
          <a:xfrm rot="8100000">
            <a:off x="2622249" y="5867741"/>
            <a:ext cx="10141" cy="28648"/>
          </a:xfrm>
          <a:custGeom>
            <a:avLst/>
            <a:gdLst>
              <a:gd name="connsiteX0" fmla="*/ 0 w 10854"/>
              <a:gd name="connsiteY0" fmla="*/ 0 h 30662"/>
              <a:gd name="connsiteX1" fmla="*/ 10854 w 10854"/>
              <a:gd name="connsiteY1" fmla="*/ 0 h 30662"/>
              <a:gd name="connsiteX2" fmla="*/ 10854 w 10854"/>
              <a:gd name="connsiteY2" fmla="*/ 30663 h 30662"/>
              <a:gd name="connsiteX3" fmla="*/ 0 w 10854"/>
              <a:gd name="connsiteY3" fmla="*/ 30663 h 30662"/>
            </a:gdLst>
            <a:ahLst/>
            <a:cxnLst>
              <a:cxn ang="0">
                <a:pos x="connsiteX0" y="connsiteY0"/>
              </a:cxn>
              <a:cxn ang="0">
                <a:pos x="connsiteX1" y="connsiteY1"/>
              </a:cxn>
              <a:cxn ang="0">
                <a:pos x="connsiteX2" y="connsiteY2"/>
              </a:cxn>
              <a:cxn ang="0">
                <a:pos x="connsiteX3" y="connsiteY3"/>
              </a:cxn>
            </a:cxnLst>
            <a:rect l="l" t="t" r="r" b="b"/>
            <a:pathLst>
              <a:path w="10854" h="30662">
                <a:moveTo>
                  <a:pt x="0" y="0"/>
                </a:moveTo>
                <a:lnTo>
                  <a:pt x="10854" y="0"/>
                </a:lnTo>
                <a:lnTo>
                  <a:pt x="10854" y="30663"/>
                </a:lnTo>
                <a:lnTo>
                  <a:pt x="0" y="30663"/>
                </a:lnTo>
                <a:close/>
              </a:path>
            </a:pathLst>
          </a:custGeom>
          <a:solidFill>
            <a:schemeClr val="accent1"/>
          </a:solidFill>
          <a:ln w="2679" cap="flat">
            <a:noFill/>
            <a:prstDash val="solid"/>
            <a:miter/>
          </a:ln>
        </p:spPr>
        <p:txBody>
          <a:bodyPr rtlCol="0" anchor="ctr"/>
          <a:lstStyle/>
          <a:p>
            <a:endParaRPr lang="fr-FR"/>
          </a:p>
        </p:txBody>
      </p:sp>
      <p:sp>
        <p:nvSpPr>
          <p:cNvPr id="224" name="Forme libre : forme 223">
            <a:extLst>
              <a:ext uri="{FF2B5EF4-FFF2-40B4-BE49-F238E27FC236}">
                <a16:creationId xmlns:a16="http://schemas.microsoft.com/office/drawing/2014/main" id="{F36596D4-565F-83A8-5B8A-C940B8276BEA}"/>
              </a:ext>
            </a:extLst>
          </p:cNvPr>
          <p:cNvSpPr/>
          <p:nvPr/>
        </p:nvSpPr>
        <p:spPr>
          <a:xfrm>
            <a:off x="2750408" y="5928967"/>
            <a:ext cx="25352" cy="10141"/>
          </a:xfrm>
          <a:custGeom>
            <a:avLst/>
            <a:gdLst>
              <a:gd name="connsiteX0" fmla="*/ 0 w 27135"/>
              <a:gd name="connsiteY0" fmla="*/ 0 h 10854"/>
              <a:gd name="connsiteX1" fmla="*/ 27135 w 27135"/>
              <a:gd name="connsiteY1" fmla="*/ 0 h 10854"/>
              <a:gd name="connsiteX2" fmla="*/ 27135 w 27135"/>
              <a:gd name="connsiteY2" fmla="*/ 10854 h 10854"/>
              <a:gd name="connsiteX3" fmla="*/ 0 w 27135"/>
              <a:gd name="connsiteY3" fmla="*/ 10854 h 10854"/>
            </a:gdLst>
            <a:ahLst/>
            <a:cxnLst>
              <a:cxn ang="0">
                <a:pos x="connsiteX0" y="connsiteY0"/>
              </a:cxn>
              <a:cxn ang="0">
                <a:pos x="connsiteX1" y="connsiteY1"/>
              </a:cxn>
              <a:cxn ang="0">
                <a:pos x="connsiteX2" y="connsiteY2"/>
              </a:cxn>
              <a:cxn ang="0">
                <a:pos x="connsiteX3" y="connsiteY3"/>
              </a:cxn>
            </a:cxnLst>
            <a:rect l="l" t="t" r="r" b="b"/>
            <a:pathLst>
              <a:path w="27135" h="10854">
                <a:moveTo>
                  <a:pt x="0" y="0"/>
                </a:moveTo>
                <a:lnTo>
                  <a:pt x="27135" y="0"/>
                </a:lnTo>
                <a:lnTo>
                  <a:pt x="27135" y="10854"/>
                </a:lnTo>
                <a:lnTo>
                  <a:pt x="0" y="10854"/>
                </a:lnTo>
                <a:close/>
              </a:path>
            </a:pathLst>
          </a:custGeom>
          <a:solidFill>
            <a:schemeClr val="accent1"/>
          </a:solidFill>
          <a:ln w="2679" cap="flat">
            <a:noFill/>
            <a:prstDash val="solid"/>
            <a:miter/>
          </a:ln>
        </p:spPr>
        <p:txBody>
          <a:bodyPr rtlCol="0" anchor="ctr"/>
          <a:lstStyle/>
          <a:p>
            <a:endParaRPr lang="fr-FR"/>
          </a:p>
        </p:txBody>
      </p:sp>
      <p:sp>
        <p:nvSpPr>
          <p:cNvPr id="225" name="Forme libre : forme 224">
            <a:extLst>
              <a:ext uri="{FF2B5EF4-FFF2-40B4-BE49-F238E27FC236}">
                <a16:creationId xmlns:a16="http://schemas.microsoft.com/office/drawing/2014/main" id="{04BD5BF2-3830-00D9-D154-AB904757BE49}"/>
              </a:ext>
            </a:extLst>
          </p:cNvPr>
          <p:cNvSpPr/>
          <p:nvPr/>
        </p:nvSpPr>
        <p:spPr>
          <a:xfrm>
            <a:off x="2603362" y="5928967"/>
            <a:ext cx="25352" cy="10141"/>
          </a:xfrm>
          <a:custGeom>
            <a:avLst/>
            <a:gdLst>
              <a:gd name="connsiteX0" fmla="*/ 0 w 27135"/>
              <a:gd name="connsiteY0" fmla="*/ 0 h 10854"/>
              <a:gd name="connsiteX1" fmla="*/ 27135 w 27135"/>
              <a:gd name="connsiteY1" fmla="*/ 0 h 10854"/>
              <a:gd name="connsiteX2" fmla="*/ 27135 w 27135"/>
              <a:gd name="connsiteY2" fmla="*/ 10854 h 10854"/>
              <a:gd name="connsiteX3" fmla="*/ 0 w 27135"/>
              <a:gd name="connsiteY3" fmla="*/ 10854 h 10854"/>
            </a:gdLst>
            <a:ahLst/>
            <a:cxnLst>
              <a:cxn ang="0">
                <a:pos x="connsiteX0" y="connsiteY0"/>
              </a:cxn>
              <a:cxn ang="0">
                <a:pos x="connsiteX1" y="connsiteY1"/>
              </a:cxn>
              <a:cxn ang="0">
                <a:pos x="connsiteX2" y="connsiteY2"/>
              </a:cxn>
              <a:cxn ang="0">
                <a:pos x="connsiteX3" y="connsiteY3"/>
              </a:cxn>
            </a:cxnLst>
            <a:rect l="l" t="t" r="r" b="b"/>
            <a:pathLst>
              <a:path w="27135" h="10854">
                <a:moveTo>
                  <a:pt x="0" y="0"/>
                </a:moveTo>
                <a:lnTo>
                  <a:pt x="27135" y="0"/>
                </a:lnTo>
                <a:lnTo>
                  <a:pt x="27135" y="10854"/>
                </a:lnTo>
                <a:lnTo>
                  <a:pt x="0" y="10854"/>
                </a:lnTo>
                <a:close/>
              </a:path>
            </a:pathLst>
          </a:custGeom>
          <a:solidFill>
            <a:schemeClr val="accent1"/>
          </a:solidFill>
          <a:ln w="2679" cap="flat">
            <a:noFill/>
            <a:prstDash val="solid"/>
            <a:miter/>
          </a:ln>
        </p:spPr>
        <p:txBody>
          <a:bodyPr rtlCol="0" anchor="ctr"/>
          <a:lstStyle/>
          <a:p>
            <a:endParaRPr lang="fr-FR"/>
          </a:p>
        </p:txBody>
      </p:sp>
      <p:sp>
        <p:nvSpPr>
          <p:cNvPr id="227" name="Forme libre : forme 226">
            <a:extLst>
              <a:ext uri="{FF2B5EF4-FFF2-40B4-BE49-F238E27FC236}">
                <a16:creationId xmlns:a16="http://schemas.microsoft.com/office/drawing/2014/main" id="{19D5E19E-A9CB-CD6E-C899-48C778E143F1}"/>
              </a:ext>
            </a:extLst>
          </p:cNvPr>
          <p:cNvSpPr/>
          <p:nvPr/>
        </p:nvSpPr>
        <p:spPr>
          <a:xfrm>
            <a:off x="2701731" y="5923896"/>
            <a:ext cx="16733" cy="65916"/>
          </a:xfrm>
          <a:custGeom>
            <a:avLst/>
            <a:gdLst>
              <a:gd name="connsiteX0" fmla="*/ 0 w 17909"/>
              <a:gd name="connsiteY0" fmla="*/ 0 h 70551"/>
              <a:gd name="connsiteX1" fmla="*/ 6784 w 17909"/>
              <a:gd name="connsiteY1" fmla="*/ 70552 h 70551"/>
              <a:gd name="connsiteX2" fmla="*/ 17909 w 17909"/>
              <a:gd name="connsiteY2" fmla="*/ 70552 h 70551"/>
              <a:gd name="connsiteX3" fmla="*/ 10854 w 17909"/>
              <a:gd name="connsiteY3" fmla="*/ 0 h 70551"/>
            </a:gdLst>
            <a:ahLst/>
            <a:cxnLst>
              <a:cxn ang="0">
                <a:pos x="connsiteX0" y="connsiteY0"/>
              </a:cxn>
              <a:cxn ang="0">
                <a:pos x="connsiteX1" y="connsiteY1"/>
              </a:cxn>
              <a:cxn ang="0">
                <a:pos x="connsiteX2" y="connsiteY2"/>
              </a:cxn>
              <a:cxn ang="0">
                <a:pos x="connsiteX3" y="connsiteY3"/>
              </a:cxn>
            </a:cxnLst>
            <a:rect l="l" t="t" r="r" b="b"/>
            <a:pathLst>
              <a:path w="17909" h="70551">
                <a:moveTo>
                  <a:pt x="0" y="0"/>
                </a:moveTo>
                <a:lnTo>
                  <a:pt x="6784" y="70552"/>
                </a:lnTo>
                <a:lnTo>
                  <a:pt x="17909" y="70552"/>
                </a:lnTo>
                <a:lnTo>
                  <a:pt x="10854" y="0"/>
                </a:lnTo>
                <a:close/>
              </a:path>
            </a:pathLst>
          </a:custGeom>
          <a:solidFill>
            <a:schemeClr val="bg1"/>
          </a:solidFill>
          <a:ln w="2679" cap="flat">
            <a:noFill/>
            <a:prstDash val="solid"/>
            <a:miter/>
          </a:ln>
        </p:spPr>
        <p:txBody>
          <a:bodyPr rtlCol="0" anchor="ctr"/>
          <a:lstStyle/>
          <a:p>
            <a:endParaRPr lang="fr-FR"/>
          </a:p>
        </p:txBody>
      </p:sp>
      <p:grpSp>
        <p:nvGrpSpPr>
          <p:cNvPr id="7" name="Groupe 6">
            <a:extLst>
              <a:ext uri="{FF2B5EF4-FFF2-40B4-BE49-F238E27FC236}">
                <a16:creationId xmlns:a16="http://schemas.microsoft.com/office/drawing/2014/main" id="{3EAB5806-2952-EDE1-C9CF-EC8C3C6E3F56}"/>
              </a:ext>
            </a:extLst>
          </p:cNvPr>
          <p:cNvGrpSpPr/>
          <p:nvPr/>
        </p:nvGrpSpPr>
        <p:grpSpPr>
          <a:xfrm>
            <a:off x="2622471" y="1268746"/>
            <a:ext cx="2791608" cy="4801533"/>
            <a:chOff x="2622471" y="1268746"/>
            <a:chExt cx="2791608" cy="4801533"/>
          </a:xfrm>
        </p:grpSpPr>
        <p:sp>
          <p:nvSpPr>
            <p:cNvPr id="37" name="ZoneTexte 36">
              <a:extLst>
                <a:ext uri="{FF2B5EF4-FFF2-40B4-BE49-F238E27FC236}">
                  <a16:creationId xmlns:a16="http://schemas.microsoft.com/office/drawing/2014/main" id="{C1B2AB6E-EA21-B8C4-43A7-760E9BD79D96}"/>
                </a:ext>
              </a:extLst>
            </p:cNvPr>
            <p:cNvSpPr txBox="1"/>
            <p:nvPr/>
          </p:nvSpPr>
          <p:spPr>
            <a:xfrm>
              <a:off x="3303195" y="1268746"/>
              <a:ext cx="1348351" cy="287559"/>
            </a:xfrm>
            <a:prstGeom prst="rect">
              <a:avLst/>
            </a:prstGeom>
            <a:noFill/>
          </p:spPr>
          <p:txBody>
            <a:bodyPr wrap="square">
              <a:spAutoFit/>
            </a:bodyPr>
            <a:lstStyle/>
            <a:p>
              <a:pPr algn="ctr">
                <a:spcBef>
                  <a:spcPts val="600"/>
                </a:spcBef>
              </a:pPr>
              <a:r>
                <a:rPr lang="fr-FR" sz="1200" b="1">
                  <a:solidFill>
                    <a:schemeClr val="bg1"/>
                  </a:solidFill>
                </a:rPr>
                <a:t>Energie</a:t>
              </a:r>
            </a:p>
          </p:txBody>
        </p:sp>
        <p:sp>
          <p:nvSpPr>
            <p:cNvPr id="11" name="ZoneTexte 10">
              <a:extLst>
                <a:ext uri="{FF2B5EF4-FFF2-40B4-BE49-F238E27FC236}">
                  <a16:creationId xmlns:a16="http://schemas.microsoft.com/office/drawing/2014/main" id="{4D3F8E64-1ED5-6EA0-C4B1-495CC01B3025}"/>
                </a:ext>
              </a:extLst>
            </p:cNvPr>
            <p:cNvSpPr txBox="1"/>
            <p:nvPr/>
          </p:nvSpPr>
          <p:spPr>
            <a:xfrm>
              <a:off x="2936027" y="1800489"/>
              <a:ext cx="2191818" cy="257369"/>
            </a:xfrm>
            <a:prstGeom prst="rect">
              <a:avLst/>
            </a:prstGeom>
            <a:noFill/>
          </p:spPr>
          <p:txBody>
            <a:bodyPr wrap="none" lIns="0" tIns="36000" rIns="0" bIns="36000" rtlCol="0">
              <a:spAutoFit/>
            </a:bodyPr>
            <a:lstStyle/>
            <a:p>
              <a:pPr algn="l">
                <a:spcBef>
                  <a:spcPts val="600"/>
                </a:spcBef>
              </a:pPr>
              <a:r>
                <a:rPr lang="fr-FR" sz="1200" b="1">
                  <a:solidFill>
                    <a:schemeClr val="bg1"/>
                  </a:solidFill>
                </a:rPr>
                <a:t>Eau potable et eaux résiduaires</a:t>
              </a:r>
            </a:p>
          </p:txBody>
        </p:sp>
        <p:sp>
          <p:nvSpPr>
            <p:cNvPr id="14" name="ZoneTexte 13">
              <a:extLst>
                <a:ext uri="{FF2B5EF4-FFF2-40B4-BE49-F238E27FC236}">
                  <a16:creationId xmlns:a16="http://schemas.microsoft.com/office/drawing/2014/main" id="{2E3A556B-F873-E79D-7D17-6C510BE3707C}"/>
                </a:ext>
              </a:extLst>
            </p:cNvPr>
            <p:cNvSpPr txBox="1"/>
            <p:nvPr/>
          </p:nvSpPr>
          <p:spPr>
            <a:xfrm>
              <a:off x="3411799" y="2302042"/>
              <a:ext cx="1192058" cy="257369"/>
            </a:xfrm>
            <a:prstGeom prst="rect">
              <a:avLst/>
            </a:prstGeom>
            <a:noFill/>
          </p:spPr>
          <p:txBody>
            <a:bodyPr wrap="none" lIns="0" tIns="36000" rIns="0" bIns="36000" rtlCol="0">
              <a:spAutoFit/>
            </a:bodyPr>
            <a:lstStyle/>
            <a:p>
              <a:pPr>
                <a:spcBef>
                  <a:spcPts val="600"/>
                </a:spcBef>
              </a:pPr>
              <a:r>
                <a:rPr lang="fr-FR" sz="1200" b="1">
                  <a:solidFill>
                    <a:schemeClr val="bg1"/>
                  </a:solidFill>
                </a:rPr>
                <a:t>Secteur bancaire</a:t>
              </a:r>
            </a:p>
          </p:txBody>
        </p:sp>
        <p:sp>
          <p:nvSpPr>
            <p:cNvPr id="15" name="ZoneTexte 14">
              <a:extLst>
                <a:ext uri="{FF2B5EF4-FFF2-40B4-BE49-F238E27FC236}">
                  <a16:creationId xmlns:a16="http://schemas.microsoft.com/office/drawing/2014/main" id="{A40894D2-06AC-B0A4-0E5A-86C330FA6131}"/>
                </a:ext>
              </a:extLst>
            </p:cNvPr>
            <p:cNvSpPr txBox="1"/>
            <p:nvPr/>
          </p:nvSpPr>
          <p:spPr>
            <a:xfrm>
              <a:off x="3625928" y="2803595"/>
              <a:ext cx="746486" cy="257369"/>
            </a:xfrm>
            <a:prstGeom prst="rect">
              <a:avLst/>
            </a:prstGeom>
            <a:noFill/>
          </p:spPr>
          <p:txBody>
            <a:bodyPr wrap="none" lIns="0" tIns="36000" rIns="0" bIns="36000" rtlCol="0">
              <a:spAutoFit/>
            </a:bodyPr>
            <a:lstStyle/>
            <a:p>
              <a:pPr algn="l">
                <a:spcBef>
                  <a:spcPts val="600"/>
                </a:spcBef>
              </a:pPr>
              <a:r>
                <a:rPr lang="fr-FR" sz="1200" b="1">
                  <a:solidFill>
                    <a:schemeClr val="bg1"/>
                  </a:solidFill>
                </a:rPr>
                <a:t>Transports</a:t>
              </a:r>
            </a:p>
          </p:txBody>
        </p:sp>
        <p:sp>
          <p:nvSpPr>
            <p:cNvPr id="16" name="ZoneTexte 15">
              <a:extLst>
                <a:ext uri="{FF2B5EF4-FFF2-40B4-BE49-F238E27FC236}">
                  <a16:creationId xmlns:a16="http://schemas.microsoft.com/office/drawing/2014/main" id="{7CF6DA18-A3FE-0B12-D6ED-B164558FF74E}"/>
                </a:ext>
              </a:extLst>
            </p:cNvPr>
            <p:cNvSpPr txBox="1"/>
            <p:nvPr/>
          </p:nvSpPr>
          <p:spPr>
            <a:xfrm>
              <a:off x="3785395" y="3305148"/>
              <a:ext cx="404791" cy="257369"/>
            </a:xfrm>
            <a:prstGeom prst="rect">
              <a:avLst/>
            </a:prstGeom>
            <a:noFill/>
          </p:spPr>
          <p:txBody>
            <a:bodyPr wrap="none" lIns="0" tIns="36000" rIns="0" bIns="36000" rtlCol="0">
              <a:spAutoFit/>
            </a:bodyPr>
            <a:lstStyle/>
            <a:p>
              <a:pPr algn="l">
                <a:spcBef>
                  <a:spcPts val="600"/>
                </a:spcBef>
              </a:pPr>
              <a:r>
                <a:rPr lang="fr-FR" sz="1200" b="1">
                  <a:solidFill>
                    <a:schemeClr val="bg1"/>
                  </a:solidFill>
                </a:rPr>
                <a:t>Santé</a:t>
              </a:r>
            </a:p>
          </p:txBody>
        </p:sp>
        <p:sp>
          <p:nvSpPr>
            <p:cNvPr id="17" name="ZoneTexte 16">
              <a:extLst>
                <a:ext uri="{FF2B5EF4-FFF2-40B4-BE49-F238E27FC236}">
                  <a16:creationId xmlns:a16="http://schemas.microsoft.com/office/drawing/2014/main" id="{0C2430A2-D1EF-C17C-3D11-C871EF596311}"/>
                </a:ext>
              </a:extLst>
            </p:cNvPr>
            <p:cNvSpPr txBox="1"/>
            <p:nvPr/>
          </p:nvSpPr>
          <p:spPr>
            <a:xfrm>
              <a:off x="3145155" y="3806701"/>
              <a:ext cx="1760610" cy="257369"/>
            </a:xfrm>
            <a:prstGeom prst="rect">
              <a:avLst/>
            </a:prstGeom>
            <a:noFill/>
          </p:spPr>
          <p:txBody>
            <a:bodyPr wrap="none" lIns="0" tIns="36000" rIns="0" bIns="36000" rtlCol="0">
              <a:spAutoFit/>
            </a:bodyPr>
            <a:lstStyle/>
            <a:p>
              <a:pPr algn="l">
                <a:spcBef>
                  <a:spcPts val="600"/>
                </a:spcBef>
              </a:pPr>
              <a:r>
                <a:rPr lang="fr-FR" sz="1200" b="1">
                  <a:solidFill>
                    <a:schemeClr val="bg1"/>
                  </a:solidFill>
                </a:rPr>
                <a:t>Secteur de l’alimentation</a:t>
              </a:r>
            </a:p>
          </p:txBody>
        </p:sp>
        <p:sp>
          <p:nvSpPr>
            <p:cNvPr id="18" name="ZoneTexte 17">
              <a:extLst>
                <a:ext uri="{FF2B5EF4-FFF2-40B4-BE49-F238E27FC236}">
                  <a16:creationId xmlns:a16="http://schemas.microsoft.com/office/drawing/2014/main" id="{A3E4DE72-E708-DDEA-C49E-A6D275A1932F}"/>
                </a:ext>
              </a:extLst>
            </p:cNvPr>
            <p:cNvSpPr txBox="1"/>
            <p:nvPr/>
          </p:nvSpPr>
          <p:spPr>
            <a:xfrm>
              <a:off x="2622471" y="4308254"/>
              <a:ext cx="2791608" cy="257369"/>
            </a:xfrm>
            <a:prstGeom prst="rect">
              <a:avLst/>
            </a:prstGeom>
            <a:noFill/>
          </p:spPr>
          <p:txBody>
            <a:bodyPr wrap="square" lIns="0" tIns="36000" rIns="0" bIns="36000" rtlCol="0">
              <a:spAutoFit/>
            </a:bodyPr>
            <a:lstStyle/>
            <a:p>
              <a:pPr algn="l">
                <a:spcBef>
                  <a:spcPts val="600"/>
                </a:spcBef>
              </a:pPr>
              <a:r>
                <a:rPr lang="fr-FR" sz="1200" b="1">
                  <a:solidFill>
                    <a:schemeClr val="bg1"/>
                  </a:solidFill>
                </a:rPr>
                <a:t>Infrastructures des marchés financiers</a:t>
              </a:r>
            </a:p>
          </p:txBody>
        </p:sp>
        <p:sp>
          <p:nvSpPr>
            <p:cNvPr id="19" name="ZoneTexte 18">
              <a:extLst>
                <a:ext uri="{FF2B5EF4-FFF2-40B4-BE49-F238E27FC236}">
                  <a16:creationId xmlns:a16="http://schemas.microsoft.com/office/drawing/2014/main" id="{0FAFC8A2-82F3-A22A-9687-CD00B1757C10}"/>
                </a:ext>
              </a:extLst>
            </p:cNvPr>
            <p:cNvSpPr txBox="1"/>
            <p:nvPr/>
          </p:nvSpPr>
          <p:spPr>
            <a:xfrm>
              <a:off x="3746410" y="4809807"/>
              <a:ext cx="491160" cy="257369"/>
            </a:xfrm>
            <a:prstGeom prst="rect">
              <a:avLst/>
            </a:prstGeom>
            <a:noFill/>
          </p:spPr>
          <p:txBody>
            <a:bodyPr wrap="none" lIns="0" tIns="36000" rIns="0" bIns="36000" rtlCol="0">
              <a:spAutoFit/>
            </a:bodyPr>
            <a:lstStyle/>
            <a:p>
              <a:pPr algn="l">
                <a:spcBef>
                  <a:spcPts val="600"/>
                </a:spcBef>
              </a:pPr>
              <a:r>
                <a:rPr lang="fr-FR" sz="1200" b="1">
                  <a:solidFill>
                    <a:schemeClr val="bg1"/>
                  </a:solidFill>
                </a:rPr>
                <a:t>Spatial</a:t>
              </a:r>
            </a:p>
          </p:txBody>
        </p:sp>
        <p:sp>
          <p:nvSpPr>
            <p:cNvPr id="20" name="ZoneTexte 19">
              <a:extLst>
                <a:ext uri="{FF2B5EF4-FFF2-40B4-BE49-F238E27FC236}">
                  <a16:creationId xmlns:a16="http://schemas.microsoft.com/office/drawing/2014/main" id="{1114DD92-FAAF-602E-62ED-C350E9D7A9B9}"/>
                </a:ext>
              </a:extLst>
            </p:cNvPr>
            <p:cNvSpPr txBox="1"/>
            <p:nvPr/>
          </p:nvSpPr>
          <p:spPr>
            <a:xfrm>
              <a:off x="3067442" y="5311360"/>
              <a:ext cx="1925655" cy="257369"/>
            </a:xfrm>
            <a:prstGeom prst="rect">
              <a:avLst/>
            </a:prstGeom>
            <a:noFill/>
          </p:spPr>
          <p:txBody>
            <a:bodyPr wrap="none" lIns="0" tIns="36000" rIns="0" bIns="36000" rtlCol="0">
              <a:spAutoFit/>
            </a:bodyPr>
            <a:lstStyle/>
            <a:p>
              <a:pPr algn="l">
                <a:spcBef>
                  <a:spcPts val="600"/>
                </a:spcBef>
              </a:pPr>
              <a:r>
                <a:rPr lang="fr-FR" sz="1200" b="1">
                  <a:solidFill>
                    <a:schemeClr val="bg1"/>
                  </a:solidFill>
                </a:rPr>
                <a:t>Infrastructures numériques</a:t>
              </a:r>
            </a:p>
          </p:txBody>
        </p:sp>
        <p:sp>
          <p:nvSpPr>
            <p:cNvPr id="21" name="ZoneTexte 20">
              <a:extLst>
                <a:ext uri="{FF2B5EF4-FFF2-40B4-BE49-F238E27FC236}">
                  <a16:creationId xmlns:a16="http://schemas.microsoft.com/office/drawing/2014/main" id="{F4CAEA9E-E0FC-2368-6675-B9B645E65963}"/>
                </a:ext>
              </a:extLst>
            </p:cNvPr>
            <p:cNvSpPr txBox="1"/>
            <p:nvPr/>
          </p:nvSpPr>
          <p:spPr>
            <a:xfrm>
              <a:off x="3177664" y="5812910"/>
              <a:ext cx="1690784" cy="257369"/>
            </a:xfrm>
            <a:prstGeom prst="rect">
              <a:avLst/>
            </a:prstGeom>
            <a:noFill/>
          </p:spPr>
          <p:txBody>
            <a:bodyPr wrap="none" lIns="0" tIns="36000" rIns="0" bIns="36000" rtlCol="0">
              <a:spAutoFit/>
            </a:bodyPr>
            <a:lstStyle/>
            <a:p>
              <a:pPr algn="l">
                <a:spcBef>
                  <a:spcPts val="600"/>
                </a:spcBef>
              </a:pPr>
              <a:r>
                <a:rPr lang="fr-FR" sz="1200" b="1">
                  <a:solidFill>
                    <a:schemeClr val="bg1"/>
                  </a:solidFill>
                </a:rPr>
                <a:t>Administration publique</a:t>
              </a:r>
            </a:p>
          </p:txBody>
        </p:sp>
      </p:grpSp>
      <p:sp>
        <p:nvSpPr>
          <p:cNvPr id="6" name="ZoneTexte 5">
            <a:extLst>
              <a:ext uri="{FF2B5EF4-FFF2-40B4-BE49-F238E27FC236}">
                <a16:creationId xmlns:a16="http://schemas.microsoft.com/office/drawing/2014/main" id="{5BB2C5BA-9B01-AAF8-A516-982996575632}"/>
              </a:ext>
            </a:extLst>
          </p:cNvPr>
          <p:cNvSpPr txBox="1"/>
          <p:nvPr/>
        </p:nvSpPr>
        <p:spPr>
          <a:xfrm>
            <a:off x="339339" y="1440499"/>
            <a:ext cx="1903070" cy="4493538"/>
          </a:xfrm>
          <a:prstGeom prst="rect">
            <a:avLst/>
          </a:prstGeom>
          <a:noFill/>
          <a:ln>
            <a:solidFill>
              <a:schemeClr val="bg1">
                <a:lumMod val="85000"/>
              </a:schemeClr>
            </a:solidFill>
          </a:ln>
        </p:spPr>
        <p:txBody>
          <a:bodyPr wrap="square">
            <a:spAutoFit/>
          </a:bodyPr>
          <a:lstStyle/>
          <a:p>
            <a:pPr algn="l">
              <a:spcBef>
                <a:spcPts val="600"/>
              </a:spcBef>
            </a:pPr>
            <a:r>
              <a:rPr lang="fr-FR" sz="1200"/>
              <a:t>La notion d’infrastructures critiques est centrale dans la REC et couvre :</a:t>
            </a:r>
          </a:p>
          <a:p>
            <a:pPr algn="l">
              <a:spcBef>
                <a:spcPts val="600"/>
              </a:spcBef>
            </a:pPr>
            <a:r>
              <a:rPr lang="fr-FR" sz="1200" i="1"/>
              <a:t>« Un bien, </a:t>
            </a:r>
            <a:r>
              <a:rPr lang="fr-FR" sz="1200" b="1" i="1">
                <a:solidFill>
                  <a:schemeClr val="bg2"/>
                </a:solidFill>
              </a:rPr>
              <a:t>une installation</a:t>
            </a:r>
            <a:r>
              <a:rPr lang="fr-FR" sz="1200" i="1"/>
              <a:t>, un équipement, un réseau ou un système, ou une partie d’un bien, une installation, d’un équipement, d’un réseau ou d’un système, qui est nécessaire à la fourniture d’un service essentiel ». (Art. 2)</a:t>
            </a:r>
          </a:p>
          <a:p>
            <a:pPr algn="l">
              <a:spcBef>
                <a:spcPts val="600"/>
              </a:spcBef>
            </a:pPr>
            <a:r>
              <a:rPr lang="fr-FR" sz="1200"/>
              <a:t>La sécurité des sites physiques doit donc être prise en considération en vue de la conformité à la REC. En </a:t>
            </a:r>
            <a:r>
              <a:rPr lang="fr-FR" sz="1200" b="1">
                <a:solidFill>
                  <a:schemeClr val="bg2"/>
                </a:solidFill>
              </a:rPr>
              <a:t>France</a:t>
            </a:r>
            <a:r>
              <a:rPr lang="fr-FR" sz="1200"/>
              <a:t>, </a:t>
            </a:r>
            <a:r>
              <a:rPr lang="fr-FR" sz="1200" b="1">
                <a:solidFill>
                  <a:schemeClr val="bg2"/>
                </a:solidFill>
              </a:rPr>
              <a:t>ces sites physiques critiques</a:t>
            </a:r>
            <a:r>
              <a:rPr lang="fr-FR" sz="1200">
                <a:solidFill>
                  <a:schemeClr val="bg2"/>
                </a:solidFill>
              </a:rPr>
              <a:t> </a:t>
            </a:r>
            <a:r>
              <a:rPr lang="fr-FR" sz="1200"/>
              <a:t>sont déjà connu sous le terme de </a:t>
            </a:r>
            <a:r>
              <a:rPr lang="fr-FR" sz="1200" b="1">
                <a:solidFill>
                  <a:schemeClr val="bg2"/>
                </a:solidFill>
              </a:rPr>
              <a:t>PIV</a:t>
            </a:r>
            <a:r>
              <a:rPr lang="fr-FR" sz="1200"/>
              <a:t>.</a:t>
            </a:r>
          </a:p>
        </p:txBody>
      </p:sp>
    </p:spTree>
    <p:custDataLst>
      <p:tags r:id="rId1"/>
    </p:custDataLst>
    <p:extLst>
      <p:ext uri="{BB962C8B-B14F-4D97-AF65-F5344CB8AC3E}">
        <p14:creationId xmlns:p14="http://schemas.microsoft.com/office/powerpoint/2010/main" val="27367769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9AC040A-821D-5633-EE15-32C9CADD7681}"/>
              </a:ext>
              <a:ext uri="{C183D7F6-B498-43B3-948B-1728B52AA6E4}">
                <adec:decorative xmlns:adec="http://schemas.microsoft.com/office/drawing/2017/decorative" val="1"/>
              </a:ext>
            </a:extLst>
          </p:cNvPr>
          <p:cNvSpPr>
            <a:spLocks noGrp="1"/>
          </p:cNvSpPr>
          <p:nvPr>
            <p:ph type="body" sz="quarter" idx="13"/>
          </p:nvPr>
        </p:nvSpPr>
        <p:spPr/>
        <p:txBody>
          <a:bodyPr/>
          <a:lstStyle/>
          <a:p>
            <a:r>
              <a:rPr lang="fr-FR"/>
              <a:t>Directive Résilience des Entités Critiques - REC</a:t>
            </a:r>
          </a:p>
        </p:txBody>
      </p:sp>
      <p:sp>
        <p:nvSpPr>
          <p:cNvPr id="9" name="Title 8">
            <a:extLst>
              <a:ext uri="{FF2B5EF4-FFF2-40B4-BE49-F238E27FC236}">
                <a16:creationId xmlns:a16="http://schemas.microsoft.com/office/drawing/2014/main" id="{F97A0C1B-4574-14B1-45CE-6EF30757E34E}"/>
              </a:ext>
            </a:extLst>
          </p:cNvPr>
          <p:cNvSpPr>
            <a:spLocks noGrp="1"/>
          </p:cNvSpPr>
          <p:nvPr>
            <p:ph type="title"/>
          </p:nvPr>
        </p:nvSpPr>
        <p:spPr>
          <a:xfrm>
            <a:off x="425354" y="404667"/>
            <a:ext cx="11342769" cy="679550"/>
          </a:xfrm>
        </p:spPr>
        <p:txBody>
          <a:bodyPr/>
          <a:lstStyle/>
          <a:p>
            <a:r>
              <a:rPr lang="fr-FR">
                <a:solidFill>
                  <a:schemeClr val="bg2"/>
                </a:solidFill>
              </a:rPr>
              <a:t>Les dispositifs de sécurité/sureté : moyens de protection et source de compromission potentielle</a:t>
            </a:r>
          </a:p>
        </p:txBody>
      </p:sp>
      <p:pic>
        <p:nvPicPr>
          <p:cNvPr id="13" name="Graphic - Waves [1]" descr="Waves" hidden="1">
            <a:extLst>
              <a:ext uri="{FF2B5EF4-FFF2-40B4-BE49-F238E27FC236}">
                <a16:creationId xmlns:a16="http://schemas.microsoft.com/office/drawing/2014/main" id="{D474DA59-3CA2-7E8F-3366-F6A960BC106F}"/>
              </a:ext>
            </a:extLst>
          </p:cNvPr>
          <p:cNvPicPr>
            <a:picLocks noChangeAspect="1"/>
          </p:cNvPicPr>
          <p:nvPr>
            <p:custDataLst>
              <p:tags r:id="rId2"/>
            </p:custDataLst>
          </p:nvPr>
        </p:nvPicPr>
        <p:blipFill>
          <a:blip r:embed="rId6">
            <a:extLst>
              <a:ext uri="{96DAC541-7B7A-43D3-8B79-37D633B846F1}">
                <asvg:svgBlip xmlns:asvg="http://schemas.microsoft.com/office/drawing/2016/SVG/main" r:embed="rId7"/>
              </a:ext>
            </a:extLst>
          </a:blip>
          <a:stretch>
            <a:fillRect/>
          </a:stretch>
        </p:blipFill>
        <p:spPr>
          <a:xfrm>
            <a:off x="3760887" y="6816996"/>
            <a:ext cx="720724" cy="720724"/>
          </a:xfrm>
          <a:prstGeom prst="rect">
            <a:avLst/>
          </a:prstGeom>
        </p:spPr>
      </p:pic>
      <p:grpSp>
        <p:nvGrpSpPr>
          <p:cNvPr id="114" name="Graphic - Medical report [1]" descr="Medical report " hidden="1">
            <a:extLst>
              <a:ext uri="{FF2B5EF4-FFF2-40B4-BE49-F238E27FC236}">
                <a16:creationId xmlns:a16="http://schemas.microsoft.com/office/drawing/2014/main" id="{4863D6C2-E8BF-E844-51EA-2DAB1B4AD4C8}"/>
              </a:ext>
            </a:extLst>
          </p:cNvPr>
          <p:cNvGrpSpPr/>
          <p:nvPr/>
        </p:nvGrpSpPr>
        <p:grpSpPr>
          <a:xfrm>
            <a:off x="2768103" y="5569132"/>
            <a:ext cx="2664288" cy="2985094"/>
            <a:chOff x="2768103" y="5569132"/>
            <a:chExt cx="2664288" cy="2985094"/>
          </a:xfrm>
          <a:noFill/>
        </p:grpSpPr>
        <p:sp>
          <p:nvSpPr>
            <p:cNvPr id="115" name="Forme libre : forme 114">
              <a:extLst>
                <a:ext uri="{FF2B5EF4-FFF2-40B4-BE49-F238E27FC236}">
                  <a16:creationId xmlns:a16="http://schemas.microsoft.com/office/drawing/2014/main" id="{DCD4317C-B13E-4886-32AF-9E18E54DCD8B}"/>
                </a:ext>
              </a:extLst>
            </p:cNvPr>
            <p:cNvSpPr/>
            <p:nvPr/>
          </p:nvSpPr>
          <p:spPr>
            <a:xfrm>
              <a:off x="4100247" y="6862673"/>
              <a:ext cx="111012" cy="597018"/>
            </a:xfrm>
            <a:custGeom>
              <a:avLst/>
              <a:gdLst>
                <a:gd name="connsiteX0" fmla="*/ 0 w 111012"/>
                <a:gd name="connsiteY0" fmla="*/ 0 h 597018"/>
                <a:gd name="connsiteX1" fmla="*/ 0 w 111012"/>
                <a:gd name="connsiteY1" fmla="*/ 597019 h 597018"/>
              </a:gdLst>
              <a:ahLst/>
              <a:cxnLst>
                <a:cxn ang="0">
                  <a:pos x="connsiteX0" y="connsiteY0"/>
                </a:cxn>
                <a:cxn ang="0">
                  <a:pos x="connsiteX1" y="connsiteY1"/>
                </a:cxn>
              </a:cxnLst>
              <a:rect l="l" t="t" r="r" b="b"/>
              <a:pathLst>
                <a:path w="111012" h="597018">
                  <a:moveTo>
                    <a:pt x="0" y="0"/>
                  </a:moveTo>
                  <a:lnTo>
                    <a:pt x="0" y="597019"/>
                  </a:lnTo>
                </a:path>
              </a:pathLst>
            </a:custGeom>
            <a:ln w="220472" cap="sq">
              <a:solidFill>
                <a:schemeClr val="bg1"/>
              </a:solidFill>
              <a:prstDash val="solid"/>
              <a:miter/>
            </a:ln>
          </p:spPr>
          <p:txBody>
            <a:bodyPr rtlCol="0" anchor="ctr"/>
            <a:lstStyle/>
            <a:p>
              <a:endParaRPr lang="fr-FR"/>
            </a:p>
          </p:txBody>
        </p:sp>
        <p:sp>
          <p:nvSpPr>
            <p:cNvPr id="116" name="Forme libre : forme 115">
              <a:extLst>
                <a:ext uri="{FF2B5EF4-FFF2-40B4-BE49-F238E27FC236}">
                  <a16:creationId xmlns:a16="http://schemas.microsoft.com/office/drawing/2014/main" id="{767BDBEF-85B4-99A9-9380-BC6F520A0009}"/>
                </a:ext>
              </a:extLst>
            </p:cNvPr>
            <p:cNvSpPr/>
            <p:nvPr/>
          </p:nvSpPr>
          <p:spPr>
            <a:xfrm>
              <a:off x="3767211" y="7161182"/>
              <a:ext cx="666072" cy="99503"/>
            </a:xfrm>
            <a:custGeom>
              <a:avLst/>
              <a:gdLst>
                <a:gd name="connsiteX0" fmla="*/ 0 w 666072"/>
                <a:gd name="connsiteY0" fmla="*/ 0 h 99503"/>
                <a:gd name="connsiteX1" fmla="*/ 666072 w 666072"/>
                <a:gd name="connsiteY1" fmla="*/ 0 h 99503"/>
              </a:gdLst>
              <a:ahLst/>
              <a:cxnLst>
                <a:cxn ang="0">
                  <a:pos x="connsiteX0" y="connsiteY0"/>
                </a:cxn>
                <a:cxn ang="0">
                  <a:pos x="connsiteX1" y="connsiteY1"/>
                </a:cxn>
              </a:cxnLst>
              <a:rect l="l" t="t" r="r" b="b"/>
              <a:pathLst>
                <a:path w="666072" h="99503">
                  <a:moveTo>
                    <a:pt x="0" y="0"/>
                  </a:moveTo>
                  <a:lnTo>
                    <a:pt x="666072" y="0"/>
                  </a:lnTo>
                </a:path>
              </a:pathLst>
            </a:custGeom>
            <a:ln w="220472" cap="sq">
              <a:solidFill>
                <a:schemeClr val="bg1"/>
              </a:solidFill>
              <a:prstDash val="solid"/>
              <a:miter/>
            </a:ln>
          </p:spPr>
          <p:txBody>
            <a:bodyPr rtlCol="0" anchor="ctr"/>
            <a:lstStyle/>
            <a:p>
              <a:endParaRPr lang="fr-FR"/>
            </a:p>
          </p:txBody>
        </p:sp>
        <p:sp>
          <p:nvSpPr>
            <p:cNvPr id="117" name="Forme libre : forme 116">
              <a:extLst>
                <a:ext uri="{FF2B5EF4-FFF2-40B4-BE49-F238E27FC236}">
                  <a16:creationId xmlns:a16="http://schemas.microsoft.com/office/drawing/2014/main" id="{EEDB2B62-ACEB-8BE4-FC1D-E476C5DBA3AC}"/>
                </a:ext>
              </a:extLst>
            </p:cNvPr>
            <p:cNvSpPr/>
            <p:nvPr/>
          </p:nvSpPr>
          <p:spPr>
            <a:xfrm>
              <a:off x="2768103" y="5569132"/>
              <a:ext cx="2664288" cy="2985094"/>
            </a:xfrm>
            <a:custGeom>
              <a:avLst/>
              <a:gdLst>
                <a:gd name="connsiteX0" fmla="*/ 0 w 2664288"/>
                <a:gd name="connsiteY0" fmla="*/ 0 h 2985094"/>
                <a:gd name="connsiteX1" fmla="*/ 2664289 w 2664288"/>
                <a:gd name="connsiteY1" fmla="*/ 0 h 2985094"/>
                <a:gd name="connsiteX2" fmla="*/ 2664289 w 2664288"/>
                <a:gd name="connsiteY2" fmla="*/ 2985095 h 2985094"/>
                <a:gd name="connsiteX3" fmla="*/ 0 w 2664288"/>
                <a:gd name="connsiteY3" fmla="*/ 2985095 h 2985094"/>
              </a:gdLst>
              <a:ahLst/>
              <a:cxnLst>
                <a:cxn ang="0">
                  <a:pos x="connsiteX0" y="connsiteY0"/>
                </a:cxn>
                <a:cxn ang="0">
                  <a:pos x="connsiteX1" y="connsiteY1"/>
                </a:cxn>
                <a:cxn ang="0">
                  <a:pos x="connsiteX2" y="connsiteY2"/>
                </a:cxn>
                <a:cxn ang="0">
                  <a:pos x="connsiteX3" y="connsiteY3"/>
                </a:cxn>
              </a:cxnLst>
              <a:rect l="l" t="t" r="r" b="b"/>
              <a:pathLst>
                <a:path w="2664288" h="2985094">
                  <a:moveTo>
                    <a:pt x="0" y="0"/>
                  </a:moveTo>
                  <a:lnTo>
                    <a:pt x="2664289" y="0"/>
                  </a:lnTo>
                  <a:lnTo>
                    <a:pt x="2664289" y="2985095"/>
                  </a:lnTo>
                  <a:lnTo>
                    <a:pt x="0" y="2985095"/>
                  </a:lnTo>
                  <a:close/>
                </a:path>
              </a:pathLst>
            </a:custGeom>
            <a:noFill/>
            <a:ln w="220472" cap="sq">
              <a:solidFill>
                <a:schemeClr val="bg1"/>
              </a:solidFill>
              <a:prstDash val="solid"/>
              <a:miter/>
            </a:ln>
          </p:spPr>
          <p:txBody>
            <a:bodyPr rtlCol="0" anchor="ctr"/>
            <a:lstStyle/>
            <a:p>
              <a:endParaRPr lang="fr-FR"/>
            </a:p>
          </p:txBody>
        </p:sp>
        <p:sp>
          <p:nvSpPr>
            <p:cNvPr id="118" name="Forme libre : forme 117">
              <a:extLst>
                <a:ext uri="{FF2B5EF4-FFF2-40B4-BE49-F238E27FC236}">
                  <a16:creationId xmlns:a16="http://schemas.microsoft.com/office/drawing/2014/main" id="{B78CF03D-4246-B692-645B-1F2AE041C727}"/>
                </a:ext>
              </a:extLst>
            </p:cNvPr>
            <p:cNvSpPr/>
            <p:nvPr/>
          </p:nvSpPr>
          <p:spPr>
            <a:xfrm>
              <a:off x="3212151" y="5967144"/>
              <a:ext cx="1776192" cy="2189069"/>
            </a:xfrm>
            <a:custGeom>
              <a:avLst/>
              <a:gdLst>
                <a:gd name="connsiteX0" fmla="*/ 1443156 w 1776192"/>
                <a:gd name="connsiteY0" fmla="*/ 0 h 2189069"/>
                <a:gd name="connsiteX1" fmla="*/ 1776193 w 1776192"/>
                <a:gd name="connsiteY1" fmla="*/ 0 h 2189069"/>
                <a:gd name="connsiteX2" fmla="*/ 1776193 w 1776192"/>
                <a:gd name="connsiteY2" fmla="*/ 2189070 h 2189069"/>
                <a:gd name="connsiteX3" fmla="*/ 0 w 1776192"/>
                <a:gd name="connsiteY3" fmla="*/ 2189070 h 2189069"/>
                <a:gd name="connsiteX4" fmla="*/ 0 w 1776192"/>
                <a:gd name="connsiteY4" fmla="*/ 0 h 2189069"/>
                <a:gd name="connsiteX5" fmla="*/ 333036 w 1776192"/>
                <a:gd name="connsiteY5" fmla="*/ 0 h 218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76192" h="2189069">
                  <a:moveTo>
                    <a:pt x="1443156" y="0"/>
                  </a:moveTo>
                  <a:lnTo>
                    <a:pt x="1776193" y="0"/>
                  </a:lnTo>
                  <a:lnTo>
                    <a:pt x="1776193" y="2189070"/>
                  </a:lnTo>
                  <a:lnTo>
                    <a:pt x="0" y="2189070"/>
                  </a:lnTo>
                  <a:lnTo>
                    <a:pt x="0" y="0"/>
                  </a:lnTo>
                  <a:lnTo>
                    <a:pt x="333036" y="0"/>
                  </a:lnTo>
                </a:path>
              </a:pathLst>
            </a:custGeom>
            <a:noFill/>
            <a:ln w="220472" cap="sq">
              <a:solidFill>
                <a:schemeClr val="bg1"/>
              </a:solidFill>
              <a:prstDash val="solid"/>
              <a:miter/>
            </a:ln>
          </p:spPr>
          <p:txBody>
            <a:bodyPr rtlCol="0" anchor="ctr"/>
            <a:lstStyle/>
            <a:p>
              <a:endParaRPr lang="fr-FR"/>
            </a:p>
          </p:txBody>
        </p:sp>
        <p:sp>
          <p:nvSpPr>
            <p:cNvPr id="119" name="Forme libre : forme 118">
              <a:extLst>
                <a:ext uri="{FF2B5EF4-FFF2-40B4-BE49-F238E27FC236}">
                  <a16:creationId xmlns:a16="http://schemas.microsoft.com/office/drawing/2014/main" id="{CD7F6A4A-497F-0B26-0D99-921635796727}"/>
                </a:ext>
              </a:extLst>
            </p:cNvPr>
            <p:cNvSpPr/>
            <p:nvPr/>
          </p:nvSpPr>
          <p:spPr>
            <a:xfrm>
              <a:off x="3545187" y="5867641"/>
              <a:ext cx="1110120" cy="398012"/>
            </a:xfrm>
            <a:custGeom>
              <a:avLst/>
              <a:gdLst>
                <a:gd name="connsiteX0" fmla="*/ 0 w 1110120"/>
                <a:gd name="connsiteY0" fmla="*/ 0 h 398012"/>
                <a:gd name="connsiteX1" fmla="*/ 0 w 1110120"/>
                <a:gd name="connsiteY1" fmla="*/ 398013 h 398012"/>
                <a:gd name="connsiteX2" fmla="*/ 366340 w 1110120"/>
                <a:gd name="connsiteY2" fmla="*/ 398013 h 398012"/>
                <a:gd name="connsiteX3" fmla="*/ 555060 w 1110120"/>
                <a:gd name="connsiteY3" fmla="*/ 298509 h 398012"/>
                <a:gd name="connsiteX4" fmla="*/ 743781 w 1110120"/>
                <a:gd name="connsiteY4" fmla="*/ 398013 h 398012"/>
                <a:gd name="connsiteX5" fmla="*/ 1110120 w 1110120"/>
                <a:gd name="connsiteY5" fmla="*/ 398013 h 398012"/>
                <a:gd name="connsiteX6" fmla="*/ 1110120 w 1110120"/>
                <a:gd name="connsiteY6" fmla="*/ 0 h 398012"/>
                <a:gd name="connsiteX7" fmla="*/ 0 w 1110120"/>
                <a:gd name="connsiteY7" fmla="*/ 0 h 398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0120" h="398012">
                  <a:moveTo>
                    <a:pt x="0" y="0"/>
                  </a:moveTo>
                  <a:lnTo>
                    <a:pt x="0" y="398013"/>
                  </a:lnTo>
                  <a:lnTo>
                    <a:pt x="366340" y="398013"/>
                  </a:lnTo>
                  <a:cubicBezTo>
                    <a:pt x="399643" y="338311"/>
                    <a:pt x="477352" y="298509"/>
                    <a:pt x="555060" y="298509"/>
                  </a:cubicBezTo>
                  <a:cubicBezTo>
                    <a:pt x="632769" y="298509"/>
                    <a:pt x="710477" y="338311"/>
                    <a:pt x="743781" y="398013"/>
                  </a:cubicBezTo>
                  <a:lnTo>
                    <a:pt x="1110120" y="398013"/>
                  </a:lnTo>
                  <a:lnTo>
                    <a:pt x="1110120" y="0"/>
                  </a:lnTo>
                  <a:lnTo>
                    <a:pt x="0" y="0"/>
                  </a:lnTo>
                  <a:close/>
                </a:path>
              </a:pathLst>
            </a:custGeom>
            <a:noFill/>
            <a:ln w="220472" cap="sq">
              <a:solidFill>
                <a:schemeClr val="bg1"/>
              </a:solidFill>
              <a:prstDash val="solid"/>
              <a:miter/>
            </a:ln>
          </p:spPr>
          <p:txBody>
            <a:bodyPr rtlCol="0" anchor="ctr"/>
            <a:lstStyle/>
            <a:p>
              <a:endParaRPr lang="fr-FR"/>
            </a:p>
          </p:txBody>
        </p:sp>
      </p:grpSp>
      <p:pic>
        <p:nvPicPr>
          <p:cNvPr id="122" name="Play [1]" hidden="1">
            <a:extLst>
              <a:ext uri="{FF2B5EF4-FFF2-40B4-BE49-F238E27FC236}">
                <a16:creationId xmlns:a16="http://schemas.microsoft.com/office/drawing/2014/main" id="{972B32D8-10E5-D7C4-19FF-101C0434E304}"/>
              </a:ext>
            </a:extLst>
          </p:cNvPr>
          <p:cNvPicPr>
            <a:picLocks noChangeAspect="1"/>
          </p:cNvPicPr>
          <p:nvPr>
            <p:custDataLst>
              <p:tags r:id="rId3"/>
            </p:custDataLst>
          </p:nvPr>
        </p:nvPicPr>
        <p:blipFill>
          <a:blip r:embed="rId8">
            <a:extLst>
              <a:ext uri="{96DAC541-7B7A-43D3-8B79-37D633B846F1}">
                <asvg:svgBlip xmlns:asvg="http://schemas.microsoft.com/office/drawing/2016/SVG/main" r:embed="rId9"/>
              </a:ext>
            </a:extLst>
          </a:blip>
          <a:srcRect/>
          <a:stretch/>
        </p:blipFill>
        <p:spPr>
          <a:xfrm>
            <a:off x="722313" y="722313"/>
            <a:ext cx="715962" cy="715962"/>
          </a:xfrm>
          <a:prstGeom prst="rect">
            <a:avLst/>
          </a:prstGeom>
        </p:spPr>
      </p:pic>
      <p:sp>
        <p:nvSpPr>
          <p:cNvPr id="4" name="Rectangle 3">
            <a:extLst>
              <a:ext uri="{FF2B5EF4-FFF2-40B4-BE49-F238E27FC236}">
                <a16:creationId xmlns:a16="http://schemas.microsoft.com/office/drawing/2014/main" id="{716B1503-F42D-4693-CE27-BCD2CA44C4F6}"/>
              </a:ext>
            </a:extLst>
          </p:cNvPr>
          <p:cNvSpPr/>
          <p:nvPr/>
        </p:nvSpPr>
        <p:spPr>
          <a:xfrm>
            <a:off x="4231430" y="1260488"/>
            <a:ext cx="3168000" cy="583506"/>
          </a:xfrm>
          <a:prstGeom prst="rect">
            <a:avLst/>
          </a:prstGeom>
          <a:solidFill>
            <a:schemeClr val="accent1">
              <a:lumMod val="60000"/>
              <a:lumOff val="40000"/>
            </a:schemeClr>
          </a:soli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108000" rIns="36000" bIns="108000" numCol="1" spcCol="0" rtlCol="0" fromWordArt="0" anchor="ctr" anchorCtr="0" forceAA="0" compatLnSpc="1">
            <a:prstTxWarp prst="textNoShape">
              <a:avLst/>
            </a:prstTxWarp>
            <a:noAutofit/>
          </a:bodyPr>
          <a:lstStyle/>
          <a:p>
            <a:pPr algn="ctr">
              <a:spcBef>
                <a:spcPts val="600"/>
              </a:spcBef>
            </a:pPr>
            <a:r>
              <a:rPr lang="fr-FR" sz="1400">
                <a:solidFill>
                  <a:schemeClr val="bg2"/>
                </a:solidFill>
                <a:ea typeface="+mj-ea"/>
                <a:cs typeface="+mj-cs"/>
              </a:rPr>
              <a:t>Exploitation de vulnérabilités logiques du SI de sécurité physique</a:t>
            </a:r>
          </a:p>
        </p:txBody>
      </p:sp>
      <p:sp>
        <p:nvSpPr>
          <p:cNvPr id="7" name="Rectangle 6">
            <a:extLst>
              <a:ext uri="{FF2B5EF4-FFF2-40B4-BE49-F238E27FC236}">
                <a16:creationId xmlns:a16="http://schemas.microsoft.com/office/drawing/2014/main" id="{DA706226-F28B-079B-F043-C65C9F3A062A}"/>
              </a:ext>
            </a:extLst>
          </p:cNvPr>
          <p:cNvSpPr/>
          <p:nvPr/>
        </p:nvSpPr>
        <p:spPr>
          <a:xfrm>
            <a:off x="7781925" y="1260488"/>
            <a:ext cx="3168000" cy="583506"/>
          </a:xfrm>
          <a:prstGeom prst="rect">
            <a:avLst/>
          </a:prstGeom>
          <a:solidFill>
            <a:schemeClr val="accent1">
              <a:lumMod val="60000"/>
              <a:lumOff val="40000"/>
            </a:schemeClr>
          </a:soli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spcBef>
                <a:spcPts val="600"/>
              </a:spcBef>
            </a:pPr>
            <a:r>
              <a:rPr lang="fr-FR" sz="1400">
                <a:solidFill>
                  <a:schemeClr val="bg2"/>
                </a:solidFill>
                <a:ea typeface="+mj-ea"/>
                <a:cs typeface="+mj-cs"/>
              </a:rPr>
              <a:t>Compromission des SI métiers du site</a:t>
            </a:r>
          </a:p>
        </p:txBody>
      </p:sp>
      <p:sp>
        <p:nvSpPr>
          <p:cNvPr id="22" name="Rectangle 21">
            <a:extLst>
              <a:ext uri="{FF2B5EF4-FFF2-40B4-BE49-F238E27FC236}">
                <a16:creationId xmlns:a16="http://schemas.microsoft.com/office/drawing/2014/main" id="{9F0A266A-41A2-9E4C-EE6D-86DC52A3BB27}"/>
              </a:ext>
            </a:extLst>
          </p:cNvPr>
          <p:cNvSpPr/>
          <p:nvPr/>
        </p:nvSpPr>
        <p:spPr>
          <a:xfrm>
            <a:off x="655337" y="1260488"/>
            <a:ext cx="3166851" cy="583506"/>
          </a:xfrm>
          <a:prstGeom prst="rect">
            <a:avLst/>
          </a:prstGeom>
          <a:solidFill>
            <a:schemeClr val="accent1">
              <a:lumMod val="60000"/>
              <a:lumOff val="40000"/>
            </a:schemeClr>
          </a:solid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ctr">
              <a:spcBef>
                <a:spcPts val="600"/>
              </a:spcBef>
            </a:pPr>
            <a:r>
              <a:rPr lang="fr-FR" sz="1400">
                <a:solidFill>
                  <a:schemeClr val="bg2"/>
                </a:solidFill>
                <a:ea typeface="+mj-ea"/>
                <a:cs typeface="+mj-cs"/>
              </a:rPr>
              <a:t>Exploitation de vulnérabilités du dispositif de sécurité physique</a:t>
            </a:r>
          </a:p>
        </p:txBody>
      </p:sp>
      <p:grpSp>
        <p:nvGrpSpPr>
          <p:cNvPr id="51" name="Groupe 50">
            <a:extLst>
              <a:ext uri="{FF2B5EF4-FFF2-40B4-BE49-F238E27FC236}">
                <a16:creationId xmlns:a16="http://schemas.microsoft.com/office/drawing/2014/main" id="{F10FB12A-8BF7-CB08-E0DF-B9BBA93C7B39}"/>
              </a:ext>
            </a:extLst>
          </p:cNvPr>
          <p:cNvGrpSpPr/>
          <p:nvPr/>
        </p:nvGrpSpPr>
        <p:grpSpPr>
          <a:xfrm>
            <a:off x="654189" y="1885951"/>
            <a:ext cx="3167999" cy="4364889"/>
            <a:chOff x="655338" y="1918777"/>
            <a:chExt cx="3168000" cy="4364889"/>
          </a:xfrm>
        </p:grpSpPr>
        <p:sp>
          <p:nvSpPr>
            <p:cNvPr id="16" name="Rectangle 15">
              <a:extLst>
                <a:ext uri="{FF2B5EF4-FFF2-40B4-BE49-F238E27FC236}">
                  <a16:creationId xmlns:a16="http://schemas.microsoft.com/office/drawing/2014/main" id="{1005D220-17E8-3FE5-48B3-2CAB1232FAC5}"/>
                </a:ext>
              </a:extLst>
            </p:cNvPr>
            <p:cNvSpPr/>
            <p:nvPr/>
          </p:nvSpPr>
          <p:spPr>
            <a:xfrm>
              <a:off x="655338" y="1918777"/>
              <a:ext cx="3168000" cy="436488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algn="l">
                <a:spcBef>
                  <a:spcPts val="600"/>
                </a:spcBef>
              </a:pPr>
              <a:endParaRPr lang="fr-FR" sz="2000" err="1">
                <a:solidFill>
                  <a:schemeClr val="bg2"/>
                </a:solidFill>
                <a:ea typeface="+mj-ea"/>
                <a:cs typeface="+mj-cs"/>
              </a:endParaRPr>
            </a:p>
          </p:txBody>
        </p:sp>
        <p:pic>
          <p:nvPicPr>
            <p:cNvPr id="5" name="Image 4">
              <a:extLst>
                <a:ext uri="{FF2B5EF4-FFF2-40B4-BE49-F238E27FC236}">
                  <a16:creationId xmlns:a16="http://schemas.microsoft.com/office/drawing/2014/main" id="{02293E8E-D9E4-AD8F-C910-2927204E7E27}"/>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822625" y="2242322"/>
              <a:ext cx="374033" cy="214093"/>
            </a:xfrm>
            <a:prstGeom prst="rect">
              <a:avLst/>
            </a:prstGeom>
          </p:spPr>
        </p:pic>
        <p:sp>
          <p:nvSpPr>
            <p:cNvPr id="14" name="TextBox 22" descr="&#10;">
              <a:extLst>
                <a:ext uri="{FF2B5EF4-FFF2-40B4-BE49-F238E27FC236}">
                  <a16:creationId xmlns:a16="http://schemas.microsoft.com/office/drawing/2014/main" id="{F756619E-A730-5478-4E25-BC8064A0311A}"/>
                </a:ext>
              </a:extLst>
            </p:cNvPr>
            <p:cNvSpPr txBox="1">
              <a:spLocks/>
            </p:cNvSpPr>
            <p:nvPr/>
          </p:nvSpPr>
          <p:spPr>
            <a:xfrm>
              <a:off x="2214830" y="2221208"/>
              <a:ext cx="517525" cy="254196"/>
            </a:xfrm>
            <a:prstGeom prst="rect">
              <a:avLst/>
            </a:prstGeom>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r>
                <a:rPr lang="en-US" sz="1400" b="1">
                  <a:solidFill>
                    <a:schemeClr val="bg2"/>
                  </a:solidFill>
                </a:rPr>
                <a:t>2010</a:t>
              </a:r>
            </a:p>
          </p:txBody>
        </p:sp>
        <p:sp>
          <p:nvSpPr>
            <p:cNvPr id="15" name="TextBox 56">
              <a:extLst>
                <a:ext uri="{FF2B5EF4-FFF2-40B4-BE49-F238E27FC236}">
                  <a16:creationId xmlns:a16="http://schemas.microsoft.com/office/drawing/2014/main" id="{E1338E82-29E4-DE86-723C-6E8FF47CDC2A}"/>
                </a:ext>
              </a:extLst>
            </p:cNvPr>
            <p:cNvSpPr txBox="1">
              <a:spLocks/>
            </p:cNvSpPr>
            <p:nvPr/>
          </p:nvSpPr>
          <p:spPr>
            <a:xfrm>
              <a:off x="817830" y="2576991"/>
              <a:ext cx="2754612" cy="2501340"/>
            </a:xfrm>
            <a:prstGeom prst="rect">
              <a:avLst/>
            </a:prstGeom>
          </p:spPr>
          <p:txBody>
            <a:bodyPr vert="horz" lIns="36000" tIns="108000" rIns="36000" bIns="108000" rtlCol="0">
              <a:noAutofit/>
            </a:bodyPr>
            <a:lstStyle>
              <a:lvl1pPr marL="0" indent="0" algn="just" defTabSz="742950" rtl="0" eaLnBrk="1" latinLnBrk="0" hangingPunct="1">
                <a:lnSpc>
                  <a:spcPct val="100000"/>
                </a:lnSpc>
                <a:spcBef>
                  <a:spcPts val="1463"/>
                </a:spcBef>
                <a:buFont typeface="Arial" panose="020B0604020202020204" pitchFamily="34" charset="0"/>
                <a:buNone/>
                <a:tabLst/>
                <a:defRPr sz="1600" i="0" kern="1200" cap="none" baseline="0">
                  <a:solidFill>
                    <a:schemeClr val="bg2"/>
                  </a:solidFill>
                  <a:latin typeface="+mn-lt"/>
                  <a:ea typeface="+mn-ea"/>
                  <a:cs typeface="+mn-cs"/>
                </a:defRPr>
              </a:lvl1pPr>
              <a:lvl2pPr marL="291505" indent="-291505" algn="just" defTabSz="914400" rtl="0" eaLnBrk="1" latinLnBrk="0" hangingPunct="1">
                <a:lnSpc>
                  <a:spcPct val="100000"/>
                </a:lnSpc>
                <a:spcBef>
                  <a:spcPts val="1138"/>
                </a:spcBef>
                <a:buClr>
                  <a:schemeClr val="bg2"/>
                </a:buClr>
                <a:buFont typeface="Tempus Sans ITC" panose="04020404030D07020202" pitchFamily="82" charset="0"/>
                <a:buChar char="/"/>
                <a:defRPr lang="en-GB" sz="1400" kern="1200" baseline="0" dirty="0">
                  <a:solidFill>
                    <a:schemeClr val="tx1"/>
                  </a:solidFill>
                  <a:latin typeface="+mn-lt"/>
                  <a:ea typeface="+mn-ea"/>
                  <a:cs typeface="+mn-cs"/>
                </a:defRPr>
              </a:lvl2pPr>
              <a:lvl3pPr marL="292500" indent="0" algn="just" defTabSz="914400" rtl="0" eaLnBrk="1" latinLnBrk="0" hangingPunct="1">
                <a:lnSpc>
                  <a:spcPct val="100000"/>
                </a:lnSpc>
                <a:spcBef>
                  <a:spcPts val="488"/>
                </a:spcBef>
                <a:buFontTx/>
                <a:buNone/>
                <a:defRPr lang="en-GB" sz="1400" kern="1200" baseline="0" dirty="0">
                  <a:solidFill>
                    <a:schemeClr val="tx1"/>
                  </a:solidFill>
                  <a:latin typeface="+mn-lt"/>
                  <a:ea typeface="+mn-ea"/>
                  <a:cs typeface="+mn-cs"/>
                </a:defRPr>
              </a:lvl3pPr>
              <a:lvl4pPr marL="526500" indent="-234000" algn="just" defTabSz="742950" rtl="0" eaLnBrk="1" latinLnBrk="0" hangingPunct="1">
                <a:lnSpc>
                  <a:spcPct val="100000"/>
                </a:lnSpc>
                <a:spcBef>
                  <a:spcPts val="488"/>
                </a:spcBef>
                <a:buClr>
                  <a:schemeClr val="bg2"/>
                </a:buClr>
                <a:buFont typeface="Tahoma" panose="020B0604030504040204" pitchFamily="34" charset="0"/>
                <a:buChar char="›"/>
                <a:defRPr lang="en-GB" sz="1200" kern="1200" cap="none" baseline="0" dirty="0">
                  <a:solidFill>
                    <a:schemeClr val="tx1"/>
                  </a:solidFill>
                  <a:latin typeface="+mn-lt"/>
                  <a:ea typeface="+mn-ea"/>
                  <a:cs typeface="+mn-cs"/>
                </a:defRPr>
              </a:lvl4pPr>
              <a:lvl5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en-GB" sz="1000" kern="1200" baseline="0" dirty="0">
                  <a:solidFill>
                    <a:schemeClr val="tx1"/>
                  </a:solidFill>
                  <a:latin typeface="+mn-lt"/>
                  <a:ea typeface="+mn-ea"/>
                  <a:cs typeface="+mn-cs"/>
                </a:defRPr>
              </a:lvl5pPr>
              <a:lvl6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en-GB" sz="1000" kern="1200" baseline="0" noProof="0" dirty="0">
                  <a:solidFill>
                    <a:schemeClr val="tx1"/>
                  </a:solidFill>
                  <a:latin typeface="+mn-lt"/>
                  <a:ea typeface="+mn-ea"/>
                  <a:cs typeface="+mn-cs"/>
                </a:defRPr>
              </a:lvl6pPr>
              <a:lvl7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en-GB" sz="1000" kern="1200" baseline="0" noProof="0" dirty="0">
                  <a:solidFill>
                    <a:schemeClr val="tx1"/>
                  </a:solidFill>
                  <a:latin typeface="+mn-lt"/>
                  <a:ea typeface="+mn-ea"/>
                  <a:cs typeface="+mn-cs"/>
                </a:defRPr>
              </a:lvl7pPr>
              <a:lvl8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en-GB" sz="1000" kern="1200" baseline="0" noProof="0" dirty="0">
                  <a:solidFill>
                    <a:schemeClr val="tx1"/>
                  </a:solidFill>
                  <a:latin typeface="+mn-lt"/>
                  <a:ea typeface="+mn-ea"/>
                  <a:cs typeface="+mn-cs"/>
                </a:defRPr>
              </a:lvl8pPr>
              <a:lvl9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en-GB" sz="1000" kern="1200" baseline="0" noProof="0" dirty="0">
                  <a:solidFill>
                    <a:schemeClr val="tx1"/>
                  </a:solidFill>
                  <a:latin typeface="+mn-lt"/>
                  <a:ea typeface="+mn-ea"/>
                  <a:cs typeface="+mn-cs"/>
                </a:defRPr>
              </a:lvl9pPr>
            </a:lstStyle>
            <a:p>
              <a:pPr algn="ctr">
                <a:spcBef>
                  <a:spcPts val="600"/>
                </a:spcBef>
              </a:pPr>
              <a:r>
                <a:rPr lang="fr-FR" sz="1100">
                  <a:solidFill>
                    <a:schemeClr val="tx1"/>
                  </a:solidFill>
                </a:rPr>
                <a:t>Le site nucléaire de </a:t>
              </a:r>
              <a:r>
                <a:rPr lang="fr-FR" sz="1100" err="1">
                  <a:solidFill>
                    <a:schemeClr val="tx1"/>
                  </a:solidFill>
                </a:rPr>
                <a:t>Natanz</a:t>
              </a:r>
              <a:r>
                <a:rPr lang="fr-FR" sz="1100">
                  <a:solidFill>
                    <a:schemeClr val="tx1"/>
                  </a:solidFill>
                </a:rPr>
                <a:t> est touché par le virus </a:t>
              </a:r>
              <a:r>
                <a:rPr lang="fr-FR" sz="1100" err="1">
                  <a:solidFill>
                    <a:schemeClr val="tx1"/>
                  </a:solidFill>
                </a:rPr>
                <a:t>Stuxnet</a:t>
              </a:r>
              <a:r>
                <a:rPr lang="fr-FR" sz="1100">
                  <a:solidFill>
                    <a:schemeClr val="tx1"/>
                  </a:solidFill>
                </a:rPr>
                <a:t>.</a:t>
              </a:r>
            </a:p>
            <a:p>
              <a:pPr algn="ctr">
                <a:spcBef>
                  <a:spcPts val="600"/>
                </a:spcBef>
              </a:pPr>
              <a:r>
                <a:rPr lang="fr-FR" sz="1100">
                  <a:solidFill>
                    <a:schemeClr val="tx1"/>
                  </a:solidFill>
                </a:rPr>
                <a:t>Ce virus est implanté sur les systèmes SCADA du site par un agent d’opposition au gouvernement iranien au moyen d’une clé USB.</a:t>
              </a:r>
            </a:p>
            <a:p>
              <a:pPr algn="ctr">
                <a:spcBef>
                  <a:spcPts val="600"/>
                </a:spcBef>
              </a:pPr>
              <a:r>
                <a:rPr lang="fr-FR" sz="1100">
                  <a:solidFill>
                    <a:schemeClr val="tx1"/>
                  </a:solidFill>
                </a:rPr>
                <a:t>Cette attaque a conduit à la destruction de centaines de centrifugeuses et à une prise de retard important du programme nucléaire iranien.</a:t>
              </a:r>
            </a:p>
            <a:p>
              <a:pPr algn="ctr">
                <a:spcBef>
                  <a:spcPts val="600"/>
                </a:spcBef>
              </a:pPr>
              <a:r>
                <a:rPr lang="fr-FR" sz="1000">
                  <a:solidFill>
                    <a:schemeClr val="tx1"/>
                  </a:solidFill>
                </a:rPr>
                <a:t>*L’importance de l’attaque est également facilitée par un manque de maturité cyber (</a:t>
              </a:r>
              <a:r>
                <a:rPr lang="fr-FR" sz="1000" err="1">
                  <a:solidFill>
                    <a:schemeClr val="tx1"/>
                  </a:solidFill>
                </a:rPr>
                <a:t>hardening</a:t>
              </a:r>
              <a:r>
                <a:rPr lang="fr-FR" sz="1000">
                  <a:solidFill>
                    <a:schemeClr val="tx1"/>
                  </a:solidFill>
                </a:rPr>
                <a:t>, supervision…).</a:t>
              </a:r>
            </a:p>
          </p:txBody>
        </p:sp>
      </p:grpSp>
      <p:grpSp>
        <p:nvGrpSpPr>
          <p:cNvPr id="50" name="Groupe 49">
            <a:extLst>
              <a:ext uri="{FF2B5EF4-FFF2-40B4-BE49-F238E27FC236}">
                <a16:creationId xmlns:a16="http://schemas.microsoft.com/office/drawing/2014/main" id="{EBE5E6B8-C9DC-9EE8-CD9C-752854099C96}"/>
              </a:ext>
            </a:extLst>
          </p:cNvPr>
          <p:cNvGrpSpPr/>
          <p:nvPr/>
        </p:nvGrpSpPr>
        <p:grpSpPr>
          <a:xfrm>
            <a:off x="7765761" y="1885951"/>
            <a:ext cx="3168000" cy="4333088"/>
            <a:chOff x="8756272" y="1917752"/>
            <a:chExt cx="3168000" cy="4333088"/>
          </a:xfrm>
        </p:grpSpPr>
        <p:sp>
          <p:nvSpPr>
            <p:cNvPr id="38" name="Rectangle 37">
              <a:extLst>
                <a:ext uri="{FF2B5EF4-FFF2-40B4-BE49-F238E27FC236}">
                  <a16:creationId xmlns:a16="http://schemas.microsoft.com/office/drawing/2014/main" id="{144E41C3-E47D-8700-856D-17BA51634862}"/>
                </a:ext>
              </a:extLst>
            </p:cNvPr>
            <p:cNvSpPr/>
            <p:nvPr/>
          </p:nvSpPr>
          <p:spPr>
            <a:xfrm>
              <a:off x="8756272" y="1917752"/>
              <a:ext cx="3168000" cy="43330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algn="l">
                <a:spcBef>
                  <a:spcPts val="600"/>
                </a:spcBef>
              </a:pPr>
              <a:endParaRPr lang="fr-FR" sz="2000" err="1">
                <a:solidFill>
                  <a:schemeClr val="bg2"/>
                </a:solidFill>
                <a:ea typeface="+mj-ea"/>
                <a:cs typeface="+mj-cs"/>
              </a:endParaRPr>
            </a:p>
          </p:txBody>
        </p:sp>
        <p:sp>
          <p:nvSpPr>
            <p:cNvPr id="39" name="TextBox 22" descr="&#10;">
              <a:extLst>
                <a:ext uri="{FF2B5EF4-FFF2-40B4-BE49-F238E27FC236}">
                  <a16:creationId xmlns:a16="http://schemas.microsoft.com/office/drawing/2014/main" id="{2EE5E828-E50A-643F-45FE-BB8FB33D1161}"/>
                </a:ext>
              </a:extLst>
            </p:cNvPr>
            <p:cNvSpPr txBox="1">
              <a:spLocks/>
            </p:cNvSpPr>
            <p:nvPr/>
          </p:nvSpPr>
          <p:spPr>
            <a:xfrm>
              <a:off x="10443410" y="2220345"/>
              <a:ext cx="517525" cy="254196"/>
            </a:xfrm>
            <a:prstGeom prst="rect">
              <a:avLst/>
            </a:prstGeom>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r>
                <a:rPr lang="en-US" sz="1400" b="1">
                  <a:solidFill>
                    <a:schemeClr val="bg2"/>
                  </a:solidFill>
                </a:rPr>
                <a:t>2017</a:t>
              </a:r>
            </a:p>
          </p:txBody>
        </p:sp>
        <p:pic>
          <p:nvPicPr>
            <p:cNvPr id="12" name="Image 11">
              <a:extLst>
                <a:ext uri="{FF2B5EF4-FFF2-40B4-BE49-F238E27FC236}">
                  <a16:creationId xmlns:a16="http://schemas.microsoft.com/office/drawing/2014/main" id="{6808F8C9-D610-1890-D471-148C43A9C6E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047763" y="2241398"/>
              <a:ext cx="374034" cy="214093"/>
            </a:xfrm>
            <a:prstGeom prst="rect">
              <a:avLst/>
            </a:prstGeom>
          </p:spPr>
        </p:pic>
        <p:sp>
          <p:nvSpPr>
            <p:cNvPr id="44" name="ZoneTexte 43">
              <a:extLst>
                <a:ext uri="{FF2B5EF4-FFF2-40B4-BE49-F238E27FC236}">
                  <a16:creationId xmlns:a16="http://schemas.microsoft.com/office/drawing/2014/main" id="{8E421AB2-572E-2D22-9213-CFA951F1EA8A}"/>
                </a:ext>
              </a:extLst>
            </p:cNvPr>
            <p:cNvSpPr txBox="1"/>
            <p:nvPr/>
          </p:nvSpPr>
          <p:spPr>
            <a:xfrm>
              <a:off x="8915311" y="2575966"/>
              <a:ext cx="2900218" cy="2108269"/>
            </a:xfrm>
            <a:prstGeom prst="rect">
              <a:avLst/>
            </a:prstGeom>
            <a:noFill/>
          </p:spPr>
          <p:txBody>
            <a:bodyPr wrap="square">
              <a:spAutoFit/>
            </a:bodyPr>
            <a:lstStyle/>
            <a:p>
              <a:pPr algn="ctr" defTabSz="742950">
                <a:spcBef>
                  <a:spcPts val="600"/>
                </a:spcBef>
              </a:pPr>
              <a:r>
                <a:rPr lang="fr-FR" sz="1100"/>
                <a:t>Le groupe pétrolier saoudien ARAMCO découvre un malware sur le SI d’une raffinerie. </a:t>
              </a:r>
            </a:p>
            <a:p>
              <a:pPr algn="ctr" defTabSz="742950">
                <a:spcBef>
                  <a:spcPts val="600"/>
                </a:spcBef>
              </a:pPr>
              <a:r>
                <a:rPr lang="fr-FR" sz="1100"/>
                <a:t>Cette attaque vise spécifiquement le programme d’extinction d’urgence des systèmes de sécurité des systèmes industriels.</a:t>
              </a:r>
            </a:p>
            <a:p>
              <a:pPr algn="ctr" defTabSz="742950">
                <a:spcBef>
                  <a:spcPts val="600"/>
                </a:spcBef>
              </a:pPr>
              <a:r>
                <a:rPr lang="fr-FR" sz="1100"/>
                <a:t>L’attaque, détectée assez tôt, aurait pu se conclure par la destruction physique de la raffinerie et des pertes humaines importantes.</a:t>
              </a:r>
            </a:p>
          </p:txBody>
        </p:sp>
      </p:grpSp>
      <p:grpSp>
        <p:nvGrpSpPr>
          <p:cNvPr id="49" name="Groupe 48">
            <a:extLst>
              <a:ext uri="{FF2B5EF4-FFF2-40B4-BE49-F238E27FC236}">
                <a16:creationId xmlns:a16="http://schemas.microsoft.com/office/drawing/2014/main" id="{2894FA38-BFA7-F0AE-5C61-941E0329C256}"/>
              </a:ext>
            </a:extLst>
          </p:cNvPr>
          <p:cNvGrpSpPr/>
          <p:nvPr/>
        </p:nvGrpSpPr>
        <p:grpSpPr>
          <a:xfrm>
            <a:off x="4211124" y="1885951"/>
            <a:ext cx="3166850" cy="4364889"/>
            <a:chOff x="4322708" y="1885951"/>
            <a:chExt cx="3166850" cy="4364889"/>
          </a:xfrm>
        </p:grpSpPr>
        <p:sp>
          <p:nvSpPr>
            <p:cNvPr id="46" name="Rectangle 45">
              <a:extLst>
                <a:ext uri="{FF2B5EF4-FFF2-40B4-BE49-F238E27FC236}">
                  <a16:creationId xmlns:a16="http://schemas.microsoft.com/office/drawing/2014/main" id="{6B61473D-3922-B113-F0B4-905186380151}"/>
                </a:ext>
              </a:extLst>
            </p:cNvPr>
            <p:cNvSpPr/>
            <p:nvPr/>
          </p:nvSpPr>
          <p:spPr>
            <a:xfrm>
              <a:off x="4322708" y="1885951"/>
              <a:ext cx="3166850" cy="43648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algn="l">
                <a:spcBef>
                  <a:spcPts val="600"/>
                </a:spcBef>
              </a:pPr>
              <a:endParaRPr lang="fr-FR" sz="2000" err="1">
                <a:solidFill>
                  <a:schemeClr val="bg2"/>
                </a:solidFill>
                <a:ea typeface="+mj-ea"/>
                <a:cs typeface="+mj-cs"/>
              </a:endParaRPr>
            </a:p>
          </p:txBody>
        </p:sp>
        <p:sp>
          <p:nvSpPr>
            <p:cNvPr id="24" name="TextBox 22" descr="&#10;">
              <a:extLst>
                <a:ext uri="{FF2B5EF4-FFF2-40B4-BE49-F238E27FC236}">
                  <a16:creationId xmlns:a16="http://schemas.microsoft.com/office/drawing/2014/main" id="{03F90DB8-8A14-DFF3-7E18-E8BEA606BD8E}"/>
                </a:ext>
              </a:extLst>
            </p:cNvPr>
            <p:cNvSpPr txBox="1">
              <a:spLocks/>
            </p:cNvSpPr>
            <p:nvPr/>
          </p:nvSpPr>
          <p:spPr>
            <a:xfrm>
              <a:off x="5965181" y="1992408"/>
              <a:ext cx="517525" cy="254196"/>
            </a:xfrm>
            <a:prstGeom prst="rect">
              <a:avLst/>
            </a:prstGeom>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r>
                <a:rPr lang="en-US" sz="1400" b="1">
                  <a:solidFill>
                    <a:schemeClr val="bg2"/>
                  </a:solidFill>
                </a:rPr>
                <a:t>2018</a:t>
              </a:r>
            </a:p>
          </p:txBody>
        </p:sp>
        <p:sp>
          <p:nvSpPr>
            <p:cNvPr id="25" name="TextBox 56">
              <a:extLst>
                <a:ext uri="{FF2B5EF4-FFF2-40B4-BE49-F238E27FC236}">
                  <a16:creationId xmlns:a16="http://schemas.microsoft.com/office/drawing/2014/main" id="{F02DD700-73D6-5A2B-90B1-33578611271B}"/>
                </a:ext>
              </a:extLst>
            </p:cNvPr>
            <p:cNvSpPr txBox="1">
              <a:spLocks/>
            </p:cNvSpPr>
            <p:nvPr/>
          </p:nvSpPr>
          <p:spPr>
            <a:xfrm>
              <a:off x="4340431" y="2167505"/>
              <a:ext cx="3149127" cy="1080521"/>
            </a:xfrm>
            <a:prstGeom prst="rect">
              <a:avLst/>
            </a:prstGeom>
          </p:spPr>
          <p:txBody>
            <a:bodyPr vert="horz" lIns="36000" tIns="108000" rIns="36000" bIns="108000" rtlCol="0">
              <a:noAutofit/>
            </a:bodyPr>
            <a:lstStyle>
              <a:lvl1pPr marL="0" indent="0" algn="just" defTabSz="742950" rtl="0" eaLnBrk="1" latinLnBrk="0" hangingPunct="1">
                <a:lnSpc>
                  <a:spcPct val="100000"/>
                </a:lnSpc>
                <a:spcBef>
                  <a:spcPts val="1463"/>
                </a:spcBef>
                <a:buFont typeface="Arial" panose="020B0604020202020204" pitchFamily="34" charset="0"/>
                <a:buNone/>
                <a:tabLst/>
                <a:defRPr sz="1600" i="0" kern="1200" cap="none" baseline="0">
                  <a:solidFill>
                    <a:schemeClr val="bg2"/>
                  </a:solidFill>
                  <a:latin typeface="+mn-lt"/>
                  <a:ea typeface="+mn-ea"/>
                  <a:cs typeface="+mn-cs"/>
                </a:defRPr>
              </a:lvl1pPr>
              <a:lvl2pPr marL="291505" indent="-291505" algn="just" defTabSz="914400" rtl="0" eaLnBrk="1" latinLnBrk="0" hangingPunct="1">
                <a:lnSpc>
                  <a:spcPct val="100000"/>
                </a:lnSpc>
                <a:spcBef>
                  <a:spcPts val="1138"/>
                </a:spcBef>
                <a:buClr>
                  <a:schemeClr val="bg2"/>
                </a:buClr>
                <a:buFont typeface="Tempus Sans ITC" panose="04020404030D07020202" pitchFamily="82" charset="0"/>
                <a:buChar char="/"/>
                <a:defRPr lang="en-GB" sz="1400" kern="1200" baseline="0" dirty="0">
                  <a:solidFill>
                    <a:schemeClr val="tx1"/>
                  </a:solidFill>
                  <a:latin typeface="+mn-lt"/>
                  <a:ea typeface="+mn-ea"/>
                  <a:cs typeface="+mn-cs"/>
                </a:defRPr>
              </a:lvl2pPr>
              <a:lvl3pPr marL="292500" indent="0" algn="just" defTabSz="914400" rtl="0" eaLnBrk="1" latinLnBrk="0" hangingPunct="1">
                <a:lnSpc>
                  <a:spcPct val="100000"/>
                </a:lnSpc>
                <a:spcBef>
                  <a:spcPts val="488"/>
                </a:spcBef>
                <a:buFontTx/>
                <a:buNone/>
                <a:defRPr lang="en-GB" sz="1400" kern="1200" baseline="0" dirty="0">
                  <a:solidFill>
                    <a:schemeClr val="tx1"/>
                  </a:solidFill>
                  <a:latin typeface="+mn-lt"/>
                  <a:ea typeface="+mn-ea"/>
                  <a:cs typeface="+mn-cs"/>
                </a:defRPr>
              </a:lvl3pPr>
              <a:lvl4pPr marL="526500" indent="-234000" algn="just" defTabSz="742950" rtl="0" eaLnBrk="1" latinLnBrk="0" hangingPunct="1">
                <a:lnSpc>
                  <a:spcPct val="100000"/>
                </a:lnSpc>
                <a:spcBef>
                  <a:spcPts val="488"/>
                </a:spcBef>
                <a:buClr>
                  <a:schemeClr val="bg2"/>
                </a:buClr>
                <a:buFont typeface="Tahoma" panose="020B0604030504040204" pitchFamily="34" charset="0"/>
                <a:buChar char="›"/>
                <a:defRPr lang="en-GB" sz="1200" kern="1200" cap="none" baseline="0" dirty="0">
                  <a:solidFill>
                    <a:schemeClr val="tx1"/>
                  </a:solidFill>
                  <a:latin typeface="+mn-lt"/>
                  <a:ea typeface="+mn-ea"/>
                  <a:cs typeface="+mn-cs"/>
                </a:defRPr>
              </a:lvl4pPr>
              <a:lvl5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en-GB" sz="1000" kern="1200" baseline="0" dirty="0">
                  <a:solidFill>
                    <a:schemeClr val="tx1"/>
                  </a:solidFill>
                  <a:latin typeface="+mn-lt"/>
                  <a:ea typeface="+mn-ea"/>
                  <a:cs typeface="+mn-cs"/>
                </a:defRPr>
              </a:lvl5pPr>
              <a:lvl6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en-GB" sz="1000" kern="1200" baseline="0" noProof="0" dirty="0">
                  <a:solidFill>
                    <a:schemeClr val="tx1"/>
                  </a:solidFill>
                  <a:latin typeface="+mn-lt"/>
                  <a:ea typeface="+mn-ea"/>
                  <a:cs typeface="+mn-cs"/>
                </a:defRPr>
              </a:lvl6pPr>
              <a:lvl7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en-GB" sz="1000" kern="1200" baseline="0" noProof="0" dirty="0">
                  <a:solidFill>
                    <a:schemeClr val="tx1"/>
                  </a:solidFill>
                  <a:latin typeface="+mn-lt"/>
                  <a:ea typeface="+mn-ea"/>
                  <a:cs typeface="+mn-cs"/>
                </a:defRPr>
              </a:lvl7pPr>
              <a:lvl8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en-GB" sz="1000" kern="1200" baseline="0" noProof="0" dirty="0">
                  <a:solidFill>
                    <a:schemeClr val="tx1"/>
                  </a:solidFill>
                  <a:latin typeface="+mn-lt"/>
                  <a:ea typeface="+mn-ea"/>
                  <a:cs typeface="+mn-cs"/>
                </a:defRPr>
              </a:lvl8pPr>
              <a:lvl9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en-GB" sz="1000" kern="1200" baseline="0" noProof="0" dirty="0">
                  <a:solidFill>
                    <a:schemeClr val="tx1"/>
                  </a:solidFill>
                  <a:latin typeface="+mn-lt"/>
                  <a:ea typeface="+mn-ea"/>
                  <a:cs typeface="+mn-cs"/>
                </a:defRPr>
              </a:lvl9pPr>
            </a:lstStyle>
            <a:p>
              <a:pPr algn="ctr">
                <a:spcBef>
                  <a:spcPts val="600"/>
                </a:spcBef>
              </a:pPr>
              <a:r>
                <a:rPr lang="fr-FR" sz="1100">
                  <a:solidFill>
                    <a:schemeClr val="tx1"/>
                  </a:solidFill>
                </a:rPr>
                <a:t>La ville d’Atlanta est touchée par une attaque ransomware, rendant indisponible de nombreux systèmes gouvernementaux.</a:t>
              </a:r>
            </a:p>
            <a:p>
              <a:pPr algn="ctr">
                <a:spcBef>
                  <a:spcPts val="600"/>
                </a:spcBef>
              </a:pPr>
              <a:r>
                <a:rPr lang="fr-FR" sz="1100">
                  <a:solidFill>
                    <a:schemeClr val="tx1"/>
                  </a:solidFill>
                </a:rPr>
                <a:t>Parmi ceux-ci, l’ensemble des systèmes de vidéo-surveillances sont rendus indisponibles.</a:t>
              </a:r>
            </a:p>
          </p:txBody>
        </p:sp>
        <p:pic>
          <p:nvPicPr>
            <p:cNvPr id="8" name="United States of America, USA">
              <a:extLst>
                <a:ext uri="{FF2B5EF4-FFF2-40B4-BE49-F238E27FC236}">
                  <a16:creationId xmlns:a16="http://schemas.microsoft.com/office/drawing/2014/main" id="{D3EAF0C1-E3BA-B341-FD73-671CBA4FEB6E}"/>
                </a:ext>
              </a:extLst>
            </p:cNvPr>
            <p:cNvPicPr>
              <a:picLocks/>
            </p:cNvPicPr>
            <p:nvPr/>
          </p:nvPicPr>
          <p:blipFill>
            <a:blip r:embed="rId12">
              <a:extLst>
                <a:ext uri="{28A0092B-C50C-407E-A947-70E740481C1C}">
                  <a14:useLocalDpi xmlns:a14="http://schemas.microsoft.com/office/drawing/2010/main"/>
                </a:ext>
              </a:extLst>
            </a:blip>
            <a:stretch>
              <a:fillRect/>
            </a:stretch>
          </p:blipFill>
          <p:spPr>
            <a:xfrm>
              <a:off x="5613366" y="2006185"/>
              <a:ext cx="302945" cy="213533"/>
            </a:xfrm>
            <a:prstGeom prst="rect">
              <a:avLst/>
            </a:prstGeom>
          </p:spPr>
        </p:pic>
        <p:sp>
          <p:nvSpPr>
            <p:cNvPr id="27" name="TextBox 22" descr="&#10;">
              <a:extLst>
                <a:ext uri="{FF2B5EF4-FFF2-40B4-BE49-F238E27FC236}">
                  <a16:creationId xmlns:a16="http://schemas.microsoft.com/office/drawing/2014/main" id="{A14E2CA3-9023-AFC5-608B-36E235040679}"/>
                </a:ext>
              </a:extLst>
            </p:cNvPr>
            <p:cNvSpPr txBox="1">
              <a:spLocks/>
            </p:cNvSpPr>
            <p:nvPr/>
          </p:nvSpPr>
          <p:spPr>
            <a:xfrm>
              <a:off x="5965181" y="3398204"/>
              <a:ext cx="517525" cy="254196"/>
            </a:xfrm>
            <a:prstGeom prst="rect">
              <a:avLst/>
            </a:prstGeom>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r>
                <a:rPr lang="en-US" sz="1400" b="1">
                  <a:solidFill>
                    <a:schemeClr val="bg2"/>
                  </a:solidFill>
                </a:rPr>
                <a:t>2017</a:t>
              </a:r>
            </a:p>
          </p:txBody>
        </p:sp>
        <p:sp>
          <p:nvSpPr>
            <p:cNvPr id="28" name="TextBox 56">
              <a:extLst>
                <a:ext uri="{FF2B5EF4-FFF2-40B4-BE49-F238E27FC236}">
                  <a16:creationId xmlns:a16="http://schemas.microsoft.com/office/drawing/2014/main" id="{80CF3863-A988-5710-91D1-4B743BE77CB6}"/>
                </a:ext>
              </a:extLst>
            </p:cNvPr>
            <p:cNvSpPr txBox="1">
              <a:spLocks/>
            </p:cNvSpPr>
            <p:nvPr/>
          </p:nvSpPr>
          <p:spPr>
            <a:xfrm>
              <a:off x="4433284" y="3563328"/>
              <a:ext cx="2965385" cy="1035409"/>
            </a:xfrm>
            <a:prstGeom prst="rect">
              <a:avLst/>
            </a:prstGeom>
          </p:spPr>
          <p:txBody>
            <a:bodyPr vert="horz" lIns="36000" tIns="108000" rIns="36000" bIns="108000" rtlCol="0">
              <a:noAutofit/>
            </a:bodyPr>
            <a:lstStyle>
              <a:lvl1pPr marL="0" indent="0" algn="just" defTabSz="742950" rtl="0" eaLnBrk="1" latinLnBrk="0" hangingPunct="1">
                <a:lnSpc>
                  <a:spcPct val="100000"/>
                </a:lnSpc>
                <a:spcBef>
                  <a:spcPts val="1463"/>
                </a:spcBef>
                <a:buFont typeface="Arial" panose="020B0604020202020204" pitchFamily="34" charset="0"/>
                <a:buNone/>
                <a:tabLst/>
                <a:defRPr sz="1600" i="0" kern="1200" cap="none" baseline="0">
                  <a:solidFill>
                    <a:schemeClr val="bg2"/>
                  </a:solidFill>
                  <a:latin typeface="+mn-lt"/>
                  <a:ea typeface="+mn-ea"/>
                  <a:cs typeface="+mn-cs"/>
                </a:defRPr>
              </a:lvl1pPr>
              <a:lvl2pPr marL="291505" indent="-291505" algn="just" defTabSz="914400" rtl="0" eaLnBrk="1" latinLnBrk="0" hangingPunct="1">
                <a:lnSpc>
                  <a:spcPct val="100000"/>
                </a:lnSpc>
                <a:spcBef>
                  <a:spcPts val="1138"/>
                </a:spcBef>
                <a:buClr>
                  <a:schemeClr val="bg2"/>
                </a:buClr>
                <a:buFont typeface="Tempus Sans ITC" panose="04020404030D07020202" pitchFamily="82" charset="0"/>
                <a:buChar char="/"/>
                <a:defRPr lang="en-GB" sz="1400" kern="1200" baseline="0" dirty="0">
                  <a:solidFill>
                    <a:schemeClr val="tx1"/>
                  </a:solidFill>
                  <a:latin typeface="+mn-lt"/>
                  <a:ea typeface="+mn-ea"/>
                  <a:cs typeface="+mn-cs"/>
                </a:defRPr>
              </a:lvl2pPr>
              <a:lvl3pPr marL="292500" indent="0" algn="just" defTabSz="914400" rtl="0" eaLnBrk="1" latinLnBrk="0" hangingPunct="1">
                <a:lnSpc>
                  <a:spcPct val="100000"/>
                </a:lnSpc>
                <a:spcBef>
                  <a:spcPts val="488"/>
                </a:spcBef>
                <a:buFontTx/>
                <a:buNone/>
                <a:defRPr lang="en-GB" sz="1400" kern="1200" baseline="0" dirty="0">
                  <a:solidFill>
                    <a:schemeClr val="tx1"/>
                  </a:solidFill>
                  <a:latin typeface="+mn-lt"/>
                  <a:ea typeface="+mn-ea"/>
                  <a:cs typeface="+mn-cs"/>
                </a:defRPr>
              </a:lvl3pPr>
              <a:lvl4pPr marL="526500" indent="-234000" algn="just" defTabSz="742950" rtl="0" eaLnBrk="1" latinLnBrk="0" hangingPunct="1">
                <a:lnSpc>
                  <a:spcPct val="100000"/>
                </a:lnSpc>
                <a:spcBef>
                  <a:spcPts val="488"/>
                </a:spcBef>
                <a:buClr>
                  <a:schemeClr val="bg2"/>
                </a:buClr>
                <a:buFont typeface="Tahoma" panose="020B0604030504040204" pitchFamily="34" charset="0"/>
                <a:buChar char="›"/>
                <a:defRPr lang="en-GB" sz="1200" kern="1200" cap="none" baseline="0" dirty="0">
                  <a:solidFill>
                    <a:schemeClr val="tx1"/>
                  </a:solidFill>
                  <a:latin typeface="+mn-lt"/>
                  <a:ea typeface="+mn-ea"/>
                  <a:cs typeface="+mn-cs"/>
                </a:defRPr>
              </a:lvl4pPr>
              <a:lvl5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en-GB" sz="1000" kern="1200" baseline="0" dirty="0">
                  <a:solidFill>
                    <a:schemeClr val="tx1"/>
                  </a:solidFill>
                  <a:latin typeface="+mn-lt"/>
                  <a:ea typeface="+mn-ea"/>
                  <a:cs typeface="+mn-cs"/>
                </a:defRPr>
              </a:lvl5pPr>
              <a:lvl6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en-GB" sz="1000" kern="1200" baseline="0" noProof="0" dirty="0">
                  <a:solidFill>
                    <a:schemeClr val="tx1"/>
                  </a:solidFill>
                  <a:latin typeface="+mn-lt"/>
                  <a:ea typeface="+mn-ea"/>
                  <a:cs typeface="+mn-cs"/>
                </a:defRPr>
              </a:lvl6pPr>
              <a:lvl7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en-GB" sz="1000" kern="1200" baseline="0" noProof="0" dirty="0">
                  <a:solidFill>
                    <a:schemeClr val="tx1"/>
                  </a:solidFill>
                  <a:latin typeface="+mn-lt"/>
                  <a:ea typeface="+mn-ea"/>
                  <a:cs typeface="+mn-cs"/>
                </a:defRPr>
              </a:lvl7pPr>
              <a:lvl8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en-GB" sz="1000" kern="1200" baseline="0" noProof="0" dirty="0">
                  <a:solidFill>
                    <a:schemeClr val="tx1"/>
                  </a:solidFill>
                  <a:latin typeface="+mn-lt"/>
                  <a:ea typeface="+mn-ea"/>
                  <a:cs typeface="+mn-cs"/>
                </a:defRPr>
              </a:lvl8pPr>
              <a:lvl9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en-GB" sz="1000" kern="1200" baseline="0" noProof="0" dirty="0">
                  <a:solidFill>
                    <a:schemeClr val="tx1"/>
                  </a:solidFill>
                  <a:latin typeface="+mn-lt"/>
                  <a:ea typeface="+mn-ea"/>
                  <a:cs typeface="+mn-cs"/>
                </a:defRPr>
              </a:lvl9pPr>
            </a:lstStyle>
            <a:p>
              <a:pPr algn="ctr">
                <a:spcBef>
                  <a:spcPts val="600"/>
                </a:spcBef>
              </a:pPr>
              <a:r>
                <a:rPr lang="fr-FR" sz="1100">
                  <a:solidFill>
                    <a:schemeClr val="tx1"/>
                  </a:solidFill>
                </a:rPr>
                <a:t>Un casino américain est victime d’une fuite de données clients.</a:t>
              </a:r>
            </a:p>
            <a:p>
              <a:pPr algn="ctr">
                <a:spcBef>
                  <a:spcPts val="600"/>
                </a:spcBef>
              </a:pPr>
              <a:r>
                <a:rPr lang="fr-FR" sz="1100">
                  <a:solidFill>
                    <a:schemeClr val="tx1"/>
                  </a:solidFill>
                </a:rPr>
                <a:t> Les criminels exfiltrent la base de données en compromettant le thermomètre d’un aquarium connecté.</a:t>
              </a:r>
            </a:p>
          </p:txBody>
        </p:sp>
        <p:sp>
          <p:nvSpPr>
            <p:cNvPr id="35" name="TextBox 22" descr="&#10;">
              <a:extLst>
                <a:ext uri="{FF2B5EF4-FFF2-40B4-BE49-F238E27FC236}">
                  <a16:creationId xmlns:a16="http://schemas.microsoft.com/office/drawing/2014/main" id="{8D26FD8B-4169-03B5-612E-A98167AA3773}"/>
                </a:ext>
              </a:extLst>
            </p:cNvPr>
            <p:cNvSpPr txBox="1">
              <a:spLocks/>
            </p:cNvSpPr>
            <p:nvPr/>
          </p:nvSpPr>
          <p:spPr>
            <a:xfrm>
              <a:off x="5965181" y="4755989"/>
              <a:ext cx="517525" cy="254196"/>
            </a:xfrm>
            <a:prstGeom prst="rect">
              <a:avLst/>
            </a:prstGeom>
          </p:spPr>
          <p:txBody>
            <a:bodyPr vert="horz" lIns="0" tIns="36000" rIns="0" bIns="36000" rtlCol="0" anchor="ctr">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smtClean="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smtClean="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smtClean="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smtClean="0">
                  <a:solidFill>
                    <a:schemeClr val="tx1"/>
                  </a:solidFill>
                  <a:latin typeface="+mn-lt"/>
                  <a:ea typeface="+mn-ea"/>
                  <a:cs typeface="+mn-cs"/>
                </a:defRPr>
              </a:lvl9pPr>
            </a:lstStyle>
            <a:p>
              <a:pPr algn="ctr"/>
              <a:r>
                <a:rPr lang="en-US" sz="1400" b="1">
                  <a:solidFill>
                    <a:schemeClr val="bg2"/>
                  </a:solidFill>
                </a:rPr>
                <a:t>2013</a:t>
              </a:r>
            </a:p>
          </p:txBody>
        </p:sp>
        <p:sp>
          <p:nvSpPr>
            <p:cNvPr id="36" name="TextBox 56">
              <a:extLst>
                <a:ext uri="{FF2B5EF4-FFF2-40B4-BE49-F238E27FC236}">
                  <a16:creationId xmlns:a16="http://schemas.microsoft.com/office/drawing/2014/main" id="{3A4F17A5-9510-2DC4-EA19-B49B8AC46E5C}"/>
                </a:ext>
              </a:extLst>
            </p:cNvPr>
            <p:cNvSpPr txBox="1">
              <a:spLocks/>
            </p:cNvSpPr>
            <p:nvPr/>
          </p:nvSpPr>
          <p:spPr>
            <a:xfrm>
              <a:off x="4340431" y="4951491"/>
              <a:ext cx="3142399" cy="1267548"/>
            </a:xfrm>
            <a:prstGeom prst="rect">
              <a:avLst/>
            </a:prstGeom>
          </p:spPr>
          <p:txBody>
            <a:bodyPr vert="horz" lIns="36000" tIns="108000" rIns="36000" bIns="108000" rtlCol="0">
              <a:noAutofit/>
            </a:bodyPr>
            <a:lstStyle>
              <a:lvl1pPr marL="0" indent="0" algn="just" defTabSz="742950" rtl="0" eaLnBrk="1" latinLnBrk="0" hangingPunct="1">
                <a:lnSpc>
                  <a:spcPct val="100000"/>
                </a:lnSpc>
                <a:spcBef>
                  <a:spcPts val="1463"/>
                </a:spcBef>
                <a:buFont typeface="Arial" panose="020B0604020202020204" pitchFamily="34" charset="0"/>
                <a:buNone/>
                <a:tabLst/>
                <a:defRPr sz="1600" i="0" kern="1200" cap="none" baseline="0">
                  <a:solidFill>
                    <a:schemeClr val="bg2"/>
                  </a:solidFill>
                  <a:latin typeface="+mn-lt"/>
                  <a:ea typeface="+mn-ea"/>
                  <a:cs typeface="+mn-cs"/>
                </a:defRPr>
              </a:lvl1pPr>
              <a:lvl2pPr marL="291505" indent="-291505" algn="just" defTabSz="914400" rtl="0" eaLnBrk="1" latinLnBrk="0" hangingPunct="1">
                <a:lnSpc>
                  <a:spcPct val="100000"/>
                </a:lnSpc>
                <a:spcBef>
                  <a:spcPts val="1138"/>
                </a:spcBef>
                <a:buClr>
                  <a:schemeClr val="bg2"/>
                </a:buClr>
                <a:buFont typeface="Tempus Sans ITC" panose="04020404030D07020202" pitchFamily="82" charset="0"/>
                <a:buChar char="/"/>
                <a:defRPr lang="en-GB" sz="1400" kern="1200" baseline="0" dirty="0">
                  <a:solidFill>
                    <a:schemeClr val="tx1"/>
                  </a:solidFill>
                  <a:latin typeface="+mn-lt"/>
                  <a:ea typeface="+mn-ea"/>
                  <a:cs typeface="+mn-cs"/>
                </a:defRPr>
              </a:lvl2pPr>
              <a:lvl3pPr marL="292500" indent="0" algn="just" defTabSz="914400" rtl="0" eaLnBrk="1" latinLnBrk="0" hangingPunct="1">
                <a:lnSpc>
                  <a:spcPct val="100000"/>
                </a:lnSpc>
                <a:spcBef>
                  <a:spcPts val="488"/>
                </a:spcBef>
                <a:buFontTx/>
                <a:buNone/>
                <a:defRPr lang="en-GB" sz="1400" kern="1200" baseline="0" dirty="0">
                  <a:solidFill>
                    <a:schemeClr val="tx1"/>
                  </a:solidFill>
                  <a:latin typeface="+mn-lt"/>
                  <a:ea typeface="+mn-ea"/>
                  <a:cs typeface="+mn-cs"/>
                </a:defRPr>
              </a:lvl3pPr>
              <a:lvl4pPr marL="526500" indent="-234000" algn="just" defTabSz="742950" rtl="0" eaLnBrk="1" latinLnBrk="0" hangingPunct="1">
                <a:lnSpc>
                  <a:spcPct val="100000"/>
                </a:lnSpc>
                <a:spcBef>
                  <a:spcPts val="488"/>
                </a:spcBef>
                <a:buClr>
                  <a:schemeClr val="bg2"/>
                </a:buClr>
                <a:buFont typeface="Tahoma" panose="020B0604030504040204" pitchFamily="34" charset="0"/>
                <a:buChar char="›"/>
                <a:defRPr lang="en-GB" sz="1200" kern="1200" cap="none" baseline="0" dirty="0">
                  <a:solidFill>
                    <a:schemeClr val="tx1"/>
                  </a:solidFill>
                  <a:latin typeface="+mn-lt"/>
                  <a:ea typeface="+mn-ea"/>
                  <a:cs typeface="+mn-cs"/>
                </a:defRPr>
              </a:lvl4pPr>
              <a:lvl5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en-GB" sz="1000" kern="1200" baseline="0" dirty="0">
                  <a:solidFill>
                    <a:schemeClr val="tx1"/>
                  </a:solidFill>
                  <a:latin typeface="+mn-lt"/>
                  <a:ea typeface="+mn-ea"/>
                  <a:cs typeface="+mn-cs"/>
                </a:defRPr>
              </a:lvl5pPr>
              <a:lvl6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en-GB" sz="1000" kern="1200" baseline="0" noProof="0" dirty="0">
                  <a:solidFill>
                    <a:schemeClr val="tx1"/>
                  </a:solidFill>
                  <a:latin typeface="+mn-lt"/>
                  <a:ea typeface="+mn-ea"/>
                  <a:cs typeface="+mn-cs"/>
                </a:defRPr>
              </a:lvl6pPr>
              <a:lvl7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en-GB" sz="1000" kern="1200" baseline="0" noProof="0" dirty="0">
                  <a:solidFill>
                    <a:schemeClr val="tx1"/>
                  </a:solidFill>
                  <a:latin typeface="+mn-lt"/>
                  <a:ea typeface="+mn-ea"/>
                  <a:cs typeface="+mn-cs"/>
                </a:defRPr>
              </a:lvl7pPr>
              <a:lvl8pPr marL="900000" marR="0" indent="-252000" algn="just" defTabSz="914400" rtl="0" eaLnBrk="1" fontAlgn="auto" latinLnBrk="0" hangingPunct="1">
                <a:lnSpc>
                  <a:spcPct val="100000"/>
                </a:lnSpc>
                <a:spcBef>
                  <a:spcPts val="500"/>
                </a:spcBef>
                <a:spcAft>
                  <a:spcPts val="0"/>
                </a:spcAft>
                <a:buClr>
                  <a:schemeClr val="bg2"/>
                </a:buClr>
                <a:buSzTx/>
                <a:buFont typeface="Tahoma" panose="020B0604030504040204" pitchFamily="34" charset="0"/>
                <a:buChar char="»"/>
                <a:tabLst/>
                <a:defRPr lang="en-GB" sz="1000" kern="1200" baseline="0" noProof="0" dirty="0">
                  <a:solidFill>
                    <a:schemeClr val="tx1"/>
                  </a:solidFill>
                  <a:latin typeface="+mn-lt"/>
                  <a:ea typeface="+mn-ea"/>
                  <a:cs typeface="+mn-cs"/>
                </a:defRPr>
              </a:lvl8pPr>
              <a:lvl9pPr marL="900000" indent="-252000" algn="just" defTabSz="914400" rtl="0" eaLnBrk="1" latinLnBrk="0" hangingPunct="1">
                <a:lnSpc>
                  <a:spcPct val="100000"/>
                </a:lnSpc>
                <a:spcBef>
                  <a:spcPts val="500"/>
                </a:spcBef>
                <a:buClr>
                  <a:schemeClr val="bg2"/>
                </a:buClr>
                <a:buFont typeface="Tahoma" panose="020B0604030504040204" pitchFamily="34" charset="0"/>
                <a:buChar char="»"/>
                <a:defRPr lang="en-GB" sz="1000" kern="1200" baseline="0" noProof="0" dirty="0">
                  <a:solidFill>
                    <a:schemeClr val="tx1"/>
                  </a:solidFill>
                  <a:latin typeface="+mn-lt"/>
                  <a:ea typeface="+mn-ea"/>
                  <a:cs typeface="+mn-cs"/>
                </a:defRPr>
              </a:lvl9pPr>
            </a:lstStyle>
            <a:p>
              <a:pPr algn="ctr">
                <a:spcBef>
                  <a:spcPts val="600"/>
                </a:spcBef>
              </a:pPr>
              <a:r>
                <a:rPr lang="fr-FR" sz="1100">
                  <a:solidFill>
                    <a:schemeClr val="tx1"/>
                  </a:solidFill>
                </a:rPr>
                <a:t>Des hackers parviennent à prendre le contrôle d’un système de GTB vulnérable directement exposé via une IP publique.</a:t>
              </a:r>
            </a:p>
            <a:p>
              <a:pPr algn="ctr">
                <a:spcBef>
                  <a:spcPts val="600"/>
                </a:spcBef>
              </a:pPr>
              <a:r>
                <a:rPr lang="fr-FR" sz="1100">
                  <a:solidFill>
                    <a:schemeClr val="tx1"/>
                  </a:solidFill>
                </a:rPr>
                <a:t>Par rebond, les hackers sont parvenus à pénétrer dans les systèmes d’autres bâtiments de l’entreprise.</a:t>
              </a:r>
            </a:p>
          </p:txBody>
        </p:sp>
        <p:pic>
          <p:nvPicPr>
            <p:cNvPr id="47" name="United States of America, USA">
              <a:extLst>
                <a:ext uri="{FF2B5EF4-FFF2-40B4-BE49-F238E27FC236}">
                  <a16:creationId xmlns:a16="http://schemas.microsoft.com/office/drawing/2014/main" id="{D03FADCB-5C8C-8CF0-0CF4-47B48323F29A}"/>
                </a:ext>
              </a:extLst>
            </p:cNvPr>
            <p:cNvPicPr>
              <a:picLocks/>
            </p:cNvPicPr>
            <p:nvPr/>
          </p:nvPicPr>
          <p:blipFill>
            <a:blip r:embed="rId12">
              <a:extLst>
                <a:ext uri="{28A0092B-C50C-407E-A947-70E740481C1C}">
                  <a14:useLocalDpi xmlns:a14="http://schemas.microsoft.com/office/drawing/2010/main"/>
                </a:ext>
              </a:extLst>
            </a:blip>
            <a:stretch>
              <a:fillRect/>
            </a:stretch>
          </p:blipFill>
          <p:spPr>
            <a:xfrm>
              <a:off x="5613366" y="3402908"/>
              <a:ext cx="302945" cy="213533"/>
            </a:xfrm>
            <a:prstGeom prst="rect">
              <a:avLst/>
            </a:prstGeom>
          </p:spPr>
        </p:pic>
        <p:pic>
          <p:nvPicPr>
            <p:cNvPr id="48" name="United States of America, USA">
              <a:extLst>
                <a:ext uri="{FF2B5EF4-FFF2-40B4-BE49-F238E27FC236}">
                  <a16:creationId xmlns:a16="http://schemas.microsoft.com/office/drawing/2014/main" id="{DA7B9588-0F6E-328A-C3C4-2CF44328C5BB}"/>
                </a:ext>
              </a:extLst>
            </p:cNvPr>
            <p:cNvPicPr>
              <a:picLocks/>
            </p:cNvPicPr>
            <p:nvPr/>
          </p:nvPicPr>
          <p:blipFill>
            <a:blip r:embed="rId12">
              <a:extLst>
                <a:ext uri="{28A0092B-C50C-407E-A947-70E740481C1C}">
                  <a14:useLocalDpi xmlns:a14="http://schemas.microsoft.com/office/drawing/2010/main"/>
                </a:ext>
              </a:extLst>
            </a:blip>
            <a:stretch>
              <a:fillRect/>
            </a:stretch>
          </p:blipFill>
          <p:spPr>
            <a:xfrm>
              <a:off x="5613366" y="4762778"/>
              <a:ext cx="302945" cy="213533"/>
            </a:xfrm>
            <a:prstGeom prst="rect">
              <a:avLst/>
            </a:prstGeom>
          </p:spPr>
        </p:pic>
      </p:grpSp>
      <p:sp>
        <p:nvSpPr>
          <p:cNvPr id="2" name="Rectangle 1">
            <a:extLst>
              <a:ext uri="{FF2B5EF4-FFF2-40B4-BE49-F238E27FC236}">
                <a16:creationId xmlns:a16="http://schemas.microsoft.com/office/drawing/2014/main" id="{7FE98293-3726-5121-01C5-9A7036AD4632}"/>
              </a:ext>
            </a:extLst>
          </p:cNvPr>
          <p:cNvSpPr/>
          <p:nvPr/>
        </p:nvSpPr>
        <p:spPr>
          <a:xfrm>
            <a:off x="4222119" y="1878764"/>
            <a:ext cx="3167999" cy="436488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algn="l">
              <a:spcBef>
                <a:spcPts val="600"/>
              </a:spcBef>
            </a:pPr>
            <a:endParaRPr lang="fr-FR" sz="2000" err="1">
              <a:solidFill>
                <a:schemeClr val="bg2"/>
              </a:solidFill>
              <a:ea typeface="+mj-ea"/>
              <a:cs typeface="+mj-cs"/>
            </a:endParaRPr>
          </a:p>
        </p:txBody>
      </p:sp>
      <p:sp>
        <p:nvSpPr>
          <p:cNvPr id="3" name="Rectangle 2">
            <a:extLst>
              <a:ext uri="{FF2B5EF4-FFF2-40B4-BE49-F238E27FC236}">
                <a16:creationId xmlns:a16="http://schemas.microsoft.com/office/drawing/2014/main" id="{6F202D96-25B6-F6D2-3443-CD4A73275AAE}"/>
              </a:ext>
            </a:extLst>
          </p:cNvPr>
          <p:cNvSpPr/>
          <p:nvPr/>
        </p:nvSpPr>
        <p:spPr>
          <a:xfrm>
            <a:off x="7781926" y="1890713"/>
            <a:ext cx="3167999" cy="436488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algn="l">
              <a:spcBef>
                <a:spcPts val="600"/>
              </a:spcBef>
            </a:pPr>
            <a:endParaRPr lang="fr-FR" sz="2000" err="1">
              <a:solidFill>
                <a:schemeClr val="bg2"/>
              </a:solidFill>
              <a:ea typeface="+mj-ea"/>
              <a:cs typeface="+mj-cs"/>
            </a:endParaRPr>
          </a:p>
        </p:txBody>
      </p:sp>
    </p:spTree>
    <p:custDataLst>
      <p:tags r:id="rId1"/>
    </p:custDataLst>
    <p:extLst>
      <p:ext uri="{BB962C8B-B14F-4D97-AF65-F5344CB8AC3E}">
        <p14:creationId xmlns:p14="http://schemas.microsoft.com/office/powerpoint/2010/main" val="3213456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9AC040A-821D-5633-EE15-32C9CADD7681}"/>
              </a:ext>
              <a:ext uri="{C183D7F6-B498-43B3-948B-1728B52AA6E4}">
                <adec:decorative xmlns:adec="http://schemas.microsoft.com/office/drawing/2017/decorative" val="1"/>
              </a:ext>
            </a:extLst>
          </p:cNvPr>
          <p:cNvSpPr>
            <a:spLocks noGrp="1"/>
          </p:cNvSpPr>
          <p:nvPr>
            <p:ph type="body" sz="quarter" idx="13"/>
          </p:nvPr>
        </p:nvSpPr>
        <p:spPr/>
        <p:txBody>
          <a:bodyPr/>
          <a:lstStyle/>
          <a:p>
            <a:r>
              <a:rPr lang="fr-FR"/>
              <a:t>Directive Résilience des Entités Critiques - REC</a:t>
            </a:r>
          </a:p>
        </p:txBody>
      </p:sp>
      <p:sp>
        <p:nvSpPr>
          <p:cNvPr id="9" name="Title 8">
            <a:extLst>
              <a:ext uri="{FF2B5EF4-FFF2-40B4-BE49-F238E27FC236}">
                <a16:creationId xmlns:a16="http://schemas.microsoft.com/office/drawing/2014/main" id="{F97A0C1B-4574-14B1-45CE-6EF30757E34E}"/>
              </a:ext>
            </a:extLst>
          </p:cNvPr>
          <p:cNvSpPr>
            <a:spLocks noGrp="1"/>
          </p:cNvSpPr>
          <p:nvPr>
            <p:ph type="title"/>
          </p:nvPr>
        </p:nvSpPr>
        <p:spPr>
          <a:xfrm>
            <a:off x="425354" y="404667"/>
            <a:ext cx="11342769" cy="679550"/>
          </a:xfrm>
        </p:spPr>
        <p:txBody>
          <a:bodyPr/>
          <a:lstStyle/>
          <a:p>
            <a:r>
              <a:rPr lang="fr-FR">
                <a:solidFill>
                  <a:schemeClr val="bg2"/>
                </a:solidFill>
              </a:rPr>
              <a:t>Les mesures de conformité à l’échelle de l’opérateur</a:t>
            </a:r>
          </a:p>
        </p:txBody>
      </p:sp>
      <p:pic>
        <p:nvPicPr>
          <p:cNvPr id="13" name="Graphic - Waves [1]" descr="Waves" hidden="1">
            <a:extLst>
              <a:ext uri="{FF2B5EF4-FFF2-40B4-BE49-F238E27FC236}">
                <a16:creationId xmlns:a16="http://schemas.microsoft.com/office/drawing/2014/main" id="{D474DA59-3CA2-7E8F-3366-F6A960BC106F}"/>
              </a:ext>
            </a:extLst>
          </p:cNvPr>
          <p:cNvPicPr>
            <a:picLocks noChangeAspect="1"/>
          </p:cNvPicPr>
          <p:nvPr>
            <p:custDataLst>
              <p:tags r:id="rId2"/>
            </p:custDataLst>
          </p:nvPr>
        </p:nvPicPr>
        <p:blipFill>
          <a:blip r:embed="rId6">
            <a:extLst>
              <a:ext uri="{96DAC541-7B7A-43D3-8B79-37D633B846F1}">
                <asvg:svgBlip xmlns:asvg="http://schemas.microsoft.com/office/drawing/2016/SVG/main" r:embed="rId7"/>
              </a:ext>
            </a:extLst>
          </a:blip>
          <a:stretch>
            <a:fillRect/>
          </a:stretch>
        </p:blipFill>
        <p:spPr>
          <a:xfrm>
            <a:off x="3760887" y="6816996"/>
            <a:ext cx="720724" cy="720724"/>
          </a:xfrm>
          <a:prstGeom prst="rect">
            <a:avLst/>
          </a:prstGeom>
        </p:spPr>
      </p:pic>
      <p:grpSp>
        <p:nvGrpSpPr>
          <p:cNvPr id="114" name="Graphic - Medical report [1]" descr="Medical report " hidden="1">
            <a:extLst>
              <a:ext uri="{FF2B5EF4-FFF2-40B4-BE49-F238E27FC236}">
                <a16:creationId xmlns:a16="http://schemas.microsoft.com/office/drawing/2014/main" id="{4863D6C2-E8BF-E844-51EA-2DAB1B4AD4C8}"/>
              </a:ext>
            </a:extLst>
          </p:cNvPr>
          <p:cNvGrpSpPr/>
          <p:nvPr/>
        </p:nvGrpSpPr>
        <p:grpSpPr>
          <a:xfrm>
            <a:off x="2768103" y="5569132"/>
            <a:ext cx="2664288" cy="2985094"/>
            <a:chOff x="2768103" y="5569132"/>
            <a:chExt cx="2664288" cy="2985094"/>
          </a:xfrm>
          <a:noFill/>
        </p:grpSpPr>
        <p:sp>
          <p:nvSpPr>
            <p:cNvPr id="115" name="Forme libre : forme 114">
              <a:extLst>
                <a:ext uri="{FF2B5EF4-FFF2-40B4-BE49-F238E27FC236}">
                  <a16:creationId xmlns:a16="http://schemas.microsoft.com/office/drawing/2014/main" id="{DCD4317C-B13E-4886-32AF-9E18E54DCD8B}"/>
                </a:ext>
              </a:extLst>
            </p:cNvPr>
            <p:cNvSpPr/>
            <p:nvPr/>
          </p:nvSpPr>
          <p:spPr>
            <a:xfrm>
              <a:off x="4100247" y="6862673"/>
              <a:ext cx="111012" cy="597018"/>
            </a:xfrm>
            <a:custGeom>
              <a:avLst/>
              <a:gdLst>
                <a:gd name="connsiteX0" fmla="*/ 0 w 111012"/>
                <a:gd name="connsiteY0" fmla="*/ 0 h 597018"/>
                <a:gd name="connsiteX1" fmla="*/ 0 w 111012"/>
                <a:gd name="connsiteY1" fmla="*/ 597019 h 597018"/>
              </a:gdLst>
              <a:ahLst/>
              <a:cxnLst>
                <a:cxn ang="0">
                  <a:pos x="connsiteX0" y="connsiteY0"/>
                </a:cxn>
                <a:cxn ang="0">
                  <a:pos x="connsiteX1" y="connsiteY1"/>
                </a:cxn>
              </a:cxnLst>
              <a:rect l="l" t="t" r="r" b="b"/>
              <a:pathLst>
                <a:path w="111012" h="597018">
                  <a:moveTo>
                    <a:pt x="0" y="0"/>
                  </a:moveTo>
                  <a:lnTo>
                    <a:pt x="0" y="597019"/>
                  </a:lnTo>
                </a:path>
              </a:pathLst>
            </a:custGeom>
            <a:ln w="220472" cap="sq">
              <a:solidFill>
                <a:schemeClr val="bg1"/>
              </a:solidFill>
              <a:prstDash val="solid"/>
              <a:miter/>
            </a:ln>
          </p:spPr>
          <p:txBody>
            <a:bodyPr rtlCol="0" anchor="ctr"/>
            <a:lstStyle/>
            <a:p>
              <a:endParaRPr lang="fr-FR"/>
            </a:p>
          </p:txBody>
        </p:sp>
        <p:sp>
          <p:nvSpPr>
            <p:cNvPr id="116" name="Forme libre : forme 115">
              <a:extLst>
                <a:ext uri="{FF2B5EF4-FFF2-40B4-BE49-F238E27FC236}">
                  <a16:creationId xmlns:a16="http://schemas.microsoft.com/office/drawing/2014/main" id="{767BDBEF-85B4-99A9-9380-BC6F520A0009}"/>
                </a:ext>
              </a:extLst>
            </p:cNvPr>
            <p:cNvSpPr/>
            <p:nvPr/>
          </p:nvSpPr>
          <p:spPr>
            <a:xfrm>
              <a:off x="3767211" y="7161182"/>
              <a:ext cx="666072" cy="99503"/>
            </a:xfrm>
            <a:custGeom>
              <a:avLst/>
              <a:gdLst>
                <a:gd name="connsiteX0" fmla="*/ 0 w 666072"/>
                <a:gd name="connsiteY0" fmla="*/ 0 h 99503"/>
                <a:gd name="connsiteX1" fmla="*/ 666072 w 666072"/>
                <a:gd name="connsiteY1" fmla="*/ 0 h 99503"/>
              </a:gdLst>
              <a:ahLst/>
              <a:cxnLst>
                <a:cxn ang="0">
                  <a:pos x="connsiteX0" y="connsiteY0"/>
                </a:cxn>
                <a:cxn ang="0">
                  <a:pos x="connsiteX1" y="connsiteY1"/>
                </a:cxn>
              </a:cxnLst>
              <a:rect l="l" t="t" r="r" b="b"/>
              <a:pathLst>
                <a:path w="666072" h="99503">
                  <a:moveTo>
                    <a:pt x="0" y="0"/>
                  </a:moveTo>
                  <a:lnTo>
                    <a:pt x="666072" y="0"/>
                  </a:lnTo>
                </a:path>
              </a:pathLst>
            </a:custGeom>
            <a:ln w="220472" cap="sq">
              <a:solidFill>
                <a:schemeClr val="bg1"/>
              </a:solidFill>
              <a:prstDash val="solid"/>
              <a:miter/>
            </a:ln>
          </p:spPr>
          <p:txBody>
            <a:bodyPr rtlCol="0" anchor="ctr"/>
            <a:lstStyle/>
            <a:p>
              <a:endParaRPr lang="fr-FR"/>
            </a:p>
          </p:txBody>
        </p:sp>
        <p:sp>
          <p:nvSpPr>
            <p:cNvPr id="117" name="Forme libre : forme 116">
              <a:extLst>
                <a:ext uri="{FF2B5EF4-FFF2-40B4-BE49-F238E27FC236}">
                  <a16:creationId xmlns:a16="http://schemas.microsoft.com/office/drawing/2014/main" id="{EEDB2B62-ACEB-8BE4-FC1D-E476C5DBA3AC}"/>
                </a:ext>
              </a:extLst>
            </p:cNvPr>
            <p:cNvSpPr/>
            <p:nvPr/>
          </p:nvSpPr>
          <p:spPr>
            <a:xfrm>
              <a:off x="2768103" y="5569132"/>
              <a:ext cx="2664288" cy="2985094"/>
            </a:xfrm>
            <a:custGeom>
              <a:avLst/>
              <a:gdLst>
                <a:gd name="connsiteX0" fmla="*/ 0 w 2664288"/>
                <a:gd name="connsiteY0" fmla="*/ 0 h 2985094"/>
                <a:gd name="connsiteX1" fmla="*/ 2664289 w 2664288"/>
                <a:gd name="connsiteY1" fmla="*/ 0 h 2985094"/>
                <a:gd name="connsiteX2" fmla="*/ 2664289 w 2664288"/>
                <a:gd name="connsiteY2" fmla="*/ 2985095 h 2985094"/>
                <a:gd name="connsiteX3" fmla="*/ 0 w 2664288"/>
                <a:gd name="connsiteY3" fmla="*/ 2985095 h 2985094"/>
              </a:gdLst>
              <a:ahLst/>
              <a:cxnLst>
                <a:cxn ang="0">
                  <a:pos x="connsiteX0" y="connsiteY0"/>
                </a:cxn>
                <a:cxn ang="0">
                  <a:pos x="connsiteX1" y="connsiteY1"/>
                </a:cxn>
                <a:cxn ang="0">
                  <a:pos x="connsiteX2" y="connsiteY2"/>
                </a:cxn>
                <a:cxn ang="0">
                  <a:pos x="connsiteX3" y="connsiteY3"/>
                </a:cxn>
              </a:cxnLst>
              <a:rect l="l" t="t" r="r" b="b"/>
              <a:pathLst>
                <a:path w="2664288" h="2985094">
                  <a:moveTo>
                    <a:pt x="0" y="0"/>
                  </a:moveTo>
                  <a:lnTo>
                    <a:pt x="2664289" y="0"/>
                  </a:lnTo>
                  <a:lnTo>
                    <a:pt x="2664289" y="2985095"/>
                  </a:lnTo>
                  <a:lnTo>
                    <a:pt x="0" y="2985095"/>
                  </a:lnTo>
                  <a:close/>
                </a:path>
              </a:pathLst>
            </a:custGeom>
            <a:noFill/>
            <a:ln w="220472" cap="sq">
              <a:solidFill>
                <a:schemeClr val="bg1"/>
              </a:solidFill>
              <a:prstDash val="solid"/>
              <a:miter/>
            </a:ln>
          </p:spPr>
          <p:txBody>
            <a:bodyPr rtlCol="0" anchor="ctr"/>
            <a:lstStyle/>
            <a:p>
              <a:endParaRPr lang="fr-FR"/>
            </a:p>
          </p:txBody>
        </p:sp>
        <p:sp>
          <p:nvSpPr>
            <p:cNvPr id="118" name="Forme libre : forme 117">
              <a:extLst>
                <a:ext uri="{FF2B5EF4-FFF2-40B4-BE49-F238E27FC236}">
                  <a16:creationId xmlns:a16="http://schemas.microsoft.com/office/drawing/2014/main" id="{B78CF03D-4246-B692-645B-1F2AE041C727}"/>
                </a:ext>
              </a:extLst>
            </p:cNvPr>
            <p:cNvSpPr/>
            <p:nvPr/>
          </p:nvSpPr>
          <p:spPr>
            <a:xfrm>
              <a:off x="3212151" y="5967144"/>
              <a:ext cx="1776192" cy="2189069"/>
            </a:xfrm>
            <a:custGeom>
              <a:avLst/>
              <a:gdLst>
                <a:gd name="connsiteX0" fmla="*/ 1443156 w 1776192"/>
                <a:gd name="connsiteY0" fmla="*/ 0 h 2189069"/>
                <a:gd name="connsiteX1" fmla="*/ 1776193 w 1776192"/>
                <a:gd name="connsiteY1" fmla="*/ 0 h 2189069"/>
                <a:gd name="connsiteX2" fmla="*/ 1776193 w 1776192"/>
                <a:gd name="connsiteY2" fmla="*/ 2189070 h 2189069"/>
                <a:gd name="connsiteX3" fmla="*/ 0 w 1776192"/>
                <a:gd name="connsiteY3" fmla="*/ 2189070 h 2189069"/>
                <a:gd name="connsiteX4" fmla="*/ 0 w 1776192"/>
                <a:gd name="connsiteY4" fmla="*/ 0 h 2189069"/>
                <a:gd name="connsiteX5" fmla="*/ 333036 w 1776192"/>
                <a:gd name="connsiteY5" fmla="*/ 0 h 218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76192" h="2189069">
                  <a:moveTo>
                    <a:pt x="1443156" y="0"/>
                  </a:moveTo>
                  <a:lnTo>
                    <a:pt x="1776193" y="0"/>
                  </a:lnTo>
                  <a:lnTo>
                    <a:pt x="1776193" y="2189070"/>
                  </a:lnTo>
                  <a:lnTo>
                    <a:pt x="0" y="2189070"/>
                  </a:lnTo>
                  <a:lnTo>
                    <a:pt x="0" y="0"/>
                  </a:lnTo>
                  <a:lnTo>
                    <a:pt x="333036" y="0"/>
                  </a:lnTo>
                </a:path>
              </a:pathLst>
            </a:custGeom>
            <a:noFill/>
            <a:ln w="220472" cap="sq">
              <a:solidFill>
                <a:schemeClr val="bg1"/>
              </a:solidFill>
              <a:prstDash val="solid"/>
              <a:miter/>
            </a:ln>
          </p:spPr>
          <p:txBody>
            <a:bodyPr rtlCol="0" anchor="ctr"/>
            <a:lstStyle/>
            <a:p>
              <a:endParaRPr lang="fr-FR"/>
            </a:p>
          </p:txBody>
        </p:sp>
        <p:sp>
          <p:nvSpPr>
            <p:cNvPr id="119" name="Forme libre : forme 118">
              <a:extLst>
                <a:ext uri="{FF2B5EF4-FFF2-40B4-BE49-F238E27FC236}">
                  <a16:creationId xmlns:a16="http://schemas.microsoft.com/office/drawing/2014/main" id="{CD7F6A4A-497F-0B26-0D99-921635796727}"/>
                </a:ext>
              </a:extLst>
            </p:cNvPr>
            <p:cNvSpPr/>
            <p:nvPr/>
          </p:nvSpPr>
          <p:spPr>
            <a:xfrm>
              <a:off x="3545187" y="5867641"/>
              <a:ext cx="1110120" cy="398012"/>
            </a:xfrm>
            <a:custGeom>
              <a:avLst/>
              <a:gdLst>
                <a:gd name="connsiteX0" fmla="*/ 0 w 1110120"/>
                <a:gd name="connsiteY0" fmla="*/ 0 h 398012"/>
                <a:gd name="connsiteX1" fmla="*/ 0 w 1110120"/>
                <a:gd name="connsiteY1" fmla="*/ 398013 h 398012"/>
                <a:gd name="connsiteX2" fmla="*/ 366340 w 1110120"/>
                <a:gd name="connsiteY2" fmla="*/ 398013 h 398012"/>
                <a:gd name="connsiteX3" fmla="*/ 555060 w 1110120"/>
                <a:gd name="connsiteY3" fmla="*/ 298509 h 398012"/>
                <a:gd name="connsiteX4" fmla="*/ 743781 w 1110120"/>
                <a:gd name="connsiteY4" fmla="*/ 398013 h 398012"/>
                <a:gd name="connsiteX5" fmla="*/ 1110120 w 1110120"/>
                <a:gd name="connsiteY5" fmla="*/ 398013 h 398012"/>
                <a:gd name="connsiteX6" fmla="*/ 1110120 w 1110120"/>
                <a:gd name="connsiteY6" fmla="*/ 0 h 398012"/>
                <a:gd name="connsiteX7" fmla="*/ 0 w 1110120"/>
                <a:gd name="connsiteY7" fmla="*/ 0 h 398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0120" h="398012">
                  <a:moveTo>
                    <a:pt x="0" y="0"/>
                  </a:moveTo>
                  <a:lnTo>
                    <a:pt x="0" y="398013"/>
                  </a:lnTo>
                  <a:lnTo>
                    <a:pt x="366340" y="398013"/>
                  </a:lnTo>
                  <a:cubicBezTo>
                    <a:pt x="399643" y="338311"/>
                    <a:pt x="477352" y="298509"/>
                    <a:pt x="555060" y="298509"/>
                  </a:cubicBezTo>
                  <a:cubicBezTo>
                    <a:pt x="632769" y="298509"/>
                    <a:pt x="710477" y="338311"/>
                    <a:pt x="743781" y="398013"/>
                  </a:cubicBezTo>
                  <a:lnTo>
                    <a:pt x="1110120" y="398013"/>
                  </a:lnTo>
                  <a:lnTo>
                    <a:pt x="1110120" y="0"/>
                  </a:lnTo>
                  <a:lnTo>
                    <a:pt x="0" y="0"/>
                  </a:lnTo>
                  <a:close/>
                </a:path>
              </a:pathLst>
            </a:custGeom>
            <a:noFill/>
            <a:ln w="220472" cap="sq">
              <a:solidFill>
                <a:schemeClr val="bg1"/>
              </a:solidFill>
              <a:prstDash val="solid"/>
              <a:miter/>
            </a:ln>
          </p:spPr>
          <p:txBody>
            <a:bodyPr rtlCol="0" anchor="ctr"/>
            <a:lstStyle/>
            <a:p>
              <a:endParaRPr lang="fr-FR"/>
            </a:p>
          </p:txBody>
        </p:sp>
      </p:grpSp>
      <p:pic>
        <p:nvPicPr>
          <p:cNvPr id="122" name="Play [1]" hidden="1">
            <a:extLst>
              <a:ext uri="{FF2B5EF4-FFF2-40B4-BE49-F238E27FC236}">
                <a16:creationId xmlns:a16="http://schemas.microsoft.com/office/drawing/2014/main" id="{972B32D8-10E5-D7C4-19FF-101C0434E304}"/>
              </a:ext>
            </a:extLst>
          </p:cNvPr>
          <p:cNvPicPr>
            <a:picLocks noChangeAspect="1"/>
          </p:cNvPicPr>
          <p:nvPr>
            <p:custDataLst>
              <p:tags r:id="rId3"/>
            </p:custDataLst>
          </p:nvPr>
        </p:nvPicPr>
        <p:blipFill>
          <a:blip r:embed="rId8">
            <a:extLst>
              <a:ext uri="{96DAC541-7B7A-43D3-8B79-37D633B846F1}">
                <asvg:svgBlip xmlns:asvg="http://schemas.microsoft.com/office/drawing/2016/SVG/main" r:embed="rId9"/>
              </a:ext>
            </a:extLst>
          </a:blip>
          <a:srcRect/>
          <a:stretch/>
        </p:blipFill>
        <p:spPr>
          <a:xfrm>
            <a:off x="722313" y="722313"/>
            <a:ext cx="715962" cy="715962"/>
          </a:xfrm>
          <a:prstGeom prst="rect">
            <a:avLst/>
          </a:prstGeom>
        </p:spPr>
      </p:pic>
    </p:spTree>
    <p:custDataLst>
      <p:tags r:id="rId1"/>
    </p:custDataLst>
    <p:extLst>
      <p:ext uri="{BB962C8B-B14F-4D97-AF65-F5344CB8AC3E}">
        <p14:creationId xmlns:p14="http://schemas.microsoft.com/office/powerpoint/2010/main" val="38759740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4B20B2-CB64-C137-95E6-991E40C8812D}"/>
              </a:ext>
            </a:extLst>
          </p:cNvPr>
          <p:cNvSpPr>
            <a:spLocks noGrp="1"/>
          </p:cNvSpPr>
          <p:nvPr>
            <p:ph type="body" sz="quarter" idx="10"/>
          </p:nvPr>
        </p:nvSpPr>
        <p:spPr/>
        <p:txBody>
          <a:bodyPr/>
          <a:lstStyle/>
          <a:p>
            <a:r>
              <a:rPr lang="fr-FR"/>
              <a:t>Wassim ALIDRA</a:t>
            </a:r>
          </a:p>
        </p:txBody>
      </p:sp>
      <p:sp>
        <p:nvSpPr>
          <p:cNvPr id="3" name="Text Placeholder 2">
            <a:extLst>
              <a:ext uri="{FF2B5EF4-FFF2-40B4-BE49-F238E27FC236}">
                <a16:creationId xmlns:a16="http://schemas.microsoft.com/office/drawing/2014/main" id="{99F8F3CF-C179-8455-7237-41D0E5CC4BD4}"/>
              </a:ext>
            </a:extLst>
          </p:cNvPr>
          <p:cNvSpPr>
            <a:spLocks noGrp="1"/>
          </p:cNvSpPr>
          <p:nvPr>
            <p:ph type="body" sz="quarter" idx="17"/>
          </p:nvPr>
        </p:nvSpPr>
        <p:spPr/>
        <p:txBody>
          <a:bodyPr/>
          <a:lstStyle/>
          <a:p>
            <a:r>
              <a:rPr lang="fr-FR"/>
              <a:t>Consultant Senior</a:t>
            </a:r>
          </a:p>
        </p:txBody>
      </p:sp>
      <p:sp>
        <p:nvSpPr>
          <p:cNvPr id="4" name="Text Placeholder 3">
            <a:extLst>
              <a:ext uri="{FF2B5EF4-FFF2-40B4-BE49-F238E27FC236}">
                <a16:creationId xmlns:a16="http://schemas.microsoft.com/office/drawing/2014/main" id="{EA66DF19-B89F-29C7-41B9-291DF03EB78B}"/>
              </a:ext>
            </a:extLst>
          </p:cNvPr>
          <p:cNvSpPr>
            <a:spLocks noGrp="1"/>
          </p:cNvSpPr>
          <p:nvPr>
            <p:ph type="body" sz="quarter" idx="11"/>
          </p:nvPr>
        </p:nvSpPr>
        <p:spPr/>
        <p:txBody>
          <a:bodyPr/>
          <a:lstStyle/>
          <a:p>
            <a:r>
              <a:rPr lang="fr-FR"/>
              <a:t>M +33 698265816</a:t>
            </a:r>
          </a:p>
        </p:txBody>
      </p:sp>
      <p:sp>
        <p:nvSpPr>
          <p:cNvPr id="5" name="Text Placeholder 4">
            <a:extLst>
              <a:ext uri="{FF2B5EF4-FFF2-40B4-BE49-F238E27FC236}">
                <a16:creationId xmlns:a16="http://schemas.microsoft.com/office/drawing/2014/main" id="{EB215427-3AD7-5D67-DF75-921362EBAA84}"/>
              </a:ext>
            </a:extLst>
          </p:cNvPr>
          <p:cNvSpPr>
            <a:spLocks noGrp="1"/>
          </p:cNvSpPr>
          <p:nvPr>
            <p:ph type="body" sz="quarter" idx="22"/>
          </p:nvPr>
        </p:nvSpPr>
        <p:spPr/>
        <p:txBody>
          <a:bodyPr/>
          <a:lstStyle/>
          <a:p>
            <a:r>
              <a:rPr lang="fr-FR"/>
              <a:t>wassim.alidra@wavestone.com</a:t>
            </a:r>
          </a:p>
        </p:txBody>
      </p:sp>
      <p:sp>
        <p:nvSpPr>
          <p:cNvPr id="15" name="Title 8">
            <a:extLst>
              <a:ext uri="{FF2B5EF4-FFF2-40B4-BE49-F238E27FC236}">
                <a16:creationId xmlns:a16="http://schemas.microsoft.com/office/drawing/2014/main" id="{455A6E47-3699-4062-6A63-B689EFB76D69}"/>
              </a:ext>
            </a:extLst>
          </p:cNvPr>
          <p:cNvSpPr txBox="1">
            <a:spLocks/>
          </p:cNvSpPr>
          <p:nvPr/>
        </p:nvSpPr>
        <p:spPr>
          <a:xfrm>
            <a:off x="425354" y="404667"/>
            <a:ext cx="11342769" cy="679550"/>
          </a:xfrm>
          <a:prstGeom prst="rect">
            <a:avLst/>
          </a:prstGeom>
        </p:spPr>
        <p:txBody>
          <a:bodyPr/>
          <a:lstStyle>
            <a:lvl1pPr algn="l" defTabSz="914400" rtl="0" eaLnBrk="1" latinLnBrk="0" hangingPunct="1">
              <a:lnSpc>
                <a:spcPct val="100000"/>
              </a:lnSpc>
              <a:spcBef>
                <a:spcPct val="0"/>
              </a:spcBef>
              <a:buNone/>
              <a:defRPr sz="2400" kern="1200" baseline="0">
                <a:solidFill>
                  <a:schemeClr val="bg2">
                    <a:lumMod val="100000"/>
                  </a:schemeClr>
                </a:solidFill>
                <a:latin typeface="+mj-lt"/>
                <a:ea typeface="+mj-ea"/>
                <a:cs typeface="+mj-cs"/>
              </a:defRPr>
            </a:lvl1pPr>
          </a:lstStyle>
          <a:p>
            <a:r>
              <a:rPr lang="fr-FR">
                <a:solidFill>
                  <a:schemeClr val="bg2"/>
                </a:solidFill>
              </a:rPr>
              <a:t>Contacts</a:t>
            </a:r>
          </a:p>
        </p:txBody>
      </p:sp>
    </p:spTree>
    <p:custDataLst>
      <p:tags r:id="rId1"/>
    </p:custDataLst>
    <p:extLst>
      <p:ext uri="{BB962C8B-B14F-4D97-AF65-F5344CB8AC3E}">
        <p14:creationId xmlns:p14="http://schemas.microsoft.com/office/powerpoint/2010/main" val="2969983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16E3A2-9C8E-B863-4D12-ABFE080FE6DF}"/>
              </a:ext>
            </a:extLst>
          </p:cNvPr>
          <p:cNvSpPr>
            <a:spLocks noGrp="1"/>
          </p:cNvSpPr>
          <p:nvPr>
            <p:ph type="title" idx="4294967295"/>
          </p:nvPr>
        </p:nvSpPr>
        <p:spPr>
          <a:xfrm>
            <a:off x="423984" y="-936774"/>
            <a:ext cx="11342769" cy="936774"/>
          </a:xfrm>
        </p:spPr>
        <p:txBody>
          <a:bodyPr vert="horz" lIns="0" tIns="0" rIns="0" bIns="0" rtlCol="0" anchor="b">
            <a:noAutofit/>
          </a:bodyPr>
          <a:lstStyle/>
          <a:p>
            <a:r>
              <a:rPr lang="fr-FR"/>
              <a:t>End page</a:t>
            </a:r>
          </a:p>
        </p:txBody>
      </p:sp>
    </p:spTree>
    <p:custDataLst>
      <p:tags r:id="rId1"/>
    </p:custDataLst>
    <p:extLst>
      <p:ext uri="{BB962C8B-B14F-4D97-AF65-F5344CB8AC3E}">
        <p14:creationId xmlns:p14="http://schemas.microsoft.com/office/powerpoint/2010/main" val="2038056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BBC061-4D9F-850F-2C90-A5D34CF6CA60}"/>
              </a:ext>
            </a:extLst>
          </p:cNvPr>
          <p:cNvSpPr>
            <a:spLocks noGrp="1"/>
          </p:cNvSpPr>
          <p:nvPr>
            <p:ph type="title"/>
          </p:nvPr>
        </p:nvSpPr>
        <p:spPr/>
        <p:txBody>
          <a:bodyPr/>
          <a:lstStyle/>
          <a:p>
            <a:r>
              <a:rPr lang="fr-FR"/>
              <a:t>AGENDA</a:t>
            </a:r>
          </a:p>
        </p:txBody>
      </p:sp>
      <p:grpSp>
        <p:nvGrpSpPr>
          <p:cNvPr id="232" name="SP Agenda Section">
            <a:extLst>
              <a:ext uri="{FF2B5EF4-FFF2-40B4-BE49-F238E27FC236}">
                <a16:creationId xmlns:a16="http://schemas.microsoft.com/office/drawing/2014/main" id="{EF25FE38-8E5D-27AC-B442-1A055981D574}"/>
              </a:ext>
            </a:extLst>
          </p:cNvPr>
          <p:cNvGrpSpPr>
            <a:grpSpLocks/>
          </p:cNvGrpSpPr>
          <p:nvPr/>
        </p:nvGrpSpPr>
        <p:grpSpPr>
          <a:xfrm>
            <a:off x="466609" y="1295400"/>
            <a:ext cx="11258782" cy="552002"/>
            <a:chOff x="350973" y="1196307"/>
            <a:chExt cx="6173651" cy="552002"/>
          </a:xfrm>
        </p:grpSpPr>
        <p:sp>
          <p:nvSpPr>
            <p:cNvPr id="233" name="Rectangle 232">
              <a:hlinkClick r:id="rId2" action="ppaction://hlinksldjump"/>
              <a:extLst>
                <a:ext uri="{FF2B5EF4-FFF2-40B4-BE49-F238E27FC236}">
                  <a16:creationId xmlns:a16="http://schemas.microsoft.com/office/drawing/2014/main" id="{1965A086-6947-D14F-C56E-EC21E94436E3}"/>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1</a:t>
              </a:r>
            </a:p>
          </p:txBody>
        </p:sp>
        <p:sp>
          <p:nvSpPr>
            <p:cNvPr id="234" name="Rectangle 233">
              <a:hlinkClick r:id="rId2" action="ppaction://hlinksldjump"/>
              <a:extLst>
                <a:ext uri="{FF2B5EF4-FFF2-40B4-BE49-F238E27FC236}">
                  <a16:creationId xmlns:a16="http://schemas.microsoft.com/office/drawing/2014/main" id="{64599D83-3B3F-C6EB-D9C5-E55082B330F7}"/>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Introduction à la REC</a:t>
              </a:r>
            </a:p>
          </p:txBody>
        </p:sp>
        <p:sp>
          <p:nvSpPr>
            <p:cNvPr id="235" name="Rectangle 234">
              <a:hlinkClick r:id="rId2" action="ppaction://hlinksldjump"/>
              <a:extLst>
                <a:ext uri="{FF2B5EF4-FFF2-40B4-BE49-F238E27FC236}">
                  <a16:creationId xmlns:a16="http://schemas.microsoft.com/office/drawing/2014/main" id="{30BEA0CB-8F9C-FE4B-D082-AC9166F3E936}"/>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4</a:t>
              </a:r>
            </a:p>
          </p:txBody>
        </p:sp>
      </p:grpSp>
      <p:grpSp>
        <p:nvGrpSpPr>
          <p:cNvPr id="236" name="SP Agenda Section">
            <a:extLst>
              <a:ext uri="{FF2B5EF4-FFF2-40B4-BE49-F238E27FC236}">
                <a16:creationId xmlns:a16="http://schemas.microsoft.com/office/drawing/2014/main" id="{4AFA2C82-ADE8-DF66-A998-FC9EB770C0E1}"/>
              </a:ext>
            </a:extLst>
          </p:cNvPr>
          <p:cNvGrpSpPr>
            <a:grpSpLocks/>
          </p:cNvGrpSpPr>
          <p:nvPr/>
        </p:nvGrpSpPr>
        <p:grpSpPr>
          <a:xfrm>
            <a:off x="466609" y="1828800"/>
            <a:ext cx="11258782" cy="552002"/>
            <a:chOff x="350973" y="1196307"/>
            <a:chExt cx="6173651" cy="552002"/>
          </a:xfrm>
        </p:grpSpPr>
        <p:sp>
          <p:nvSpPr>
            <p:cNvPr id="237" name="Rectangle 236">
              <a:hlinkClick r:id="rId3" action="ppaction://hlinksldjump"/>
              <a:extLst>
                <a:ext uri="{FF2B5EF4-FFF2-40B4-BE49-F238E27FC236}">
                  <a16:creationId xmlns:a16="http://schemas.microsoft.com/office/drawing/2014/main" id="{4F4DFD15-DEAF-AA74-8C16-DD646CA74EF4}"/>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2</a:t>
              </a:r>
            </a:p>
          </p:txBody>
        </p:sp>
        <p:sp>
          <p:nvSpPr>
            <p:cNvPr id="238" name="Rectangle 237">
              <a:hlinkClick r:id="rId3" action="ppaction://hlinksldjump"/>
              <a:extLst>
                <a:ext uri="{FF2B5EF4-FFF2-40B4-BE49-F238E27FC236}">
                  <a16:creationId xmlns:a16="http://schemas.microsoft.com/office/drawing/2014/main" id="{69A553B5-27CB-7500-75C0-14DCF6EA5431}"/>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Périmètre d'application</a:t>
              </a:r>
            </a:p>
          </p:txBody>
        </p:sp>
        <p:sp>
          <p:nvSpPr>
            <p:cNvPr id="239" name="Rectangle 238">
              <a:hlinkClick r:id="rId3" action="ppaction://hlinksldjump"/>
              <a:extLst>
                <a:ext uri="{FF2B5EF4-FFF2-40B4-BE49-F238E27FC236}">
                  <a16:creationId xmlns:a16="http://schemas.microsoft.com/office/drawing/2014/main" id="{8D8B0266-F065-5BC9-A7F0-A16559EF221A}"/>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13</a:t>
              </a:r>
            </a:p>
          </p:txBody>
        </p:sp>
      </p:grpSp>
      <p:grpSp>
        <p:nvGrpSpPr>
          <p:cNvPr id="240" name="SP Agenda Section">
            <a:extLst>
              <a:ext uri="{FF2B5EF4-FFF2-40B4-BE49-F238E27FC236}">
                <a16:creationId xmlns:a16="http://schemas.microsoft.com/office/drawing/2014/main" id="{C7B8646B-E149-E1BF-A20D-027E9F3C6882}"/>
              </a:ext>
            </a:extLst>
          </p:cNvPr>
          <p:cNvGrpSpPr>
            <a:grpSpLocks/>
          </p:cNvGrpSpPr>
          <p:nvPr/>
        </p:nvGrpSpPr>
        <p:grpSpPr>
          <a:xfrm>
            <a:off x="466609" y="2362200"/>
            <a:ext cx="11258782" cy="552002"/>
            <a:chOff x="350973" y="1196307"/>
            <a:chExt cx="6173651" cy="552002"/>
          </a:xfrm>
        </p:grpSpPr>
        <p:sp>
          <p:nvSpPr>
            <p:cNvPr id="241" name="Rectangle 240">
              <a:hlinkClick r:id="rId4" action="ppaction://hlinksldjump"/>
              <a:extLst>
                <a:ext uri="{FF2B5EF4-FFF2-40B4-BE49-F238E27FC236}">
                  <a16:creationId xmlns:a16="http://schemas.microsoft.com/office/drawing/2014/main" id="{B17A413B-A216-6B9C-6699-A2CD811798B7}"/>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3</a:t>
              </a:r>
            </a:p>
          </p:txBody>
        </p:sp>
        <p:sp>
          <p:nvSpPr>
            <p:cNvPr id="242" name="Rectangle 241">
              <a:hlinkClick r:id="rId4" action="ppaction://hlinksldjump"/>
              <a:extLst>
                <a:ext uri="{FF2B5EF4-FFF2-40B4-BE49-F238E27FC236}">
                  <a16:creationId xmlns:a16="http://schemas.microsoft.com/office/drawing/2014/main" id="{B80652AA-54CF-9D7A-F69B-824D4F1A3018}"/>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Mise en conformité à la NIS 2</a:t>
              </a:r>
            </a:p>
          </p:txBody>
        </p:sp>
        <p:sp>
          <p:nvSpPr>
            <p:cNvPr id="243" name="Rectangle 242">
              <a:hlinkClick r:id="rId4" action="ppaction://hlinksldjump"/>
              <a:extLst>
                <a:ext uri="{FF2B5EF4-FFF2-40B4-BE49-F238E27FC236}">
                  <a16:creationId xmlns:a16="http://schemas.microsoft.com/office/drawing/2014/main" id="{851E9ECE-6256-61A4-0B54-87A559682614}"/>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14</a:t>
              </a:r>
            </a:p>
          </p:txBody>
        </p:sp>
      </p:grpSp>
      <p:grpSp>
        <p:nvGrpSpPr>
          <p:cNvPr id="244" name="SP Agenda Section">
            <a:extLst>
              <a:ext uri="{FF2B5EF4-FFF2-40B4-BE49-F238E27FC236}">
                <a16:creationId xmlns:a16="http://schemas.microsoft.com/office/drawing/2014/main" id="{7B5E0885-D54D-BFCE-F3CE-7CC914EA5980}"/>
              </a:ext>
            </a:extLst>
          </p:cNvPr>
          <p:cNvGrpSpPr>
            <a:grpSpLocks/>
          </p:cNvGrpSpPr>
          <p:nvPr/>
        </p:nvGrpSpPr>
        <p:grpSpPr>
          <a:xfrm>
            <a:off x="466609" y="2895600"/>
            <a:ext cx="11258782" cy="552002"/>
            <a:chOff x="350973" y="1196307"/>
            <a:chExt cx="6173651" cy="552002"/>
          </a:xfrm>
        </p:grpSpPr>
        <p:sp>
          <p:nvSpPr>
            <p:cNvPr id="245" name="Rectangle 244">
              <a:hlinkClick r:id="rId5" action="ppaction://hlinksldjump"/>
              <a:extLst>
                <a:ext uri="{FF2B5EF4-FFF2-40B4-BE49-F238E27FC236}">
                  <a16:creationId xmlns:a16="http://schemas.microsoft.com/office/drawing/2014/main" id="{714EF7E1-84D0-6364-9DB8-8886E4A0A4BF}"/>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4</a:t>
              </a:r>
            </a:p>
          </p:txBody>
        </p:sp>
        <p:sp>
          <p:nvSpPr>
            <p:cNvPr id="246" name="Rectangle 245">
              <a:hlinkClick r:id="rId5" action="ppaction://hlinksldjump"/>
              <a:extLst>
                <a:ext uri="{FF2B5EF4-FFF2-40B4-BE49-F238E27FC236}">
                  <a16:creationId xmlns:a16="http://schemas.microsoft.com/office/drawing/2014/main" id="{E333EDB8-4778-0B72-00C1-39B619F5D260}"/>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Protection des SIIV</a:t>
              </a:r>
            </a:p>
          </p:txBody>
        </p:sp>
        <p:sp>
          <p:nvSpPr>
            <p:cNvPr id="247" name="Rectangle 246">
              <a:hlinkClick r:id="rId5" action="ppaction://hlinksldjump"/>
              <a:extLst>
                <a:ext uri="{FF2B5EF4-FFF2-40B4-BE49-F238E27FC236}">
                  <a16:creationId xmlns:a16="http://schemas.microsoft.com/office/drawing/2014/main" id="{DEBE4167-0270-A7FE-D5B8-25D36BDD7DD2}"/>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16</a:t>
              </a:r>
            </a:p>
          </p:txBody>
        </p:sp>
      </p:grpSp>
      <p:grpSp>
        <p:nvGrpSpPr>
          <p:cNvPr id="248" name="SP Agenda Section">
            <a:extLst>
              <a:ext uri="{FF2B5EF4-FFF2-40B4-BE49-F238E27FC236}">
                <a16:creationId xmlns:a16="http://schemas.microsoft.com/office/drawing/2014/main" id="{E85C52CF-2043-7317-369F-472E6614DD05}"/>
              </a:ext>
            </a:extLst>
          </p:cNvPr>
          <p:cNvGrpSpPr>
            <a:grpSpLocks/>
          </p:cNvGrpSpPr>
          <p:nvPr/>
        </p:nvGrpSpPr>
        <p:grpSpPr>
          <a:xfrm>
            <a:off x="466609" y="3429000"/>
            <a:ext cx="11258782" cy="552002"/>
            <a:chOff x="350973" y="1196307"/>
            <a:chExt cx="6173651" cy="552002"/>
          </a:xfrm>
        </p:grpSpPr>
        <p:sp>
          <p:nvSpPr>
            <p:cNvPr id="249" name="Rectangle 248">
              <a:hlinkClick r:id="rId6" action="ppaction://hlinksldjump"/>
              <a:extLst>
                <a:ext uri="{FF2B5EF4-FFF2-40B4-BE49-F238E27FC236}">
                  <a16:creationId xmlns:a16="http://schemas.microsoft.com/office/drawing/2014/main" id="{B228A8E2-40B0-7F58-DBF4-2546AF8F1E7A}"/>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5</a:t>
              </a:r>
            </a:p>
          </p:txBody>
        </p:sp>
        <p:sp>
          <p:nvSpPr>
            <p:cNvPr id="250" name="Rectangle 249">
              <a:hlinkClick r:id="rId6" action="ppaction://hlinksldjump"/>
              <a:extLst>
                <a:ext uri="{FF2B5EF4-FFF2-40B4-BE49-F238E27FC236}">
                  <a16:creationId xmlns:a16="http://schemas.microsoft.com/office/drawing/2014/main" id="{DF2848D7-2976-0D6E-EB51-4A900FD782CE}"/>
                </a:ext>
              </a:extLst>
            </p:cNvPr>
            <p:cNvSpPr>
              <a:spLocks/>
            </p:cNvSpPr>
            <p:nvPr userDrawn="1"/>
          </p:nvSpPr>
          <p:spPr>
            <a:xfrm>
              <a:off x="887928"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i="0" kern="1200" cap="none" baseline="0" noProof="0">
                  <a:solidFill>
                    <a:schemeClr val="bg2"/>
                  </a:solidFill>
                  <a:latin typeface="+mn-lt"/>
                  <a:ea typeface="+mn-ea"/>
                  <a:cs typeface="+mn-cs"/>
                </a:rPr>
                <a:t>Protection des PIV</a:t>
              </a:r>
            </a:p>
          </p:txBody>
        </p:sp>
        <p:sp>
          <p:nvSpPr>
            <p:cNvPr id="251" name="Rectangle 250">
              <a:hlinkClick r:id="rId6" action="ppaction://hlinksldjump"/>
              <a:extLst>
                <a:ext uri="{FF2B5EF4-FFF2-40B4-BE49-F238E27FC236}">
                  <a16:creationId xmlns:a16="http://schemas.microsoft.com/office/drawing/2014/main" id="{4E279F23-1F47-916B-DE54-0D26C818DB52}"/>
                </a:ext>
              </a:extLst>
            </p:cNvPr>
            <p:cNvSpPr>
              <a:spLocks/>
            </p:cNvSpPr>
            <p:nvPr userDrawn="1"/>
          </p:nvSpPr>
          <p:spPr>
            <a:xfrm>
              <a:off x="6009095" y="1196308"/>
              <a:ext cx="515529"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18</a:t>
              </a:r>
            </a:p>
          </p:txBody>
        </p:sp>
      </p:grpSp>
      <p:grpSp>
        <p:nvGrpSpPr>
          <p:cNvPr id="252" name="SP Agenda Section Highlight">
            <a:extLst>
              <a:ext uri="{FF2B5EF4-FFF2-40B4-BE49-F238E27FC236}">
                <a16:creationId xmlns:a16="http://schemas.microsoft.com/office/drawing/2014/main" id="{D955126D-7A8E-13D6-D6D4-380E32881118}"/>
              </a:ext>
            </a:extLst>
          </p:cNvPr>
          <p:cNvGrpSpPr>
            <a:grpSpLocks/>
          </p:cNvGrpSpPr>
          <p:nvPr/>
        </p:nvGrpSpPr>
        <p:grpSpPr>
          <a:xfrm>
            <a:off x="466610" y="3962400"/>
            <a:ext cx="11258783" cy="552002"/>
            <a:chOff x="350973" y="1196307"/>
            <a:chExt cx="6173652" cy="552002"/>
          </a:xfrm>
        </p:grpSpPr>
        <p:sp>
          <p:nvSpPr>
            <p:cNvPr id="253" name="Rectangle 252">
              <a:hlinkClick r:id="rId7" action="ppaction://hlinksldjump"/>
              <a:extLst>
                <a:ext uri="{FF2B5EF4-FFF2-40B4-BE49-F238E27FC236}">
                  <a16:creationId xmlns:a16="http://schemas.microsoft.com/office/drawing/2014/main" id="{4C6102EA-49F9-2C40-F811-21EDA6505B1C}"/>
                </a:ext>
              </a:extLst>
            </p:cNvPr>
            <p:cNvSpPr>
              <a:spLocks/>
            </p:cNvSpPr>
            <p:nvPr userDrawn="1"/>
          </p:nvSpPr>
          <p:spPr>
            <a:xfrm>
              <a:off x="350973" y="1196307"/>
              <a:ext cx="79200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53129" marR="0" lvl="0" indent="-285750" algn="just" defTabSz="514350" rtl="0" eaLnBrk="1" fontAlgn="auto" latinLnBrk="0" hangingPunct="1">
                <a:lnSpc>
                  <a:spcPct val="100000"/>
                </a:lnSpc>
                <a:spcBef>
                  <a:spcPts val="369"/>
                </a:spcBef>
                <a:spcAft>
                  <a:spcPts val="0"/>
                </a:spcAft>
                <a:buClr>
                  <a:schemeClr val="bg2"/>
                </a:buClr>
                <a:buSzTx/>
                <a:buFont typeface="Arial" panose="020B0604020202020204" pitchFamily="34" charset="0"/>
                <a:buChar char="•"/>
                <a:tabLst/>
                <a:defRPr/>
              </a:pPr>
              <a:r>
                <a:rPr lang="fr-FR" sz="1600" b="1" i="0" kern="1200" cap="none" baseline="0" noProof="0">
                  <a:solidFill>
                    <a:schemeClr val="accent1"/>
                  </a:solidFill>
                  <a:latin typeface="+mn-lt"/>
                  <a:ea typeface="+mn-ea"/>
                  <a:cs typeface="+mn-cs"/>
                </a:rPr>
                <a:t>6</a:t>
              </a:r>
            </a:p>
          </p:txBody>
        </p:sp>
        <p:sp>
          <p:nvSpPr>
            <p:cNvPr id="254" name="Rectangle 253">
              <a:hlinkClick r:id="rId7" action="ppaction://hlinksldjump"/>
              <a:extLst>
                <a:ext uri="{FF2B5EF4-FFF2-40B4-BE49-F238E27FC236}">
                  <a16:creationId xmlns:a16="http://schemas.microsoft.com/office/drawing/2014/main" id="{6649E8E4-2810-CF00-2794-E2CA17A2B10E}"/>
                </a:ext>
              </a:extLst>
            </p:cNvPr>
            <p:cNvSpPr>
              <a:spLocks/>
            </p:cNvSpPr>
            <p:nvPr userDrawn="1"/>
          </p:nvSpPr>
          <p:spPr>
            <a:xfrm>
              <a:off x="891565" y="1196308"/>
              <a:ext cx="4498711"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1600" b="1" i="0" kern="1200" cap="none" baseline="0" noProof="0">
                  <a:solidFill>
                    <a:schemeClr val="bg2"/>
                  </a:solidFill>
                  <a:latin typeface="+mn-lt"/>
                  <a:ea typeface="+mn-ea"/>
                  <a:cs typeface="+mn-cs"/>
                </a:rPr>
                <a:t>Annexe</a:t>
              </a:r>
            </a:p>
          </p:txBody>
        </p:sp>
        <p:sp>
          <p:nvSpPr>
            <p:cNvPr id="255" name="Rectangle 254">
              <a:hlinkClick r:id="rId7" action="ppaction://hlinksldjump"/>
              <a:extLst>
                <a:ext uri="{FF2B5EF4-FFF2-40B4-BE49-F238E27FC236}">
                  <a16:creationId xmlns:a16="http://schemas.microsoft.com/office/drawing/2014/main" id="{D4BE173E-FD97-61A2-D034-C6D6FBAE4831}"/>
                </a:ext>
              </a:extLst>
            </p:cNvPr>
            <p:cNvSpPr>
              <a:spLocks/>
            </p:cNvSpPr>
            <p:nvPr userDrawn="1"/>
          </p:nvSpPr>
          <p:spPr>
            <a:xfrm>
              <a:off x="6009095" y="1196308"/>
              <a:ext cx="515530" cy="552001"/>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pPr marL="0" marR="0" lvl="0" indent="0" algn="just" defTabSz="514350" rtl="0" eaLnBrk="1" fontAlgn="auto" latinLnBrk="0" hangingPunct="1">
                <a:lnSpc>
                  <a:spcPct val="100000"/>
                </a:lnSpc>
                <a:spcBef>
                  <a:spcPts val="369"/>
                </a:spcBef>
                <a:spcAft>
                  <a:spcPts val="0"/>
                </a:spcAft>
                <a:buClr>
                  <a:schemeClr val="bg2"/>
                </a:buClr>
                <a:buSzTx/>
                <a:buFont typeface="Tempus Sans ITC" panose="04020404030D07020202" pitchFamily="82" charset="0"/>
                <a:buNone/>
                <a:tabLst/>
                <a:defRPr/>
              </a:pPr>
              <a:r>
                <a:rPr lang="fr-FR" sz="923" b="0" i="0" kern="1200" cap="none" baseline="0" noProof="0">
                  <a:solidFill>
                    <a:schemeClr val="bg2"/>
                  </a:solidFill>
                  <a:latin typeface="+mn-lt"/>
                  <a:ea typeface="+mn-ea"/>
                  <a:cs typeface="+mn-cs"/>
                </a:rPr>
                <a:t>Page 24</a:t>
              </a:r>
            </a:p>
          </p:txBody>
        </p:sp>
      </p:grpSp>
    </p:spTree>
    <p:extLst>
      <p:ext uri="{BB962C8B-B14F-4D97-AF65-F5344CB8AC3E}">
        <p14:creationId xmlns:p14="http://schemas.microsoft.com/office/powerpoint/2010/main" val="37931420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ECA5AA7A-2024-8F5F-6EFB-DBB6E3BD6EE4}"/>
              </a:ext>
            </a:extLst>
          </p:cNvPr>
          <p:cNvSpPr>
            <a:spLocks noGrp="1"/>
          </p:cNvSpPr>
          <p:nvPr>
            <p:ph type="body" sz="quarter" idx="13"/>
          </p:nvPr>
        </p:nvSpPr>
        <p:spPr/>
        <p:txBody>
          <a:bodyPr/>
          <a:lstStyle/>
          <a:p>
            <a:endParaRPr lang="fr-FR"/>
          </a:p>
        </p:txBody>
      </p:sp>
      <p:sp>
        <p:nvSpPr>
          <p:cNvPr id="3" name="Espace réservé du texte 2">
            <a:extLst>
              <a:ext uri="{FF2B5EF4-FFF2-40B4-BE49-F238E27FC236}">
                <a16:creationId xmlns:a16="http://schemas.microsoft.com/office/drawing/2014/main" id="{B1C8E6FD-B657-4FDA-05DD-9F6F5545A245}"/>
              </a:ext>
            </a:extLst>
          </p:cNvPr>
          <p:cNvSpPr>
            <a:spLocks noGrp="1"/>
          </p:cNvSpPr>
          <p:nvPr>
            <p:ph type="body" sz="quarter" idx="15"/>
          </p:nvPr>
        </p:nvSpPr>
        <p:spPr/>
        <p:txBody>
          <a:bodyPr/>
          <a:lstStyle/>
          <a:p>
            <a:endParaRPr lang="fr-FR"/>
          </a:p>
        </p:txBody>
      </p:sp>
      <p:sp>
        <p:nvSpPr>
          <p:cNvPr id="4" name="Titre 3">
            <a:extLst>
              <a:ext uri="{FF2B5EF4-FFF2-40B4-BE49-F238E27FC236}">
                <a16:creationId xmlns:a16="http://schemas.microsoft.com/office/drawing/2014/main" id="{3CB68E0D-FFDD-38D3-4E57-4B8CA4466AF0}"/>
              </a:ext>
            </a:extLst>
          </p:cNvPr>
          <p:cNvSpPr>
            <a:spLocks noGrp="1"/>
          </p:cNvSpPr>
          <p:nvPr>
            <p:ph type="title"/>
          </p:nvPr>
        </p:nvSpPr>
        <p:spPr/>
        <p:txBody>
          <a:bodyPr/>
          <a:lstStyle/>
          <a:p>
            <a:r>
              <a:rPr lang="fr-FR"/>
              <a:t>De la Cyber résilience - Loi n° XXX – Articles issus de la NIS2</a:t>
            </a:r>
          </a:p>
        </p:txBody>
      </p:sp>
      <p:grpSp>
        <p:nvGrpSpPr>
          <p:cNvPr id="14" name="Group 45">
            <a:extLst>
              <a:ext uri="{FF2B5EF4-FFF2-40B4-BE49-F238E27FC236}">
                <a16:creationId xmlns:a16="http://schemas.microsoft.com/office/drawing/2014/main" id="{DDA06E92-1618-4B7C-B774-DCB1894EF1AC}"/>
              </a:ext>
            </a:extLst>
          </p:cNvPr>
          <p:cNvGrpSpPr>
            <a:grpSpLocks/>
          </p:cNvGrpSpPr>
          <p:nvPr/>
        </p:nvGrpSpPr>
        <p:grpSpPr>
          <a:xfrm>
            <a:off x="982212" y="1601790"/>
            <a:ext cx="3074100" cy="4582535"/>
            <a:chOff x="477251" y="1789141"/>
            <a:chExt cx="2084972" cy="3340547"/>
          </a:xfrm>
        </p:grpSpPr>
        <p:grpSp>
          <p:nvGrpSpPr>
            <p:cNvPr id="15" name="Bloc 1">
              <a:extLst>
                <a:ext uri="{FF2B5EF4-FFF2-40B4-BE49-F238E27FC236}">
                  <a16:creationId xmlns:a16="http://schemas.microsoft.com/office/drawing/2014/main" id="{74B565AF-D074-2C1E-0D91-B7132BE48E12}"/>
                </a:ext>
                <a:ext uri="{C183D7F6-B498-43B3-948B-1728B52AA6E4}">
                  <adec:decorative xmlns:adec="http://schemas.microsoft.com/office/drawing/2017/decorative" val="0"/>
                </a:ext>
              </a:extLst>
            </p:cNvPr>
            <p:cNvGrpSpPr/>
            <p:nvPr/>
          </p:nvGrpSpPr>
          <p:grpSpPr>
            <a:xfrm>
              <a:off x="477251" y="1789141"/>
              <a:ext cx="2084972" cy="3340547"/>
              <a:chOff x="408402" y="546099"/>
              <a:chExt cx="4359809" cy="6985294"/>
            </a:xfrm>
          </p:grpSpPr>
          <p:sp>
            <p:nvSpPr>
              <p:cNvPr id="57" name="Freeform: Shape 7">
                <a:extLst>
                  <a:ext uri="{FF2B5EF4-FFF2-40B4-BE49-F238E27FC236}">
                    <a16:creationId xmlns:a16="http://schemas.microsoft.com/office/drawing/2014/main" id="{745A0507-CB47-C0E1-4149-95C85390A1A7}"/>
                  </a:ext>
                  <a:ext uri="{C183D7F6-B498-43B3-948B-1728B52AA6E4}">
                    <adec:decorative xmlns:adec="http://schemas.microsoft.com/office/drawing/2017/decorative" val="1"/>
                  </a:ext>
                </a:extLst>
              </p:cNvPr>
              <p:cNvSpPr/>
              <p:nvPr/>
            </p:nvSpPr>
            <p:spPr>
              <a:xfrm>
                <a:off x="408402" y="546099"/>
                <a:ext cx="4359809" cy="6985294"/>
              </a:xfrm>
              <a:custGeom>
                <a:avLst/>
                <a:gdLst>
                  <a:gd name="connsiteX0" fmla="*/ 806238 w 4359809"/>
                  <a:gd name="connsiteY0" fmla="*/ 0 h 6858094"/>
                  <a:gd name="connsiteX1" fmla="*/ 3551693 w 4359809"/>
                  <a:gd name="connsiteY1" fmla="*/ 0 h 6858094"/>
                  <a:gd name="connsiteX2" fmla="*/ 4359810 w 4359809"/>
                  <a:gd name="connsiteY2" fmla="*/ 808117 h 6858094"/>
                  <a:gd name="connsiteX3" fmla="*/ 4359810 w 4359809"/>
                  <a:gd name="connsiteY3" fmla="*/ 6858094 h 6858094"/>
                  <a:gd name="connsiteX4" fmla="*/ 192212 w 4359809"/>
                  <a:gd name="connsiteY4" fmla="*/ 6858094 h 6858094"/>
                  <a:gd name="connsiteX5" fmla="*/ 0 w 4359809"/>
                  <a:gd name="connsiteY5" fmla="*/ 6665976 h 6858094"/>
                  <a:gd name="connsiteX6" fmla="*/ 0 w 4359809"/>
                  <a:gd name="connsiteY6" fmla="*/ 806238 h 6858094"/>
                  <a:gd name="connsiteX7" fmla="*/ 806238 w 4359809"/>
                  <a:gd name="connsiteY7" fmla="*/ 0 h 685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9809" h="6858094">
                    <a:moveTo>
                      <a:pt x="806238" y="0"/>
                    </a:moveTo>
                    <a:lnTo>
                      <a:pt x="3551693" y="0"/>
                    </a:lnTo>
                    <a:cubicBezTo>
                      <a:pt x="3997745" y="0"/>
                      <a:pt x="4359810" y="362065"/>
                      <a:pt x="4359810" y="808117"/>
                    </a:cubicBezTo>
                    <a:lnTo>
                      <a:pt x="4359810" y="6858094"/>
                    </a:lnTo>
                    <a:lnTo>
                      <a:pt x="192212" y="6858094"/>
                    </a:lnTo>
                    <a:cubicBezTo>
                      <a:pt x="86148" y="6858188"/>
                      <a:pt x="0" y="6772040"/>
                      <a:pt x="0" y="6665976"/>
                    </a:cubicBezTo>
                    <a:lnTo>
                      <a:pt x="0" y="806238"/>
                    </a:lnTo>
                    <a:cubicBezTo>
                      <a:pt x="0" y="361313"/>
                      <a:pt x="361313" y="0"/>
                      <a:pt x="806238" y="0"/>
                    </a:cubicBezTo>
                    <a:close/>
                  </a:path>
                </a:pathLst>
              </a:custGeom>
              <a:solidFill>
                <a:schemeClr val="tx2">
                  <a:lumMod val="95000"/>
                </a:schemeClr>
              </a:solidFill>
              <a:ln w="9381" cap="flat">
                <a:noFill/>
                <a:prstDash val="solid"/>
                <a:miter/>
              </a:ln>
            </p:spPr>
            <p:txBody>
              <a:bodyPr rtlCol="0" anchor="ctr"/>
              <a:lstStyle/>
              <a:p>
                <a:endParaRPr lang="fr-FR"/>
              </a:p>
            </p:txBody>
          </p:sp>
          <p:sp>
            <p:nvSpPr>
              <p:cNvPr id="58" name="Freeform: Shape 8">
                <a:extLst>
                  <a:ext uri="{FF2B5EF4-FFF2-40B4-BE49-F238E27FC236}">
                    <a16:creationId xmlns:a16="http://schemas.microsoft.com/office/drawing/2014/main" id="{429AF0CC-3782-D780-5AC5-948449026931}"/>
                  </a:ext>
                  <a:ext uri="{C183D7F6-B498-43B3-948B-1728B52AA6E4}">
                    <adec:decorative xmlns:adec="http://schemas.microsoft.com/office/drawing/2017/decorative" val="1"/>
                  </a:ext>
                </a:extLst>
              </p:cNvPr>
              <p:cNvSpPr/>
              <p:nvPr/>
            </p:nvSpPr>
            <p:spPr>
              <a:xfrm>
                <a:off x="408402" y="546101"/>
                <a:ext cx="4359809" cy="1137312"/>
              </a:xfrm>
              <a:custGeom>
                <a:avLst/>
                <a:gdLst>
                  <a:gd name="connsiteX0" fmla="*/ 2179905 w 4359809"/>
                  <a:gd name="connsiteY0" fmla="*/ 0 h 2424349"/>
                  <a:gd name="connsiteX1" fmla="*/ 808117 w 4359809"/>
                  <a:gd name="connsiteY1" fmla="*/ 0 h 2424349"/>
                  <a:gd name="connsiteX2" fmla="*/ 0 w 4359809"/>
                  <a:gd name="connsiteY2" fmla="*/ 808117 h 2424349"/>
                  <a:gd name="connsiteX3" fmla="*/ 0 w 4359809"/>
                  <a:gd name="connsiteY3" fmla="*/ 808117 h 2424349"/>
                  <a:gd name="connsiteX4" fmla="*/ 808117 w 4359809"/>
                  <a:gd name="connsiteY4" fmla="*/ 1616233 h 2424349"/>
                  <a:gd name="connsiteX5" fmla="*/ 3551693 w 4359809"/>
                  <a:gd name="connsiteY5" fmla="*/ 1616233 h 2424349"/>
                  <a:gd name="connsiteX6" fmla="*/ 4359810 w 4359809"/>
                  <a:gd name="connsiteY6" fmla="*/ 2424350 h 2424349"/>
                  <a:gd name="connsiteX7" fmla="*/ 4359810 w 4359809"/>
                  <a:gd name="connsiteY7" fmla="*/ 808117 h 2424349"/>
                  <a:gd name="connsiteX8" fmla="*/ 3551693 w 4359809"/>
                  <a:gd name="connsiteY8" fmla="*/ 0 h 2424349"/>
                  <a:gd name="connsiteX9" fmla="*/ 2179905 w 4359809"/>
                  <a:gd name="connsiteY9" fmla="*/ 0 h 242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9809" h="2424349">
                    <a:moveTo>
                      <a:pt x="2179905" y="0"/>
                    </a:moveTo>
                    <a:lnTo>
                      <a:pt x="808117" y="0"/>
                    </a:lnTo>
                    <a:cubicBezTo>
                      <a:pt x="361783" y="0"/>
                      <a:pt x="0" y="361783"/>
                      <a:pt x="0" y="808117"/>
                    </a:cubicBezTo>
                    <a:lnTo>
                      <a:pt x="0" y="808117"/>
                    </a:lnTo>
                    <a:cubicBezTo>
                      <a:pt x="0" y="1254450"/>
                      <a:pt x="361783" y="1616233"/>
                      <a:pt x="808117" y="1616233"/>
                    </a:cubicBezTo>
                    <a:lnTo>
                      <a:pt x="3551693" y="1616233"/>
                    </a:lnTo>
                    <a:cubicBezTo>
                      <a:pt x="3998027" y="1616233"/>
                      <a:pt x="4359810" y="1978016"/>
                      <a:pt x="4359810" y="2424350"/>
                    </a:cubicBezTo>
                    <a:lnTo>
                      <a:pt x="4359810" y="808117"/>
                    </a:lnTo>
                    <a:cubicBezTo>
                      <a:pt x="4359810" y="361783"/>
                      <a:pt x="3998027" y="0"/>
                      <a:pt x="3551693" y="0"/>
                    </a:cubicBezTo>
                    <a:lnTo>
                      <a:pt x="2179905" y="0"/>
                    </a:lnTo>
                    <a:close/>
                  </a:path>
                </a:pathLst>
              </a:custGeom>
              <a:solidFill>
                <a:schemeClr val="bg2"/>
              </a:solidFill>
              <a:ln w="9381" cap="flat">
                <a:noFill/>
                <a:prstDash val="solid"/>
                <a:miter/>
              </a:ln>
            </p:spPr>
            <p:txBody>
              <a:bodyPr rtlCol="0" anchor="ctr"/>
              <a:lstStyle/>
              <a:p>
                <a:endParaRPr lang="fr-FR"/>
              </a:p>
            </p:txBody>
          </p:sp>
        </p:grpSp>
        <p:sp>
          <p:nvSpPr>
            <p:cNvPr id="17" name="Title bloc 1">
              <a:extLst>
                <a:ext uri="{FF2B5EF4-FFF2-40B4-BE49-F238E27FC236}">
                  <a16:creationId xmlns:a16="http://schemas.microsoft.com/office/drawing/2014/main" id="{0C915113-588F-47D9-29FA-BB4AF9975270}"/>
                </a:ext>
              </a:extLst>
            </p:cNvPr>
            <p:cNvSpPr txBox="1">
              <a:spLocks/>
            </p:cNvSpPr>
            <p:nvPr/>
          </p:nvSpPr>
          <p:spPr>
            <a:xfrm>
              <a:off x="1004423" y="1864911"/>
              <a:ext cx="1030626" cy="210052"/>
            </a:xfrm>
            <a:prstGeom prst="rect">
              <a:avLst/>
            </a:prstGeom>
            <a:noFill/>
          </p:spPr>
          <p:txBody>
            <a:bodyPr wrap="square" lIns="0" tIns="36000" rIns="0" bIns="36000" rtlCol="0" anchor="ctr">
              <a:spAutoFit/>
            </a:bodyPr>
            <a:lstStyle/>
            <a:p>
              <a:pPr algn="ctr">
                <a:spcAft>
                  <a:spcPts val="600"/>
                </a:spcAft>
              </a:pPr>
              <a:r>
                <a:rPr lang="fr-FR" sz="1400" b="1">
                  <a:solidFill>
                    <a:schemeClr val="bg1"/>
                  </a:solidFill>
                </a:rPr>
                <a:t>Article 11</a:t>
              </a:r>
            </a:p>
          </p:txBody>
        </p:sp>
        <p:sp>
          <p:nvSpPr>
            <p:cNvPr id="18" name="TextBox bloc 1">
              <a:extLst>
                <a:ext uri="{FF2B5EF4-FFF2-40B4-BE49-F238E27FC236}">
                  <a16:creationId xmlns:a16="http://schemas.microsoft.com/office/drawing/2014/main" id="{7F70754E-67D4-5060-8C5C-8EA057E026DB}"/>
                </a:ext>
              </a:extLst>
            </p:cNvPr>
            <p:cNvSpPr txBox="1">
              <a:spLocks/>
            </p:cNvSpPr>
            <p:nvPr/>
          </p:nvSpPr>
          <p:spPr>
            <a:xfrm>
              <a:off x="668028" y="2522824"/>
              <a:ext cx="1703417" cy="2254242"/>
            </a:xfrm>
            <a:prstGeom prst="rect">
              <a:avLst/>
            </a:prstGeom>
            <a:noFill/>
          </p:spPr>
          <p:txBody>
            <a:bodyPr wrap="square" lIns="0" tIns="0" rIns="0" bIns="0" rtlCol="0">
              <a:noAutofit/>
            </a:bodyPr>
            <a:lstStyle/>
            <a:p>
              <a:pPr>
                <a:spcAft>
                  <a:spcPts val="600"/>
                </a:spcAft>
              </a:pPr>
              <a:r>
                <a:rPr lang="fr-FR" sz="1100"/>
                <a:t>Les </a:t>
              </a:r>
              <a:r>
                <a:rPr lang="fr-FR" sz="1100" b="1"/>
                <a:t>entités essentielles et importantes </a:t>
              </a:r>
              <a:r>
                <a:rPr lang="fr-FR" sz="1100"/>
                <a:t>prennent les </a:t>
              </a:r>
              <a:r>
                <a:rPr lang="fr-FR" sz="1100" b="1"/>
                <a:t>mesures </a:t>
              </a:r>
              <a:r>
                <a:rPr lang="fr-FR" sz="1100"/>
                <a:t>pour </a:t>
              </a:r>
              <a:r>
                <a:rPr lang="fr-FR" sz="1100" b="1"/>
                <a:t>gérer les risques </a:t>
              </a:r>
              <a:r>
                <a:rPr lang="fr-FR" sz="1100"/>
                <a:t>qui menacent la </a:t>
              </a:r>
              <a:r>
                <a:rPr lang="fr-FR" sz="1100" b="1"/>
                <a:t>sécurité des SI</a:t>
              </a:r>
              <a:r>
                <a:rPr lang="fr-FR" sz="1100" b="1" i="1"/>
                <a:t> </a:t>
              </a:r>
              <a:r>
                <a:rPr lang="fr-FR" sz="1100"/>
                <a:t>qu’elles utilisent dans le cadre de leurs activités :</a:t>
              </a:r>
            </a:p>
            <a:p>
              <a:pPr marL="171450" indent="-171450">
                <a:spcAft>
                  <a:spcPts val="600"/>
                </a:spcAft>
                <a:buFont typeface="Arial" panose="020B0604020202020204" pitchFamily="34" charset="0"/>
                <a:buChar char="•"/>
              </a:pPr>
              <a:r>
                <a:rPr lang="fr-FR" sz="1100"/>
                <a:t>Mise en place d’une </a:t>
              </a:r>
              <a:r>
                <a:rPr lang="fr-FR" sz="1100" b="1"/>
                <a:t>gouvernance</a:t>
              </a:r>
              <a:r>
                <a:rPr lang="fr-FR" sz="1100"/>
                <a:t> de la sécurité des réseaux et SI adaptée, et de la formation des personnels en cybersécurité</a:t>
              </a:r>
            </a:p>
            <a:p>
              <a:pPr marL="171450" indent="-171450">
                <a:spcAft>
                  <a:spcPts val="600"/>
                </a:spcAft>
                <a:buFont typeface="Arial" panose="020B0604020202020204" pitchFamily="34" charset="0"/>
                <a:buChar char="•"/>
              </a:pPr>
              <a:r>
                <a:rPr lang="fr-FR" sz="1100" b="1"/>
                <a:t>Protection</a:t>
              </a:r>
              <a:r>
                <a:rPr lang="fr-FR" sz="1100"/>
                <a:t> des réseaux et systèmes d’information, y compris en cas de recours à la </a:t>
              </a:r>
              <a:r>
                <a:rPr lang="fr-FR" sz="1100" b="1"/>
                <a:t>sous-traitance</a:t>
              </a:r>
            </a:p>
            <a:p>
              <a:pPr marL="171450" indent="-171450">
                <a:spcAft>
                  <a:spcPts val="600"/>
                </a:spcAft>
                <a:buFont typeface="Arial" panose="020B0604020202020204" pitchFamily="34" charset="0"/>
                <a:buChar char="•"/>
              </a:pPr>
              <a:r>
                <a:rPr lang="fr-FR" sz="1100" b="1"/>
                <a:t>Défense</a:t>
              </a:r>
              <a:r>
                <a:rPr lang="fr-FR" sz="1100"/>
                <a:t> des réseaux et systèmes d’information et </a:t>
              </a:r>
              <a:r>
                <a:rPr lang="fr-FR" sz="1100" b="1"/>
                <a:t>gestion des incidents</a:t>
              </a:r>
            </a:p>
            <a:p>
              <a:pPr marL="171450" indent="-171450">
                <a:spcAft>
                  <a:spcPts val="600"/>
                </a:spcAft>
                <a:buFont typeface="Arial" panose="020B0604020202020204" pitchFamily="34" charset="0"/>
                <a:buChar char="•"/>
              </a:pPr>
              <a:r>
                <a:rPr lang="fr-FR" sz="1100" b="1"/>
                <a:t>Résilience</a:t>
              </a:r>
              <a:r>
                <a:rPr lang="fr-FR" sz="1100"/>
                <a:t> des activités de l’OIV</a:t>
              </a:r>
            </a:p>
          </p:txBody>
        </p:sp>
      </p:grpSp>
      <p:grpSp>
        <p:nvGrpSpPr>
          <p:cNvPr id="151" name="Group 45">
            <a:extLst>
              <a:ext uri="{FF2B5EF4-FFF2-40B4-BE49-F238E27FC236}">
                <a16:creationId xmlns:a16="http://schemas.microsoft.com/office/drawing/2014/main" id="{D1B8EAC8-5EF1-112D-3938-8C19AEC65F35}"/>
              </a:ext>
            </a:extLst>
          </p:cNvPr>
          <p:cNvGrpSpPr>
            <a:grpSpLocks/>
          </p:cNvGrpSpPr>
          <p:nvPr/>
        </p:nvGrpSpPr>
        <p:grpSpPr>
          <a:xfrm>
            <a:off x="4558209" y="1601793"/>
            <a:ext cx="3074841" cy="4631299"/>
            <a:chOff x="477251" y="1728313"/>
            <a:chExt cx="2085474" cy="3376094"/>
          </a:xfrm>
        </p:grpSpPr>
        <p:grpSp>
          <p:nvGrpSpPr>
            <p:cNvPr id="152" name="Bloc 1">
              <a:extLst>
                <a:ext uri="{FF2B5EF4-FFF2-40B4-BE49-F238E27FC236}">
                  <a16:creationId xmlns:a16="http://schemas.microsoft.com/office/drawing/2014/main" id="{DB76CF64-9F8B-1BC4-889D-23674234E467}"/>
                </a:ext>
                <a:ext uri="{C183D7F6-B498-43B3-948B-1728B52AA6E4}">
                  <adec:decorative xmlns:adec="http://schemas.microsoft.com/office/drawing/2017/decorative" val="0"/>
                </a:ext>
              </a:extLst>
            </p:cNvPr>
            <p:cNvGrpSpPr/>
            <p:nvPr/>
          </p:nvGrpSpPr>
          <p:grpSpPr>
            <a:xfrm>
              <a:off x="477251" y="1728313"/>
              <a:ext cx="2085474" cy="3376094"/>
              <a:chOff x="408402" y="418903"/>
              <a:chExt cx="4360858" cy="7059627"/>
            </a:xfrm>
          </p:grpSpPr>
          <p:sp>
            <p:nvSpPr>
              <p:cNvPr id="155" name="Freeform: Shape 7">
                <a:extLst>
                  <a:ext uri="{FF2B5EF4-FFF2-40B4-BE49-F238E27FC236}">
                    <a16:creationId xmlns:a16="http://schemas.microsoft.com/office/drawing/2014/main" id="{A1BC3943-1B7D-A615-D0ED-29DA622853B4}"/>
                  </a:ext>
                  <a:ext uri="{C183D7F6-B498-43B3-948B-1728B52AA6E4}">
                    <adec:decorative xmlns:adec="http://schemas.microsoft.com/office/drawing/2017/decorative" val="1"/>
                  </a:ext>
                </a:extLst>
              </p:cNvPr>
              <p:cNvSpPr/>
              <p:nvPr/>
            </p:nvSpPr>
            <p:spPr>
              <a:xfrm>
                <a:off x="409451" y="620436"/>
                <a:ext cx="4359809" cy="6858094"/>
              </a:xfrm>
              <a:custGeom>
                <a:avLst/>
                <a:gdLst>
                  <a:gd name="connsiteX0" fmla="*/ 806238 w 4359809"/>
                  <a:gd name="connsiteY0" fmla="*/ 0 h 6858094"/>
                  <a:gd name="connsiteX1" fmla="*/ 3551693 w 4359809"/>
                  <a:gd name="connsiteY1" fmla="*/ 0 h 6858094"/>
                  <a:gd name="connsiteX2" fmla="*/ 4359810 w 4359809"/>
                  <a:gd name="connsiteY2" fmla="*/ 808117 h 6858094"/>
                  <a:gd name="connsiteX3" fmla="*/ 4359810 w 4359809"/>
                  <a:gd name="connsiteY3" fmla="*/ 6858094 h 6858094"/>
                  <a:gd name="connsiteX4" fmla="*/ 192212 w 4359809"/>
                  <a:gd name="connsiteY4" fmla="*/ 6858094 h 6858094"/>
                  <a:gd name="connsiteX5" fmla="*/ 0 w 4359809"/>
                  <a:gd name="connsiteY5" fmla="*/ 6665976 h 6858094"/>
                  <a:gd name="connsiteX6" fmla="*/ 0 w 4359809"/>
                  <a:gd name="connsiteY6" fmla="*/ 806238 h 6858094"/>
                  <a:gd name="connsiteX7" fmla="*/ 806238 w 4359809"/>
                  <a:gd name="connsiteY7" fmla="*/ 0 h 685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9809" h="6858094">
                    <a:moveTo>
                      <a:pt x="806238" y="0"/>
                    </a:moveTo>
                    <a:lnTo>
                      <a:pt x="3551693" y="0"/>
                    </a:lnTo>
                    <a:cubicBezTo>
                      <a:pt x="3997745" y="0"/>
                      <a:pt x="4359810" y="362065"/>
                      <a:pt x="4359810" y="808117"/>
                    </a:cubicBezTo>
                    <a:lnTo>
                      <a:pt x="4359810" y="6858094"/>
                    </a:lnTo>
                    <a:lnTo>
                      <a:pt x="192212" y="6858094"/>
                    </a:lnTo>
                    <a:cubicBezTo>
                      <a:pt x="86148" y="6858188"/>
                      <a:pt x="0" y="6772040"/>
                      <a:pt x="0" y="6665976"/>
                    </a:cubicBezTo>
                    <a:lnTo>
                      <a:pt x="0" y="806238"/>
                    </a:lnTo>
                    <a:cubicBezTo>
                      <a:pt x="0" y="361313"/>
                      <a:pt x="361313" y="0"/>
                      <a:pt x="806238" y="0"/>
                    </a:cubicBezTo>
                    <a:close/>
                  </a:path>
                </a:pathLst>
              </a:custGeom>
              <a:solidFill>
                <a:schemeClr val="tx2">
                  <a:lumMod val="95000"/>
                </a:schemeClr>
              </a:solidFill>
              <a:ln w="9381" cap="flat">
                <a:noFill/>
                <a:prstDash val="solid"/>
                <a:miter/>
              </a:ln>
            </p:spPr>
            <p:txBody>
              <a:bodyPr rtlCol="0" anchor="ctr"/>
              <a:lstStyle/>
              <a:p>
                <a:endParaRPr lang="fr-FR"/>
              </a:p>
            </p:txBody>
          </p:sp>
          <p:sp>
            <p:nvSpPr>
              <p:cNvPr id="156" name="Freeform: Shape 8">
                <a:extLst>
                  <a:ext uri="{FF2B5EF4-FFF2-40B4-BE49-F238E27FC236}">
                    <a16:creationId xmlns:a16="http://schemas.microsoft.com/office/drawing/2014/main" id="{20BA28E7-5EE5-237F-86DC-C23D82886F5B}"/>
                  </a:ext>
                  <a:ext uri="{C183D7F6-B498-43B3-948B-1728B52AA6E4}">
                    <adec:decorative xmlns:adec="http://schemas.microsoft.com/office/drawing/2017/decorative" val="1"/>
                  </a:ext>
                </a:extLst>
              </p:cNvPr>
              <p:cNvSpPr/>
              <p:nvPr/>
            </p:nvSpPr>
            <p:spPr>
              <a:xfrm>
                <a:off x="408402" y="418903"/>
                <a:ext cx="4359809" cy="1137312"/>
              </a:xfrm>
              <a:custGeom>
                <a:avLst/>
                <a:gdLst>
                  <a:gd name="connsiteX0" fmla="*/ 2179905 w 4359809"/>
                  <a:gd name="connsiteY0" fmla="*/ 0 h 2424349"/>
                  <a:gd name="connsiteX1" fmla="*/ 808117 w 4359809"/>
                  <a:gd name="connsiteY1" fmla="*/ 0 h 2424349"/>
                  <a:gd name="connsiteX2" fmla="*/ 0 w 4359809"/>
                  <a:gd name="connsiteY2" fmla="*/ 808117 h 2424349"/>
                  <a:gd name="connsiteX3" fmla="*/ 0 w 4359809"/>
                  <a:gd name="connsiteY3" fmla="*/ 808117 h 2424349"/>
                  <a:gd name="connsiteX4" fmla="*/ 808117 w 4359809"/>
                  <a:gd name="connsiteY4" fmla="*/ 1616233 h 2424349"/>
                  <a:gd name="connsiteX5" fmla="*/ 3551693 w 4359809"/>
                  <a:gd name="connsiteY5" fmla="*/ 1616233 h 2424349"/>
                  <a:gd name="connsiteX6" fmla="*/ 4359810 w 4359809"/>
                  <a:gd name="connsiteY6" fmla="*/ 2424350 h 2424349"/>
                  <a:gd name="connsiteX7" fmla="*/ 4359810 w 4359809"/>
                  <a:gd name="connsiteY7" fmla="*/ 808117 h 2424349"/>
                  <a:gd name="connsiteX8" fmla="*/ 3551693 w 4359809"/>
                  <a:gd name="connsiteY8" fmla="*/ 0 h 2424349"/>
                  <a:gd name="connsiteX9" fmla="*/ 2179905 w 4359809"/>
                  <a:gd name="connsiteY9" fmla="*/ 0 h 242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9809" h="2424349">
                    <a:moveTo>
                      <a:pt x="2179905" y="0"/>
                    </a:moveTo>
                    <a:lnTo>
                      <a:pt x="808117" y="0"/>
                    </a:lnTo>
                    <a:cubicBezTo>
                      <a:pt x="361783" y="0"/>
                      <a:pt x="0" y="361783"/>
                      <a:pt x="0" y="808117"/>
                    </a:cubicBezTo>
                    <a:lnTo>
                      <a:pt x="0" y="808117"/>
                    </a:lnTo>
                    <a:cubicBezTo>
                      <a:pt x="0" y="1254450"/>
                      <a:pt x="361783" y="1616233"/>
                      <a:pt x="808117" y="1616233"/>
                    </a:cubicBezTo>
                    <a:lnTo>
                      <a:pt x="3551693" y="1616233"/>
                    </a:lnTo>
                    <a:cubicBezTo>
                      <a:pt x="3998027" y="1616233"/>
                      <a:pt x="4359810" y="1978016"/>
                      <a:pt x="4359810" y="2424350"/>
                    </a:cubicBezTo>
                    <a:lnTo>
                      <a:pt x="4359810" y="808117"/>
                    </a:lnTo>
                    <a:cubicBezTo>
                      <a:pt x="4359810" y="361783"/>
                      <a:pt x="3998027" y="0"/>
                      <a:pt x="3551693" y="0"/>
                    </a:cubicBezTo>
                    <a:lnTo>
                      <a:pt x="2179905" y="0"/>
                    </a:lnTo>
                    <a:close/>
                  </a:path>
                </a:pathLst>
              </a:custGeom>
              <a:solidFill>
                <a:schemeClr val="bg2"/>
              </a:solidFill>
              <a:ln w="9381" cap="flat">
                <a:noFill/>
                <a:prstDash val="solid"/>
                <a:miter/>
              </a:ln>
            </p:spPr>
            <p:txBody>
              <a:bodyPr rtlCol="0" anchor="ctr"/>
              <a:lstStyle/>
              <a:p>
                <a:endParaRPr lang="fr-FR"/>
              </a:p>
            </p:txBody>
          </p:sp>
        </p:grpSp>
        <p:sp>
          <p:nvSpPr>
            <p:cNvPr id="153" name="Title bloc 1">
              <a:extLst>
                <a:ext uri="{FF2B5EF4-FFF2-40B4-BE49-F238E27FC236}">
                  <a16:creationId xmlns:a16="http://schemas.microsoft.com/office/drawing/2014/main" id="{4A41D696-A59E-30B9-87DC-4CBB1C97CEB8}"/>
                </a:ext>
              </a:extLst>
            </p:cNvPr>
            <p:cNvSpPr txBox="1">
              <a:spLocks/>
            </p:cNvSpPr>
            <p:nvPr/>
          </p:nvSpPr>
          <p:spPr>
            <a:xfrm>
              <a:off x="1004424" y="1816362"/>
              <a:ext cx="1030626" cy="210052"/>
            </a:xfrm>
            <a:prstGeom prst="rect">
              <a:avLst/>
            </a:prstGeom>
            <a:noFill/>
          </p:spPr>
          <p:txBody>
            <a:bodyPr wrap="square" lIns="0" tIns="36000" rIns="0" bIns="36000" rtlCol="0" anchor="ctr">
              <a:spAutoFit/>
            </a:bodyPr>
            <a:lstStyle/>
            <a:p>
              <a:pPr algn="ctr">
                <a:spcAft>
                  <a:spcPts val="600"/>
                </a:spcAft>
              </a:pPr>
              <a:r>
                <a:rPr lang="fr-FR" sz="1400" b="1">
                  <a:solidFill>
                    <a:schemeClr val="bg1"/>
                  </a:solidFill>
                </a:rPr>
                <a:t>Article 12</a:t>
              </a:r>
            </a:p>
          </p:txBody>
        </p:sp>
        <p:sp>
          <p:nvSpPr>
            <p:cNvPr id="154" name="TextBox bloc 1">
              <a:extLst>
                <a:ext uri="{FF2B5EF4-FFF2-40B4-BE49-F238E27FC236}">
                  <a16:creationId xmlns:a16="http://schemas.microsoft.com/office/drawing/2014/main" id="{4B7DC9F6-D9A1-8A26-49D6-8B7A8DA950E2}"/>
                </a:ext>
              </a:extLst>
            </p:cNvPr>
            <p:cNvSpPr txBox="1">
              <a:spLocks/>
            </p:cNvSpPr>
            <p:nvPr/>
          </p:nvSpPr>
          <p:spPr>
            <a:xfrm>
              <a:off x="777139" y="2461995"/>
              <a:ext cx="1510715" cy="2169980"/>
            </a:xfrm>
            <a:prstGeom prst="rect">
              <a:avLst/>
            </a:prstGeom>
            <a:noFill/>
          </p:spPr>
          <p:txBody>
            <a:bodyPr wrap="square" lIns="0" tIns="0" rIns="0" bIns="0" rtlCol="0">
              <a:noAutofit/>
            </a:bodyPr>
            <a:lstStyle/>
            <a:p>
              <a:pPr>
                <a:spcAft>
                  <a:spcPts val="600"/>
                </a:spcAft>
              </a:pPr>
              <a:r>
                <a:rPr lang="fr-FR" sz="1100"/>
                <a:t>Sur leurs </a:t>
              </a:r>
              <a:r>
                <a:rPr lang="fr-FR" sz="1100" b="1"/>
                <a:t>SIIV</a:t>
              </a:r>
              <a:r>
                <a:rPr lang="fr-FR" sz="1100"/>
                <a:t> identifiés et déclarés à l’ANSSI, les entités essentielles et importantes mettent en œuvre les </a:t>
              </a:r>
              <a:r>
                <a:rPr lang="fr-FR" sz="1100" b="1"/>
                <a:t>exigences de sécurisation mentionnées à l’Article 11</a:t>
              </a:r>
              <a:r>
                <a:rPr lang="fr-FR" sz="1100"/>
                <a:t>, ainsi que des </a:t>
              </a:r>
              <a:r>
                <a:rPr lang="fr-FR" sz="1100" b="1"/>
                <a:t>exigences spécifiques </a:t>
              </a:r>
              <a:r>
                <a:rPr lang="fr-FR" sz="1100"/>
                <a:t>à ces SI fixées par le Premier ministre.</a:t>
              </a:r>
            </a:p>
            <a:p>
              <a:pPr>
                <a:spcAft>
                  <a:spcPts val="600"/>
                </a:spcAft>
              </a:pPr>
              <a:r>
                <a:rPr lang="fr-FR" sz="1100"/>
                <a:t>Pour respecter les exigences de sécurité des SI, les entités essentielles et importantes peuvent être amenés à utiliser des </a:t>
              </a:r>
              <a:r>
                <a:rPr lang="fr-FR" sz="1100" b="1"/>
                <a:t>dispositifs matériels ou logiciels</a:t>
              </a:r>
              <a:r>
                <a:rPr lang="fr-FR" sz="1100"/>
                <a:t>, ainsi qu’à employer des </a:t>
              </a:r>
              <a:r>
                <a:rPr lang="fr-FR" sz="1100" b="1"/>
                <a:t>prestataires </a:t>
              </a:r>
              <a:r>
                <a:rPr lang="fr-FR" sz="1100"/>
                <a:t>de services.</a:t>
              </a:r>
            </a:p>
            <a:p>
              <a:pPr>
                <a:spcAft>
                  <a:spcPts val="600"/>
                </a:spcAft>
              </a:pPr>
              <a:r>
                <a:rPr lang="fr-FR" sz="1100"/>
                <a:t>Ces mesures nécessitent </a:t>
              </a:r>
              <a:r>
                <a:rPr lang="fr-FR" sz="1100" b="1"/>
                <a:t>leur propre conformité</a:t>
              </a:r>
              <a:r>
                <a:rPr lang="fr-FR" sz="1100"/>
                <a:t> et sont </a:t>
              </a:r>
              <a:r>
                <a:rPr lang="fr-FR" sz="1100" b="1"/>
                <a:t>à la charge des entités </a:t>
              </a:r>
              <a:r>
                <a:rPr lang="fr-FR" sz="1100"/>
                <a:t>qui les emploient.</a:t>
              </a:r>
            </a:p>
          </p:txBody>
        </p:sp>
      </p:grpSp>
      <p:grpSp>
        <p:nvGrpSpPr>
          <p:cNvPr id="157" name="Group 45">
            <a:extLst>
              <a:ext uri="{FF2B5EF4-FFF2-40B4-BE49-F238E27FC236}">
                <a16:creationId xmlns:a16="http://schemas.microsoft.com/office/drawing/2014/main" id="{E87407DA-23E6-6BC1-6BD0-0D7B1CD8DE89}"/>
              </a:ext>
            </a:extLst>
          </p:cNvPr>
          <p:cNvGrpSpPr>
            <a:grpSpLocks/>
          </p:cNvGrpSpPr>
          <p:nvPr/>
        </p:nvGrpSpPr>
        <p:grpSpPr>
          <a:xfrm>
            <a:off x="8134207" y="1601792"/>
            <a:ext cx="3074100" cy="4582533"/>
            <a:chOff x="477251" y="1728313"/>
            <a:chExt cx="2084972" cy="3340545"/>
          </a:xfrm>
        </p:grpSpPr>
        <p:grpSp>
          <p:nvGrpSpPr>
            <p:cNvPr id="158" name="Bloc 1">
              <a:extLst>
                <a:ext uri="{FF2B5EF4-FFF2-40B4-BE49-F238E27FC236}">
                  <a16:creationId xmlns:a16="http://schemas.microsoft.com/office/drawing/2014/main" id="{7EA5AB3C-F6FC-5131-879E-A710B8426614}"/>
                </a:ext>
                <a:ext uri="{C183D7F6-B498-43B3-948B-1728B52AA6E4}">
                  <adec:decorative xmlns:adec="http://schemas.microsoft.com/office/drawing/2017/decorative" val="0"/>
                </a:ext>
              </a:extLst>
            </p:cNvPr>
            <p:cNvGrpSpPr/>
            <p:nvPr/>
          </p:nvGrpSpPr>
          <p:grpSpPr>
            <a:xfrm>
              <a:off x="477251" y="1728313"/>
              <a:ext cx="2084972" cy="3340545"/>
              <a:chOff x="408402" y="418903"/>
              <a:chExt cx="4359809" cy="6985291"/>
            </a:xfrm>
          </p:grpSpPr>
          <p:sp>
            <p:nvSpPr>
              <p:cNvPr id="161" name="Freeform: Shape 7">
                <a:extLst>
                  <a:ext uri="{FF2B5EF4-FFF2-40B4-BE49-F238E27FC236}">
                    <a16:creationId xmlns:a16="http://schemas.microsoft.com/office/drawing/2014/main" id="{4E6DB8E0-1EAE-665B-EDE5-C691DFC27C95}"/>
                  </a:ext>
                  <a:ext uri="{C183D7F6-B498-43B3-948B-1728B52AA6E4}">
                    <adec:decorative xmlns:adec="http://schemas.microsoft.com/office/drawing/2017/decorative" val="1"/>
                  </a:ext>
                </a:extLst>
              </p:cNvPr>
              <p:cNvSpPr/>
              <p:nvPr/>
            </p:nvSpPr>
            <p:spPr>
              <a:xfrm>
                <a:off x="408402" y="546100"/>
                <a:ext cx="4359809" cy="6858094"/>
              </a:xfrm>
              <a:custGeom>
                <a:avLst/>
                <a:gdLst>
                  <a:gd name="connsiteX0" fmla="*/ 806238 w 4359809"/>
                  <a:gd name="connsiteY0" fmla="*/ 0 h 6858094"/>
                  <a:gd name="connsiteX1" fmla="*/ 3551693 w 4359809"/>
                  <a:gd name="connsiteY1" fmla="*/ 0 h 6858094"/>
                  <a:gd name="connsiteX2" fmla="*/ 4359810 w 4359809"/>
                  <a:gd name="connsiteY2" fmla="*/ 808117 h 6858094"/>
                  <a:gd name="connsiteX3" fmla="*/ 4359810 w 4359809"/>
                  <a:gd name="connsiteY3" fmla="*/ 6858094 h 6858094"/>
                  <a:gd name="connsiteX4" fmla="*/ 192212 w 4359809"/>
                  <a:gd name="connsiteY4" fmla="*/ 6858094 h 6858094"/>
                  <a:gd name="connsiteX5" fmla="*/ 0 w 4359809"/>
                  <a:gd name="connsiteY5" fmla="*/ 6665976 h 6858094"/>
                  <a:gd name="connsiteX6" fmla="*/ 0 w 4359809"/>
                  <a:gd name="connsiteY6" fmla="*/ 806238 h 6858094"/>
                  <a:gd name="connsiteX7" fmla="*/ 806238 w 4359809"/>
                  <a:gd name="connsiteY7" fmla="*/ 0 h 685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59809" h="6858094">
                    <a:moveTo>
                      <a:pt x="806238" y="0"/>
                    </a:moveTo>
                    <a:lnTo>
                      <a:pt x="3551693" y="0"/>
                    </a:lnTo>
                    <a:cubicBezTo>
                      <a:pt x="3997745" y="0"/>
                      <a:pt x="4359810" y="362065"/>
                      <a:pt x="4359810" y="808117"/>
                    </a:cubicBezTo>
                    <a:lnTo>
                      <a:pt x="4359810" y="6858094"/>
                    </a:lnTo>
                    <a:lnTo>
                      <a:pt x="192212" y="6858094"/>
                    </a:lnTo>
                    <a:cubicBezTo>
                      <a:pt x="86148" y="6858188"/>
                      <a:pt x="0" y="6772040"/>
                      <a:pt x="0" y="6665976"/>
                    </a:cubicBezTo>
                    <a:lnTo>
                      <a:pt x="0" y="806238"/>
                    </a:lnTo>
                    <a:cubicBezTo>
                      <a:pt x="0" y="361313"/>
                      <a:pt x="361313" y="0"/>
                      <a:pt x="806238" y="0"/>
                    </a:cubicBezTo>
                    <a:close/>
                  </a:path>
                </a:pathLst>
              </a:custGeom>
              <a:solidFill>
                <a:schemeClr val="tx2">
                  <a:lumMod val="95000"/>
                </a:schemeClr>
              </a:solidFill>
              <a:ln w="9381" cap="flat">
                <a:noFill/>
                <a:prstDash val="solid"/>
                <a:miter/>
              </a:ln>
            </p:spPr>
            <p:txBody>
              <a:bodyPr rtlCol="0" anchor="ctr"/>
              <a:lstStyle/>
              <a:p>
                <a:endParaRPr lang="fr-FR"/>
              </a:p>
            </p:txBody>
          </p:sp>
          <p:sp>
            <p:nvSpPr>
              <p:cNvPr id="162" name="Freeform: Shape 8">
                <a:extLst>
                  <a:ext uri="{FF2B5EF4-FFF2-40B4-BE49-F238E27FC236}">
                    <a16:creationId xmlns:a16="http://schemas.microsoft.com/office/drawing/2014/main" id="{91CF4C1A-D8A9-D878-FA48-B98E9F3D2D50}"/>
                  </a:ext>
                  <a:ext uri="{C183D7F6-B498-43B3-948B-1728B52AA6E4}">
                    <adec:decorative xmlns:adec="http://schemas.microsoft.com/office/drawing/2017/decorative" val="1"/>
                  </a:ext>
                </a:extLst>
              </p:cNvPr>
              <p:cNvSpPr/>
              <p:nvPr/>
            </p:nvSpPr>
            <p:spPr>
              <a:xfrm>
                <a:off x="408402" y="418903"/>
                <a:ext cx="4359809" cy="1137312"/>
              </a:xfrm>
              <a:custGeom>
                <a:avLst/>
                <a:gdLst>
                  <a:gd name="connsiteX0" fmla="*/ 2179905 w 4359809"/>
                  <a:gd name="connsiteY0" fmla="*/ 0 h 2424349"/>
                  <a:gd name="connsiteX1" fmla="*/ 808117 w 4359809"/>
                  <a:gd name="connsiteY1" fmla="*/ 0 h 2424349"/>
                  <a:gd name="connsiteX2" fmla="*/ 0 w 4359809"/>
                  <a:gd name="connsiteY2" fmla="*/ 808117 h 2424349"/>
                  <a:gd name="connsiteX3" fmla="*/ 0 w 4359809"/>
                  <a:gd name="connsiteY3" fmla="*/ 808117 h 2424349"/>
                  <a:gd name="connsiteX4" fmla="*/ 808117 w 4359809"/>
                  <a:gd name="connsiteY4" fmla="*/ 1616233 h 2424349"/>
                  <a:gd name="connsiteX5" fmla="*/ 3551693 w 4359809"/>
                  <a:gd name="connsiteY5" fmla="*/ 1616233 h 2424349"/>
                  <a:gd name="connsiteX6" fmla="*/ 4359810 w 4359809"/>
                  <a:gd name="connsiteY6" fmla="*/ 2424350 h 2424349"/>
                  <a:gd name="connsiteX7" fmla="*/ 4359810 w 4359809"/>
                  <a:gd name="connsiteY7" fmla="*/ 808117 h 2424349"/>
                  <a:gd name="connsiteX8" fmla="*/ 3551693 w 4359809"/>
                  <a:gd name="connsiteY8" fmla="*/ 0 h 2424349"/>
                  <a:gd name="connsiteX9" fmla="*/ 2179905 w 4359809"/>
                  <a:gd name="connsiteY9" fmla="*/ 0 h 242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9809" h="2424349">
                    <a:moveTo>
                      <a:pt x="2179905" y="0"/>
                    </a:moveTo>
                    <a:lnTo>
                      <a:pt x="808117" y="0"/>
                    </a:lnTo>
                    <a:cubicBezTo>
                      <a:pt x="361783" y="0"/>
                      <a:pt x="0" y="361783"/>
                      <a:pt x="0" y="808117"/>
                    </a:cubicBezTo>
                    <a:lnTo>
                      <a:pt x="0" y="808117"/>
                    </a:lnTo>
                    <a:cubicBezTo>
                      <a:pt x="0" y="1254450"/>
                      <a:pt x="361783" y="1616233"/>
                      <a:pt x="808117" y="1616233"/>
                    </a:cubicBezTo>
                    <a:lnTo>
                      <a:pt x="3551693" y="1616233"/>
                    </a:lnTo>
                    <a:cubicBezTo>
                      <a:pt x="3998027" y="1616233"/>
                      <a:pt x="4359810" y="1978016"/>
                      <a:pt x="4359810" y="2424350"/>
                    </a:cubicBezTo>
                    <a:lnTo>
                      <a:pt x="4359810" y="808117"/>
                    </a:lnTo>
                    <a:cubicBezTo>
                      <a:pt x="4359810" y="361783"/>
                      <a:pt x="3998027" y="0"/>
                      <a:pt x="3551693" y="0"/>
                    </a:cubicBezTo>
                    <a:lnTo>
                      <a:pt x="2179905" y="0"/>
                    </a:lnTo>
                    <a:close/>
                  </a:path>
                </a:pathLst>
              </a:custGeom>
              <a:solidFill>
                <a:schemeClr val="bg2"/>
              </a:solidFill>
              <a:ln w="9381" cap="flat">
                <a:noFill/>
                <a:prstDash val="solid"/>
                <a:miter/>
              </a:ln>
            </p:spPr>
            <p:txBody>
              <a:bodyPr rtlCol="0" anchor="ctr"/>
              <a:lstStyle/>
              <a:p>
                <a:endParaRPr lang="fr-FR"/>
              </a:p>
            </p:txBody>
          </p:sp>
        </p:grpSp>
        <p:sp>
          <p:nvSpPr>
            <p:cNvPr id="159" name="Title bloc 1">
              <a:extLst>
                <a:ext uri="{FF2B5EF4-FFF2-40B4-BE49-F238E27FC236}">
                  <a16:creationId xmlns:a16="http://schemas.microsoft.com/office/drawing/2014/main" id="{B127B5C3-C502-C557-2AE7-7A03CB2C5A12}"/>
                </a:ext>
              </a:extLst>
            </p:cNvPr>
            <p:cNvSpPr txBox="1">
              <a:spLocks/>
            </p:cNvSpPr>
            <p:nvPr/>
          </p:nvSpPr>
          <p:spPr>
            <a:xfrm>
              <a:off x="1004424" y="1816363"/>
              <a:ext cx="1030626" cy="210052"/>
            </a:xfrm>
            <a:prstGeom prst="rect">
              <a:avLst/>
            </a:prstGeom>
            <a:noFill/>
          </p:spPr>
          <p:txBody>
            <a:bodyPr wrap="square" lIns="0" tIns="36000" rIns="0" bIns="36000" rtlCol="0" anchor="ctr">
              <a:spAutoFit/>
            </a:bodyPr>
            <a:lstStyle/>
            <a:p>
              <a:pPr algn="ctr">
                <a:spcAft>
                  <a:spcPts val="600"/>
                </a:spcAft>
              </a:pPr>
              <a:r>
                <a:rPr lang="fr-FR" sz="1400" b="1">
                  <a:solidFill>
                    <a:schemeClr val="bg1"/>
                  </a:solidFill>
                </a:rPr>
                <a:t>Article 13</a:t>
              </a:r>
            </a:p>
          </p:txBody>
        </p:sp>
        <p:sp>
          <p:nvSpPr>
            <p:cNvPr id="160" name="TextBox bloc 1">
              <a:extLst>
                <a:ext uri="{FF2B5EF4-FFF2-40B4-BE49-F238E27FC236}">
                  <a16:creationId xmlns:a16="http://schemas.microsoft.com/office/drawing/2014/main" id="{6EDC6F1C-767E-CB94-0AEE-82D1BC777E7A}"/>
                </a:ext>
              </a:extLst>
            </p:cNvPr>
            <p:cNvSpPr txBox="1">
              <a:spLocks/>
            </p:cNvSpPr>
            <p:nvPr/>
          </p:nvSpPr>
          <p:spPr>
            <a:xfrm>
              <a:off x="656348" y="2461995"/>
              <a:ext cx="1726778" cy="2342701"/>
            </a:xfrm>
            <a:prstGeom prst="rect">
              <a:avLst/>
            </a:prstGeom>
            <a:noFill/>
          </p:spPr>
          <p:txBody>
            <a:bodyPr wrap="square" lIns="0" tIns="0" rIns="0" bIns="0" rtlCol="0">
              <a:noAutofit/>
            </a:bodyPr>
            <a:lstStyle/>
            <a:p>
              <a:pPr>
                <a:spcAft>
                  <a:spcPts val="600"/>
                </a:spcAft>
              </a:pPr>
              <a:r>
                <a:rPr lang="fr-FR" sz="1100"/>
                <a:t>Les </a:t>
              </a:r>
              <a:r>
                <a:rPr lang="fr-FR" sz="1100" b="1"/>
                <a:t>entités essentielles et importantes </a:t>
              </a:r>
              <a:r>
                <a:rPr lang="fr-FR" sz="1100"/>
                <a:t>notifient à l’ANSSI tout </a:t>
              </a:r>
              <a:r>
                <a:rPr lang="fr-FR" sz="1100" b="1"/>
                <a:t>incident</a:t>
              </a:r>
              <a:r>
                <a:rPr lang="fr-FR" sz="1100"/>
                <a:t> important sur la fourniture de leurs services.</a:t>
              </a:r>
            </a:p>
            <a:p>
              <a:pPr>
                <a:spcAft>
                  <a:spcPts val="600"/>
                </a:spcAft>
              </a:pPr>
              <a:r>
                <a:rPr lang="fr-FR" sz="1100"/>
                <a:t>L’ANSSI peut exiger de l’entité qu’elle </a:t>
              </a:r>
              <a:r>
                <a:rPr lang="fr-FR" sz="1100" b="1"/>
                <a:t>informe le public de l’incident </a:t>
              </a:r>
              <a:r>
                <a:rPr lang="fr-FR" sz="1100"/>
                <a:t>ou le faire elle-même si cela est dans l’intérêt public.</a:t>
              </a:r>
            </a:p>
            <a:p>
              <a:pPr>
                <a:spcAft>
                  <a:spcPts val="600"/>
                </a:spcAft>
              </a:pPr>
              <a:r>
                <a:rPr lang="fr-FR" sz="1100"/>
                <a:t>Les </a:t>
              </a:r>
              <a:r>
                <a:rPr lang="fr-FR" sz="1100" b="1"/>
                <a:t>entités essentielles et importantes notifient </a:t>
              </a:r>
              <a:r>
                <a:rPr lang="fr-FR" sz="1100"/>
                <a:t>:</a:t>
              </a:r>
            </a:p>
            <a:p>
              <a:pPr marL="171450" indent="-171450">
                <a:spcAft>
                  <a:spcPts val="600"/>
                </a:spcAft>
                <a:buFont typeface="Arial" panose="020B0604020202020204" pitchFamily="34" charset="0"/>
                <a:buChar char="•"/>
              </a:pPr>
              <a:r>
                <a:rPr lang="fr-FR" sz="1100"/>
                <a:t>Les </a:t>
              </a:r>
              <a:r>
                <a:rPr lang="fr-FR" sz="1100" b="1"/>
                <a:t>incidents critiques </a:t>
              </a:r>
              <a:r>
                <a:rPr lang="fr-FR" sz="1100"/>
                <a:t>susceptibles de nuire à la fourniture de ces services</a:t>
              </a:r>
            </a:p>
            <a:p>
              <a:pPr marL="171450" indent="-171450">
                <a:spcAft>
                  <a:spcPts val="600"/>
                </a:spcAft>
                <a:buFont typeface="Arial" panose="020B0604020202020204" pitchFamily="34" charset="0"/>
                <a:buChar char="•"/>
              </a:pPr>
              <a:r>
                <a:rPr lang="fr-FR" sz="1100"/>
                <a:t>Les </a:t>
              </a:r>
              <a:r>
                <a:rPr lang="fr-FR" sz="1100" b="1"/>
                <a:t>vulnérabilités critiques </a:t>
              </a:r>
              <a:r>
                <a:rPr lang="fr-FR" sz="1100"/>
                <a:t>affectant leurs services ou les affectant potentiellement, ainsi que les mesures ou corrections en réponse à cette vulnérabilité ou à cette menace.</a:t>
              </a:r>
            </a:p>
          </p:txBody>
        </p:sp>
      </p:grpSp>
      <p:sp>
        <p:nvSpPr>
          <p:cNvPr id="6" name="ZoneTexte 5">
            <a:extLst>
              <a:ext uri="{FF2B5EF4-FFF2-40B4-BE49-F238E27FC236}">
                <a16:creationId xmlns:a16="http://schemas.microsoft.com/office/drawing/2014/main" id="{4D29EF8B-23BF-CDD1-7615-04588FCAA1EE}"/>
              </a:ext>
            </a:extLst>
          </p:cNvPr>
          <p:cNvSpPr txBox="1"/>
          <p:nvPr/>
        </p:nvSpPr>
        <p:spPr>
          <a:xfrm>
            <a:off x="423876" y="797379"/>
            <a:ext cx="11342769" cy="41549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defTabSz="914423">
              <a:defRPr/>
            </a:pPr>
            <a:r>
              <a:rPr lang="fr-FR" sz="1050" i="1"/>
              <a:t>« Les OIV mettent en œuvre les obligations prévues à l’article 11, 12 et 13 de la loi n° XXX applicables aux entités essentielles » « pour gérer les risques qui pèsent sur la sécurité des réseaux et SI utilisés dans le cadre des AIV ». (</a:t>
            </a:r>
            <a:r>
              <a:rPr lang="fr-FR" sz="1050"/>
              <a:t>Article L. 1332-13.- I.)</a:t>
            </a:r>
            <a:endParaRPr lang="fr-FR" sz="1050" i="1"/>
          </a:p>
        </p:txBody>
      </p:sp>
    </p:spTree>
    <p:extLst>
      <p:ext uri="{BB962C8B-B14F-4D97-AF65-F5344CB8AC3E}">
        <p14:creationId xmlns:p14="http://schemas.microsoft.com/office/powerpoint/2010/main" val="699428772"/>
      </p:ext>
    </p:extLst>
  </p:cSld>
  <p:clrMapOvr>
    <a:masterClrMapping/>
  </p:clrMapOvr>
  <p:extLst>
    <p:ext uri="{6950BFC3-D8DA-4A85-94F7-54DA5524770B}">
      <p188:commentRel xmlns:p188="http://schemas.microsoft.com/office/powerpoint/2018/8/main" r:id="rId2"/>
    </p:ext>
  </p:extLs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526530-D985-5112-1A04-B588E0843298}"/>
              </a:ext>
            </a:extLst>
          </p:cNvPr>
          <p:cNvSpPr>
            <a:spLocks noGrp="1"/>
          </p:cNvSpPr>
          <p:nvPr>
            <p:ph type="title"/>
          </p:nvPr>
        </p:nvSpPr>
        <p:spPr/>
        <p:txBody>
          <a:bodyPr/>
          <a:lstStyle/>
          <a:p>
            <a:endParaRPr lang="fr-FR"/>
          </a:p>
        </p:txBody>
      </p:sp>
      <p:sp>
        <p:nvSpPr>
          <p:cNvPr id="3" name="Espace réservé du texte 2">
            <a:extLst>
              <a:ext uri="{FF2B5EF4-FFF2-40B4-BE49-F238E27FC236}">
                <a16:creationId xmlns:a16="http://schemas.microsoft.com/office/drawing/2014/main" id="{C8109C9B-ACC7-760E-26D7-F2D8972E39CC}"/>
              </a:ext>
            </a:extLst>
          </p:cNvPr>
          <p:cNvSpPr>
            <a:spLocks noGrp="1"/>
          </p:cNvSpPr>
          <p:nvPr>
            <p:ph type="body" sz="quarter" idx="13"/>
          </p:nvPr>
        </p:nvSpPr>
        <p:spPr/>
        <p:txBody>
          <a:bodyPr/>
          <a:lstStyle/>
          <a:p>
            <a:endParaRPr lang="fr-FR"/>
          </a:p>
        </p:txBody>
      </p:sp>
      <p:sp>
        <p:nvSpPr>
          <p:cNvPr id="5" name="Rectangle 4">
            <a:extLst>
              <a:ext uri="{FF2B5EF4-FFF2-40B4-BE49-F238E27FC236}">
                <a16:creationId xmlns:a16="http://schemas.microsoft.com/office/drawing/2014/main" id="{AD904122-27ED-1386-1852-0E4E5F077F15}"/>
              </a:ext>
            </a:extLst>
          </p:cNvPr>
          <p:cNvSpPr/>
          <p:nvPr/>
        </p:nvSpPr>
        <p:spPr>
          <a:xfrm>
            <a:off x="2831045" y="2506894"/>
            <a:ext cx="6282133" cy="431515"/>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p>
            <a:pPr algn="ctr">
              <a:spcBef>
                <a:spcPts val="600"/>
              </a:spcBef>
            </a:pPr>
            <a:r>
              <a:rPr lang="fr-FR" sz="1600">
                <a:solidFill>
                  <a:schemeClr val="bg1"/>
                </a:solidFill>
                <a:ea typeface="+mj-ea"/>
                <a:cs typeface="+mj-cs"/>
              </a:rPr>
              <a:t>Sanctions en cas de violation des obligations</a:t>
            </a:r>
          </a:p>
        </p:txBody>
      </p:sp>
      <p:graphicFrame>
        <p:nvGraphicFramePr>
          <p:cNvPr id="6" name="Tableau 5">
            <a:extLst>
              <a:ext uri="{FF2B5EF4-FFF2-40B4-BE49-F238E27FC236}">
                <a16:creationId xmlns:a16="http://schemas.microsoft.com/office/drawing/2014/main" id="{FB611B6E-3D51-D9D3-F5D5-37F7DFA92186}"/>
              </a:ext>
            </a:extLst>
          </p:cNvPr>
          <p:cNvGraphicFramePr>
            <a:graphicFrameLocks noGrp="1"/>
          </p:cNvGraphicFramePr>
          <p:nvPr>
            <p:extLst>
              <p:ext uri="{D42A27DB-BD31-4B8C-83A1-F6EECF244321}">
                <p14:modId xmlns:p14="http://schemas.microsoft.com/office/powerpoint/2010/main" val="1599108928"/>
              </p:ext>
            </p:extLst>
          </p:nvPr>
        </p:nvGraphicFramePr>
        <p:xfrm>
          <a:off x="2831045" y="3037840"/>
          <a:ext cx="2953306" cy="782320"/>
        </p:xfrm>
        <a:graphic>
          <a:graphicData uri="http://schemas.openxmlformats.org/drawingml/2006/table">
            <a:tbl>
              <a:tblPr firstRow="1" bandRow="1">
                <a:tableStyleId>{5C22544A-7EE6-4342-B048-85BDC9FD1C3A}</a:tableStyleId>
              </a:tblPr>
              <a:tblGrid>
                <a:gridCol w="1476653">
                  <a:extLst>
                    <a:ext uri="{9D8B030D-6E8A-4147-A177-3AD203B41FA5}">
                      <a16:colId xmlns:a16="http://schemas.microsoft.com/office/drawing/2014/main" val="2913723928"/>
                    </a:ext>
                  </a:extLst>
                </a:gridCol>
                <a:gridCol w="1476653">
                  <a:extLst>
                    <a:ext uri="{9D8B030D-6E8A-4147-A177-3AD203B41FA5}">
                      <a16:colId xmlns:a16="http://schemas.microsoft.com/office/drawing/2014/main" val="932219756"/>
                    </a:ext>
                  </a:extLst>
                </a:gridCol>
              </a:tblGrid>
              <a:tr h="370840">
                <a:tc gridSpan="2">
                  <a:txBody>
                    <a:bodyPr/>
                    <a:lstStyle/>
                    <a:p>
                      <a:pPr algn="ctr"/>
                      <a:r>
                        <a:rPr lang="fr-FR" sz="1600"/>
                        <a:t>OIV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fr-FR"/>
                    </a:p>
                  </a:txBody>
                  <a:tcPr/>
                </a:tc>
                <a:extLst>
                  <a:ext uri="{0D108BD9-81ED-4DB2-BD59-A6C34878D82A}">
                    <a16:rowId xmlns:a16="http://schemas.microsoft.com/office/drawing/2014/main" val="194500544"/>
                  </a:ext>
                </a:extLst>
              </a:tr>
              <a:tr h="370840">
                <a:tc>
                  <a:txBody>
                    <a:bodyPr/>
                    <a:lstStyle/>
                    <a:p>
                      <a:pPr algn="ctr"/>
                      <a:r>
                        <a:rPr lang="fr-FR" sz="1050"/>
                        <a:t>Astreinte de 5000€/jour</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6"/>
                    </a:solidFill>
                  </a:tcPr>
                </a:tc>
                <a:tc>
                  <a:txBody>
                    <a:bodyPr/>
                    <a:lstStyle/>
                    <a:p>
                      <a:pPr algn="ctr"/>
                      <a:r>
                        <a:rPr lang="fr-FR" sz="1050"/>
                        <a:t>Amende maximale de 10M€ ou 2% du CA</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695389455"/>
                  </a:ext>
                </a:extLst>
              </a:tr>
            </a:tbl>
          </a:graphicData>
        </a:graphic>
      </p:graphicFrame>
      <p:graphicFrame>
        <p:nvGraphicFramePr>
          <p:cNvPr id="7" name="Tableau 6">
            <a:extLst>
              <a:ext uri="{FF2B5EF4-FFF2-40B4-BE49-F238E27FC236}">
                <a16:creationId xmlns:a16="http://schemas.microsoft.com/office/drawing/2014/main" id="{1CFC4830-50C2-F2F8-67FB-6EEB9ED0343A}"/>
              </a:ext>
            </a:extLst>
          </p:cNvPr>
          <p:cNvGraphicFramePr>
            <a:graphicFrameLocks noGrp="1"/>
          </p:cNvGraphicFramePr>
          <p:nvPr>
            <p:extLst>
              <p:ext uri="{D42A27DB-BD31-4B8C-83A1-F6EECF244321}">
                <p14:modId xmlns:p14="http://schemas.microsoft.com/office/powerpoint/2010/main" val="2321305982"/>
              </p:ext>
            </p:extLst>
          </p:nvPr>
        </p:nvGraphicFramePr>
        <p:xfrm>
          <a:off x="6159873" y="3037840"/>
          <a:ext cx="2953305" cy="782320"/>
        </p:xfrm>
        <a:graphic>
          <a:graphicData uri="http://schemas.openxmlformats.org/drawingml/2006/table">
            <a:tbl>
              <a:tblPr firstRow="1" bandRow="1">
                <a:tableStyleId>{5C22544A-7EE6-4342-B048-85BDC9FD1C3A}</a:tableStyleId>
              </a:tblPr>
              <a:tblGrid>
                <a:gridCol w="2953305">
                  <a:extLst>
                    <a:ext uri="{9D8B030D-6E8A-4147-A177-3AD203B41FA5}">
                      <a16:colId xmlns:a16="http://schemas.microsoft.com/office/drawing/2014/main" val="2989386964"/>
                    </a:ext>
                  </a:extLst>
                </a:gridCol>
              </a:tblGrid>
              <a:tr h="391160">
                <a:tc>
                  <a:txBody>
                    <a:bodyPr/>
                    <a:lstStyle/>
                    <a:p>
                      <a:pPr algn="ctr"/>
                      <a:r>
                        <a:rPr lang="fr-FR" sz="1600"/>
                        <a:t>Dirigeants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26625808"/>
                  </a:ext>
                </a:extLst>
              </a:tr>
              <a:tr h="391160">
                <a:tc>
                  <a:txBody>
                    <a:bodyPr/>
                    <a:lstStyle/>
                    <a:p>
                      <a:pPr algn="ctr"/>
                      <a:r>
                        <a:rPr lang="fr-FR" sz="1050"/>
                        <a:t>Amende de 150 000 €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2568681542"/>
                  </a:ext>
                </a:extLst>
              </a:tr>
            </a:tbl>
          </a:graphicData>
        </a:graphic>
      </p:graphicFrame>
    </p:spTree>
    <p:extLst>
      <p:ext uri="{BB962C8B-B14F-4D97-AF65-F5344CB8AC3E}">
        <p14:creationId xmlns:p14="http://schemas.microsoft.com/office/powerpoint/2010/main" val="10798222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71ADA3-CE9A-A19C-B4B9-F76C5EA3396D}"/>
              </a:ext>
            </a:extLst>
          </p:cNvPr>
          <p:cNvSpPr>
            <a:spLocks noGrp="1"/>
          </p:cNvSpPr>
          <p:nvPr>
            <p:ph type="title"/>
          </p:nvPr>
        </p:nvSpPr>
        <p:spPr/>
        <p:txBody>
          <a:bodyPr/>
          <a:lstStyle/>
          <a:p>
            <a:endParaRPr lang="fr-FR"/>
          </a:p>
        </p:txBody>
      </p:sp>
      <p:sp>
        <p:nvSpPr>
          <p:cNvPr id="3" name="Espace réservé du texte 2">
            <a:extLst>
              <a:ext uri="{FF2B5EF4-FFF2-40B4-BE49-F238E27FC236}">
                <a16:creationId xmlns:a16="http://schemas.microsoft.com/office/drawing/2014/main" id="{6C389A3B-FC05-E529-979F-24537EAE6C31}"/>
              </a:ext>
            </a:extLst>
          </p:cNvPr>
          <p:cNvSpPr>
            <a:spLocks noGrp="1"/>
          </p:cNvSpPr>
          <p:nvPr>
            <p:ph type="body" sz="quarter" idx="13"/>
          </p:nvPr>
        </p:nvSpPr>
        <p:spPr/>
        <p:txBody>
          <a:bodyPr/>
          <a:lstStyle/>
          <a:p>
            <a:endParaRPr lang="fr-FR"/>
          </a:p>
        </p:txBody>
      </p:sp>
      <p:grpSp>
        <p:nvGrpSpPr>
          <p:cNvPr id="5" name="Groupe 4">
            <a:extLst>
              <a:ext uri="{FF2B5EF4-FFF2-40B4-BE49-F238E27FC236}">
                <a16:creationId xmlns:a16="http://schemas.microsoft.com/office/drawing/2014/main" id="{8A7804B4-39C4-B51F-AFAD-486F91977124}"/>
              </a:ext>
            </a:extLst>
          </p:cNvPr>
          <p:cNvGrpSpPr/>
          <p:nvPr/>
        </p:nvGrpSpPr>
        <p:grpSpPr>
          <a:xfrm>
            <a:off x="1320378" y="1035794"/>
            <a:ext cx="8958353" cy="2410693"/>
            <a:chOff x="345675" y="3752074"/>
            <a:chExt cx="8958353" cy="2410693"/>
          </a:xfrm>
        </p:grpSpPr>
        <p:sp>
          <p:nvSpPr>
            <p:cNvPr id="6" name="Rectangle 5">
              <a:extLst>
                <a:ext uri="{FF2B5EF4-FFF2-40B4-BE49-F238E27FC236}">
                  <a16:creationId xmlns:a16="http://schemas.microsoft.com/office/drawing/2014/main" id="{5D05ACA6-02AC-E542-944D-C80DE760C28B}"/>
                </a:ext>
              </a:extLst>
            </p:cNvPr>
            <p:cNvSpPr>
              <a:spLocks/>
            </p:cNvSpPr>
            <p:nvPr/>
          </p:nvSpPr>
          <p:spPr>
            <a:xfrm>
              <a:off x="345675" y="3752074"/>
              <a:ext cx="4860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pic>
          <p:nvPicPr>
            <p:cNvPr id="7" name="Graphic 86">
              <a:extLst>
                <a:ext uri="{FF2B5EF4-FFF2-40B4-BE49-F238E27FC236}">
                  <a16:creationId xmlns:a16="http://schemas.microsoft.com/office/drawing/2014/main" id="{B0FE7D31-5667-9797-94BA-915C4EAF7DD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93844" y="4128978"/>
              <a:ext cx="223686" cy="445770"/>
            </a:xfrm>
            <a:prstGeom prst="rect">
              <a:avLst/>
            </a:prstGeom>
          </p:spPr>
        </p:pic>
        <p:pic>
          <p:nvPicPr>
            <p:cNvPr id="8" name="Image 7">
              <a:extLst>
                <a:ext uri="{FF2B5EF4-FFF2-40B4-BE49-F238E27FC236}">
                  <a16:creationId xmlns:a16="http://schemas.microsoft.com/office/drawing/2014/main" id="{A7C832D9-F518-70A4-BFED-40D826F9CA96}"/>
                </a:ext>
              </a:extLst>
            </p:cNvPr>
            <p:cNvPicPr>
              <a:picLocks noChangeAspect="1"/>
            </p:cNvPicPr>
            <p:nvPr/>
          </p:nvPicPr>
          <p:blipFill>
            <a:blip r:embed="rId24">
              <a:duotone>
                <a:schemeClr val="bg2">
                  <a:shade val="45000"/>
                  <a:satMod val="135000"/>
                </a:schemeClr>
                <a:prstClr val="white"/>
              </a:duotone>
              <a:extLst>
                <a:ext uri="{BEBA8EAE-BF5A-486C-A8C5-ECC9F3942E4B}">
                  <a14:imgProps xmlns:a14="http://schemas.microsoft.com/office/drawing/2010/main">
                    <a14:imgLayer r:embed="rId25">
                      <a14:imgEffect>
                        <a14:brightnessContrast bright="-40000" contrast="-40000"/>
                      </a14:imgEffect>
                    </a14:imgLayer>
                  </a14:imgProps>
                </a:ext>
              </a:extLst>
            </a:blip>
            <a:stretch>
              <a:fillRect/>
            </a:stretch>
          </p:blipFill>
          <p:spPr>
            <a:xfrm>
              <a:off x="1368562" y="4128978"/>
              <a:ext cx="578644" cy="445770"/>
            </a:xfrm>
            <a:prstGeom prst="rect">
              <a:avLst/>
            </a:prstGeom>
            <a:ln>
              <a:noFill/>
            </a:ln>
          </p:spPr>
        </p:pic>
        <p:pic>
          <p:nvPicPr>
            <p:cNvPr id="9" name="Graphic 21">
              <a:extLst>
                <a:ext uri="{FF2B5EF4-FFF2-40B4-BE49-F238E27FC236}">
                  <a16:creationId xmlns:a16="http://schemas.microsoft.com/office/drawing/2014/main" id="{DDB84044-3801-843F-A6B5-87CE3A9A5455}"/>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2432103" y="4128978"/>
              <a:ext cx="578644" cy="445770"/>
            </a:xfrm>
            <a:prstGeom prst="rect">
              <a:avLst/>
            </a:prstGeom>
          </p:spPr>
        </p:pic>
        <p:pic>
          <p:nvPicPr>
            <p:cNvPr id="10" name="Picture 16" descr="Image result for hydroenergy icon">
              <a:extLst>
                <a:ext uri="{FF2B5EF4-FFF2-40B4-BE49-F238E27FC236}">
                  <a16:creationId xmlns:a16="http://schemas.microsoft.com/office/drawing/2014/main" id="{74AA2C27-85D4-6D6F-2B8F-72DC922F489D}"/>
                </a:ext>
              </a:extLst>
            </p:cNvPr>
            <p:cNvPicPr>
              <a:picLocks noChangeAspect="1" noChangeArrowheads="1"/>
            </p:cNvPicPr>
            <p:nvPr/>
          </p:nvPicPr>
          <p:blipFill rotWithShape="1">
            <a:blip r:embed="rId28" cstate="print">
              <a:duotone>
                <a:schemeClr val="bg2">
                  <a:shade val="45000"/>
                  <a:satMod val="135000"/>
                </a:schemeClr>
                <a:prstClr val="white"/>
              </a:duotone>
              <a:extLst>
                <a:ext uri="{28A0092B-C50C-407E-A947-70E740481C1C}">
                  <a14:useLocalDpi xmlns:a14="http://schemas.microsoft.com/office/drawing/2010/main" val="0"/>
                </a:ext>
              </a:extLst>
            </a:blip>
            <a:srcRect l="14964" r="15469"/>
            <a:stretch/>
          </p:blipFill>
          <p:spPr bwMode="auto">
            <a:xfrm>
              <a:off x="3481270" y="4128978"/>
              <a:ext cx="402544" cy="44577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1" name="Graphic 12" descr="Thermometer with solid fill">
              <a:extLst>
                <a:ext uri="{FF2B5EF4-FFF2-40B4-BE49-F238E27FC236}">
                  <a16:creationId xmlns:a16="http://schemas.microsoft.com/office/drawing/2014/main" id="{8E039808-5316-DBE5-9FC4-B6F95B1E3B62}"/>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4322040" y="4128978"/>
              <a:ext cx="578644" cy="445770"/>
            </a:xfrm>
            <a:prstGeom prst="rect">
              <a:avLst/>
            </a:prstGeom>
          </p:spPr>
        </p:pic>
        <p:sp>
          <p:nvSpPr>
            <p:cNvPr id="12" name="Rectangle 11">
              <a:extLst>
                <a:ext uri="{FF2B5EF4-FFF2-40B4-BE49-F238E27FC236}">
                  <a16:creationId xmlns:a16="http://schemas.microsoft.com/office/drawing/2014/main" id="{A3391CD5-39E8-DAE9-FB73-D3710D982C9E}"/>
                </a:ext>
              </a:extLst>
            </p:cNvPr>
            <p:cNvSpPr>
              <a:spLocks/>
            </p:cNvSpPr>
            <p:nvPr/>
          </p:nvSpPr>
          <p:spPr>
            <a:xfrm>
              <a:off x="4067434" y="4485976"/>
              <a:ext cx="1082527" cy="367537"/>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a:solidFill>
                    <a:schemeClr val="bg2"/>
                  </a:solidFill>
                </a:rPr>
                <a:t>Réseaux de chaleur et de froid</a:t>
              </a:r>
            </a:p>
          </p:txBody>
        </p:sp>
        <p:sp>
          <p:nvSpPr>
            <p:cNvPr id="13" name="Rectangle 12">
              <a:extLst>
                <a:ext uri="{FF2B5EF4-FFF2-40B4-BE49-F238E27FC236}">
                  <a16:creationId xmlns:a16="http://schemas.microsoft.com/office/drawing/2014/main" id="{62D9CEDF-072F-A69F-D6A6-175A110E195A}"/>
                </a:ext>
              </a:extLst>
            </p:cNvPr>
            <p:cNvSpPr>
              <a:spLocks/>
            </p:cNvSpPr>
            <p:nvPr/>
          </p:nvSpPr>
          <p:spPr>
            <a:xfrm>
              <a:off x="3194188" y="4563572"/>
              <a:ext cx="952052" cy="229935"/>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a:solidFill>
                    <a:schemeClr val="bg2"/>
                  </a:solidFill>
                </a:rPr>
                <a:t>Hydrogène</a:t>
              </a:r>
            </a:p>
          </p:txBody>
        </p:sp>
        <p:sp>
          <p:nvSpPr>
            <p:cNvPr id="14" name="Rectangle 13">
              <a:extLst>
                <a:ext uri="{FF2B5EF4-FFF2-40B4-BE49-F238E27FC236}">
                  <a16:creationId xmlns:a16="http://schemas.microsoft.com/office/drawing/2014/main" id="{837D048A-5479-9EA6-EBAB-3B64C3BF65FE}"/>
                </a:ext>
              </a:extLst>
            </p:cNvPr>
            <p:cNvSpPr>
              <a:spLocks/>
            </p:cNvSpPr>
            <p:nvPr/>
          </p:nvSpPr>
          <p:spPr>
            <a:xfrm>
              <a:off x="2346716" y="4575598"/>
              <a:ext cx="711288" cy="229935"/>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a:solidFill>
                    <a:schemeClr val="bg2"/>
                  </a:solidFill>
                </a:rPr>
                <a:t>Pétrole</a:t>
              </a:r>
            </a:p>
          </p:txBody>
        </p:sp>
        <p:sp>
          <p:nvSpPr>
            <p:cNvPr id="15" name="Rectangle 14">
              <a:extLst>
                <a:ext uri="{FF2B5EF4-FFF2-40B4-BE49-F238E27FC236}">
                  <a16:creationId xmlns:a16="http://schemas.microsoft.com/office/drawing/2014/main" id="{340D5399-717A-635D-7BCA-700DD08ED05D}"/>
                </a:ext>
              </a:extLst>
            </p:cNvPr>
            <p:cNvSpPr>
              <a:spLocks/>
            </p:cNvSpPr>
            <p:nvPr/>
          </p:nvSpPr>
          <p:spPr>
            <a:xfrm>
              <a:off x="1421949" y="4543686"/>
              <a:ext cx="490931" cy="229935"/>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a:solidFill>
                    <a:schemeClr val="bg2"/>
                  </a:solidFill>
                </a:rPr>
                <a:t>Gaz</a:t>
              </a:r>
            </a:p>
          </p:txBody>
        </p:sp>
        <p:sp>
          <p:nvSpPr>
            <p:cNvPr id="16" name="Rectangle 15">
              <a:extLst>
                <a:ext uri="{FF2B5EF4-FFF2-40B4-BE49-F238E27FC236}">
                  <a16:creationId xmlns:a16="http://schemas.microsoft.com/office/drawing/2014/main" id="{DA464E16-3D65-1C86-FB50-220F16A86022}"/>
                </a:ext>
              </a:extLst>
            </p:cNvPr>
            <p:cNvSpPr>
              <a:spLocks/>
            </p:cNvSpPr>
            <p:nvPr/>
          </p:nvSpPr>
          <p:spPr>
            <a:xfrm>
              <a:off x="363098" y="4543056"/>
              <a:ext cx="922207" cy="229158"/>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a:solidFill>
                    <a:schemeClr val="bg2"/>
                  </a:solidFill>
                </a:rPr>
                <a:t>Électricité</a:t>
              </a:r>
            </a:p>
          </p:txBody>
        </p:sp>
        <p:sp>
          <p:nvSpPr>
            <p:cNvPr id="17" name="Rectangle 16">
              <a:extLst>
                <a:ext uri="{FF2B5EF4-FFF2-40B4-BE49-F238E27FC236}">
                  <a16:creationId xmlns:a16="http://schemas.microsoft.com/office/drawing/2014/main" id="{6154F6ED-5096-9BB1-00AA-B4358DC7A9BD}"/>
                </a:ext>
              </a:extLst>
            </p:cNvPr>
            <p:cNvSpPr>
              <a:spLocks/>
            </p:cNvSpPr>
            <p:nvPr/>
          </p:nvSpPr>
          <p:spPr>
            <a:xfrm>
              <a:off x="2174038" y="3823032"/>
              <a:ext cx="936000" cy="229935"/>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b="1">
                  <a:solidFill>
                    <a:schemeClr val="bg2"/>
                  </a:solidFill>
                </a:rPr>
                <a:t>Énergie</a:t>
              </a:r>
            </a:p>
          </p:txBody>
        </p:sp>
        <p:sp>
          <p:nvSpPr>
            <p:cNvPr id="18" name="Rectangle 17">
              <a:extLst>
                <a:ext uri="{FF2B5EF4-FFF2-40B4-BE49-F238E27FC236}">
                  <a16:creationId xmlns:a16="http://schemas.microsoft.com/office/drawing/2014/main" id="{6FE27D72-6FC7-F6BB-73A7-6B56330B7DF7}"/>
                </a:ext>
              </a:extLst>
            </p:cNvPr>
            <p:cNvSpPr>
              <a:spLocks/>
            </p:cNvSpPr>
            <p:nvPr/>
          </p:nvSpPr>
          <p:spPr>
            <a:xfrm>
              <a:off x="8326079" y="5012747"/>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pic>
          <p:nvPicPr>
            <p:cNvPr id="19" name="Picture 142">
              <a:extLst>
                <a:ext uri="{FF2B5EF4-FFF2-40B4-BE49-F238E27FC236}">
                  <a16:creationId xmlns:a16="http://schemas.microsoft.com/office/drawing/2014/main" id="{F554CC7D-5214-D20C-A402-37D215EBF114}"/>
                </a:ext>
              </a:extLst>
            </p:cNvPr>
            <p:cNvPicPr>
              <a:picLocks noChangeAspect="1"/>
            </p:cNvPicPr>
            <p:nvPr/>
          </p:nvPicPr>
          <p:blipFill>
            <a:blip r:embed="rId31">
              <a:duotone>
                <a:schemeClr val="bg2">
                  <a:shade val="45000"/>
                  <a:satMod val="135000"/>
                </a:schemeClr>
                <a:prstClr val="white"/>
              </a:duotone>
            </a:blip>
            <a:stretch>
              <a:fillRect/>
            </a:stretch>
          </p:blipFill>
          <p:spPr>
            <a:xfrm>
              <a:off x="8611421" y="5414325"/>
              <a:ext cx="413214" cy="397910"/>
            </a:xfrm>
            <a:prstGeom prst="rect">
              <a:avLst/>
            </a:prstGeom>
          </p:spPr>
        </p:pic>
        <p:sp>
          <p:nvSpPr>
            <p:cNvPr id="20" name="Rectangle 19">
              <a:extLst>
                <a:ext uri="{FF2B5EF4-FFF2-40B4-BE49-F238E27FC236}">
                  <a16:creationId xmlns:a16="http://schemas.microsoft.com/office/drawing/2014/main" id="{E8EC685E-0DF2-D69C-A864-ABA8BB5E450D}"/>
                </a:ext>
              </a:extLst>
            </p:cNvPr>
            <p:cNvSpPr>
              <a:spLocks/>
            </p:cNvSpPr>
            <p:nvPr/>
          </p:nvSpPr>
          <p:spPr>
            <a:xfrm>
              <a:off x="8341999" y="5104218"/>
              <a:ext cx="936000" cy="229935"/>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b="1">
                  <a:solidFill>
                    <a:schemeClr val="bg2"/>
                  </a:solidFill>
                </a:rPr>
                <a:t>Spatial</a:t>
              </a:r>
              <a:endParaRPr lang="fr-FR" sz="894">
                <a:solidFill>
                  <a:schemeClr val="bg2"/>
                </a:solidFill>
              </a:endParaRPr>
            </a:p>
          </p:txBody>
        </p:sp>
        <p:sp>
          <p:nvSpPr>
            <p:cNvPr id="21" name="Rectangle 20">
              <a:extLst>
                <a:ext uri="{FF2B5EF4-FFF2-40B4-BE49-F238E27FC236}">
                  <a16:creationId xmlns:a16="http://schemas.microsoft.com/office/drawing/2014/main" id="{FF6FB8CC-684A-262B-08EC-02587A222509}"/>
                </a:ext>
              </a:extLst>
            </p:cNvPr>
            <p:cNvSpPr>
              <a:spLocks/>
            </p:cNvSpPr>
            <p:nvPr/>
          </p:nvSpPr>
          <p:spPr>
            <a:xfrm>
              <a:off x="7301311" y="3752074"/>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pic>
          <p:nvPicPr>
            <p:cNvPr id="22" name="Graphic 8" descr="Leaky Tap with solid fill">
              <a:extLst>
                <a:ext uri="{FF2B5EF4-FFF2-40B4-BE49-F238E27FC236}">
                  <a16:creationId xmlns:a16="http://schemas.microsoft.com/office/drawing/2014/main" id="{24D79759-D191-A0BF-6430-9C182F01BC88}"/>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7566727" y="4331243"/>
              <a:ext cx="479360" cy="479360"/>
            </a:xfrm>
            <a:prstGeom prst="rect">
              <a:avLst/>
            </a:prstGeom>
          </p:spPr>
        </p:pic>
        <p:sp>
          <p:nvSpPr>
            <p:cNvPr id="23" name="Rectangle 22">
              <a:extLst>
                <a:ext uri="{FF2B5EF4-FFF2-40B4-BE49-F238E27FC236}">
                  <a16:creationId xmlns:a16="http://schemas.microsoft.com/office/drawing/2014/main" id="{F88DE660-C5F5-FE98-14D4-177B370A8C6D}"/>
                </a:ext>
              </a:extLst>
            </p:cNvPr>
            <p:cNvSpPr>
              <a:spLocks/>
            </p:cNvSpPr>
            <p:nvPr/>
          </p:nvSpPr>
          <p:spPr>
            <a:xfrm>
              <a:off x="7364833" y="3800589"/>
              <a:ext cx="936000" cy="505138"/>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b="1">
                  <a:solidFill>
                    <a:schemeClr val="bg2"/>
                  </a:solidFill>
                </a:rPr>
                <a:t>Eau potable et eaux résiduaires</a:t>
              </a:r>
            </a:p>
          </p:txBody>
        </p:sp>
        <p:sp>
          <p:nvSpPr>
            <p:cNvPr id="24" name="Rectangle 23">
              <a:extLst>
                <a:ext uri="{FF2B5EF4-FFF2-40B4-BE49-F238E27FC236}">
                  <a16:creationId xmlns:a16="http://schemas.microsoft.com/office/drawing/2014/main" id="{93FB7656-ABCD-612D-4BFB-9AAB786E50D0}"/>
                </a:ext>
              </a:extLst>
            </p:cNvPr>
            <p:cNvSpPr>
              <a:spLocks/>
            </p:cNvSpPr>
            <p:nvPr/>
          </p:nvSpPr>
          <p:spPr>
            <a:xfrm>
              <a:off x="6279856" y="3752074"/>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pic>
          <p:nvPicPr>
            <p:cNvPr id="25" name="Performence-Transparency-Background">
              <a:extLst>
                <a:ext uri="{FF2B5EF4-FFF2-40B4-BE49-F238E27FC236}">
                  <a16:creationId xmlns:a16="http://schemas.microsoft.com/office/drawing/2014/main" id="{359AA7A7-7D39-F583-FFB8-EEE9AFB7B6F0}"/>
                </a:ext>
              </a:extLst>
            </p:cNvPr>
            <p:cNvPicPr>
              <a:picLocks noChangeAspect="1"/>
            </p:cNvPicPr>
            <p:nvPr/>
          </p:nvPicPr>
          <p:blipFill rotWithShape="1">
            <a:blip r:embed="rId34" cstate="print">
              <a:duotone>
                <a:schemeClr val="bg2">
                  <a:shade val="45000"/>
                  <a:satMod val="135000"/>
                </a:schemeClr>
                <a:prstClr val="white"/>
              </a:duotone>
              <a:extLst>
                <a:ext uri="{BEBA8EAE-BF5A-486C-A8C5-ECC9F3942E4B}">
                  <a14:imgProps xmlns:a14="http://schemas.microsoft.com/office/drawing/2010/main">
                    <a14:imgLayer r:embed="rId35">
                      <a14:imgEffect>
                        <a14:backgroundRemoval t="10000" b="90000" l="10000" r="90000">
                          <a14:foregroundMark x1="20000" y1="63077" x2="73462" y2="57308"/>
                          <a14:foregroundMark x1="73462" y1="57308" x2="72308" y2="63462"/>
                          <a14:foregroundMark x1="32308" y1="43462" x2="35769" y2="58846"/>
                          <a14:foregroundMark x1="54615" y1="53077" x2="56154" y2="66538"/>
                          <a14:foregroundMark x1="68077" y1="37692" x2="72308" y2="54231"/>
                        </a14:backgroundRemoval>
                      </a14:imgEffect>
                      <a14:imgEffect>
                        <a14:brightnessContrast bright="-88000"/>
                      </a14:imgEffect>
                    </a14:imgLayer>
                  </a14:imgProps>
                </a:ext>
                <a:ext uri="{28A0092B-C50C-407E-A947-70E740481C1C}">
                  <a14:useLocalDpi xmlns:a14="http://schemas.microsoft.com/office/drawing/2010/main" val="0"/>
                </a:ext>
              </a:extLst>
            </a:blip>
            <a:srcRect t="16316" b="24236"/>
            <a:stretch/>
          </p:blipFill>
          <p:spPr>
            <a:xfrm>
              <a:off x="6516215" y="4424224"/>
              <a:ext cx="527096" cy="313355"/>
            </a:xfrm>
            <a:prstGeom prst="rect">
              <a:avLst/>
            </a:prstGeom>
          </p:spPr>
        </p:pic>
        <p:sp>
          <p:nvSpPr>
            <p:cNvPr id="26" name="Rectangle 25">
              <a:extLst>
                <a:ext uri="{FF2B5EF4-FFF2-40B4-BE49-F238E27FC236}">
                  <a16:creationId xmlns:a16="http://schemas.microsoft.com/office/drawing/2014/main" id="{C63B1D2C-DB8F-B59F-7177-768A210B67CA}"/>
                </a:ext>
              </a:extLst>
            </p:cNvPr>
            <p:cNvSpPr>
              <a:spLocks/>
            </p:cNvSpPr>
            <p:nvPr/>
          </p:nvSpPr>
          <p:spPr>
            <a:xfrm>
              <a:off x="6286474" y="3839827"/>
              <a:ext cx="972000" cy="505138"/>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b="1">
                  <a:solidFill>
                    <a:schemeClr val="bg2"/>
                  </a:solidFill>
                </a:rPr>
                <a:t>Infrastructures des marchés financiers</a:t>
              </a:r>
            </a:p>
          </p:txBody>
        </p:sp>
        <p:grpSp>
          <p:nvGrpSpPr>
            <p:cNvPr id="27" name="Groupe 26">
              <a:extLst>
                <a:ext uri="{FF2B5EF4-FFF2-40B4-BE49-F238E27FC236}">
                  <a16:creationId xmlns:a16="http://schemas.microsoft.com/office/drawing/2014/main" id="{EAA5718E-3AF6-0063-6FDD-E31F72F0BCBE}"/>
                </a:ext>
              </a:extLst>
            </p:cNvPr>
            <p:cNvGrpSpPr/>
            <p:nvPr/>
          </p:nvGrpSpPr>
          <p:grpSpPr>
            <a:xfrm>
              <a:off x="346766" y="5012747"/>
              <a:ext cx="3888000" cy="1145221"/>
              <a:chOff x="4199584" y="4982657"/>
              <a:chExt cx="3888000" cy="1145221"/>
            </a:xfrm>
          </p:grpSpPr>
          <p:sp>
            <p:nvSpPr>
              <p:cNvPr id="50" name="Rectangle 49">
                <a:extLst>
                  <a:ext uri="{FF2B5EF4-FFF2-40B4-BE49-F238E27FC236}">
                    <a16:creationId xmlns:a16="http://schemas.microsoft.com/office/drawing/2014/main" id="{F58A1ACC-E4A9-4611-A856-AA80BB25CD75}"/>
                  </a:ext>
                </a:extLst>
              </p:cNvPr>
              <p:cNvSpPr>
                <a:spLocks/>
              </p:cNvSpPr>
              <p:nvPr/>
            </p:nvSpPr>
            <p:spPr>
              <a:xfrm>
                <a:off x="4199584" y="4982657"/>
                <a:ext cx="3888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pic>
            <p:nvPicPr>
              <p:cNvPr id="51" name="Graphic 18" descr="Airplane">
                <a:extLst>
                  <a:ext uri="{FF2B5EF4-FFF2-40B4-BE49-F238E27FC236}">
                    <a16:creationId xmlns:a16="http://schemas.microsoft.com/office/drawing/2014/main" id="{7659FEAE-F290-CA39-72EE-A31DB3AC2AA8}"/>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rot="5400000">
                <a:off x="4459995" y="5286481"/>
                <a:ext cx="445770" cy="445770"/>
              </a:xfrm>
              <a:prstGeom prst="rect">
                <a:avLst/>
              </a:prstGeom>
            </p:spPr>
          </p:pic>
          <p:pic>
            <p:nvPicPr>
              <p:cNvPr id="52" name="Graphic 9" descr="Train">
                <a:extLst>
                  <a:ext uri="{FF2B5EF4-FFF2-40B4-BE49-F238E27FC236}">
                    <a16:creationId xmlns:a16="http://schemas.microsoft.com/office/drawing/2014/main" id="{3784805A-6FAF-0A96-754B-1BC7168BC513}"/>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5301434" y="5351806"/>
                <a:ext cx="445770" cy="445770"/>
              </a:xfrm>
              <a:prstGeom prst="rect">
                <a:avLst/>
              </a:prstGeom>
            </p:spPr>
          </p:pic>
          <p:pic>
            <p:nvPicPr>
              <p:cNvPr id="53" name="Graphic 27">
                <a:extLst>
                  <a:ext uri="{FF2B5EF4-FFF2-40B4-BE49-F238E27FC236}">
                    <a16:creationId xmlns:a16="http://schemas.microsoft.com/office/drawing/2014/main" id="{854E6A7E-6A34-6037-4BA7-34613B082F43}"/>
                  </a:ext>
                </a:extLst>
              </p:cNvPr>
              <p:cNvPicPr>
                <a:picLocks noChangeAspect="1"/>
              </p:cNvPicPr>
              <p:nvPr/>
            </p:nvPicPr>
            <p:blipFill rotWithShape="1">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rcRect l="-12400" r="34149"/>
              <a:stretch/>
            </p:blipFill>
            <p:spPr>
              <a:xfrm>
                <a:off x="6368686" y="5337181"/>
                <a:ext cx="348821" cy="445770"/>
              </a:xfrm>
              <a:prstGeom prst="rect">
                <a:avLst/>
              </a:prstGeom>
            </p:spPr>
          </p:pic>
          <p:pic>
            <p:nvPicPr>
              <p:cNvPr id="54" name="Graphic 6" descr="Bus">
                <a:extLst>
                  <a:ext uri="{FF2B5EF4-FFF2-40B4-BE49-F238E27FC236}">
                    <a16:creationId xmlns:a16="http://schemas.microsoft.com/office/drawing/2014/main" id="{5D821CBF-1322-2F01-D556-5822F74FDA07}"/>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7376368" y="5349822"/>
                <a:ext cx="445770" cy="445770"/>
              </a:xfrm>
              <a:prstGeom prst="rect">
                <a:avLst/>
              </a:prstGeom>
            </p:spPr>
          </p:pic>
          <p:sp>
            <p:nvSpPr>
              <p:cNvPr id="55" name="Rectangle 54">
                <a:extLst>
                  <a:ext uri="{FF2B5EF4-FFF2-40B4-BE49-F238E27FC236}">
                    <a16:creationId xmlns:a16="http://schemas.microsoft.com/office/drawing/2014/main" id="{3131B05D-6D99-9E42-A9F8-9BDD5B0C9202}"/>
                  </a:ext>
                </a:extLst>
              </p:cNvPr>
              <p:cNvSpPr>
                <a:spLocks/>
              </p:cNvSpPr>
              <p:nvPr/>
            </p:nvSpPr>
            <p:spPr>
              <a:xfrm>
                <a:off x="7279350" y="5806139"/>
                <a:ext cx="633819" cy="229935"/>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a:solidFill>
                      <a:schemeClr val="bg2"/>
                    </a:solidFill>
                  </a:rPr>
                  <a:t>Routiers</a:t>
                </a:r>
              </a:p>
            </p:txBody>
          </p:sp>
          <p:sp>
            <p:nvSpPr>
              <p:cNvPr id="56" name="Rectangle 55">
                <a:extLst>
                  <a:ext uri="{FF2B5EF4-FFF2-40B4-BE49-F238E27FC236}">
                    <a16:creationId xmlns:a16="http://schemas.microsoft.com/office/drawing/2014/main" id="{F2E9A7C0-95DE-AFFA-8AD1-BF13001D8E48}"/>
                  </a:ext>
                </a:extLst>
              </p:cNvPr>
              <p:cNvSpPr>
                <a:spLocks/>
              </p:cNvSpPr>
              <p:nvPr/>
            </p:nvSpPr>
            <p:spPr>
              <a:xfrm>
                <a:off x="6268565" y="5795592"/>
                <a:ext cx="627745" cy="229935"/>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a:solidFill>
                      <a:schemeClr val="bg2"/>
                    </a:solidFill>
                  </a:rPr>
                  <a:t>Par eau</a:t>
                </a:r>
              </a:p>
            </p:txBody>
          </p:sp>
          <p:sp>
            <p:nvSpPr>
              <p:cNvPr id="57" name="Rectangle 56">
                <a:extLst>
                  <a:ext uri="{FF2B5EF4-FFF2-40B4-BE49-F238E27FC236}">
                    <a16:creationId xmlns:a16="http://schemas.microsoft.com/office/drawing/2014/main" id="{74DC746A-DB5D-137D-F103-5B74815229F1}"/>
                  </a:ext>
                </a:extLst>
              </p:cNvPr>
              <p:cNvSpPr>
                <a:spLocks/>
              </p:cNvSpPr>
              <p:nvPr/>
            </p:nvSpPr>
            <p:spPr>
              <a:xfrm>
                <a:off x="5036234" y="5830007"/>
                <a:ext cx="805720" cy="229935"/>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a:solidFill>
                      <a:schemeClr val="bg2"/>
                    </a:solidFill>
                  </a:rPr>
                  <a:t>Ferroviaires</a:t>
                </a:r>
              </a:p>
            </p:txBody>
          </p:sp>
          <p:sp>
            <p:nvSpPr>
              <p:cNvPr id="58" name="Rectangle 57">
                <a:extLst>
                  <a:ext uri="{FF2B5EF4-FFF2-40B4-BE49-F238E27FC236}">
                    <a16:creationId xmlns:a16="http://schemas.microsoft.com/office/drawing/2014/main" id="{2C8A51A2-BE92-9A6E-9B14-BD1EF7ACF870}"/>
                  </a:ext>
                </a:extLst>
              </p:cNvPr>
              <p:cNvSpPr>
                <a:spLocks/>
              </p:cNvSpPr>
              <p:nvPr/>
            </p:nvSpPr>
            <p:spPr>
              <a:xfrm>
                <a:off x="4280884" y="5806140"/>
                <a:ext cx="693573" cy="229935"/>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a:solidFill>
                      <a:schemeClr val="bg2"/>
                    </a:solidFill>
                  </a:rPr>
                  <a:t>Aériens</a:t>
                </a:r>
              </a:p>
            </p:txBody>
          </p:sp>
        </p:grpSp>
        <p:sp>
          <p:nvSpPr>
            <p:cNvPr id="28" name="Rectangle 27">
              <a:extLst>
                <a:ext uri="{FF2B5EF4-FFF2-40B4-BE49-F238E27FC236}">
                  <a16:creationId xmlns:a16="http://schemas.microsoft.com/office/drawing/2014/main" id="{B949E663-0F6D-7AF7-D537-5D3ACBA857F7}"/>
                </a:ext>
              </a:extLst>
            </p:cNvPr>
            <p:cNvSpPr>
              <a:spLocks/>
            </p:cNvSpPr>
            <p:nvPr/>
          </p:nvSpPr>
          <p:spPr>
            <a:xfrm>
              <a:off x="1877302" y="5059714"/>
              <a:ext cx="936000" cy="229935"/>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b="1">
                  <a:solidFill>
                    <a:schemeClr val="bg2"/>
                  </a:solidFill>
                </a:rPr>
                <a:t>Transports</a:t>
              </a:r>
            </a:p>
          </p:txBody>
        </p:sp>
        <p:grpSp>
          <p:nvGrpSpPr>
            <p:cNvPr id="29" name="Groupe 28">
              <a:extLst>
                <a:ext uri="{FF2B5EF4-FFF2-40B4-BE49-F238E27FC236}">
                  <a16:creationId xmlns:a16="http://schemas.microsoft.com/office/drawing/2014/main" id="{1FA09DF6-E907-86DC-01A7-16494C9A245D}"/>
                </a:ext>
              </a:extLst>
            </p:cNvPr>
            <p:cNvGrpSpPr/>
            <p:nvPr/>
          </p:nvGrpSpPr>
          <p:grpSpPr>
            <a:xfrm>
              <a:off x="4281372" y="5017546"/>
              <a:ext cx="1944055" cy="1145221"/>
              <a:chOff x="7171674" y="5071990"/>
              <a:chExt cx="1944055" cy="1145221"/>
            </a:xfrm>
          </p:grpSpPr>
          <p:pic>
            <p:nvPicPr>
              <p:cNvPr id="45" name="Graphic 4 [2]">
                <a:extLst>
                  <a:ext uri="{FF2B5EF4-FFF2-40B4-BE49-F238E27FC236}">
                    <a16:creationId xmlns:a16="http://schemas.microsoft.com/office/drawing/2014/main" id="{D17223E1-96BB-B40A-9055-3B3F5B4DEC6D}"/>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7352101" y="5217427"/>
                <a:ext cx="612000" cy="612000"/>
              </a:xfrm>
              <a:prstGeom prst="rect">
                <a:avLst/>
              </a:prstGeom>
            </p:spPr>
          </p:pic>
          <p:sp>
            <p:nvSpPr>
              <p:cNvPr id="46" name="Rectangle 45">
                <a:extLst>
                  <a:ext uri="{FF2B5EF4-FFF2-40B4-BE49-F238E27FC236}">
                    <a16:creationId xmlns:a16="http://schemas.microsoft.com/office/drawing/2014/main" id="{3FDBDE97-8E8C-4C42-A01E-96C4140E6780}"/>
                  </a:ext>
                </a:extLst>
              </p:cNvPr>
              <p:cNvSpPr>
                <a:spLocks/>
              </p:cNvSpPr>
              <p:nvPr/>
            </p:nvSpPr>
            <p:spPr>
              <a:xfrm>
                <a:off x="7171674" y="5071990"/>
                <a:ext cx="1944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pic>
            <p:nvPicPr>
              <p:cNvPr id="47" name="Graphic 9" descr="Medicine">
                <a:extLst>
                  <a:ext uri="{FF2B5EF4-FFF2-40B4-BE49-F238E27FC236}">
                    <a16:creationId xmlns:a16="http://schemas.microsoft.com/office/drawing/2014/main" id="{C8C41996-E0AF-3B36-4539-E72833CD27A8}"/>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8376422" y="5336003"/>
                <a:ext cx="468000" cy="468000"/>
              </a:xfrm>
              <a:prstGeom prst="rect">
                <a:avLst/>
              </a:prstGeom>
            </p:spPr>
          </p:pic>
          <p:sp>
            <p:nvSpPr>
              <p:cNvPr id="48" name="Rectangle 47">
                <a:extLst>
                  <a:ext uri="{FF2B5EF4-FFF2-40B4-BE49-F238E27FC236}">
                    <a16:creationId xmlns:a16="http://schemas.microsoft.com/office/drawing/2014/main" id="{4BA72C81-1CC3-6D81-525C-7DEC68E35E53}"/>
                  </a:ext>
                </a:extLst>
              </p:cNvPr>
              <p:cNvSpPr>
                <a:spLocks/>
              </p:cNvSpPr>
              <p:nvPr/>
            </p:nvSpPr>
            <p:spPr>
              <a:xfrm>
                <a:off x="7352101" y="5693887"/>
                <a:ext cx="504450" cy="505138"/>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a:solidFill>
                      <a:schemeClr val="bg2"/>
                    </a:solidFill>
                  </a:rPr>
                  <a:t>Soins de santé</a:t>
                </a:r>
              </a:p>
            </p:txBody>
          </p:sp>
          <p:sp>
            <p:nvSpPr>
              <p:cNvPr id="49" name="Rectangle 48">
                <a:extLst>
                  <a:ext uri="{FF2B5EF4-FFF2-40B4-BE49-F238E27FC236}">
                    <a16:creationId xmlns:a16="http://schemas.microsoft.com/office/drawing/2014/main" id="{566F6B83-4E46-DDED-3974-87C3F92F6597}"/>
                  </a:ext>
                </a:extLst>
              </p:cNvPr>
              <p:cNvSpPr>
                <a:spLocks/>
              </p:cNvSpPr>
              <p:nvPr/>
            </p:nvSpPr>
            <p:spPr>
              <a:xfrm>
                <a:off x="8024932" y="5768367"/>
                <a:ext cx="1090797" cy="367537"/>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a:solidFill>
                      <a:schemeClr val="bg2"/>
                    </a:solidFill>
                  </a:rPr>
                  <a:t>Industrie pharmaceutiques</a:t>
                </a:r>
              </a:p>
            </p:txBody>
          </p:sp>
        </p:grpSp>
        <p:sp>
          <p:nvSpPr>
            <p:cNvPr id="30" name="Rectangle 29">
              <a:extLst>
                <a:ext uri="{FF2B5EF4-FFF2-40B4-BE49-F238E27FC236}">
                  <a16:creationId xmlns:a16="http://schemas.microsoft.com/office/drawing/2014/main" id="{89CC04B7-6687-6844-F63E-08C20767C404}"/>
                </a:ext>
              </a:extLst>
            </p:cNvPr>
            <p:cNvSpPr>
              <a:spLocks/>
            </p:cNvSpPr>
            <p:nvPr/>
          </p:nvSpPr>
          <p:spPr>
            <a:xfrm>
              <a:off x="4808762" y="5034585"/>
              <a:ext cx="936000" cy="229935"/>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b="1">
                  <a:solidFill>
                    <a:schemeClr val="bg2"/>
                  </a:solidFill>
                </a:rPr>
                <a:t>Santé</a:t>
              </a:r>
            </a:p>
          </p:txBody>
        </p:sp>
        <p:sp>
          <p:nvSpPr>
            <p:cNvPr id="31" name="Rectangle 30">
              <a:extLst>
                <a:ext uri="{FF2B5EF4-FFF2-40B4-BE49-F238E27FC236}">
                  <a16:creationId xmlns:a16="http://schemas.microsoft.com/office/drawing/2014/main" id="{96666098-9BF7-07DA-7D82-A57E7A4FE7BE}"/>
                </a:ext>
              </a:extLst>
            </p:cNvPr>
            <p:cNvSpPr>
              <a:spLocks/>
            </p:cNvSpPr>
            <p:nvPr/>
          </p:nvSpPr>
          <p:spPr>
            <a:xfrm>
              <a:off x="6309700" y="5017546"/>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32" name="Rectangle 31">
              <a:extLst>
                <a:ext uri="{FF2B5EF4-FFF2-40B4-BE49-F238E27FC236}">
                  <a16:creationId xmlns:a16="http://schemas.microsoft.com/office/drawing/2014/main" id="{83257E49-30C5-B6A5-B714-DF84D1830361}"/>
                </a:ext>
              </a:extLst>
            </p:cNvPr>
            <p:cNvSpPr>
              <a:spLocks/>
            </p:cNvSpPr>
            <p:nvPr/>
          </p:nvSpPr>
          <p:spPr>
            <a:xfrm>
              <a:off x="6297089" y="5059676"/>
              <a:ext cx="936000" cy="367537"/>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b="1">
                  <a:solidFill>
                    <a:schemeClr val="bg2"/>
                  </a:solidFill>
                </a:rPr>
                <a:t>Secteur de l’alimentation</a:t>
              </a:r>
            </a:p>
          </p:txBody>
        </p:sp>
        <p:pic>
          <p:nvPicPr>
            <p:cNvPr id="33" name="Graphic - Plant and fruit [0]">
              <a:extLst>
                <a:ext uri="{FF2B5EF4-FFF2-40B4-BE49-F238E27FC236}">
                  <a16:creationId xmlns:a16="http://schemas.microsoft.com/office/drawing/2014/main" id="{1F55AAFA-28E0-D88F-46D0-B37A3E2E310E}"/>
                </a:ext>
              </a:extLst>
            </p:cNvPr>
            <p:cNvPicPr>
              <a:picLocks noChangeAspect="1"/>
            </p:cNvPicPr>
            <p:nvPr>
              <p:custDataLst>
                <p:tags r:id="rId20"/>
              </p:custDataLst>
            </p:nvPr>
          </p:nvPicPr>
          <p:blipFill>
            <a:blip r:embed="rId48">
              <a:extLst>
                <a:ext uri="{96DAC541-7B7A-43D3-8B79-37D633B846F1}">
                  <asvg:svgBlip xmlns:asvg="http://schemas.microsoft.com/office/drawing/2016/SVG/main" r:embed="rId49"/>
                </a:ext>
              </a:extLst>
            </a:blip>
            <a:srcRect/>
            <a:stretch/>
          </p:blipFill>
          <p:spPr>
            <a:xfrm>
              <a:off x="6595682" y="5526359"/>
              <a:ext cx="446400" cy="446400"/>
            </a:xfrm>
            <a:prstGeom prst="rect">
              <a:avLst/>
            </a:prstGeom>
          </p:spPr>
        </p:pic>
        <p:sp>
          <p:nvSpPr>
            <p:cNvPr id="34" name="Rectangle 33">
              <a:extLst>
                <a:ext uri="{FF2B5EF4-FFF2-40B4-BE49-F238E27FC236}">
                  <a16:creationId xmlns:a16="http://schemas.microsoft.com/office/drawing/2014/main" id="{125FE0E2-1472-BEA7-5E6F-B4A882772FF9}"/>
                </a:ext>
              </a:extLst>
            </p:cNvPr>
            <p:cNvSpPr>
              <a:spLocks/>
            </p:cNvSpPr>
            <p:nvPr/>
          </p:nvSpPr>
          <p:spPr>
            <a:xfrm>
              <a:off x="8322775" y="3752074"/>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35" name="Rectangle 34">
              <a:extLst>
                <a:ext uri="{FF2B5EF4-FFF2-40B4-BE49-F238E27FC236}">
                  <a16:creationId xmlns:a16="http://schemas.microsoft.com/office/drawing/2014/main" id="{AD598CD7-966B-C027-0737-D38984CE5D98}"/>
                </a:ext>
              </a:extLst>
            </p:cNvPr>
            <p:cNvSpPr>
              <a:spLocks/>
            </p:cNvSpPr>
            <p:nvPr/>
          </p:nvSpPr>
          <p:spPr>
            <a:xfrm>
              <a:off x="8332028" y="3851287"/>
              <a:ext cx="972000" cy="367537"/>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b="1">
                  <a:solidFill>
                    <a:schemeClr val="bg2"/>
                  </a:solidFill>
                </a:rPr>
                <a:t>Administration publique</a:t>
              </a:r>
              <a:endParaRPr lang="fr-FR" sz="894">
                <a:solidFill>
                  <a:schemeClr val="bg2"/>
                </a:solidFill>
              </a:endParaRPr>
            </a:p>
          </p:txBody>
        </p:sp>
        <p:pic>
          <p:nvPicPr>
            <p:cNvPr id="36" name="Graphic 134" descr="Bank">
              <a:extLst>
                <a:ext uri="{FF2B5EF4-FFF2-40B4-BE49-F238E27FC236}">
                  <a16:creationId xmlns:a16="http://schemas.microsoft.com/office/drawing/2014/main" id="{A4296BCF-5D96-6354-B560-FCD2833CDC93}"/>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8595143" y="4314235"/>
              <a:ext cx="445770" cy="445770"/>
            </a:xfrm>
            <a:prstGeom prst="rect">
              <a:avLst/>
            </a:prstGeom>
          </p:spPr>
        </p:pic>
        <p:sp>
          <p:nvSpPr>
            <p:cNvPr id="37" name="Rectangle 36">
              <a:extLst>
                <a:ext uri="{FF2B5EF4-FFF2-40B4-BE49-F238E27FC236}">
                  <a16:creationId xmlns:a16="http://schemas.microsoft.com/office/drawing/2014/main" id="{1FBA19BE-798A-2F16-CD92-4CEEF693DF7C}"/>
                </a:ext>
              </a:extLst>
            </p:cNvPr>
            <p:cNvSpPr>
              <a:spLocks/>
            </p:cNvSpPr>
            <p:nvPr/>
          </p:nvSpPr>
          <p:spPr>
            <a:xfrm>
              <a:off x="5253372" y="3752074"/>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38" name="Rectangle 37">
              <a:extLst>
                <a:ext uri="{FF2B5EF4-FFF2-40B4-BE49-F238E27FC236}">
                  <a16:creationId xmlns:a16="http://schemas.microsoft.com/office/drawing/2014/main" id="{25EC6788-BB1D-585E-FE3E-EA3D010B28A0}"/>
                </a:ext>
              </a:extLst>
            </p:cNvPr>
            <p:cNvSpPr>
              <a:spLocks/>
            </p:cNvSpPr>
            <p:nvPr/>
          </p:nvSpPr>
          <p:spPr>
            <a:xfrm>
              <a:off x="5266829" y="3858501"/>
              <a:ext cx="936000" cy="367537"/>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b="1">
                  <a:solidFill>
                    <a:schemeClr val="bg2"/>
                  </a:solidFill>
                </a:rPr>
                <a:t>Secteur bancaire</a:t>
              </a:r>
            </a:p>
          </p:txBody>
        </p:sp>
        <p:grpSp>
          <p:nvGrpSpPr>
            <p:cNvPr id="39" name="dollar USD $">
              <a:extLst>
                <a:ext uri="{FF2B5EF4-FFF2-40B4-BE49-F238E27FC236}">
                  <a16:creationId xmlns:a16="http://schemas.microsoft.com/office/drawing/2014/main" id="{CB5562FE-3BA7-DCC5-D90A-7157717F8D73}"/>
                </a:ext>
              </a:extLst>
            </p:cNvPr>
            <p:cNvGrpSpPr>
              <a:grpSpLocks noChangeAspect="1"/>
            </p:cNvGrpSpPr>
            <p:nvPr/>
          </p:nvGrpSpPr>
          <p:grpSpPr bwMode="auto">
            <a:xfrm>
              <a:off x="5555587" y="4293015"/>
              <a:ext cx="372732" cy="404496"/>
              <a:chOff x="2298" y="3810"/>
              <a:chExt cx="352" cy="382"/>
            </a:xfrm>
            <a:solidFill>
              <a:schemeClr val="bg2"/>
            </a:solidFill>
          </p:grpSpPr>
          <p:sp>
            <p:nvSpPr>
              <p:cNvPr id="43" name="Freeform 398">
                <a:extLst>
                  <a:ext uri="{FF2B5EF4-FFF2-40B4-BE49-F238E27FC236}">
                    <a16:creationId xmlns:a16="http://schemas.microsoft.com/office/drawing/2014/main" id="{AC477E49-9940-9EF9-3C15-D1260BAC7E72}"/>
                  </a:ext>
                </a:extLst>
              </p:cNvPr>
              <p:cNvSpPr>
                <a:spLocks/>
              </p:cNvSpPr>
              <p:nvPr/>
            </p:nvSpPr>
            <p:spPr bwMode="auto">
              <a:xfrm flipV="1">
                <a:off x="2383" y="3810"/>
                <a:ext cx="147" cy="126"/>
              </a:xfrm>
              <a:custGeom>
                <a:avLst/>
                <a:gdLst>
                  <a:gd name="T0" fmla="*/ 19140 w 39340"/>
                  <a:gd name="T1" fmla="*/ 32740 h 33420"/>
                  <a:gd name="T2" fmla="*/ 15340 w 39340"/>
                  <a:gd name="T3" fmla="*/ 28400 h 33420"/>
                  <a:gd name="T4" fmla="*/ 12620 w 39340"/>
                  <a:gd name="T5" fmla="*/ 25200 h 33420"/>
                  <a:gd name="T6" fmla="*/ 11320 w 39340"/>
                  <a:gd name="T7" fmla="*/ 24560 h 33420"/>
                  <a:gd name="T8" fmla="*/ 7120 w 39340"/>
                  <a:gd name="T9" fmla="*/ 24560 h 33420"/>
                  <a:gd name="T10" fmla="*/ 2040 w 39340"/>
                  <a:gd name="T11" fmla="*/ 24060 h 33420"/>
                  <a:gd name="T12" fmla="*/ 1500 w 39340"/>
                  <a:gd name="T13" fmla="*/ 18240 h 33420"/>
                  <a:gd name="T14" fmla="*/ 4400 w 39340"/>
                  <a:gd name="T15" fmla="*/ 11440 h 33420"/>
                  <a:gd name="T16" fmla="*/ 8360 w 39340"/>
                  <a:gd name="T17" fmla="*/ 2820 h 33420"/>
                  <a:gd name="T18" fmla="*/ 13120 w 39340"/>
                  <a:gd name="T19" fmla="*/ 900 h 33420"/>
                  <a:gd name="T20" fmla="*/ 22000 w 39340"/>
                  <a:gd name="T21" fmla="*/ 120 h 33420"/>
                  <a:gd name="T22" fmla="*/ 27480 w 39340"/>
                  <a:gd name="T23" fmla="*/ 840 h 33420"/>
                  <a:gd name="T24" fmla="*/ 32940 w 39340"/>
                  <a:gd name="T25" fmla="*/ 3160 h 33420"/>
                  <a:gd name="T26" fmla="*/ 34280 w 39340"/>
                  <a:gd name="T27" fmla="*/ 7760 h 33420"/>
                  <a:gd name="T28" fmla="*/ 35080 w 39340"/>
                  <a:gd name="T29" fmla="*/ 13260 h 33420"/>
                  <a:gd name="T30" fmla="*/ 38120 w 39340"/>
                  <a:gd name="T31" fmla="*/ 21480 h 33420"/>
                  <a:gd name="T32" fmla="*/ 39180 w 39340"/>
                  <a:gd name="T33" fmla="*/ 24780 h 33420"/>
                  <a:gd name="T34" fmla="*/ 35660 w 39340"/>
                  <a:gd name="T35" fmla="*/ 28000 h 33420"/>
                  <a:gd name="T36" fmla="*/ 30620 w 39340"/>
                  <a:gd name="T37" fmla="*/ 26060 h 33420"/>
                  <a:gd name="T38" fmla="*/ 26100 w 39340"/>
                  <a:gd name="T39" fmla="*/ 28360 h 33420"/>
                  <a:gd name="T40" fmla="*/ 24120 w 39340"/>
                  <a:gd name="T41" fmla="*/ 31360 h 33420"/>
                  <a:gd name="T42" fmla="*/ 19140 w 39340"/>
                  <a:gd name="T43" fmla="*/ 32740 h 33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340" h="33420">
                    <a:moveTo>
                      <a:pt x="19140" y="32740"/>
                    </a:moveTo>
                    <a:cubicBezTo>
                      <a:pt x="17440" y="32120"/>
                      <a:pt x="16220" y="30720"/>
                      <a:pt x="15340" y="28400"/>
                    </a:cubicBezTo>
                    <a:cubicBezTo>
                      <a:pt x="14640" y="26560"/>
                      <a:pt x="14120" y="25940"/>
                      <a:pt x="12620" y="25200"/>
                    </a:cubicBezTo>
                    <a:lnTo>
                      <a:pt x="11320" y="24560"/>
                    </a:lnTo>
                    <a:lnTo>
                      <a:pt x="7120" y="24560"/>
                    </a:lnTo>
                    <a:cubicBezTo>
                      <a:pt x="3020" y="24560"/>
                      <a:pt x="2900" y="24540"/>
                      <a:pt x="2040" y="24060"/>
                    </a:cubicBezTo>
                    <a:cubicBezTo>
                      <a:pt x="140" y="22980"/>
                      <a:pt x="0" y="21420"/>
                      <a:pt x="1500" y="18240"/>
                    </a:cubicBezTo>
                    <a:cubicBezTo>
                      <a:pt x="1980" y="17180"/>
                      <a:pt x="3300" y="14120"/>
                      <a:pt x="4400" y="11440"/>
                    </a:cubicBezTo>
                    <a:cubicBezTo>
                      <a:pt x="6820" y="5480"/>
                      <a:pt x="7840" y="3260"/>
                      <a:pt x="8360" y="2820"/>
                    </a:cubicBezTo>
                    <a:cubicBezTo>
                      <a:pt x="9020" y="2220"/>
                      <a:pt x="11240" y="1320"/>
                      <a:pt x="13120" y="900"/>
                    </a:cubicBezTo>
                    <a:cubicBezTo>
                      <a:pt x="15980" y="220"/>
                      <a:pt x="18580" y="0"/>
                      <a:pt x="22000" y="120"/>
                    </a:cubicBezTo>
                    <a:cubicBezTo>
                      <a:pt x="24640" y="200"/>
                      <a:pt x="25480" y="300"/>
                      <a:pt x="27480" y="840"/>
                    </a:cubicBezTo>
                    <a:cubicBezTo>
                      <a:pt x="29860" y="1460"/>
                      <a:pt x="31800" y="2280"/>
                      <a:pt x="32940" y="3160"/>
                    </a:cubicBezTo>
                    <a:cubicBezTo>
                      <a:pt x="33940" y="3940"/>
                      <a:pt x="34160" y="4660"/>
                      <a:pt x="34280" y="7760"/>
                    </a:cubicBezTo>
                    <a:cubicBezTo>
                      <a:pt x="34360" y="10080"/>
                      <a:pt x="34500" y="11020"/>
                      <a:pt x="35080" y="13260"/>
                    </a:cubicBezTo>
                    <a:cubicBezTo>
                      <a:pt x="35900" y="16420"/>
                      <a:pt x="36800" y="18860"/>
                      <a:pt x="38120" y="21480"/>
                    </a:cubicBezTo>
                    <a:cubicBezTo>
                      <a:pt x="38920" y="23060"/>
                      <a:pt x="39100" y="23580"/>
                      <a:pt x="39180" y="24780"/>
                    </a:cubicBezTo>
                    <a:cubicBezTo>
                      <a:pt x="39340" y="27340"/>
                      <a:pt x="38400" y="28200"/>
                      <a:pt x="35660" y="28000"/>
                    </a:cubicBezTo>
                    <a:cubicBezTo>
                      <a:pt x="34180" y="27880"/>
                      <a:pt x="33420" y="27600"/>
                      <a:pt x="30620" y="26060"/>
                    </a:cubicBezTo>
                    <a:cubicBezTo>
                      <a:pt x="28380" y="24840"/>
                      <a:pt x="27340" y="25380"/>
                      <a:pt x="26100" y="28360"/>
                    </a:cubicBezTo>
                    <a:cubicBezTo>
                      <a:pt x="25480" y="29820"/>
                      <a:pt x="25100" y="30400"/>
                      <a:pt x="24120" y="31360"/>
                    </a:cubicBezTo>
                    <a:cubicBezTo>
                      <a:pt x="22480" y="33020"/>
                      <a:pt x="21000" y="33420"/>
                      <a:pt x="19140" y="32740"/>
                    </a:cubicBez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endParaRPr lang="en-GB" sz="1463">
                  <a:solidFill>
                    <a:schemeClr val="bg2"/>
                  </a:solidFill>
                </a:endParaRPr>
              </a:p>
            </p:txBody>
          </p:sp>
          <p:sp>
            <p:nvSpPr>
              <p:cNvPr id="44" name="Freeform 399">
                <a:extLst>
                  <a:ext uri="{FF2B5EF4-FFF2-40B4-BE49-F238E27FC236}">
                    <a16:creationId xmlns:a16="http://schemas.microsoft.com/office/drawing/2014/main" id="{6F771C0D-2833-5286-2A45-00E9762C1C7C}"/>
                  </a:ext>
                </a:extLst>
              </p:cNvPr>
              <p:cNvSpPr>
                <a:spLocks noEditPoints="1"/>
              </p:cNvSpPr>
              <p:nvPr/>
            </p:nvSpPr>
            <p:spPr bwMode="auto">
              <a:xfrm flipV="1">
                <a:off x="2298" y="3939"/>
                <a:ext cx="352" cy="253"/>
              </a:xfrm>
              <a:custGeom>
                <a:avLst/>
                <a:gdLst>
                  <a:gd name="T0" fmla="*/ 58360 w 94080"/>
                  <a:gd name="T1" fmla="*/ 66880 h 67500"/>
                  <a:gd name="T2" fmla="*/ 49680 w 94080"/>
                  <a:gd name="T3" fmla="*/ 63360 h 67500"/>
                  <a:gd name="T4" fmla="*/ 37900 w 94080"/>
                  <a:gd name="T5" fmla="*/ 63340 h 67500"/>
                  <a:gd name="T6" fmla="*/ 31940 w 94080"/>
                  <a:gd name="T7" fmla="*/ 65420 h 67500"/>
                  <a:gd name="T8" fmla="*/ 30220 w 94080"/>
                  <a:gd name="T9" fmla="*/ 66340 h 67500"/>
                  <a:gd name="T10" fmla="*/ 28740 w 94080"/>
                  <a:gd name="T11" fmla="*/ 65780 h 67500"/>
                  <a:gd name="T12" fmla="*/ 12980 w 94080"/>
                  <a:gd name="T13" fmla="*/ 55280 h 67500"/>
                  <a:gd name="T14" fmla="*/ 3880 w 94080"/>
                  <a:gd name="T15" fmla="*/ 42580 h 67500"/>
                  <a:gd name="T16" fmla="*/ 240 w 94080"/>
                  <a:gd name="T17" fmla="*/ 25380 h 67500"/>
                  <a:gd name="T18" fmla="*/ 22980 w 94080"/>
                  <a:gd name="T19" fmla="*/ 1500 h 67500"/>
                  <a:gd name="T20" fmla="*/ 46780 w 94080"/>
                  <a:gd name="T21" fmla="*/ 0 h 67500"/>
                  <a:gd name="T22" fmla="*/ 70380 w 94080"/>
                  <a:gd name="T23" fmla="*/ 1500 h 67500"/>
                  <a:gd name="T24" fmla="*/ 87140 w 94080"/>
                  <a:gd name="T25" fmla="*/ 8560 h 67500"/>
                  <a:gd name="T26" fmla="*/ 90760 w 94080"/>
                  <a:gd name="T27" fmla="*/ 13580 h 67500"/>
                  <a:gd name="T28" fmla="*/ 92660 w 94080"/>
                  <a:gd name="T29" fmla="*/ 33840 h 67500"/>
                  <a:gd name="T30" fmla="*/ 70520 w 94080"/>
                  <a:gd name="T31" fmla="*/ 62660 h 67500"/>
                  <a:gd name="T32" fmla="*/ 59420 w 94080"/>
                  <a:gd name="T33" fmla="*/ 67480 h 67500"/>
                  <a:gd name="T34" fmla="*/ 58360 w 94080"/>
                  <a:gd name="T35" fmla="*/ 66880 h 67500"/>
                  <a:gd name="T36" fmla="*/ 47140 w 94080"/>
                  <a:gd name="T37" fmla="*/ 54620 h 67500"/>
                  <a:gd name="T38" fmla="*/ 47420 w 94080"/>
                  <a:gd name="T39" fmla="*/ 52360 h 67500"/>
                  <a:gd name="T40" fmla="*/ 47480 w 94080"/>
                  <a:gd name="T41" fmla="*/ 50380 h 67500"/>
                  <a:gd name="T42" fmla="*/ 48680 w 94080"/>
                  <a:gd name="T43" fmla="*/ 50240 h 67500"/>
                  <a:gd name="T44" fmla="*/ 53560 w 94080"/>
                  <a:gd name="T45" fmla="*/ 48720 h 67500"/>
                  <a:gd name="T46" fmla="*/ 53960 w 94080"/>
                  <a:gd name="T47" fmla="*/ 48380 h 67500"/>
                  <a:gd name="T48" fmla="*/ 53280 w 94080"/>
                  <a:gd name="T49" fmla="*/ 46100 h 67500"/>
                  <a:gd name="T50" fmla="*/ 52400 w 94080"/>
                  <a:gd name="T51" fmla="*/ 43620 h 67500"/>
                  <a:gd name="T52" fmla="*/ 50740 w 94080"/>
                  <a:gd name="T53" fmla="*/ 44040 h 67500"/>
                  <a:gd name="T54" fmla="*/ 43040 w 94080"/>
                  <a:gd name="T55" fmla="*/ 44540 h 67500"/>
                  <a:gd name="T56" fmla="*/ 42120 w 94080"/>
                  <a:gd name="T57" fmla="*/ 40840 h 67500"/>
                  <a:gd name="T58" fmla="*/ 46780 w 94080"/>
                  <a:gd name="T59" fmla="*/ 38180 h 67500"/>
                  <a:gd name="T60" fmla="*/ 52600 w 94080"/>
                  <a:gd name="T61" fmla="*/ 34680 h 67500"/>
                  <a:gd name="T62" fmla="*/ 54960 w 94080"/>
                  <a:gd name="T63" fmla="*/ 30140 h 67500"/>
                  <a:gd name="T64" fmla="*/ 48400 w 94080"/>
                  <a:gd name="T65" fmla="*/ 20260 h 67500"/>
                  <a:gd name="T66" fmla="*/ 47280 w 94080"/>
                  <a:gd name="T67" fmla="*/ 19920 h 67500"/>
                  <a:gd name="T68" fmla="*/ 47180 w 94080"/>
                  <a:gd name="T69" fmla="*/ 17660 h 67500"/>
                  <a:gd name="T70" fmla="*/ 46920 w 94080"/>
                  <a:gd name="T71" fmla="*/ 15140 h 67500"/>
                  <a:gd name="T72" fmla="*/ 42500 w 94080"/>
                  <a:gd name="T73" fmla="*/ 15000 h 67500"/>
                  <a:gd name="T74" fmla="*/ 42180 w 94080"/>
                  <a:gd name="T75" fmla="*/ 17280 h 67500"/>
                  <a:gd name="T76" fmla="*/ 40920 w 94080"/>
                  <a:gd name="T77" fmla="*/ 19680 h 67500"/>
                  <a:gd name="T78" fmla="*/ 34600 w 94080"/>
                  <a:gd name="T79" fmla="*/ 21760 h 67500"/>
                  <a:gd name="T80" fmla="*/ 35920 w 94080"/>
                  <a:gd name="T81" fmla="*/ 26900 h 67500"/>
                  <a:gd name="T82" fmla="*/ 37460 w 94080"/>
                  <a:gd name="T83" fmla="*/ 26460 h 67500"/>
                  <a:gd name="T84" fmla="*/ 43380 w 94080"/>
                  <a:gd name="T85" fmla="*/ 25080 h 67500"/>
                  <a:gd name="T86" fmla="*/ 47320 w 94080"/>
                  <a:gd name="T87" fmla="*/ 26160 h 67500"/>
                  <a:gd name="T88" fmla="*/ 48140 w 94080"/>
                  <a:gd name="T89" fmla="*/ 27920 h 67500"/>
                  <a:gd name="T90" fmla="*/ 43720 w 94080"/>
                  <a:gd name="T91" fmla="*/ 32400 h 67500"/>
                  <a:gd name="T92" fmla="*/ 37820 w 94080"/>
                  <a:gd name="T93" fmla="*/ 35460 h 67500"/>
                  <a:gd name="T94" fmla="*/ 35740 w 94080"/>
                  <a:gd name="T95" fmla="*/ 45400 h 67500"/>
                  <a:gd name="T96" fmla="*/ 41300 w 94080"/>
                  <a:gd name="T97" fmla="*/ 49780 h 67500"/>
                  <a:gd name="T98" fmla="*/ 42380 w 94080"/>
                  <a:gd name="T99" fmla="*/ 50100 h 67500"/>
                  <a:gd name="T100" fmla="*/ 42380 w 94080"/>
                  <a:gd name="T101" fmla="*/ 52180 h 67500"/>
                  <a:gd name="T102" fmla="*/ 44960 w 94080"/>
                  <a:gd name="T103" fmla="*/ 54880 h 67500"/>
                  <a:gd name="T104" fmla="*/ 47140 w 94080"/>
                  <a:gd name="T105" fmla="*/ 54620 h 67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4080" h="67500">
                    <a:moveTo>
                      <a:pt x="58360" y="66880"/>
                    </a:moveTo>
                    <a:cubicBezTo>
                      <a:pt x="56280" y="65180"/>
                      <a:pt x="53500" y="64040"/>
                      <a:pt x="49680" y="63360"/>
                    </a:cubicBezTo>
                    <a:cubicBezTo>
                      <a:pt x="46840" y="62860"/>
                      <a:pt x="40400" y="62840"/>
                      <a:pt x="37900" y="63340"/>
                    </a:cubicBezTo>
                    <a:cubicBezTo>
                      <a:pt x="35500" y="63820"/>
                      <a:pt x="34020" y="64340"/>
                      <a:pt x="31940" y="65420"/>
                    </a:cubicBezTo>
                    <a:lnTo>
                      <a:pt x="30220" y="66340"/>
                    </a:lnTo>
                    <a:lnTo>
                      <a:pt x="28740" y="65780"/>
                    </a:lnTo>
                    <a:cubicBezTo>
                      <a:pt x="23280" y="63700"/>
                      <a:pt x="17700" y="60000"/>
                      <a:pt x="12980" y="55280"/>
                    </a:cubicBezTo>
                    <a:cubicBezTo>
                      <a:pt x="8840" y="51140"/>
                      <a:pt x="6200" y="47480"/>
                      <a:pt x="3880" y="42580"/>
                    </a:cubicBezTo>
                    <a:cubicBezTo>
                      <a:pt x="1100" y="36760"/>
                      <a:pt x="0" y="31520"/>
                      <a:pt x="240" y="25380"/>
                    </a:cubicBezTo>
                    <a:cubicBezTo>
                      <a:pt x="840" y="10940"/>
                      <a:pt x="7160" y="4280"/>
                      <a:pt x="22980" y="1500"/>
                    </a:cubicBezTo>
                    <a:cubicBezTo>
                      <a:pt x="29300" y="400"/>
                      <a:pt x="35480" y="0"/>
                      <a:pt x="46780" y="0"/>
                    </a:cubicBezTo>
                    <a:cubicBezTo>
                      <a:pt x="58040" y="0"/>
                      <a:pt x="63940" y="380"/>
                      <a:pt x="70380" y="1500"/>
                    </a:cubicBezTo>
                    <a:cubicBezTo>
                      <a:pt x="77920" y="2820"/>
                      <a:pt x="83620" y="5200"/>
                      <a:pt x="87140" y="8560"/>
                    </a:cubicBezTo>
                    <a:cubicBezTo>
                      <a:pt x="88280" y="9620"/>
                      <a:pt x="89920" y="11920"/>
                      <a:pt x="90760" y="13580"/>
                    </a:cubicBezTo>
                    <a:cubicBezTo>
                      <a:pt x="93280" y="18640"/>
                      <a:pt x="94080" y="27000"/>
                      <a:pt x="92660" y="33840"/>
                    </a:cubicBezTo>
                    <a:cubicBezTo>
                      <a:pt x="90440" y="44620"/>
                      <a:pt x="81800" y="55860"/>
                      <a:pt x="70520" y="62660"/>
                    </a:cubicBezTo>
                    <a:cubicBezTo>
                      <a:pt x="67260" y="64620"/>
                      <a:pt x="60620" y="67500"/>
                      <a:pt x="59420" y="67480"/>
                    </a:cubicBezTo>
                    <a:cubicBezTo>
                      <a:pt x="59220" y="67460"/>
                      <a:pt x="58760" y="67200"/>
                      <a:pt x="58360" y="66880"/>
                    </a:cubicBezTo>
                    <a:close/>
                    <a:moveTo>
                      <a:pt x="47140" y="54620"/>
                    </a:moveTo>
                    <a:cubicBezTo>
                      <a:pt x="47260" y="54480"/>
                      <a:pt x="47400" y="53460"/>
                      <a:pt x="47420" y="52360"/>
                    </a:cubicBezTo>
                    <a:lnTo>
                      <a:pt x="47480" y="50380"/>
                    </a:lnTo>
                    <a:lnTo>
                      <a:pt x="48680" y="50240"/>
                    </a:lnTo>
                    <a:cubicBezTo>
                      <a:pt x="50160" y="50080"/>
                      <a:pt x="53000" y="49200"/>
                      <a:pt x="53560" y="48720"/>
                    </a:cubicBezTo>
                    <a:lnTo>
                      <a:pt x="53960" y="48380"/>
                    </a:lnTo>
                    <a:lnTo>
                      <a:pt x="53280" y="46100"/>
                    </a:lnTo>
                    <a:cubicBezTo>
                      <a:pt x="52900" y="44840"/>
                      <a:pt x="52520" y="43740"/>
                      <a:pt x="52400" y="43620"/>
                    </a:cubicBezTo>
                    <a:cubicBezTo>
                      <a:pt x="52280" y="43500"/>
                      <a:pt x="51700" y="43640"/>
                      <a:pt x="50740" y="44040"/>
                    </a:cubicBezTo>
                    <a:cubicBezTo>
                      <a:pt x="48040" y="45160"/>
                      <a:pt x="44660" y="45380"/>
                      <a:pt x="43040" y="44540"/>
                    </a:cubicBezTo>
                    <a:cubicBezTo>
                      <a:pt x="41660" y="43820"/>
                      <a:pt x="41180" y="41900"/>
                      <a:pt x="42120" y="40840"/>
                    </a:cubicBezTo>
                    <a:cubicBezTo>
                      <a:pt x="42740" y="40140"/>
                      <a:pt x="44380" y="39200"/>
                      <a:pt x="46780" y="38180"/>
                    </a:cubicBezTo>
                    <a:cubicBezTo>
                      <a:pt x="50100" y="36780"/>
                      <a:pt x="51120" y="36160"/>
                      <a:pt x="52600" y="34680"/>
                    </a:cubicBezTo>
                    <a:cubicBezTo>
                      <a:pt x="54100" y="33200"/>
                      <a:pt x="54640" y="32140"/>
                      <a:pt x="54960" y="30140"/>
                    </a:cubicBezTo>
                    <a:cubicBezTo>
                      <a:pt x="55640" y="25720"/>
                      <a:pt x="52960" y="21680"/>
                      <a:pt x="48400" y="20260"/>
                    </a:cubicBezTo>
                    <a:lnTo>
                      <a:pt x="47280" y="19920"/>
                    </a:lnTo>
                    <a:lnTo>
                      <a:pt x="47180" y="17660"/>
                    </a:lnTo>
                    <a:cubicBezTo>
                      <a:pt x="47120" y="16400"/>
                      <a:pt x="47000" y="15260"/>
                      <a:pt x="46920" y="15140"/>
                    </a:cubicBezTo>
                    <a:cubicBezTo>
                      <a:pt x="46740" y="14860"/>
                      <a:pt x="43120" y="14760"/>
                      <a:pt x="42500" y="15000"/>
                    </a:cubicBezTo>
                    <a:cubicBezTo>
                      <a:pt x="42240" y="15100"/>
                      <a:pt x="42180" y="15500"/>
                      <a:pt x="42180" y="17280"/>
                    </a:cubicBezTo>
                    <a:cubicBezTo>
                      <a:pt x="42180" y="19640"/>
                      <a:pt x="42160" y="19680"/>
                      <a:pt x="40920" y="19680"/>
                    </a:cubicBezTo>
                    <a:cubicBezTo>
                      <a:pt x="39440" y="19700"/>
                      <a:pt x="35140" y="21100"/>
                      <a:pt x="34600" y="21760"/>
                    </a:cubicBezTo>
                    <a:cubicBezTo>
                      <a:pt x="34400" y="22000"/>
                      <a:pt x="35580" y="26560"/>
                      <a:pt x="35920" y="26900"/>
                    </a:cubicBezTo>
                    <a:cubicBezTo>
                      <a:pt x="36040" y="27020"/>
                      <a:pt x="36640" y="26840"/>
                      <a:pt x="37460" y="26460"/>
                    </a:cubicBezTo>
                    <a:cubicBezTo>
                      <a:pt x="39400" y="25560"/>
                      <a:pt x="41400" y="25080"/>
                      <a:pt x="43380" y="25080"/>
                    </a:cubicBezTo>
                    <a:cubicBezTo>
                      <a:pt x="45500" y="25080"/>
                      <a:pt x="46420" y="25340"/>
                      <a:pt x="47320" y="26160"/>
                    </a:cubicBezTo>
                    <a:cubicBezTo>
                      <a:pt x="47940" y="26720"/>
                      <a:pt x="48060" y="26960"/>
                      <a:pt x="48140" y="27920"/>
                    </a:cubicBezTo>
                    <a:cubicBezTo>
                      <a:pt x="48300" y="29960"/>
                      <a:pt x="47440" y="30820"/>
                      <a:pt x="43720" y="32400"/>
                    </a:cubicBezTo>
                    <a:cubicBezTo>
                      <a:pt x="40540" y="33740"/>
                      <a:pt x="39020" y="34520"/>
                      <a:pt x="37820" y="35460"/>
                    </a:cubicBezTo>
                    <a:cubicBezTo>
                      <a:pt x="34780" y="37860"/>
                      <a:pt x="33940" y="41880"/>
                      <a:pt x="35740" y="45400"/>
                    </a:cubicBezTo>
                    <a:cubicBezTo>
                      <a:pt x="36700" y="47280"/>
                      <a:pt x="39040" y="49120"/>
                      <a:pt x="41300" y="49780"/>
                    </a:cubicBezTo>
                    <a:lnTo>
                      <a:pt x="42380" y="50100"/>
                    </a:lnTo>
                    <a:lnTo>
                      <a:pt x="42380" y="52180"/>
                    </a:lnTo>
                    <a:cubicBezTo>
                      <a:pt x="42380" y="54880"/>
                      <a:pt x="42380" y="54880"/>
                      <a:pt x="44960" y="54880"/>
                    </a:cubicBezTo>
                    <a:cubicBezTo>
                      <a:pt x="46340" y="54880"/>
                      <a:pt x="47000" y="54800"/>
                      <a:pt x="47140" y="54620"/>
                    </a:cubicBezTo>
                    <a:close/>
                  </a:path>
                </a:pathLst>
              </a:custGeom>
              <a:grpFill/>
              <a:ln w="0">
                <a:noFill/>
                <a:prstDash val="solid"/>
                <a:round/>
                <a:headEnd/>
                <a:tailEnd/>
              </a:ln>
            </p:spPr>
            <p:txBody>
              <a:bodyPr vert="horz" wrap="square" lIns="74295" tIns="37148" rIns="74295" bIns="37148" numCol="1" anchor="t" anchorCtr="0" compatLnSpc="1">
                <a:prstTxWarp prst="textNoShape">
                  <a:avLst/>
                </a:prstTxWarp>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endParaRPr lang="en-GB" sz="1463">
                  <a:solidFill>
                    <a:schemeClr val="bg2"/>
                  </a:solidFill>
                </a:endParaRPr>
              </a:p>
            </p:txBody>
          </p:sp>
        </p:grpSp>
        <p:sp>
          <p:nvSpPr>
            <p:cNvPr id="40" name="Rectangle 39">
              <a:extLst>
                <a:ext uri="{FF2B5EF4-FFF2-40B4-BE49-F238E27FC236}">
                  <a16:creationId xmlns:a16="http://schemas.microsoft.com/office/drawing/2014/main" id="{7C5877FA-47F5-0BB1-8464-676A99668F79}"/>
                </a:ext>
              </a:extLst>
            </p:cNvPr>
            <p:cNvSpPr>
              <a:spLocks/>
            </p:cNvSpPr>
            <p:nvPr/>
          </p:nvSpPr>
          <p:spPr>
            <a:xfrm>
              <a:off x="7315526" y="5009579"/>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pic>
          <p:nvPicPr>
            <p:cNvPr id="41" name="Graphic 111" descr="Upload with solid fill">
              <a:extLst>
                <a:ext uri="{FF2B5EF4-FFF2-40B4-BE49-F238E27FC236}">
                  <a16:creationId xmlns:a16="http://schemas.microsoft.com/office/drawing/2014/main" id="{AB7D23A9-BD2B-7D6F-9733-D033F312400C}"/>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7598972" y="5467536"/>
              <a:ext cx="492774" cy="492774"/>
            </a:xfrm>
            <a:prstGeom prst="rect">
              <a:avLst/>
            </a:prstGeom>
          </p:spPr>
        </p:pic>
        <p:sp>
          <p:nvSpPr>
            <p:cNvPr id="42" name="Rectangle 41">
              <a:extLst>
                <a:ext uri="{FF2B5EF4-FFF2-40B4-BE49-F238E27FC236}">
                  <a16:creationId xmlns:a16="http://schemas.microsoft.com/office/drawing/2014/main" id="{85891928-49F3-AA64-6020-A9342BA34CC4}"/>
                </a:ext>
              </a:extLst>
            </p:cNvPr>
            <p:cNvSpPr>
              <a:spLocks/>
            </p:cNvSpPr>
            <p:nvPr/>
          </p:nvSpPr>
          <p:spPr>
            <a:xfrm>
              <a:off x="7375760" y="5035254"/>
              <a:ext cx="936000" cy="367537"/>
            </a:xfrm>
            <a:prstGeom prst="rect">
              <a:avLst/>
            </a:prstGeom>
          </p:spPr>
          <p:txBody>
            <a:bodyPr wrap="square">
              <a:spAutoFit/>
            </a:bodyPr>
            <a:lstStyle>
              <a:defPPr>
                <a:defRPr lang="en-US"/>
              </a:defPPr>
              <a:lvl1pPr marL="0" algn="l" defTabSz="752643" rtl="0" eaLnBrk="1" latinLnBrk="0" hangingPunct="1">
                <a:defRPr sz="1482" kern="1200">
                  <a:solidFill>
                    <a:schemeClr val="tx1"/>
                  </a:solidFill>
                  <a:latin typeface="+mn-lt"/>
                  <a:ea typeface="+mn-ea"/>
                  <a:cs typeface="+mn-cs"/>
                </a:defRPr>
              </a:lvl1pPr>
              <a:lvl2pPr marL="376321" algn="l" defTabSz="752643" rtl="0" eaLnBrk="1" latinLnBrk="0" hangingPunct="1">
                <a:defRPr sz="1482" kern="1200">
                  <a:solidFill>
                    <a:schemeClr val="tx1"/>
                  </a:solidFill>
                  <a:latin typeface="+mn-lt"/>
                  <a:ea typeface="+mn-ea"/>
                  <a:cs typeface="+mn-cs"/>
                </a:defRPr>
              </a:lvl2pPr>
              <a:lvl3pPr marL="752643" algn="l" defTabSz="752643" rtl="0" eaLnBrk="1" latinLnBrk="0" hangingPunct="1">
                <a:defRPr sz="1482" kern="1200">
                  <a:solidFill>
                    <a:schemeClr val="tx1"/>
                  </a:solidFill>
                  <a:latin typeface="+mn-lt"/>
                  <a:ea typeface="+mn-ea"/>
                  <a:cs typeface="+mn-cs"/>
                </a:defRPr>
              </a:lvl3pPr>
              <a:lvl4pPr marL="1128964" algn="l" defTabSz="752643" rtl="0" eaLnBrk="1" latinLnBrk="0" hangingPunct="1">
                <a:defRPr sz="1482" kern="1200">
                  <a:solidFill>
                    <a:schemeClr val="tx1"/>
                  </a:solidFill>
                  <a:latin typeface="+mn-lt"/>
                  <a:ea typeface="+mn-ea"/>
                  <a:cs typeface="+mn-cs"/>
                </a:defRPr>
              </a:lvl4pPr>
              <a:lvl5pPr marL="1505285" algn="l" defTabSz="752643" rtl="0" eaLnBrk="1" latinLnBrk="0" hangingPunct="1">
                <a:defRPr sz="1482" kern="1200">
                  <a:solidFill>
                    <a:schemeClr val="tx1"/>
                  </a:solidFill>
                  <a:latin typeface="+mn-lt"/>
                  <a:ea typeface="+mn-ea"/>
                  <a:cs typeface="+mn-cs"/>
                </a:defRPr>
              </a:lvl5pPr>
              <a:lvl6pPr marL="1881607" algn="l" defTabSz="752643" rtl="0" eaLnBrk="1" latinLnBrk="0" hangingPunct="1">
                <a:defRPr sz="1482" kern="1200">
                  <a:solidFill>
                    <a:schemeClr val="tx1"/>
                  </a:solidFill>
                  <a:latin typeface="+mn-lt"/>
                  <a:ea typeface="+mn-ea"/>
                  <a:cs typeface="+mn-cs"/>
                </a:defRPr>
              </a:lvl6pPr>
              <a:lvl7pPr marL="2257928" algn="l" defTabSz="752643" rtl="0" eaLnBrk="1" latinLnBrk="0" hangingPunct="1">
                <a:defRPr sz="1482" kern="1200">
                  <a:solidFill>
                    <a:schemeClr val="tx1"/>
                  </a:solidFill>
                  <a:latin typeface="+mn-lt"/>
                  <a:ea typeface="+mn-ea"/>
                  <a:cs typeface="+mn-cs"/>
                </a:defRPr>
              </a:lvl7pPr>
              <a:lvl8pPr marL="2634249" algn="l" defTabSz="752643" rtl="0" eaLnBrk="1" latinLnBrk="0" hangingPunct="1">
                <a:defRPr sz="1482" kern="1200">
                  <a:solidFill>
                    <a:schemeClr val="tx1"/>
                  </a:solidFill>
                  <a:latin typeface="+mn-lt"/>
                  <a:ea typeface="+mn-ea"/>
                  <a:cs typeface="+mn-cs"/>
                </a:defRPr>
              </a:lvl8pPr>
              <a:lvl9pPr marL="3010571" algn="l" defTabSz="752643" rtl="0" eaLnBrk="1" latinLnBrk="0" hangingPunct="1">
                <a:defRPr sz="1482" kern="1200">
                  <a:solidFill>
                    <a:schemeClr val="tx1"/>
                  </a:solidFill>
                  <a:latin typeface="+mn-lt"/>
                  <a:ea typeface="+mn-ea"/>
                  <a:cs typeface="+mn-cs"/>
                </a:defRPr>
              </a:lvl9pPr>
            </a:lstStyle>
            <a:p>
              <a:pPr algn="ctr"/>
              <a:r>
                <a:rPr lang="fr-FR" sz="894" b="1">
                  <a:solidFill>
                    <a:schemeClr val="bg2"/>
                  </a:solidFill>
                </a:rPr>
                <a:t>Infrastructure numérique</a:t>
              </a:r>
            </a:p>
          </p:txBody>
        </p:sp>
      </p:grpSp>
      <p:grpSp>
        <p:nvGrpSpPr>
          <p:cNvPr id="77" name="Groupe 76">
            <a:extLst>
              <a:ext uri="{FF2B5EF4-FFF2-40B4-BE49-F238E27FC236}">
                <a16:creationId xmlns:a16="http://schemas.microsoft.com/office/drawing/2014/main" id="{B65807A9-0D39-05E4-FF5A-99C6C12C1EBA}"/>
              </a:ext>
            </a:extLst>
          </p:cNvPr>
          <p:cNvGrpSpPr/>
          <p:nvPr/>
        </p:nvGrpSpPr>
        <p:grpSpPr>
          <a:xfrm>
            <a:off x="1259333" y="3823765"/>
            <a:ext cx="972000" cy="1145221"/>
            <a:chOff x="1259333" y="3816142"/>
            <a:chExt cx="972000" cy="1145221"/>
          </a:xfrm>
        </p:grpSpPr>
        <p:sp>
          <p:nvSpPr>
            <p:cNvPr id="69" name="Rectangle 68">
              <a:extLst>
                <a:ext uri="{FF2B5EF4-FFF2-40B4-BE49-F238E27FC236}">
                  <a16:creationId xmlns:a16="http://schemas.microsoft.com/office/drawing/2014/main" id="{0E09AA7F-2D1D-756B-9F22-08844ACD57EE}"/>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pic>
          <p:nvPicPr>
            <p:cNvPr id="71" name="Graphic 4 - Waves [0]" descr="Waves">
              <a:extLst>
                <a:ext uri="{FF2B5EF4-FFF2-40B4-BE49-F238E27FC236}">
                  <a16:creationId xmlns:a16="http://schemas.microsoft.com/office/drawing/2014/main" id="{21102E0C-FC38-534C-66FB-25AD9830E537}"/>
                </a:ext>
              </a:extLst>
            </p:cNvPr>
            <p:cNvPicPr>
              <a:picLocks noChangeAspect="1"/>
            </p:cNvPicPr>
            <p:nvPr>
              <p:custDataLst>
                <p:tags r:id="rId19"/>
              </p:custDataLst>
            </p:nvPr>
          </p:nvPicPr>
          <p:blipFill>
            <a:blip r:embed="rId54">
              <a:extLst>
                <a:ext uri="{96DAC541-7B7A-43D3-8B79-37D633B846F1}">
                  <asvg:svgBlip xmlns:asvg="http://schemas.microsoft.com/office/drawing/2016/SVG/main" r:embed="rId55"/>
                </a:ext>
              </a:extLst>
            </a:blip>
            <a:stretch>
              <a:fillRect/>
            </a:stretch>
          </p:blipFill>
          <p:spPr>
            <a:xfrm>
              <a:off x="1655333" y="4565626"/>
              <a:ext cx="180000" cy="180183"/>
            </a:xfrm>
            <a:prstGeom prst="rect">
              <a:avLst/>
            </a:prstGeom>
          </p:spPr>
        </p:pic>
        <p:sp>
          <p:nvSpPr>
            <p:cNvPr id="76" name="ZoneTexte 75">
              <a:extLst>
                <a:ext uri="{FF2B5EF4-FFF2-40B4-BE49-F238E27FC236}">
                  <a16:creationId xmlns:a16="http://schemas.microsoft.com/office/drawing/2014/main" id="{D64FE235-B133-1603-4E60-ED2B5636DC21}"/>
                </a:ext>
              </a:extLst>
            </p:cNvPr>
            <p:cNvSpPr txBox="1"/>
            <p:nvPr/>
          </p:nvSpPr>
          <p:spPr>
            <a:xfrm>
              <a:off x="1366390" y="3953088"/>
              <a:ext cx="828000" cy="557451"/>
            </a:xfrm>
            <a:prstGeom prst="rect">
              <a:avLst/>
            </a:prstGeom>
            <a:noFill/>
          </p:spPr>
          <p:txBody>
            <a:bodyPr wrap="square" lIns="0" tIns="36000" rIns="0" bIns="36000" rtlCol="0">
              <a:spAutoFit/>
            </a:bodyPr>
            <a:lstStyle/>
            <a:p>
              <a:pPr algn="ctr">
                <a:spcBef>
                  <a:spcPts val="600"/>
                </a:spcBef>
              </a:pPr>
              <a:r>
                <a:rPr lang="fr-FR" sz="1050">
                  <a:solidFill>
                    <a:schemeClr val="bg2"/>
                  </a:solidFill>
                </a:rPr>
                <a:t>Eau potable et eaux résiduaires</a:t>
              </a:r>
            </a:p>
          </p:txBody>
        </p:sp>
      </p:grpSp>
      <p:grpSp>
        <p:nvGrpSpPr>
          <p:cNvPr id="87" name="Groupe 86">
            <a:extLst>
              <a:ext uri="{FF2B5EF4-FFF2-40B4-BE49-F238E27FC236}">
                <a16:creationId xmlns:a16="http://schemas.microsoft.com/office/drawing/2014/main" id="{37ECBB9A-42D6-11B0-D192-5D764115856D}"/>
              </a:ext>
            </a:extLst>
          </p:cNvPr>
          <p:cNvGrpSpPr/>
          <p:nvPr/>
        </p:nvGrpSpPr>
        <p:grpSpPr>
          <a:xfrm>
            <a:off x="2268866" y="3823765"/>
            <a:ext cx="972000" cy="1145221"/>
            <a:chOff x="2297704" y="3816142"/>
            <a:chExt cx="972000" cy="1145221"/>
          </a:xfrm>
        </p:grpSpPr>
        <p:grpSp>
          <p:nvGrpSpPr>
            <p:cNvPr id="78" name="Groupe 77">
              <a:extLst>
                <a:ext uri="{FF2B5EF4-FFF2-40B4-BE49-F238E27FC236}">
                  <a16:creationId xmlns:a16="http://schemas.microsoft.com/office/drawing/2014/main" id="{3B19A740-E6E8-A156-DA00-BCF46EB05D4B}"/>
                </a:ext>
              </a:extLst>
            </p:cNvPr>
            <p:cNvGrpSpPr/>
            <p:nvPr/>
          </p:nvGrpSpPr>
          <p:grpSpPr>
            <a:xfrm>
              <a:off x="2297704" y="3816142"/>
              <a:ext cx="972000" cy="1145221"/>
              <a:chOff x="1259333" y="3816142"/>
              <a:chExt cx="972000" cy="1145221"/>
            </a:xfrm>
          </p:grpSpPr>
          <p:sp>
            <p:nvSpPr>
              <p:cNvPr id="79" name="Rectangle 78">
                <a:extLst>
                  <a:ext uri="{FF2B5EF4-FFF2-40B4-BE49-F238E27FC236}">
                    <a16:creationId xmlns:a16="http://schemas.microsoft.com/office/drawing/2014/main" id="{96388F7C-EFA8-3E7C-7A54-45E73226B636}"/>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81" name="ZoneTexte 80">
                <a:extLst>
                  <a:ext uri="{FF2B5EF4-FFF2-40B4-BE49-F238E27FC236}">
                    <a16:creationId xmlns:a16="http://schemas.microsoft.com/office/drawing/2014/main" id="{B43CAC22-9ED6-ED5C-4072-BC4A29F2AD9E}"/>
                  </a:ext>
                </a:extLst>
              </p:cNvPr>
              <p:cNvSpPr txBox="1"/>
              <p:nvPr/>
            </p:nvSpPr>
            <p:spPr>
              <a:xfrm>
                <a:off x="1318816" y="4006093"/>
                <a:ext cx="828000" cy="234286"/>
              </a:xfrm>
              <a:prstGeom prst="rect">
                <a:avLst/>
              </a:prstGeom>
              <a:noFill/>
            </p:spPr>
            <p:txBody>
              <a:bodyPr wrap="square" lIns="0" tIns="36000" rIns="0" bIns="36000" rtlCol="0">
                <a:spAutoFit/>
              </a:bodyPr>
              <a:lstStyle/>
              <a:p>
                <a:pPr algn="ctr">
                  <a:spcBef>
                    <a:spcPts val="600"/>
                  </a:spcBef>
                </a:pPr>
                <a:r>
                  <a:rPr lang="fr-FR" sz="1050">
                    <a:solidFill>
                      <a:schemeClr val="bg2"/>
                    </a:solidFill>
                  </a:rPr>
                  <a:t>Energie</a:t>
                </a:r>
              </a:p>
            </p:txBody>
          </p:sp>
        </p:grpSp>
        <p:pic>
          <p:nvPicPr>
            <p:cNvPr id="82" name="Play [0]">
              <a:extLst>
                <a:ext uri="{FF2B5EF4-FFF2-40B4-BE49-F238E27FC236}">
                  <a16:creationId xmlns:a16="http://schemas.microsoft.com/office/drawing/2014/main" id="{E018151D-07AD-B924-55E5-63A1E8A26081}"/>
                </a:ext>
              </a:extLst>
            </p:cNvPr>
            <p:cNvPicPr>
              <a:picLocks noChangeAspect="1"/>
            </p:cNvPicPr>
            <p:nvPr>
              <p:custDataLst>
                <p:tags r:id="rId18"/>
              </p:custDataLst>
            </p:nvPr>
          </p:nvPicPr>
          <p:blipFill>
            <a:blip r:embed="rId56">
              <a:extLst>
                <a:ext uri="{96DAC541-7B7A-43D3-8B79-37D633B846F1}">
                  <asvg:svgBlip xmlns:asvg="http://schemas.microsoft.com/office/drawing/2016/SVG/main" r:embed="rId57"/>
                </a:ext>
              </a:extLst>
            </a:blip>
            <a:srcRect/>
            <a:stretch/>
          </p:blipFill>
          <p:spPr>
            <a:xfrm>
              <a:off x="2693704" y="4565626"/>
              <a:ext cx="180000" cy="180000"/>
            </a:xfrm>
            <a:prstGeom prst="rect">
              <a:avLst/>
            </a:prstGeom>
          </p:spPr>
        </p:pic>
      </p:grpSp>
      <p:grpSp>
        <p:nvGrpSpPr>
          <p:cNvPr id="97" name="Groupe 96">
            <a:extLst>
              <a:ext uri="{FF2B5EF4-FFF2-40B4-BE49-F238E27FC236}">
                <a16:creationId xmlns:a16="http://schemas.microsoft.com/office/drawing/2014/main" id="{60A0D791-79EE-54E8-17C2-15325E7F0EC7}"/>
              </a:ext>
            </a:extLst>
          </p:cNvPr>
          <p:cNvGrpSpPr/>
          <p:nvPr/>
        </p:nvGrpSpPr>
        <p:grpSpPr>
          <a:xfrm>
            <a:off x="3278399" y="3823765"/>
            <a:ext cx="972000" cy="1145221"/>
            <a:chOff x="3320005" y="3816142"/>
            <a:chExt cx="972000" cy="1145221"/>
          </a:xfrm>
        </p:grpSpPr>
        <p:grpSp>
          <p:nvGrpSpPr>
            <p:cNvPr id="89" name="Groupe 88">
              <a:extLst>
                <a:ext uri="{FF2B5EF4-FFF2-40B4-BE49-F238E27FC236}">
                  <a16:creationId xmlns:a16="http://schemas.microsoft.com/office/drawing/2014/main" id="{CDEC27D6-6E66-0854-AE77-8F1E0EDE19B0}"/>
                </a:ext>
              </a:extLst>
            </p:cNvPr>
            <p:cNvGrpSpPr/>
            <p:nvPr/>
          </p:nvGrpSpPr>
          <p:grpSpPr>
            <a:xfrm>
              <a:off x="3320005" y="3816142"/>
              <a:ext cx="972000" cy="1145221"/>
              <a:chOff x="1259333" y="3816142"/>
              <a:chExt cx="972000" cy="1145221"/>
            </a:xfrm>
          </p:grpSpPr>
          <p:sp>
            <p:nvSpPr>
              <p:cNvPr id="91" name="Rectangle 90">
                <a:extLst>
                  <a:ext uri="{FF2B5EF4-FFF2-40B4-BE49-F238E27FC236}">
                    <a16:creationId xmlns:a16="http://schemas.microsoft.com/office/drawing/2014/main" id="{84DFB813-367E-379D-6D99-08A0551CBCAE}"/>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92" name="ZoneTexte 91">
                <a:extLst>
                  <a:ext uri="{FF2B5EF4-FFF2-40B4-BE49-F238E27FC236}">
                    <a16:creationId xmlns:a16="http://schemas.microsoft.com/office/drawing/2014/main" id="{06F709A2-8C1B-E3C1-C1BE-DB438C1B31F8}"/>
                  </a:ext>
                </a:extLst>
              </p:cNvPr>
              <p:cNvSpPr txBox="1"/>
              <p:nvPr/>
            </p:nvSpPr>
            <p:spPr>
              <a:xfrm>
                <a:off x="1311606" y="3990816"/>
                <a:ext cx="828000" cy="234286"/>
              </a:xfrm>
              <a:prstGeom prst="rect">
                <a:avLst/>
              </a:prstGeom>
              <a:noFill/>
            </p:spPr>
            <p:txBody>
              <a:bodyPr wrap="square" lIns="0" tIns="36000" rIns="0" bIns="36000" rtlCol="0">
                <a:spAutoFit/>
              </a:bodyPr>
              <a:lstStyle/>
              <a:p>
                <a:pPr algn="ctr">
                  <a:spcBef>
                    <a:spcPts val="600"/>
                  </a:spcBef>
                </a:pPr>
                <a:r>
                  <a:rPr lang="fr-FR" sz="1050">
                    <a:solidFill>
                      <a:schemeClr val="bg2"/>
                    </a:solidFill>
                  </a:rPr>
                  <a:t>Transports</a:t>
                </a:r>
              </a:p>
            </p:txBody>
          </p:sp>
        </p:grpSp>
        <p:pic>
          <p:nvPicPr>
            <p:cNvPr id="93" name="Graphic 13 [0]">
              <a:extLst>
                <a:ext uri="{FF2B5EF4-FFF2-40B4-BE49-F238E27FC236}">
                  <a16:creationId xmlns:a16="http://schemas.microsoft.com/office/drawing/2014/main" id="{C586EE44-EC5B-4B28-6615-365BC85F0A03}"/>
                </a:ext>
              </a:extLst>
            </p:cNvPr>
            <p:cNvPicPr>
              <a:picLocks noChangeAspect="1"/>
            </p:cNvPicPr>
            <p:nvPr>
              <p:custDataLst>
                <p:tags r:id="rId17"/>
              </p:custDataLst>
            </p:nvPr>
          </p:nvPicPr>
          <p:blipFill>
            <a:blip r:embed="rId58">
              <a:extLst>
                <a:ext uri="{96DAC541-7B7A-43D3-8B79-37D633B846F1}">
                  <asvg:svgBlip xmlns:asvg="http://schemas.microsoft.com/office/drawing/2016/SVG/main" r:embed="rId59"/>
                </a:ext>
              </a:extLst>
            </a:blip>
            <a:stretch>
              <a:fillRect/>
            </a:stretch>
          </p:blipFill>
          <p:spPr>
            <a:xfrm>
              <a:off x="3659392" y="4579466"/>
              <a:ext cx="180000" cy="180000"/>
            </a:xfrm>
            <a:prstGeom prst="rect">
              <a:avLst/>
            </a:prstGeom>
          </p:spPr>
        </p:pic>
      </p:grpSp>
      <p:grpSp>
        <p:nvGrpSpPr>
          <p:cNvPr id="108" name="Groupe 107">
            <a:extLst>
              <a:ext uri="{FF2B5EF4-FFF2-40B4-BE49-F238E27FC236}">
                <a16:creationId xmlns:a16="http://schemas.microsoft.com/office/drawing/2014/main" id="{6AADE270-0DEC-4819-E60A-5768A306B9F8}"/>
              </a:ext>
            </a:extLst>
          </p:cNvPr>
          <p:cNvGrpSpPr/>
          <p:nvPr/>
        </p:nvGrpSpPr>
        <p:grpSpPr>
          <a:xfrm>
            <a:off x="4287932" y="3823765"/>
            <a:ext cx="972000" cy="1145221"/>
            <a:chOff x="4324155" y="3816142"/>
            <a:chExt cx="972000" cy="1145221"/>
          </a:xfrm>
        </p:grpSpPr>
        <p:grpSp>
          <p:nvGrpSpPr>
            <p:cNvPr id="99" name="Groupe 98">
              <a:extLst>
                <a:ext uri="{FF2B5EF4-FFF2-40B4-BE49-F238E27FC236}">
                  <a16:creationId xmlns:a16="http://schemas.microsoft.com/office/drawing/2014/main" id="{C9E137B6-AC92-CEC4-B06B-C76B7A7E767C}"/>
                </a:ext>
              </a:extLst>
            </p:cNvPr>
            <p:cNvGrpSpPr/>
            <p:nvPr/>
          </p:nvGrpSpPr>
          <p:grpSpPr>
            <a:xfrm>
              <a:off x="4324155" y="3816142"/>
              <a:ext cx="972000" cy="1145221"/>
              <a:chOff x="1259333" y="3816142"/>
              <a:chExt cx="972000" cy="1145221"/>
            </a:xfrm>
          </p:grpSpPr>
          <p:sp>
            <p:nvSpPr>
              <p:cNvPr id="100" name="Rectangle 99">
                <a:extLst>
                  <a:ext uri="{FF2B5EF4-FFF2-40B4-BE49-F238E27FC236}">
                    <a16:creationId xmlns:a16="http://schemas.microsoft.com/office/drawing/2014/main" id="{8A5638A8-50E6-DFB4-070C-362D222DE809}"/>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102" name="ZoneTexte 101">
                <a:extLst>
                  <a:ext uri="{FF2B5EF4-FFF2-40B4-BE49-F238E27FC236}">
                    <a16:creationId xmlns:a16="http://schemas.microsoft.com/office/drawing/2014/main" id="{1D77E426-3D43-F29F-ABD8-E83700ADF713}"/>
                  </a:ext>
                </a:extLst>
              </p:cNvPr>
              <p:cNvSpPr txBox="1"/>
              <p:nvPr/>
            </p:nvSpPr>
            <p:spPr>
              <a:xfrm>
                <a:off x="1308903" y="3940057"/>
                <a:ext cx="864000" cy="395869"/>
              </a:xfrm>
              <a:prstGeom prst="rect">
                <a:avLst/>
              </a:prstGeom>
              <a:noFill/>
            </p:spPr>
            <p:txBody>
              <a:bodyPr wrap="square" lIns="0" tIns="36000" rIns="0" bIns="36000" rtlCol="0">
                <a:spAutoFit/>
              </a:bodyPr>
              <a:lstStyle/>
              <a:p>
                <a:pPr algn="ctr">
                  <a:spcBef>
                    <a:spcPts val="600"/>
                  </a:spcBef>
                </a:pPr>
                <a:r>
                  <a:rPr lang="fr-FR" sz="1050">
                    <a:solidFill>
                      <a:schemeClr val="bg2"/>
                    </a:solidFill>
                  </a:rPr>
                  <a:t>Infrastructures numériques</a:t>
                </a:r>
              </a:p>
            </p:txBody>
          </p:sp>
        </p:grpSp>
        <p:pic>
          <p:nvPicPr>
            <p:cNvPr id="104" name="Graphic 4 [0]">
              <a:extLst>
                <a:ext uri="{FF2B5EF4-FFF2-40B4-BE49-F238E27FC236}">
                  <a16:creationId xmlns:a16="http://schemas.microsoft.com/office/drawing/2014/main" id="{54E4EC2B-A8EF-B48A-6A38-2FD8EAC182A7}"/>
                </a:ext>
              </a:extLst>
            </p:cNvPr>
            <p:cNvPicPr>
              <a:picLocks noChangeAspect="1"/>
            </p:cNvPicPr>
            <p:nvPr>
              <p:custDataLst>
                <p:tags r:id="rId16"/>
              </p:custDataLst>
            </p:nvPr>
          </p:nvPicPr>
          <p:blipFill>
            <a:blip r:embed="rId60">
              <a:extLst>
                <a:ext uri="{96DAC541-7B7A-43D3-8B79-37D633B846F1}">
                  <asvg:svgBlip xmlns:asvg="http://schemas.microsoft.com/office/drawing/2016/SVG/main" r:embed="rId61"/>
                </a:ext>
              </a:extLst>
            </a:blip>
            <a:stretch>
              <a:fillRect/>
            </a:stretch>
          </p:blipFill>
          <p:spPr>
            <a:xfrm>
              <a:off x="4698589" y="4579466"/>
              <a:ext cx="180183" cy="180000"/>
            </a:xfrm>
            <a:prstGeom prst="rect">
              <a:avLst/>
            </a:prstGeom>
          </p:spPr>
        </p:pic>
      </p:grpSp>
      <p:grpSp>
        <p:nvGrpSpPr>
          <p:cNvPr id="109" name="Groupe 108">
            <a:extLst>
              <a:ext uri="{FF2B5EF4-FFF2-40B4-BE49-F238E27FC236}">
                <a16:creationId xmlns:a16="http://schemas.microsoft.com/office/drawing/2014/main" id="{D4B1F67A-E7AB-B17B-AC16-35A306815C0A}"/>
              </a:ext>
            </a:extLst>
          </p:cNvPr>
          <p:cNvGrpSpPr/>
          <p:nvPr/>
        </p:nvGrpSpPr>
        <p:grpSpPr>
          <a:xfrm>
            <a:off x="5297465" y="3823765"/>
            <a:ext cx="972000" cy="1145221"/>
            <a:chOff x="1259333" y="3816142"/>
            <a:chExt cx="972000" cy="1145221"/>
          </a:xfrm>
        </p:grpSpPr>
        <p:sp>
          <p:nvSpPr>
            <p:cNvPr id="110" name="Rectangle 109">
              <a:extLst>
                <a:ext uri="{FF2B5EF4-FFF2-40B4-BE49-F238E27FC236}">
                  <a16:creationId xmlns:a16="http://schemas.microsoft.com/office/drawing/2014/main" id="{5697D933-623F-155F-7CE4-DC4BB58A5824}"/>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112" name="ZoneTexte 111">
              <a:extLst>
                <a:ext uri="{FF2B5EF4-FFF2-40B4-BE49-F238E27FC236}">
                  <a16:creationId xmlns:a16="http://schemas.microsoft.com/office/drawing/2014/main" id="{56FD0B1A-3F2A-8392-CAFE-77566CDA1FA4}"/>
                </a:ext>
              </a:extLst>
            </p:cNvPr>
            <p:cNvSpPr txBox="1"/>
            <p:nvPr/>
          </p:nvSpPr>
          <p:spPr>
            <a:xfrm>
              <a:off x="1304582" y="3936149"/>
              <a:ext cx="864000" cy="395869"/>
            </a:xfrm>
            <a:prstGeom prst="rect">
              <a:avLst/>
            </a:prstGeom>
            <a:noFill/>
          </p:spPr>
          <p:txBody>
            <a:bodyPr wrap="square" lIns="0" tIns="36000" rIns="0" bIns="36000" rtlCol="0">
              <a:spAutoFit/>
            </a:bodyPr>
            <a:lstStyle/>
            <a:p>
              <a:pPr algn="ctr">
                <a:spcBef>
                  <a:spcPts val="600"/>
                </a:spcBef>
              </a:pPr>
              <a:r>
                <a:rPr lang="fr-FR" sz="1050">
                  <a:solidFill>
                    <a:schemeClr val="bg2"/>
                  </a:solidFill>
                </a:rPr>
                <a:t>Administration publique</a:t>
              </a:r>
            </a:p>
          </p:txBody>
        </p:sp>
      </p:grpSp>
      <p:pic>
        <p:nvPicPr>
          <p:cNvPr id="113" name="Idea [0]">
            <a:extLst>
              <a:ext uri="{FF2B5EF4-FFF2-40B4-BE49-F238E27FC236}">
                <a16:creationId xmlns:a16="http://schemas.microsoft.com/office/drawing/2014/main" id="{E5819B56-33C6-7F9A-4468-A54790EBB0FD}"/>
              </a:ext>
            </a:extLst>
          </p:cNvPr>
          <p:cNvPicPr>
            <a:picLocks noChangeAspect="1"/>
          </p:cNvPicPr>
          <p:nvPr>
            <p:custDataLst>
              <p:tags r:id="rId1"/>
            </p:custDataLst>
          </p:nvPr>
        </p:nvPicPr>
        <p:blipFill>
          <a:blip r:embed="rId62">
            <a:extLst>
              <a:ext uri="{96DAC541-7B7A-43D3-8B79-37D633B846F1}">
                <asvg:svgBlip xmlns:asvg="http://schemas.microsoft.com/office/drawing/2016/SVG/main" r:embed="rId63"/>
              </a:ext>
            </a:extLst>
          </a:blip>
          <a:srcRect/>
          <a:stretch/>
        </p:blipFill>
        <p:spPr>
          <a:xfrm>
            <a:off x="5734976" y="4592280"/>
            <a:ext cx="180000" cy="180000"/>
          </a:xfrm>
          <a:prstGeom prst="rect">
            <a:avLst/>
          </a:prstGeom>
        </p:spPr>
      </p:pic>
      <p:grpSp>
        <p:nvGrpSpPr>
          <p:cNvPr id="123" name="Groupe 122">
            <a:extLst>
              <a:ext uri="{FF2B5EF4-FFF2-40B4-BE49-F238E27FC236}">
                <a16:creationId xmlns:a16="http://schemas.microsoft.com/office/drawing/2014/main" id="{9D1D9CB3-A532-4599-4199-EA70F135B546}"/>
              </a:ext>
            </a:extLst>
          </p:cNvPr>
          <p:cNvGrpSpPr/>
          <p:nvPr/>
        </p:nvGrpSpPr>
        <p:grpSpPr>
          <a:xfrm>
            <a:off x="5297465" y="5016450"/>
            <a:ext cx="972000" cy="1145221"/>
            <a:chOff x="6360277" y="3816142"/>
            <a:chExt cx="972000" cy="1145221"/>
          </a:xfrm>
        </p:grpSpPr>
        <p:grpSp>
          <p:nvGrpSpPr>
            <p:cNvPr id="118" name="Groupe 117">
              <a:extLst>
                <a:ext uri="{FF2B5EF4-FFF2-40B4-BE49-F238E27FC236}">
                  <a16:creationId xmlns:a16="http://schemas.microsoft.com/office/drawing/2014/main" id="{DF5AF868-9221-7108-2741-EE0AA28CAD06}"/>
                </a:ext>
              </a:extLst>
            </p:cNvPr>
            <p:cNvGrpSpPr/>
            <p:nvPr/>
          </p:nvGrpSpPr>
          <p:grpSpPr>
            <a:xfrm>
              <a:off x="6360277" y="3816142"/>
              <a:ext cx="972000" cy="1145221"/>
              <a:chOff x="1259333" y="3816142"/>
              <a:chExt cx="972000" cy="1145221"/>
            </a:xfrm>
          </p:grpSpPr>
          <p:sp>
            <p:nvSpPr>
              <p:cNvPr id="120" name="Rectangle 119">
                <a:extLst>
                  <a:ext uri="{FF2B5EF4-FFF2-40B4-BE49-F238E27FC236}">
                    <a16:creationId xmlns:a16="http://schemas.microsoft.com/office/drawing/2014/main" id="{28BC1BA8-7296-D31B-97B1-0C1413E211FE}"/>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121" name="ZoneTexte 120">
                <a:extLst>
                  <a:ext uri="{FF2B5EF4-FFF2-40B4-BE49-F238E27FC236}">
                    <a16:creationId xmlns:a16="http://schemas.microsoft.com/office/drawing/2014/main" id="{B6C0472B-00ED-C8A7-1B02-F2EF5CCAD56C}"/>
                  </a:ext>
                </a:extLst>
              </p:cNvPr>
              <p:cNvSpPr txBox="1"/>
              <p:nvPr/>
            </p:nvSpPr>
            <p:spPr>
              <a:xfrm>
                <a:off x="1332851" y="3944414"/>
                <a:ext cx="828000" cy="234286"/>
              </a:xfrm>
              <a:prstGeom prst="rect">
                <a:avLst/>
              </a:prstGeom>
              <a:noFill/>
            </p:spPr>
            <p:txBody>
              <a:bodyPr wrap="square" lIns="0" tIns="36000" rIns="0" bIns="36000" rtlCol="0">
                <a:spAutoFit/>
              </a:bodyPr>
              <a:lstStyle/>
              <a:p>
                <a:pPr algn="ctr">
                  <a:spcBef>
                    <a:spcPts val="600"/>
                  </a:spcBef>
                </a:pPr>
                <a:r>
                  <a:rPr lang="fr-FR" sz="1050">
                    <a:solidFill>
                      <a:schemeClr val="bg2"/>
                    </a:solidFill>
                  </a:rPr>
                  <a:t>Spatial</a:t>
                </a:r>
              </a:p>
            </p:txBody>
          </p:sp>
        </p:grpSp>
        <p:pic>
          <p:nvPicPr>
            <p:cNvPr id="122" name="Idea [0]">
              <a:extLst>
                <a:ext uri="{FF2B5EF4-FFF2-40B4-BE49-F238E27FC236}">
                  <a16:creationId xmlns:a16="http://schemas.microsoft.com/office/drawing/2014/main" id="{CA14ACB5-385C-1FDD-AF39-F27A54910321}"/>
                </a:ext>
              </a:extLst>
            </p:cNvPr>
            <p:cNvPicPr>
              <a:picLocks noChangeAspect="1"/>
            </p:cNvPicPr>
            <p:nvPr>
              <p:custDataLst>
                <p:tags r:id="rId15"/>
              </p:custDataLst>
            </p:nvPr>
          </p:nvPicPr>
          <p:blipFill>
            <a:blip r:embed="rId64">
              <a:extLst>
                <a:ext uri="{96DAC541-7B7A-43D3-8B79-37D633B846F1}">
                  <asvg:svgBlip xmlns:asvg="http://schemas.microsoft.com/office/drawing/2016/SVG/main" r:embed="rId65"/>
                </a:ext>
              </a:extLst>
            </a:blip>
            <a:srcRect/>
            <a:stretch/>
          </p:blipFill>
          <p:spPr>
            <a:xfrm>
              <a:off x="6748823" y="4579466"/>
              <a:ext cx="180000" cy="180000"/>
            </a:xfrm>
            <a:prstGeom prst="rect">
              <a:avLst/>
            </a:prstGeom>
          </p:spPr>
        </p:pic>
      </p:grpSp>
      <p:grpSp>
        <p:nvGrpSpPr>
          <p:cNvPr id="157" name="Groupe 156">
            <a:extLst>
              <a:ext uri="{FF2B5EF4-FFF2-40B4-BE49-F238E27FC236}">
                <a16:creationId xmlns:a16="http://schemas.microsoft.com/office/drawing/2014/main" id="{6403234F-50FC-913D-07A6-15EA3ED7541C}"/>
              </a:ext>
            </a:extLst>
          </p:cNvPr>
          <p:cNvGrpSpPr/>
          <p:nvPr/>
        </p:nvGrpSpPr>
        <p:grpSpPr>
          <a:xfrm>
            <a:off x="4287932" y="5016450"/>
            <a:ext cx="972000" cy="1145221"/>
            <a:chOff x="7413997" y="3816142"/>
            <a:chExt cx="972000" cy="1145221"/>
          </a:xfrm>
        </p:grpSpPr>
        <p:grpSp>
          <p:nvGrpSpPr>
            <p:cNvPr id="124" name="Groupe 123">
              <a:extLst>
                <a:ext uri="{FF2B5EF4-FFF2-40B4-BE49-F238E27FC236}">
                  <a16:creationId xmlns:a16="http://schemas.microsoft.com/office/drawing/2014/main" id="{3D75D1DB-64E1-C075-593C-8244953405A3}"/>
                </a:ext>
              </a:extLst>
            </p:cNvPr>
            <p:cNvGrpSpPr/>
            <p:nvPr/>
          </p:nvGrpSpPr>
          <p:grpSpPr>
            <a:xfrm>
              <a:off x="7413997" y="3816142"/>
              <a:ext cx="972000" cy="1145221"/>
              <a:chOff x="1259333" y="3816142"/>
              <a:chExt cx="972000" cy="1145221"/>
            </a:xfrm>
          </p:grpSpPr>
          <p:sp>
            <p:nvSpPr>
              <p:cNvPr id="125" name="Rectangle 124">
                <a:extLst>
                  <a:ext uri="{FF2B5EF4-FFF2-40B4-BE49-F238E27FC236}">
                    <a16:creationId xmlns:a16="http://schemas.microsoft.com/office/drawing/2014/main" id="{915F0EB4-DA09-602E-E565-5DC91EF592EF}"/>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127" name="ZoneTexte 126">
                <a:extLst>
                  <a:ext uri="{FF2B5EF4-FFF2-40B4-BE49-F238E27FC236}">
                    <a16:creationId xmlns:a16="http://schemas.microsoft.com/office/drawing/2014/main" id="{6E861157-AA6E-72F0-FD49-A7E33AE30EBF}"/>
                  </a:ext>
                </a:extLst>
              </p:cNvPr>
              <p:cNvSpPr txBox="1"/>
              <p:nvPr/>
            </p:nvSpPr>
            <p:spPr>
              <a:xfrm>
                <a:off x="1383439" y="3936149"/>
                <a:ext cx="828000" cy="234286"/>
              </a:xfrm>
              <a:prstGeom prst="rect">
                <a:avLst/>
              </a:prstGeom>
              <a:noFill/>
            </p:spPr>
            <p:txBody>
              <a:bodyPr wrap="square" lIns="0" tIns="36000" rIns="0" bIns="36000" rtlCol="0">
                <a:spAutoFit/>
              </a:bodyPr>
              <a:lstStyle/>
              <a:p>
                <a:pPr algn="ctr">
                  <a:spcBef>
                    <a:spcPts val="600"/>
                  </a:spcBef>
                </a:pPr>
                <a:r>
                  <a:rPr lang="fr-FR" sz="1050">
                    <a:solidFill>
                      <a:schemeClr val="bg2"/>
                    </a:solidFill>
                  </a:rPr>
                  <a:t>Santé</a:t>
                </a:r>
              </a:p>
            </p:txBody>
          </p:sp>
        </p:grpSp>
        <p:pic>
          <p:nvPicPr>
            <p:cNvPr id="128" name="Graphic - Fractured heart [0]" descr="Fractured heart">
              <a:extLst>
                <a:ext uri="{FF2B5EF4-FFF2-40B4-BE49-F238E27FC236}">
                  <a16:creationId xmlns:a16="http://schemas.microsoft.com/office/drawing/2014/main" id="{8CC40915-BAB7-E62E-A5F9-5F5D13817B82}"/>
                </a:ext>
              </a:extLst>
            </p:cNvPr>
            <p:cNvPicPr>
              <a:picLocks noChangeAspect="1"/>
            </p:cNvPicPr>
            <p:nvPr>
              <p:custDataLst>
                <p:tags r:id="rId14"/>
              </p:custDataLst>
            </p:nvPr>
          </p:nvPicPr>
          <p:blipFill>
            <a:blip r:embed="rId66">
              <a:extLst>
                <a:ext uri="{96DAC541-7B7A-43D3-8B79-37D633B846F1}">
                  <asvg:svgBlip xmlns:asvg="http://schemas.microsoft.com/office/drawing/2016/SVG/main" r:embed="rId67"/>
                </a:ext>
              </a:extLst>
            </a:blip>
            <a:srcRect/>
            <a:stretch/>
          </p:blipFill>
          <p:spPr>
            <a:xfrm>
              <a:off x="7809905" y="4565626"/>
              <a:ext cx="180183" cy="180000"/>
            </a:xfrm>
            <a:prstGeom prst="rect">
              <a:avLst/>
            </a:prstGeom>
          </p:spPr>
        </p:pic>
      </p:grpSp>
      <p:grpSp>
        <p:nvGrpSpPr>
          <p:cNvPr id="156" name="Groupe 155">
            <a:extLst>
              <a:ext uri="{FF2B5EF4-FFF2-40B4-BE49-F238E27FC236}">
                <a16:creationId xmlns:a16="http://schemas.microsoft.com/office/drawing/2014/main" id="{859DDB27-E428-9921-4581-586E95B1E9E7}"/>
              </a:ext>
            </a:extLst>
          </p:cNvPr>
          <p:cNvGrpSpPr/>
          <p:nvPr/>
        </p:nvGrpSpPr>
        <p:grpSpPr>
          <a:xfrm>
            <a:off x="3278399" y="5016450"/>
            <a:ext cx="972000" cy="1145221"/>
            <a:chOff x="8436298" y="3816142"/>
            <a:chExt cx="972000" cy="1145221"/>
          </a:xfrm>
        </p:grpSpPr>
        <p:grpSp>
          <p:nvGrpSpPr>
            <p:cNvPr id="129" name="Groupe 128">
              <a:extLst>
                <a:ext uri="{FF2B5EF4-FFF2-40B4-BE49-F238E27FC236}">
                  <a16:creationId xmlns:a16="http://schemas.microsoft.com/office/drawing/2014/main" id="{EA7B5370-4278-A97E-F088-495D0CD702BE}"/>
                </a:ext>
              </a:extLst>
            </p:cNvPr>
            <p:cNvGrpSpPr/>
            <p:nvPr/>
          </p:nvGrpSpPr>
          <p:grpSpPr>
            <a:xfrm>
              <a:off x="8436298" y="3816142"/>
              <a:ext cx="972000" cy="1145221"/>
              <a:chOff x="1259333" y="3816142"/>
              <a:chExt cx="972000" cy="1145221"/>
            </a:xfrm>
          </p:grpSpPr>
          <p:sp>
            <p:nvSpPr>
              <p:cNvPr id="130" name="Rectangle 129">
                <a:extLst>
                  <a:ext uri="{FF2B5EF4-FFF2-40B4-BE49-F238E27FC236}">
                    <a16:creationId xmlns:a16="http://schemas.microsoft.com/office/drawing/2014/main" id="{3D68A6F6-3FDF-9732-EC10-43E4D12287CA}"/>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132" name="ZoneTexte 131">
                <a:extLst>
                  <a:ext uri="{FF2B5EF4-FFF2-40B4-BE49-F238E27FC236}">
                    <a16:creationId xmlns:a16="http://schemas.microsoft.com/office/drawing/2014/main" id="{C0DD9FA9-F379-123D-0B47-DD1C79BB9DA2}"/>
                  </a:ext>
                </a:extLst>
              </p:cNvPr>
              <p:cNvSpPr txBox="1"/>
              <p:nvPr/>
            </p:nvSpPr>
            <p:spPr>
              <a:xfrm>
                <a:off x="1333139" y="3936149"/>
                <a:ext cx="828000" cy="395869"/>
              </a:xfrm>
              <a:prstGeom prst="rect">
                <a:avLst/>
              </a:prstGeom>
              <a:noFill/>
            </p:spPr>
            <p:txBody>
              <a:bodyPr wrap="square" lIns="0" tIns="36000" rIns="0" bIns="36000" rtlCol="0">
                <a:spAutoFit/>
              </a:bodyPr>
              <a:lstStyle/>
              <a:p>
                <a:pPr algn="ctr">
                  <a:spcBef>
                    <a:spcPts val="600"/>
                  </a:spcBef>
                </a:pPr>
                <a:r>
                  <a:rPr lang="fr-FR" sz="1050">
                    <a:solidFill>
                      <a:schemeClr val="bg2"/>
                    </a:solidFill>
                  </a:rPr>
                  <a:t>Secteur de l’alimentation</a:t>
                </a:r>
              </a:p>
            </p:txBody>
          </p:sp>
        </p:grpSp>
        <p:pic>
          <p:nvPicPr>
            <p:cNvPr id="133" name="Balance [0]">
              <a:extLst>
                <a:ext uri="{FF2B5EF4-FFF2-40B4-BE49-F238E27FC236}">
                  <a16:creationId xmlns:a16="http://schemas.microsoft.com/office/drawing/2014/main" id="{DDC4FA7F-AE17-BAE2-CB2B-EBACB5E11180}"/>
                </a:ext>
              </a:extLst>
            </p:cNvPr>
            <p:cNvPicPr>
              <a:picLocks noChangeAspect="1"/>
            </p:cNvPicPr>
            <p:nvPr>
              <p:custDataLst>
                <p:tags r:id="rId13"/>
              </p:custDataLst>
            </p:nvPr>
          </p:nvPicPr>
          <p:blipFill>
            <a:blip r:embed="rId68">
              <a:extLst>
                <a:ext uri="{96DAC541-7B7A-43D3-8B79-37D633B846F1}">
                  <asvg:svgBlip xmlns:asvg="http://schemas.microsoft.com/office/drawing/2016/SVG/main" r:embed="rId69"/>
                </a:ext>
              </a:extLst>
            </a:blip>
            <a:srcRect/>
            <a:stretch/>
          </p:blipFill>
          <p:spPr>
            <a:xfrm>
              <a:off x="8805156" y="4529626"/>
              <a:ext cx="216000" cy="216000"/>
            </a:xfrm>
            <a:prstGeom prst="rect">
              <a:avLst/>
            </a:prstGeom>
          </p:spPr>
        </p:pic>
      </p:grpSp>
      <p:grpSp>
        <p:nvGrpSpPr>
          <p:cNvPr id="155" name="Groupe 154">
            <a:extLst>
              <a:ext uri="{FF2B5EF4-FFF2-40B4-BE49-F238E27FC236}">
                <a16:creationId xmlns:a16="http://schemas.microsoft.com/office/drawing/2014/main" id="{68ABDCA6-13CC-0E20-2D6A-272BEEA463A9}"/>
              </a:ext>
            </a:extLst>
          </p:cNvPr>
          <p:cNvGrpSpPr/>
          <p:nvPr/>
        </p:nvGrpSpPr>
        <p:grpSpPr>
          <a:xfrm>
            <a:off x="2268866" y="5016450"/>
            <a:ext cx="972000" cy="1145221"/>
            <a:chOff x="9465166" y="3816142"/>
            <a:chExt cx="972000" cy="1145221"/>
          </a:xfrm>
        </p:grpSpPr>
        <p:grpSp>
          <p:nvGrpSpPr>
            <p:cNvPr id="143" name="Groupe 142">
              <a:extLst>
                <a:ext uri="{FF2B5EF4-FFF2-40B4-BE49-F238E27FC236}">
                  <a16:creationId xmlns:a16="http://schemas.microsoft.com/office/drawing/2014/main" id="{971A8CE0-8F34-2919-855F-905543CC5896}"/>
                </a:ext>
              </a:extLst>
            </p:cNvPr>
            <p:cNvGrpSpPr/>
            <p:nvPr/>
          </p:nvGrpSpPr>
          <p:grpSpPr>
            <a:xfrm>
              <a:off x="9465166" y="3816142"/>
              <a:ext cx="972000" cy="1145221"/>
              <a:chOff x="1259333" y="3816142"/>
              <a:chExt cx="972000" cy="1145221"/>
            </a:xfrm>
          </p:grpSpPr>
          <p:sp>
            <p:nvSpPr>
              <p:cNvPr id="144" name="Rectangle 143">
                <a:extLst>
                  <a:ext uri="{FF2B5EF4-FFF2-40B4-BE49-F238E27FC236}">
                    <a16:creationId xmlns:a16="http://schemas.microsoft.com/office/drawing/2014/main" id="{B3B3F201-DE3C-5DD7-6F22-EC5887FF5AF8}"/>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146" name="ZoneTexte 145">
                <a:extLst>
                  <a:ext uri="{FF2B5EF4-FFF2-40B4-BE49-F238E27FC236}">
                    <a16:creationId xmlns:a16="http://schemas.microsoft.com/office/drawing/2014/main" id="{0D7BAB05-18F8-F24E-8B16-F8C2A0ED2905}"/>
                  </a:ext>
                </a:extLst>
              </p:cNvPr>
              <p:cNvSpPr txBox="1"/>
              <p:nvPr/>
            </p:nvSpPr>
            <p:spPr>
              <a:xfrm>
                <a:off x="1331333" y="3936148"/>
                <a:ext cx="828000" cy="395869"/>
              </a:xfrm>
              <a:prstGeom prst="rect">
                <a:avLst/>
              </a:prstGeom>
              <a:noFill/>
            </p:spPr>
            <p:txBody>
              <a:bodyPr wrap="square" lIns="0" tIns="36000" rIns="0" bIns="36000" rtlCol="0">
                <a:spAutoFit/>
              </a:bodyPr>
              <a:lstStyle/>
              <a:p>
                <a:pPr algn="ctr">
                  <a:spcBef>
                    <a:spcPts val="600"/>
                  </a:spcBef>
                </a:pPr>
                <a:r>
                  <a:rPr lang="fr-FR" sz="1050">
                    <a:solidFill>
                      <a:schemeClr val="bg2"/>
                    </a:solidFill>
                  </a:rPr>
                  <a:t>Secteur bancaire</a:t>
                </a:r>
              </a:p>
            </p:txBody>
          </p:sp>
        </p:grpSp>
        <p:pic>
          <p:nvPicPr>
            <p:cNvPr id="147" name="Graphic - Money - currency [0]">
              <a:extLst>
                <a:ext uri="{FF2B5EF4-FFF2-40B4-BE49-F238E27FC236}">
                  <a16:creationId xmlns:a16="http://schemas.microsoft.com/office/drawing/2014/main" id="{A3A3DCEB-DF15-77BF-AB54-9777C44954D9}"/>
                </a:ext>
              </a:extLst>
            </p:cNvPr>
            <p:cNvPicPr>
              <a:picLocks noChangeAspect="1"/>
            </p:cNvPicPr>
            <p:nvPr>
              <p:custDataLst>
                <p:tags r:id="rId12"/>
              </p:custDataLst>
            </p:nvPr>
          </p:nvPicPr>
          <p:blipFill>
            <a:blip r:embed="rId70">
              <a:extLst>
                <a:ext uri="{96DAC541-7B7A-43D3-8B79-37D633B846F1}">
                  <asvg:svgBlip xmlns:asvg="http://schemas.microsoft.com/office/drawing/2016/SVG/main" r:embed="rId71"/>
                </a:ext>
              </a:extLst>
            </a:blip>
            <a:srcRect/>
            <a:stretch/>
          </p:blipFill>
          <p:spPr>
            <a:xfrm>
              <a:off x="9861166" y="4579466"/>
              <a:ext cx="180000" cy="180000"/>
            </a:xfrm>
            <a:prstGeom prst="rect">
              <a:avLst/>
            </a:prstGeom>
          </p:spPr>
        </p:pic>
      </p:grpSp>
      <p:grpSp>
        <p:nvGrpSpPr>
          <p:cNvPr id="154" name="Groupe 153">
            <a:extLst>
              <a:ext uri="{FF2B5EF4-FFF2-40B4-BE49-F238E27FC236}">
                <a16:creationId xmlns:a16="http://schemas.microsoft.com/office/drawing/2014/main" id="{BAC6A392-1E49-2240-B1E2-22B720B628B3}"/>
              </a:ext>
            </a:extLst>
          </p:cNvPr>
          <p:cNvGrpSpPr/>
          <p:nvPr/>
        </p:nvGrpSpPr>
        <p:grpSpPr>
          <a:xfrm>
            <a:off x="1259333" y="5016450"/>
            <a:ext cx="972000" cy="1145221"/>
            <a:chOff x="10494034" y="3816141"/>
            <a:chExt cx="972000" cy="1145221"/>
          </a:xfrm>
        </p:grpSpPr>
        <p:grpSp>
          <p:nvGrpSpPr>
            <p:cNvPr id="149" name="Groupe 148">
              <a:extLst>
                <a:ext uri="{FF2B5EF4-FFF2-40B4-BE49-F238E27FC236}">
                  <a16:creationId xmlns:a16="http://schemas.microsoft.com/office/drawing/2014/main" id="{6EF7E844-C7D4-4385-A7A6-69026FA47482}"/>
                </a:ext>
              </a:extLst>
            </p:cNvPr>
            <p:cNvGrpSpPr/>
            <p:nvPr/>
          </p:nvGrpSpPr>
          <p:grpSpPr>
            <a:xfrm>
              <a:off x="10494034" y="3816141"/>
              <a:ext cx="972000" cy="1145221"/>
              <a:chOff x="1259333" y="3816142"/>
              <a:chExt cx="972000" cy="1145221"/>
            </a:xfrm>
          </p:grpSpPr>
          <p:sp>
            <p:nvSpPr>
              <p:cNvPr id="150" name="Rectangle 149">
                <a:extLst>
                  <a:ext uri="{FF2B5EF4-FFF2-40B4-BE49-F238E27FC236}">
                    <a16:creationId xmlns:a16="http://schemas.microsoft.com/office/drawing/2014/main" id="{6380CBD8-F84E-D12A-9666-E405A939CF6E}"/>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152" name="ZoneTexte 151">
                <a:extLst>
                  <a:ext uri="{FF2B5EF4-FFF2-40B4-BE49-F238E27FC236}">
                    <a16:creationId xmlns:a16="http://schemas.microsoft.com/office/drawing/2014/main" id="{85B3666F-D5CA-D94F-3A9A-2E36A59F2EA2}"/>
                  </a:ext>
                </a:extLst>
              </p:cNvPr>
              <p:cNvSpPr txBox="1"/>
              <p:nvPr/>
            </p:nvSpPr>
            <p:spPr>
              <a:xfrm>
                <a:off x="1313333" y="3899593"/>
                <a:ext cx="864000" cy="557451"/>
              </a:xfrm>
              <a:prstGeom prst="rect">
                <a:avLst/>
              </a:prstGeom>
              <a:noFill/>
            </p:spPr>
            <p:txBody>
              <a:bodyPr wrap="square" lIns="0" tIns="36000" rIns="0" bIns="36000" rtlCol="0">
                <a:spAutoFit/>
              </a:bodyPr>
              <a:lstStyle/>
              <a:p>
                <a:pPr algn="ctr">
                  <a:spcBef>
                    <a:spcPts val="600"/>
                  </a:spcBef>
                </a:pPr>
                <a:r>
                  <a:rPr lang="fr-FR" sz="1050">
                    <a:solidFill>
                      <a:schemeClr val="bg2"/>
                    </a:solidFill>
                  </a:rPr>
                  <a:t>Infrastructures des marchés financiers</a:t>
                </a:r>
              </a:p>
            </p:txBody>
          </p:sp>
        </p:grpSp>
        <p:pic>
          <p:nvPicPr>
            <p:cNvPr id="153" name="Graphic - Growth graphic [0]">
              <a:extLst>
                <a:ext uri="{FF2B5EF4-FFF2-40B4-BE49-F238E27FC236}">
                  <a16:creationId xmlns:a16="http://schemas.microsoft.com/office/drawing/2014/main" id="{809CBDF4-A6F6-485F-CD7F-246C76C162A1}"/>
                </a:ext>
              </a:extLst>
            </p:cNvPr>
            <p:cNvPicPr>
              <a:picLocks noChangeAspect="1"/>
            </p:cNvPicPr>
            <p:nvPr>
              <p:custDataLst>
                <p:tags r:id="rId11"/>
              </p:custDataLst>
            </p:nvPr>
          </p:nvPicPr>
          <p:blipFill>
            <a:blip r:embed="rId72">
              <a:extLst>
                <a:ext uri="{96DAC541-7B7A-43D3-8B79-37D633B846F1}">
                  <asvg:svgBlip xmlns:asvg="http://schemas.microsoft.com/office/drawing/2016/SVG/main" r:embed="rId73"/>
                </a:ext>
              </a:extLst>
            </a:blip>
            <a:srcRect/>
            <a:stretch/>
          </p:blipFill>
          <p:spPr>
            <a:xfrm>
              <a:off x="10881658" y="4565626"/>
              <a:ext cx="180183" cy="180000"/>
            </a:xfrm>
            <a:prstGeom prst="rect">
              <a:avLst/>
            </a:prstGeom>
          </p:spPr>
        </p:pic>
      </p:grpSp>
      <p:grpSp>
        <p:nvGrpSpPr>
          <p:cNvPr id="86" name="Groupe 85">
            <a:extLst>
              <a:ext uri="{FF2B5EF4-FFF2-40B4-BE49-F238E27FC236}">
                <a16:creationId xmlns:a16="http://schemas.microsoft.com/office/drawing/2014/main" id="{18815FBD-310A-DD0F-9B9B-AE1FBC1EAA48}"/>
              </a:ext>
            </a:extLst>
          </p:cNvPr>
          <p:cNvGrpSpPr/>
          <p:nvPr/>
        </p:nvGrpSpPr>
        <p:grpSpPr>
          <a:xfrm>
            <a:off x="7044785" y="3823763"/>
            <a:ext cx="3061956" cy="1145223"/>
            <a:chOff x="7044785" y="3823763"/>
            <a:chExt cx="3061956" cy="1145223"/>
          </a:xfrm>
        </p:grpSpPr>
        <p:grpSp>
          <p:nvGrpSpPr>
            <p:cNvPr id="59" name="Groupe 58">
              <a:extLst>
                <a:ext uri="{FF2B5EF4-FFF2-40B4-BE49-F238E27FC236}">
                  <a16:creationId xmlns:a16="http://schemas.microsoft.com/office/drawing/2014/main" id="{F62BFF2B-0703-0227-7A31-91B2DE17E904}"/>
                </a:ext>
              </a:extLst>
            </p:cNvPr>
            <p:cNvGrpSpPr/>
            <p:nvPr/>
          </p:nvGrpSpPr>
          <p:grpSpPr>
            <a:xfrm>
              <a:off x="7044785" y="3823765"/>
              <a:ext cx="972000" cy="1145221"/>
              <a:chOff x="1259333" y="3816142"/>
              <a:chExt cx="972000" cy="1145221"/>
            </a:xfrm>
          </p:grpSpPr>
          <p:sp>
            <p:nvSpPr>
              <p:cNvPr id="60" name="Rectangle 59">
                <a:extLst>
                  <a:ext uri="{FF2B5EF4-FFF2-40B4-BE49-F238E27FC236}">
                    <a16:creationId xmlns:a16="http://schemas.microsoft.com/office/drawing/2014/main" id="{F6C0C363-F6FE-1AE4-BF46-BEF0B6916956}"/>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61" name="ZoneTexte 60">
                <a:extLst>
                  <a:ext uri="{FF2B5EF4-FFF2-40B4-BE49-F238E27FC236}">
                    <a16:creationId xmlns:a16="http://schemas.microsoft.com/office/drawing/2014/main" id="{4F3892C6-5075-95CA-35D3-8CDCE73FA16C}"/>
                  </a:ext>
                </a:extLst>
              </p:cNvPr>
              <p:cNvSpPr txBox="1"/>
              <p:nvPr/>
            </p:nvSpPr>
            <p:spPr>
              <a:xfrm>
                <a:off x="1304582" y="3936149"/>
                <a:ext cx="864000" cy="557451"/>
              </a:xfrm>
              <a:prstGeom prst="rect">
                <a:avLst/>
              </a:prstGeom>
              <a:noFill/>
            </p:spPr>
            <p:txBody>
              <a:bodyPr wrap="square" lIns="0" tIns="36000" rIns="0" bIns="36000" rtlCol="0">
                <a:spAutoFit/>
              </a:bodyPr>
              <a:lstStyle/>
              <a:p>
                <a:pPr algn="ctr">
                  <a:spcBef>
                    <a:spcPts val="600"/>
                  </a:spcBef>
                </a:pPr>
                <a:r>
                  <a:rPr lang="fr-FR" sz="1050">
                    <a:solidFill>
                      <a:schemeClr val="bg2"/>
                    </a:solidFill>
                  </a:rPr>
                  <a:t>Activités militaires de l’Etat</a:t>
                </a:r>
              </a:p>
            </p:txBody>
          </p:sp>
        </p:grpSp>
        <p:grpSp>
          <p:nvGrpSpPr>
            <p:cNvPr id="63" name="Groupe 62">
              <a:extLst>
                <a:ext uri="{FF2B5EF4-FFF2-40B4-BE49-F238E27FC236}">
                  <a16:creationId xmlns:a16="http://schemas.microsoft.com/office/drawing/2014/main" id="{9FE0FE6F-AEBE-4FCC-F4E9-8C2D6EBB6FEA}"/>
                </a:ext>
                <a:ext uri="{C183D7F6-B498-43B3-948B-1728B52AA6E4}">
                  <adec:decorative xmlns:adec="http://schemas.microsoft.com/office/drawing/2017/decorative" val="1"/>
                </a:ext>
              </a:extLst>
            </p:cNvPr>
            <p:cNvGrpSpPr>
              <a:grpSpLocks noChangeAspect="1"/>
            </p:cNvGrpSpPr>
            <p:nvPr>
              <p:custDataLst>
                <p:tags r:id="rId2"/>
              </p:custDataLst>
            </p:nvPr>
          </p:nvGrpSpPr>
          <p:grpSpPr>
            <a:xfrm>
              <a:off x="7414034" y="4569089"/>
              <a:ext cx="216000" cy="216000"/>
              <a:chOff x="722313" y="722313"/>
              <a:chExt cx="715962" cy="715962"/>
            </a:xfrm>
          </p:grpSpPr>
          <p:pic>
            <p:nvPicPr>
              <p:cNvPr id="64" name="Graphic 7 [0]">
                <a:extLst>
                  <a:ext uri="{FF2B5EF4-FFF2-40B4-BE49-F238E27FC236}">
                    <a16:creationId xmlns:a16="http://schemas.microsoft.com/office/drawing/2014/main" id="{A8EF418E-3C42-2D22-61FE-EFDC3EAFD48B}"/>
                  </a:ext>
                </a:extLst>
              </p:cNvPr>
              <p:cNvPicPr>
                <a:picLocks noChangeAspect="1"/>
              </p:cNvPicPr>
              <p:nvPr>
                <p:custDataLst>
                  <p:tags r:id="rId9"/>
                </p:custDataLst>
              </p:nvPr>
            </p:nvPicPr>
            <p:blipFill>
              <a:blip r:embed="rId74">
                <a:extLst>
                  <a:ext uri="{96DAC541-7B7A-43D3-8B79-37D633B846F1}">
                    <asvg:svgBlip xmlns:asvg="http://schemas.microsoft.com/office/drawing/2016/SVG/main" r:embed="rId75"/>
                  </a:ext>
                </a:extLst>
              </a:blip>
              <a:srcRect/>
              <a:stretch/>
            </p:blipFill>
            <p:spPr>
              <a:xfrm>
                <a:off x="722313" y="722313"/>
                <a:ext cx="715962" cy="715962"/>
              </a:xfrm>
              <a:prstGeom prst="rect">
                <a:avLst/>
              </a:prstGeom>
            </p:spPr>
          </p:pic>
          <p:pic>
            <p:nvPicPr>
              <p:cNvPr id="65" name="Graphic 7 [1]" hidden="1">
                <a:extLst>
                  <a:ext uri="{FF2B5EF4-FFF2-40B4-BE49-F238E27FC236}">
                    <a16:creationId xmlns:a16="http://schemas.microsoft.com/office/drawing/2014/main" id="{6DA30BF9-97FE-8A52-2844-9EAEA587D825}"/>
                  </a:ext>
                </a:extLst>
              </p:cNvPr>
              <p:cNvPicPr>
                <a:picLocks noChangeAspect="1"/>
              </p:cNvPicPr>
              <p:nvPr>
                <p:custDataLst>
                  <p:tags r:id="rId10"/>
                </p:custDataLst>
              </p:nvPr>
            </p:nvPicPr>
            <p:blipFill>
              <a:blip r:embed="rId76">
                <a:extLst>
                  <a:ext uri="{96DAC541-7B7A-43D3-8B79-37D633B846F1}">
                    <asvg:svgBlip xmlns:asvg="http://schemas.microsoft.com/office/drawing/2016/SVG/main" r:embed="rId77"/>
                  </a:ext>
                </a:extLst>
              </a:blip>
              <a:srcRect/>
              <a:stretch/>
            </p:blipFill>
            <p:spPr>
              <a:xfrm>
                <a:off x="722313" y="722313"/>
                <a:ext cx="715962" cy="715962"/>
              </a:xfrm>
              <a:prstGeom prst="rect">
                <a:avLst/>
              </a:prstGeom>
            </p:spPr>
          </p:pic>
        </p:grpSp>
        <p:grpSp>
          <p:nvGrpSpPr>
            <p:cNvPr id="84" name="Groupe 83">
              <a:extLst>
                <a:ext uri="{FF2B5EF4-FFF2-40B4-BE49-F238E27FC236}">
                  <a16:creationId xmlns:a16="http://schemas.microsoft.com/office/drawing/2014/main" id="{FB14BE6F-32B9-D67C-76EB-C134A1116B12}"/>
                </a:ext>
              </a:extLst>
            </p:cNvPr>
            <p:cNvGrpSpPr/>
            <p:nvPr/>
          </p:nvGrpSpPr>
          <p:grpSpPr>
            <a:xfrm>
              <a:off x="9134741" y="3823763"/>
              <a:ext cx="972000" cy="1145221"/>
              <a:chOff x="7036034" y="5048832"/>
              <a:chExt cx="972000" cy="1145221"/>
            </a:xfrm>
          </p:grpSpPr>
          <p:grpSp>
            <p:nvGrpSpPr>
              <p:cNvPr id="66" name="Groupe 65">
                <a:extLst>
                  <a:ext uri="{FF2B5EF4-FFF2-40B4-BE49-F238E27FC236}">
                    <a16:creationId xmlns:a16="http://schemas.microsoft.com/office/drawing/2014/main" id="{D12CC006-32F2-A25D-C0D2-9AB158D5E788}"/>
                  </a:ext>
                </a:extLst>
              </p:cNvPr>
              <p:cNvGrpSpPr/>
              <p:nvPr/>
            </p:nvGrpSpPr>
            <p:grpSpPr>
              <a:xfrm>
                <a:off x="7036034" y="5048832"/>
                <a:ext cx="972000" cy="1145221"/>
                <a:chOff x="1259333" y="3816142"/>
                <a:chExt cx="972000" cy="1145221"/>
              </a:xfrm>
            </p:grpSpPr>
            <p:sp>
              <p:nvSpPr>
                <p:cNvPr id="67" name="Rectangle 66">
                  <a:extLst>
                    <a:ext uri="{FF2B5EF4-FFF2-40B4-BE49-F238E27FC236}">
                      <a16:creationId xmlns:a16="http://schemas.microsoft.com/office/drawing/2014/main" id="{1AB60E12-D1F1-61EA-BCDC-627052CBCCC2}"/>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68" name="ZoneTexte 67">
                  <a:extLst>
                    <a:ext uri="{FF2B5EF4-FFF2-40B4-BE49-F238E27FC236}">
                      <a16:creationId xmlns:a16="http://schemas.microsoft.com/office/drawing/2014/main" id="{2420C015-9501-1280-BC2D-EA02D7A6016B}"/>
                    </a:ext>
                  </a:extLst>
                </p:cNvPr>
                <p:cNvSpPr txBox="1"/>
                <p:nvPr/>
              </p:nvSpPr>
              <p:spPr>
                <a:xfrm>
                  <a:off x="1304582" y="3936149"/>
                  <a:ext cx="864000" cy="234286"/>
                </a:xfrm>
                <a:prstGeom prst="rect">
                  <a:avLst/>
                </a:prstGeom>
                <a:noFill/>
              </p:spPr>
              <p:txBody>
                <a:bodyPr wrap="square" lIns="0" tIns="36000" rIns="0" bIns="36000" rtlCol="0">
                  <a:spAutoFit/>
                </a:bodyPr>
                <a:lstStyle/>
                <a:p>
                  <a:pPr algn="ctr">
                    <a:spcBef>
                      <a:spcPts val="600"/>
                    </a:spcBef>
                  </a:pPr>
                  <a:r>
                    <a:rPr lang="fr-FR" sz="1050">
                      <a:solidFill>
                        <a:schemeClr val="bg2"/>
                      </a:solidFill>
                    </a:rPr>
                    <a:t>Industrie</a:t>
                  </a:r>
                </a:p>
              </p:txBody>
            </p:sp>
          </p:grpSp>
          <p:grpSp>
            <p:nvGrpSpPr>
              <p:cNvPr id="70" name="Groupe 69">
                <a:extLst>
                  <a:ext uri="{FF2B5EF4-FFF2-40B4-BE49-F238E27FC236}">
                    <a16:creationId xmlns:a16="http://schemas.microsoft.com/office/drawing/2014/main" id="{9E64C668-A106-DE15-A8A2-9D670DB7547A}"/>
                  </a:ext>
                  <a:ext uri="{C183D7F6-B498-43B3-948B-1728B52AA6E4}">
                    <adec:decorative xmlns:adec="http://schemas.microsoft.com/office/drawing/2017/decorative" val="1"/>
                  </a:ext>
                </a:extLst>
              </p:cNvPr>
              <p:cNvGrpSpPr>
                <a:grpSpLocks noChangeAspect="1"/>
              </p:cNvGrpSpPr>
              <p:nvPr>
                <p:custDataLst>
                  <p:tags r:id="rId6"/>
                </p:custDataLst>
              </p:nvPr>
            </p:nvGrpSpPr>
            <p:grpSpPr>
              <a:xfrm>
                <a:off x="7414034" y="5729934"/>
                <a:ext cx="216000" cy="216000"/>
                <a:chOff x="722313" y="722313"/>
                <a:chExt cx="715962" cy="715962"/>
              </a:xfrm>
            </p:grpSpPr>
            <p:pic>
              <p:nvPicPr>
                <p:cNvPr id="72" name="Graphic - Builings [0]">
                  <a:extLst>
                    <a:ext uri="{FF2B5EF4-FFF2-40B4-BE49-F238E27FC236}">
                      <a16:creationId xmlns:a16="http://schemas.microsoft.com/office/drawing/2014/main" id="{4684063D-947E-3A54-44B2-2176D05FE4A7}"/>
                    </a:ext>
                  </a:extLst>
                </p:cNvPr>
                <p:cNvPicPr>
                  <a:picLocks noChangeAspect="1"/>
                </p:cNvPicPr>
                <p:nvPr>
                  <p:custDataLst>
                    <p:tags r:id="rId7"/>
                  </p:custDataLst>
                </p:nvPr>
              </p:nvPicPr>
              <p:blipFill>
                <a:blip r:embed="rId78">
                  <a:extLst>
                    <a:ext uri="{96DAC541-7B7A-43D3-8B79-37D633B846F1}">
                      <asvg:svgBlip xmlns:asvg="http://schemas.microsoft.com/office/drawing/2016/SVG/main" r:embed="rId79"/>
                    </a:ext>
                  </a:extLst>
                </a:blip>
                <a:stretch>
                  <a:fillRect/>
                </a:stretch>
              </p:blipFill>
              <p:spPr>
                <a:xfrm>
                  <a:off x="722313" y="722313"/>
                  <a:ext cx="715962" cy="715962"/>
                </a:xfrm>
                <a:prstGeom prst="rect">
                  <a:avLst/>
                </a:prstGeom>
              </p:spPr>
            </p:pic>
            <p:pic>
              <p:nvPicPr>
                <p:cNvPr id="73" name="Graphic - Builings [1]" hidden="1">
                  <a:extLst>
                    <a:ext uri="{FF2B5EF4-FFF2-40B4-BE49-F238E27FC236}">
                      <a16:creationId xmlns:a16="http://schemas.microsoft.com/office/drawing/2014/main" id="{7CD45367-EC6F-8023-4EEE-07385CEE9F07}"/>
                    </a:ext>
                  </a:extLst>
                </p:cNvPr>
                <p:cNvPicPr>
                  <a:picLocks noChangeAspect="1"/>
                </p:cNvPicPr>
                <p:nvPr>
                  <p:custDataLst>
                    <p:tags r:id="rId8"/>
                  </p:custDataLst>
                </p:nvPr>
              </p:nvPicPr>
              <p:blipFill>
                <a:blip r:embed="rId80">
                  <a:extLst>
                    <a:ext uri="{96DAC541-7B7A-43D3-8B79-37D633B846F1}">
                      <asvg:svgBlip xmlns:asvg="http://schemas.microsoft.com/office/drawing/2016/SVG/main" r:embed="rId81"/>
                    </a:ext>
                  </a:extLst>
                </a:blip>
                <a:stretch>
                  <a:fillRect/>
                </a:stretch>
              </p:blipFill>
              <p:spPr>
                <a:xfrm>
                  <a:off x="722313" y="722313"/>
                  <a:ext cx="715962" cy="715962"/>
                </a:xfrm>
                <a:prstGeom prst="rect">
                  <a:avLst/>
                </a:prstGeom>
              </p:spPr>
            </p:pic>
          </p:grpSp>
        </p:grpSp>
        <p:grpSp>
          <p:nvGrpSpPr>
            <p:cNvPr id="85" name="Groupe 84">
              <a:extLst>
                <a:ext uri="{FF2B5EF4-FFF2-40B4-BE49-F238E27FC236}">
                  <a16:creationId xmlns:a16="http://schemas.microsoft.com/office/drawing/2014/main" id="{634D446D-AE3E-9106-4236-F6F8923E1D8D}"/>
                </a:ext>
              </a:extLst>
            </p:cNvPr>
            <p:cNvGrpSpPr/>
            <p:nvPr/>
          </p:nvGrpSpPr>
          <p:grpSpPr>
            <a:xfrm>
              <a:off x="8087675" y="3823764"/>
              <a:ext cx="972000" cy="1145221"/>
              <a:chOff x="8087675" y="3823764"/>
              <a:chExt cx="972000" cy="1145221"/>
            </a:xfrm>
          </p:grpSpPr>
          <p:grpSp>
            <p:nvGrpSpPr>
              <p:cNvPr id="74" name="Groupe 73">
                <a:extLst>
                  <a:ext uri="{FF2B5EF4-FFF2-40B4-BE49-F238E27FC236}">
                    <a16:creationId xmlns:a16="http://schemas.microsoft.com/office/drawing/2014/main" id="{3B8FB165-3CB8-2B54-A2B2-0FB1F437890F}"/>
                  </a:ext>
                </a:extLst>
              </p:cNvPr>
              <p:cNvGrpSpPr/>
              <p:nvPr/>
            </p:nvGrpSpPr>
            <p:grpSpPr>
              <a:xfrm>
                <a:off x="8087675" y="3823764"/>
                <a:ext cx="972000" cy="1145221"/>
                <a:chOff x="1259333" y="3816142"/>
                <a:chExt cx="972000" cy="1145221"/>
              </a:xfrm>
            </p:grpSpPr>
            <p:sp>
              <p:nvSpPr>
                <p:cNvPr id="75" name="Rectangle 74">
                  <a:extLst>
                    <a:ext uri="{FF2B5EF4-FFF2-40B4-BE49-F238E27FC236}">
                      <a16:creationId xmlns:a16="http://schemas.microsoft.com/office/drawing/2014/main" id="{F0400249-74D0-2F2A-732B-814E0F52D941}"/>
                    </a:ext>
                  </a:extLst>
                </p:cNvPr>
                <p:cNvSpPr>
                  <a:spLocks/>
                </p:cNvSpPr>
                <p:nvPr/>
              </p:nvSpPr>
              <p:spPr>
                <a:xfrm>
                  <a:off x="1259333" y="3816142"/>
                  <a:ext cx="972000" cy="114522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7750" tIns="58500" rIns="87750" bIns="58500" numCol="1" spcCol="0" rtlCol="0" fromWordArt="0" anchor="ctr" anchorCtr="0" forceAA="0" compatLnSpc="1">
                  <a:prstTxWarp prst="textNoShape">
                    <a:avLst/>
                  </a:prstTxWarp>
                  <a:noAutofit/>
                </a:bodyPr>
                <a:lstStyle>
                  <a:defPPr>
                    <a:defRPr lang="en-US"/>
                  </a:defPPr>
                  <a:lvl1pPr marL="0" algn="l" defTabSz="752643" rtl="0" eaLnBrk="1" latinLnBrk="0" hangingPunct="1">
                    <a:defRPr sz="1482" kern="1200">
                      <a:solidFill>
                        <a:schemeClr val="lt1"/>
                      </a:solidFill>
                      <a:latin typeface="+mn-lt"/>
                      <a:ea typeface="+mn-ea"/>
                      <a:cs typeface="+mn-cs"/>
                    </a:defRPr>
                  </a:lvl1pPr>
                  <a:lvl2pPr marL="376321" algn="l" defTabSz="752643" rtl="0" eaLnBrk="1" latinLnBrk="0" hangingPunct="1">
                    <a:defRPr sz="1482" kern="1200">
                      <a:solidFill>
                        <a:schemeClr val="lt1"/>
                      </a:solidFill>
                      <a:latin typeface="+mn-lt"/>
                      <a:ea typeface="+mn-ea"/>
                      <a:cs typeface="+mn-cs"/>
                    </a:defRPr>
                  </a:lvl2pPr>
                  <a:lvl3pPr marL="752643" algn="l" defTabSz="752643" rtl="0" eaLnBrk="1" latinLnBrk="0" hangingPunct="1">
                    <a:defRPr sz="1482" kern="1200">
                      <a:solidFill>
                        <a:schemeClr val="lt1"/>
                      </a:solidFill>
                      <a:latin typeface="+mn-lt"/>
                      <a:ea typeface="+mn-ea"/>
                      <a:cs typeface="+mn-cs"/>
                    </a:defRPr>
                  </a:lvl3pPr>
                  <a:lvl4pPr marL="1128964" algn="l" defTabSz="752643" rtl="0" eaLnBrk="1" latinLnBrk="0" hangingPunct="1">
                    <a:defRPr sz="1482" kern="1200">
                      <a:solidFill>
                        <a:schemeClr val="lt1"/>
                      </a:solidFill>
                      <a:latin typeface="+mn-lt"/>
                      <a:ea typeface="+mn-ea"/>
                      <a:cs typeface="+mn-cs"/>
                    </a:defRPr>
                  </a:lvl4pPr>
                  <a:lvl5pPr marL="1505285" algn="l" defTabSz="752643" rtl="0" eaLnBrk="1" latinLnBrk="0" hangingPunct="1">
                    <a:defRPr sz="1482" kern="1200">
                      <a:solidFill>
                        <a:schemeClr val="lt1"/>
                      </a:solidFill>
                      <a:latin typeface="+mn-lt"/>
                      <a:ea typeface="+mn-ea"/>
                      <a:cs typeface="+mn-cs"/>
                    </a:defRPr>
                  </a:lvl5pPr>
                  <a:lvl6pPr marL="1881607" algn="l" defTabSz="752643" rtl="0" eaLnBrk="1" latinLnBrk="0" hangingPunct="1">
                    <a:defRPr sz="1482" kern="1200">
                      <a:solidFill>
                        <a:schemeClr val="lt1"/>
                      </a:solidFill>
                      <a:latin typeface="+mn-lt"/>
                      <a:ea typeface="+mn-ea"/>
                      <a:cs typeface="+mn-cs"/>
                    </a:defRPr>
                  </a:lvl6pPr>
                  <a:lvl7pPr marL="2257928" algn="l" defTabSz="752643" rtl="0" eaLnBrk="1" latinLnBrk="0" hangingPunct="1">
                    <a:defRPr sz="1482" kern="1200">
                      <a:solidFill>
                        <a:schemeClr val="lt1"/>
                      </a:solidFill>
                      <a:latin typeface="+mn-lt"/>
                      <a:ea typeface="+mn-ea"/>
                      <a:cs typeface="+mn-cs"/>
                    </a:defRPr>
                  </a:lvl7pPr>
                  <a:lvl8pPr marL="2634249" algn="l" defTabSz="752643" rtl="0" eaLnBrk="1" latinLnBrk="0" hangingPunct="1">
                    <a:defRPr sz="1482" kern="1200">
                      <a:solidFill>
                        <a:schemeClr val="lt1"/>
                      </a:solidFill>
                      <a:latin typeface="+mn-lt"/>
                      <a:ea typeface="+mn-ea"/>
                      <a:cs typeface="+mn-cs"/>
                    </a:defRPr>
                  </a:lvl8pPr>
                  <a:lvl9pPr marL="3010571" algn="l" defTabSz="752643" rtl="0" eaLnBrk="1" latinLnBrk="0" hangingPunct="1">
                    <a:defRPr sz="1482" kern="1200">
                      <a:solidFill>
                        <a:schemeClr val="lt1"/>
                      </a:solidFill>
                      <a:latin typeface="+mn-lt"/>
                      <a:ea typeface="+mn-ea"/>
                      <a:cs typeface="+mn-cs"/>
                    </a:defRPr>
                  </a:lvl9pPr>
                </a:lstStyle>
                <a:p>
                  <a:pPr algn="ctr"/>
                  <a:endParaRPr lang="en-GB" sz="1463">
                    <a:solidFill>
                      <a:schemeClr val="bg2"/>
                    </a:solidFill>
                    <a:ea typeface="+mj-ea"/>
                    <a:cs typeface="+mj-cs"/>
                  </a:endParaRPr>
                </a:p>
              </p:txBody>
            </p:sp>
            <p:sp>
              <p:nvSpPr>
                <p:cNvPr id="80" name="ZoneTexte 79">
                  <a:extLst>
                    <a:ext uri="{FF2B5EF4-FFF2-40B4-BE49-F238E27FC236}">
                      <a16:creationId xmlns:a16="http://schemas.microsoft.com/office/drawing/2014/main" id="{D7C59921-FE50-F8C4-609B-52B3036076C1}"/>
                    </a:ext>
                  </a:extLst>
                </p:cNvPr>
                <p:cNvSpPr txBox="1"/>
                <p:nvPr/>
              </p:nvSpPr>
              <p:spPr>
                <a:xfrm>
                  <a:off x="1304582" y="3936149"/>
                  <a:ext cx="864000" cy="234286"/>
                </a:xfrm>
                <a:prstGeom prst="rect">
                  <a:avLst/>
                </a:prstGeom>
                <a:noFill/>
              </p:spPr>
              <p:txBody>
                <a:bodyPr wrap="square" lIns="0" tIns="36000" rIns="0" bIns="36000" rtlCol="0">
                  <a:spAutoFit/>
                </a:bodyPr>
                <a:lstStyle/>
                <a:p>
                  <a:pPr algn="ctr">
                    <a:spcBef>
                      <a:spcPts val="600"/>
                    </a:spcBef>
                  </a:pPr>
                  <a:r>
                    <a:rPr lang="fr-FR" sz="1050">
                      <a:solidFill>
                        <a:schemeClr val="bg2"/>
                      </a:solidFill>
                    </a:rPr>
                    <a:t>Recherche</a:t>
                  </a:r>
                </a:p>
              </p:txBody>
            </p:sp>
          </p:grpSp>
          <p:grpSp>
            <p:nvGrpSpPr>
              <p:cNvPr id="4" name="Groupe 3">
                <a:extLst>
                  <a:ext uri="{FF2B5EF4-FFF2-40B4-BE49-F238E27FC236}">
                    <a16:creationId xmlns:a16="http://schemas.microsoft.com/office/drawing/2014/main" id="{A11323A1-403C-ABF1-CDA7-10BA5E798456}"/>
                  </a:ext>
                  <a:ext uri="{C183D7F6-B498-43B3-948B-1728B52AA6E4}">
                    <adec:decorative xmlns:adec="http://schemas.microsoft.com/office/drawing/2017/decorative" val="1"/>
                  </a:ext>
                </a:extLst>
              </p:cNvPr>
              <p:cNvGrpSpPr>
                <a:grpSpLocks noChangeAspect="1"/>
              </p:cNvGrpSpPr>
              <p:nvPr>
                <p:custDataLst>
                  <p:tags r:id="rId3"/>
                </p:custDataLst>
              </p:nvPr>
            </p:nvGrpSpPr>
            <p:grpSpPr>
              <a:xfrm>
                <a:off x="8465675" y="4536656"/>
                <a:ext cx="216000" cy="216000"/>
                <a:chOff x="719932" y="719932"/>
                <a:chExt cx="720724" cy="720724"/>
              </a:xfrm>
            </p:grpSpPr>
            <p:pic>
              <p:nvPicPr>
                <p:cNvPr id="62" name="Balance [0]">
                  <a:extLst>
                    <a:ext uri="{FF2B5EF4-FFF2-40B4-BE49-F238E27FC236}">
                      <a16:creationId xmlns:a16="http://schemas.microsoft.com/office/drawing/2014/main" id="{4E5AE482-66D4-4C67-C595-F316FFF3508A}"/>
                    </a:ext>
                  </a:extLst>
                </p:cNvPr>
                <p:cNvPicPr>
                  <a:picLocks noChangeAspect="1"/>
                </p:cNvPicPr>
                <p:nvPr>
                  <p:custDataLst>
                    <p:tags r:id="rId4"/>
                  </p:custDataLst>
                </p:nvPr>
              </p:nvPicPr>
              <p:blipFill>
                <a:blip r:embed="rId82">
                  <a:extLst>
                    <a:ext uri="{96DAC541-7B7A-43D3-8B79-37D633B846F1}">
                      <asvg:svgBlip xmlns:asvg="http://schemas.microsoft.com/office/drawing/2016/SVG/main" r:embed="rId83"/>
                    </a:ext>
                  </a:extLst>
                </a:blip>
                <a:srcRect/>
                <a:stretch/>
              </p:blipFill>
              <p:spPr>
                <a:xfrm>
                  <a:off x="719932" y="719932"/>
                  <a:ext cx="720724" cy="720724"/>
                </a:xfrm>
                <a:prstGeom prst="rect">
                  <a:avLst/>
                </a:prstGeom>
              </p:spPr>
            </p:pic>
            <p:pic>
              <p:nvPicPr>
                <p:cNvPr id="83" name="Balance [1]" hidden="1">
                  <a:extLst>
                    <a:ext uri="{FF2B5EF4-FFF2-40B4-BE49-F238E27FC236}">
                      <a16:creationId xmlns:a16="http://schemas.microsoft.com/office/drawing/2014/main" id="{AFCEF84D-E900-F2E0-18FD-F74DB5CF5DD6}"/>
                    </a:ext>
                  </a:extLst>
                </p:cNvPr>
                <p:cNvPicPr>
                  <a:picLocks noChangeAspect="1"/>
                </p:cNvPicPr>
                <p:nvPr>
                  <p:custDataLst>
                    <p:tags r:id="rId5"/>
                  </p:custDataLst>
                </p:nvPr>
              </p:nvPicPr>
              <p:blipFill>
                <a:blip r:embed="rId84">
                  <a:extLst>
                    <a:ext uri="{96DAC541-7B7A-43D3-8B79-37D633B846F1}">
                      <asvg:svgBlip xmlns:asvg="http://schemas.microsoft.com/office/drawing/2016/SVG/main" r:embed="rId85"/>
                    </a:ext>
                  </a:extLst>
                </a:blip>
                <a:srcRect/>
                <a:stretch/>
              </p:blipFill>
              <p:spPr>
                <a:xfrm>
                  <a:off x="719932" y="719932"/>
                  <a:ext cx="720724" cy="720724"/>
                </a:xfrm>
                <a:prstGeom prst="rect">
                  <a:avLst/>
                </a:prstGeom>
              </p:spPr>
            </p:pic>
          </p:grpSp>
        </p:grpSp>
      </p:grpSp>
    </p:spTree>
    <p:extLst>
      <p:ext uri="{BB962C8B-B14F-4D97-AF65-F5344CB8AC3E}">
        <p14:creationId xmlns:p14="http://schemas.microsoft.com/office/powerpoint/2010/main" val="3816583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B43BDB4-E40F-7EBA-C398-92F102113DE0}"/>
              </a:ext>
            </a:extLst>
          </p:cNvPr>
          <p:cNvSpPr>
            <a:spLocks noGrp="1"/>
          </p:cNvSpPr>
          <p:nvPr>
            <p:ph type="body" sz="quarter" idx="13"/>
          </p:nvPr>
        </p:nvSpPr>
        <p:spPr/>
        <p:txBody>
          <a:bodyPr/>
          <a:lstStyle/>
          <a:p>
            <a:endParaRPr lang="fr-FR"/>
          </a:p>
        </p:txBody>
      </p:sp>
      <p:sp>
        <p:nvSpPr>
          <p:cNvPr id="3" name="Espace réservé du texte 2">
            <a:extLst>
              <a:ext uri="{FF2B5EF4-FFF2-40B4-BE49-F238E27FC236}">
                <a16:creationId xmlns:a16="http://schemas.microsoft.com/office/drawing/2014/main" id="{FD95E0BE-935E-1E46-EE50-C3833D643426}"/>
              </a:ext>
            </a:extLst>
          </p:cNvPr>
          <p:cNvSpPr>
            <a:spLocks noGrp="1"/>
          </p:cNvSpPr>
          <p:nvPr>
            <p:ph type="body" sz="quarter" idx="15"/>
          </p:nvPr>
        </p:nvSpPr>
        <p:spPr/>
        <p:txBody>
          <a:bodyPr/>
          <a:lstStyle/>
          <a:p>
            <a:endParaRPr lang="fr-FR"/>
          </a:p>
        </p:txBody>
      </p:sp>
      <p:sp>
        <p:nvSpPr>
          <p:cNvPr id="4" name="Titre 3">
            <a:extLst>
              <a:ext uri="{FF2B5EF4-FFF2-40B4-BE49-F238E27FC236}">
                <a16:creationId xmlns:a16="http://schemas.microsoft.com/office/drawing/2014/main" id="{AA1E463F-65C0-9386-194A-BCBF4265F9A7}"/>
              </a:ext>
            </a:extLst>
          </p:cNvPr>
          <p:cNvSpPr>
            <a:spLocks noGrp="1"/>
          </p:cNvSpPr>
          <p:nvPr>
            <p:ph type="title"/>
          </p:nvPr>
        </p:nvSpPr>
        <p:spPr/>
        <p:txBody>
          <a:bodyPr/>
          <a:lstStyle/>
          <a:p>
            <a:r>
              <a:rPr lang="fr-FR"/>
              <a:t>Obligations de la REC et déclinaison cyber</a:t>
            </a:r>
          </a:p>
        </p:txBody>
      </p:sp>
      <p:grpSp>
        <p:nvGrpSpPr>
          <p:cNvPr id="17" name="Groupe 16">
            <a:extLst>
              <a:ext uri="{FF2B5EF4-FFF2-40B4-BE49-F238E27FC236}">
                <a16:creationId xmlns:a16="http://schemas.microsoft.com/office/drawing/2014/main" id="{37B88C3C-7206-F71C-1CCF-0C3473154FEB}"/>
              </a:ext>
            </a:extLst>
          </p:cNvPr>
          <p:cNvGrpSpPr/>
          <p:nvPr/>
        </p:nvGrpSpPr>
        <p:grpSpPr>
          <a:xfrm>
            <a:off x="3378154" y="2492851"/>
            <a:ext cx="5435692" cy="1872297"/>
            <a:chOff x="613060" y="859328"/>
            <a:chExt cx="5435692" cy="1872297"/>
          </a:xfrm>
        </p:grpSpPr>
        <p:grpSp>
          <p:nvGrpSpPr>
            <p:cNvPr id="11" name="Groupe 10">
              <a:extLst>
                <a:ext uri="{FF2B5EF4-FFF2-40B4-BE49-F238E27FC236}">
                  <a16:creationId xmlns:a16="http://schemas.microsoft.com/office/drawing/2014/main" id="{8854E7EC-3278-EDDC-D546-35B2EB7EBB31}"/>
                </a:ext>
              </a:extLst>
            </p:cNvPr>
            <p:cNvGrpSpPr/>
            <p:nvPr/>
          </p:nvGrpSpPr>
          <p:grpSpPr>
            <a:xfrm>
              <a:off x="613060" y="859328"/>
              <a:ext cx="5435692" cy="1872297"/>
              <a:chOff x="613060" y="859328"/>
              <a:chExt cx="5435692" cy="1872297"/>
            </a:xfrm>
          </p:grpSpPr>
          <p:grpSp>
            <p:nvGrpSpPr>
              <p:cNvPr id="14" name="Groupe 13">
                <a:extLst>
                  <a:ext uri="{FF2B5EF4-FFF2-40B4-BE49-F238E27FC236}">
                    <a16:creationId xmlns:a16="http://schemas.microsoft.com/office/drawing/2014/main" id="{8A283EBE-6A5C-DDF4-AABC-8ECB1F29F795}"/>
                  </a:ext>
                </a:extLst>
              </p:cNvPr>
              <p:cNvGrpSpPr/>
              <p:nvPr/>
            </p:nvGrpSpPr>
            <p:grpSpPr>
              <a:xfrm>
                <a:off x="613062" y="859328"/>
                <a:ext cx="5435690" cy="1872297"/>
                <a:chOff x="1214945" y="859328"/>
                <a:chExt cx="5435690" cy="1872297"/>
              </a:xfrm>
            </p:grpSpPr>
            <p:sp>
              <p:nvSpPr>
                <p:cNvPr id="15" name="Rectangle 395">
                  <a:extLst>
                    <a:ext uri="{FF2B5EF4-FFF2-40B4-BE49-F238E27FC236}">
                      <a16:creationId xmlns:a16="http://schemas.microsoft.com/office/drawing/2014/main" id="{38B2EEF6-2A30-E3A1-128E-E2AFF89B4431}"/>
                    </a:ext>
                  </a:extLst>
                </p:cNvPr>
                <p:cNvSpPr>
                  <a:spLocks noChangeArrowheads="1"/>
                </p:cNvSpPr>
                <p:nvPr/>
              </p:nvSpPr>
              <p:spPr bwMode="gray">
                <a:xfrm>
                  <a:off x="1214945" y="859328"/>
                  <a:ext cx="5435689" cy="495834"/>
                </a:xfrm>
                <a:prstGeom prst="round2SameRect">
                  <a:avLst>
                    <a:gd name="adj1" fmla="val 11000"/>
                    <a:gd name="adj2" fmla="val 0"/>
                  </a:avLst>
                </a:prstGeom>
                <a:solidFill>
                  <a:schemeClr val="accent3">
                    <a:lumMod val="100000"/>
                  </a:schemeClr>
                </a:solidFill>
                <a:ln w="9525">
                  <a:solidFill>
                    <a:schemeClr val="bg2"/>
                  </a:solidFill>
                  <a:miter lim="800000"/>
                  <a:headEnd/>
                  <a:tailEnd/>
                </a:ln>
                <a:effectLst/>
              </p:spPr>
              <p:txBody>
                <a:bodyPr lIns="0" tIns="0" rIns="0" bIns="0" anchor="ctr"/>
                <a:lstStyle>
                  <a:lvl1pPr defTabSz="801688">
                    <a:defRPr>
                      <a:solidFill>
                        <a:schemeClr val="tx1"/>
                      </a:solidFill>
                      <a:latin typeface="Arial" charset="0"/>
                      <a:cs typeface="Arial" charset="0"/>
                    </a:defRPr>
                  </a:lvl1pPr>
                  <a:lvl2pPr marL="742950" indent="-285750" defTabSz="801688">
                    <a:defRPr>
                      <a:solidFill>
                        <a:schemeClr val="tx1"/>
                      </a:solidFill>
                      <a:latin typeface="Arial" charset="0"/>
                      <a:cs typeface="Arial" charset="0"/>
                    </a:defRPr>
                  </a:lvl2pPr>
                  <a:lvl3pPr marL="1143000" indent="-228600" defTabSz="801688">
                    <a:defRPr>
                      <a:solidFill>
                        <a:schemeClr val="tx1"/>
                      </a:solidFill>
                      <a:latin typeface="Arial" charset="0"/>
                      <a:cs typeface="Arial" charset="0"/>
                    </a:defRPr>
                  </a:lvl3pPr>
                  <a:lvl4pPr marL="1600200" indent="-228600" defTabSz="801688">
                    <a:defRPr>
                      <a:solidFill>
                        <a:schemeClr val="tx1"/>
                      </a:solidFill>
                      <a:latin typeface="Arial" charset="0"/>
                      <a:cs typeface="Arial" charset="0"/>
                    </a:defRPr>
                  </a:lvl4pPr>
                  <a:lvl5pPr marL="2057400" indent="-228600" defTabSz="801688">
                    <a:defRPr>
                      <a:solidFill>
                        <a:schemeClr val="tx1"/>
                      </a:solidFill>
                      <a:latin typeface="Arial" charset="0"/>
                      <a:cs typeface="Arial" charset="0"/>
                    </a:defRPr>
                  </a:lvl5pPr>
                  <a:lvl6pPr marL="2514600" indent="-228600" defTabSz="801688" fontAlgn="base">
                    <a:spcBef>
                      <a:spcPct val="0"/>
                    </a:spcBef>
                    <a:spcAft>
                      <a:spcPct val="0"/>
                    </a:spcAft>
                    <a:defRPr>
                      <a:solidFill>
                        <a:schemeClr val="tx1"/>
                      </a:solidFill>
                      <a:latin typeface="Arial" charset="0"/>
                      <a:cs typeface="Arial" charset="0"/>
                    </a:defRPr>
                  </a:lvl6pPr>
                  <a:lvl7pPr marL="2971800" indent="-228600" defTabSz="801688" fontAlgn="base">
                    <a:spcBef>
                      <a:spcPct val="0"/>
                    </a:spcBef>
                    <a:spcAft>
                      <a:spcPct val="0"/>
                    </a:spcAft>
                    <a:defRPr>
                      <a:solidFill>
                        <a:schemeClr val="tx1"/>
                      </a:solidFill>
                      <a:latin typeface="Arial" charset="0"/>
                      <a:cs typeface="Arial" charset="0"/>
                    </a:defRPr>
                  </a:lvl7pPr>
                  <a:lvl8pPr marL="3429000" indent="-228600" defTabSz="801688" fontAlgn="base">
                    <a:spcBef>
                      <a:spcPct val="0"/>
                    </a:spcBef>
                    <a:spcAft>
                      <a:spcPct val="0"/>
                    </a:spcAft>
                    <a:defRPr>
                      <a:solidFill>
                        <a:schemeClr val="tx1"/>
                      </a:solidFill>
                      <a:latin typeface="Arial" charset="0"/>
                      <a:cs typeface="Arial" charset="0"/>
                    </a:defRPr>
                  </a:lvl8pPr>
                  <a:lvl9pPr marL="3886200" indent="-228600" defTabSz="801688" fontAlgn="base">
                    <a:spcBef>
                      <a:spcPct val="0"/>
                    </a:spcBef>
                    <a:spcAft>
                      <a:spcPct val="0"/>
                    </a:spcAft>
                    <a:defRPr>
                      <a:solidFill>
                        <a:schemeClr val="tx1"/>
                      </a:solidFill>
                      <a:latin typeface="Arial" charset="0"/>
                      <a:cs typeface="Arial" charset="0"/>
                    </a:defRPr>
                  </a:lvl9pPr>
                </a:lstStyle>
                <a:p>
                  <a:pPr algn="ctr" eaLnBrk="0" hangingPunct="0"/>
                  <a:r>
                    <a:rPr lang="fr-FR" sz="2000" b="1" noProof="1">
                      <a:solidFill>
                        <a:schemeClr val="bg1"/>
                      </a:solidFill>
                      <a:latin typeface="+mn-lt"/>
                    </a:rPr>
                    <a:t>Plan de resilience opérateur</a:t>
                  </a:r>
                </a:p>
              </p:txBody>
            </p:sp>
            <p:sp>
              <p:nvSpPr>
                <p:cNvPr id="16" name="Text placeholder 1" descr="&#10;">
                  <a:extLst>
                    <a:ext uri="{FF2B5EF4-FFF2-40B4-BE49-F238E27FC236}">
                      <a16:creationId xmlns:a16="http://schemas.microsoft.com/office/drawing/2014/main" id="{368883D2-AD16-ABE7-AFC6-0431D2A86FCF}"/>
                    </a:ext>
                  </a:extLst>
                </p:cNvPr>
                <p:cNvSpPr txBox="1">
                  <a:spLocks/>
                </p:cNvSpPr>
                <p:nvPr/>
              </p:nvSpPr>
              <p:spPr>
                <a:xfrm>
                  <a:off x="1214945" y="2106330"/>
                  <a:ext cx="5435690" cy="625295"/>
                </a:xfrm>
                <a:prstGeom prst="round2SameRect">
                  <a:avLst>
                    <a:gd name="adj1" fmla="val 0"/>
                    <a:gd name="adj2" fmla="val 4591"/>
                  </a:avLst>
                </a:prstGeom>
                <a:ln w="9525" cap="flat" cmpd="sng" algn="ctr">
                  <a:solidFill>
                    <a:schemeClr val="accent3">
                      <a:lumMod val="100000"/>
                    </a:schemeClr>
                  </a:solidFill>
                  <a:prstDash val="solid"/>
                  <a:round/>
                  <a:headEnd type="none" w="med" len="med"/>
                  <a:tailEnd type="none" w="med" len="med"/>
                </a:ln>
              </p:spPr>
              <p:txBody>
                <a:bodyPr vert="horz" lIns="108000" tIns="108000" rIns="108000" bIns="108000" rtlCol="0">
                  <a:noAutofit/>
                </a:bodyPr>
                <a:lstStyle>
                  <a:lvl1pPr marL="0" indent="0" algn="l" defTabSz="914400" rtl="0" eaLnBrk="1" latinLnBrk="0" hangingPunct="1">
                    <a:lnSpc>
                      <a:spcPct val="100000"/>
                    </a:lnSpc>
                    <a:spcBef>
                      <a:spcPts val="600"/>
                    </a:spcBef>
                    <a:buFont typeface="Arial" panose="020B0604020202020204" pitchFamily="34" charset="0"/>
                    <a:buNone/>
                    <a:tabLst/>
                    <a:defRPr sz="1600" i="0" kern="1200" cap="none" baseline="0">
                      <a:solidFill>
                        <a:schemeClr val="tx1"/>
                      </a:solidFill>
                      <a:latin typeface="+mn-lt"/>
                      <a:ea typeface="+mn-ea"/>
                      <a:cs typeface="+mn-cs"/>
                    </a:defRPr>
                  </a:lvl1pPr>
                  <a:lvl2pPr marL="271463" indent="-271463" algn="l" defTabSz="914400" rtl="0" eaLnBrk="1" latinLnBrk="0" hangingPunct="1">
                    <a:lnSpc>
                      <a:spcPct val="100000"/>
                    </a:lnSpc>
                    <a:spcBef>
                      <a:spcPts val="600"/>
                    </a:spcBef>
                    <a:buClr>
                      <a:schemeClr val="bg2"/>
                    </a:buClr>
                    <a:buFont typeface="Avenir Next LT Pro" panose="020B0504020202020204" pitchFamily="34" charset="0"/>
                    <a:buChar char="•"/>
                    <a:defRPr sz="1600" kern="1200" baseline="0">
                      <a:solidFill>
                        <a:schemeClr val="tx1"/>
                      </a:solidFill>
                      <a:latin typeface="+mn-lt"/>
                      <a:ea typeface="+mn-ea"/>
                      <a:cs typeface="+mn-cs"/>
                    </a:defRPr>
                  </a:lvl2pPr>
                  <a:lvl3pPr marL="539750" indent="-273050" algn="l" defTabSz="914400" rtl="0" eaLnBrk="1" latinLnBrk="0" hangingPunct="1">
                    <a:lnSpc>
                      <a:spcPct val="100000"/>
                    </a:lnSpc>
                    <a:spcBef>
                      <a:spcPts val="600"/>
                    </a:spcBef>
                    <a:buClr>
                      <a:schemeClr val="bg2"/>
                    </a:buClr>
                    <a:buFont typeface="Poppins" panose="00000500000000000000" pitchFamily="2" charset="0"/>
                    <a:buChar char="–"/>
                    <a:tabLst>
                      <a:tab pos="88900" algn="l"/>
                    </a:tabLst>
                    <a:defRPr sz="1400" kern="1200" baseline="0">
                      <a:solidFill>
                        <a:schemeClr val="tx1"/>
                      </a:solidFill>
                      <a:latin typeface="+mn-lt"/>
                      <a:ea typeface="+mn-ea"/>
                      <a:cs typeface="+mn-cs"/>
                    </a:defRPr>
                  </a:lvl3pPr>
                  <a:lvl4pPr marL="806450" indent="-266700" algn="l" defTabSz="989013" rtl="0" eaLnBrk="1" latinLnBrk="0" hangingPunct="1">
                    <a:lnSpc>
                      <a:spcPct val="100000"/>
                    </a:lnSpc>
                    <a:spcBef>
                      <a:spcPts val="600"/>
                    </a:spcBef>
                    <a:buClr>
                      <a:schemeClr val="bg2"/>
                    </a:buClr>
                    <a:buFont typeface="Courier New" panose="02070309020205020404" pitchFamily="49" charset="0"/>
                    <a:buChar char="o"/>
                    <a:defRPr sz="1200" kern="1200" cap="none" baseline="0">
                      <a:solidFill>
                        <a:schemeClr val="tx1"/>
                      </a:solidFill>
                      <a:latin typeface="+mn-lt"/>
                      <a:ea typeface="+mn-ea"/>
                      <a:cs typeface="+mn-cs"/>
                    </a:defRPr>
                  </a:lvl4pPr>
                  <a:lvl5pPr marL="806450" marR="0" indent="-266700" algn="l" defTabSz="62865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baseline="0" dirty="0">
                      <a:solidFill>
                        <a:schemeClr val="tx1"/>
                      </a:solidFill>
                      <a:latin typeface="+mn-lt"/>
                      <a:ea typeface="+mn-ea"/>
                      <a:cs typeface="+mn-cs"/>
                    </a:defRPr>
                  </a:lvl5pPr>
                  <a:lvl6pPr marL="539750" indent="261938" algn="just" defTabSz="914400" rtl="0" eaLnBrk="1" latinLnBrk="0" hangingPunct="1">
                    <a:lnSpc>
                      <a:spcPct val="100000"/>
                    </a:lnSpc>
                    <a:spcBef>
                      <a:spcPts val="600"/>
                    </a:spcBef>
                    <a:buClr>
                      <a:schemeClr val="bg2"/>
                    </a:buClr>
                    <a:buFont typeface="Courier New" panose="02070309020205020404" pitchFamily="49" charset="0"/>
                    <a:buChar char="o"/>
                    <a:defRPr lang="fr-FR" sz="1200" kern="1200" baseline="0" noProof="0" dirty="0">
                      <a:solidFill>
                        <a:schemeClr val="tx1"/>
                      </a:solidFill>
                      <a:latin typeface="+mn-lt"/>
                      <a:ea typeface="+mn-ea"/>
                      <a:cs typeface="+mn-cs"/>
                    </a:defRPr>
                  </a:lvl6pPr>
                  <a:lvl7pPr marL="720725" indent="360363" algn="just" defTabSz="914400" rtl="0" eaLnBrk="1" latinLnBrk="0" hangingPunct="1">
                    <a:lnSpc>
                      <a:spcPct val="100000"/>
                    </a:lnSpc>
                    <a:spcBef>
                      <a:spcPts val="500"/>
                    </a:spcBef>
                    <a:buClr>
                      <a:schemeClr val="bg2"/>
                    </a:buClr>
                    <a:buFont typeface="Courier New" panose="02070309020205020404" pitchFamily="49" charset="0"/>
                    <a:buChar char="o"/>
                    <a:defRPr lang="fr-FR" sz="1200" kern="1200" baseline="0" noProof="0" dirty="0">
                      <a:solidFill>
                        <a:schemeClr val="tx1"/>
                      </a:solidFill>
                      <a:latin typeface="+mn-lt"/>
                      <a:ea typeface="+mn-ea"/>
                      <a:cs typeface="+mn-cs"/>
                    </a:defRPr>
                  </a:lvl7pPr>
                  <a:lvl8pPr marL="806450" marR="0" indent="-266700" algn="just" defTabSz="914400" rtl="0" eaLnBrk="1" fontAlgn="auto" latinLnBrk="0" hangingPunct="1">
                    <a:lnSpc>
                      <a:spcPct val="100000"/>
                    </a:lnSpc>
                    <a:spcBef>
                      <a:spcPts val="600"/>
                    </a:spcBef>
                    <a:spcAft>
                      <a:spcPts val="0"/>
                    </a:spcAft>
                    <a:buClr>
                      <a:schemeClr val="bg2"/>
                    </a:buClr>
                    <a:buSzTx/>
                    <a:buFont typeface="Courier New" panose="02070309020205020404" pitchFamily="49" charset="0"/>
                    <a:buChar char="o"/>
                    <a:tabLst/>
                    <a:defRPr lang="fr-FR" sz="1200" kern="1200" noProof="0" dirty="0">
                      <a:solidFill>
                        <a:schemeClr val="tx1"/>
                      </a:solidFill>
                      <a:latin typeface="+mn-lt"/>
                      <a:ea typeface="+mn-ea"/>
                      <a:cs typeface="+mn-cs"/>
                    </a:defRPr>
                  </a:lvl8pPr>
                  <a:lvl9pPr marL="806450" indent="-266700" algn="just" defTabSz="914400" rtl="0" eaLnBrk="1" latinLnBrk="0" hangingPunct="1">
                    <a:lnSpc>
                      <a:spcPct val="100000"/>
                    </a:lnSpc>
                    <a:spcBef>
                      <a:spcPts val="600"/>
                    </a:spcBef>
                    <a:buClr>
                      <a:schemeClr val="bg2"/>
                    </a:buClr>
                    <a:buFont typeface="Courier New" panose="02070309020205020404" pitchFamily="49" charset="0"/>
                    <a:buChar char="o"/>
                    <a:tabLst>
                      <a:tab pos="982663" algn="l"/>
                    </a:tabLst>
                    <a:defRPr lang="fr-FR" sz="1200" kern="1200" noProof="0" dirty="0">
                      <a:solidFill>
                        <a:schemeClr val="tx1"/>
                      </a:solidFill>
                      <a:latin typeface="+mn-lt"/>
                      <a:ea typeface="+mn-ea"/>
                      <a:cs typeface="+mn-cs"/>
                    </a:defRPr>
                  </a:lvl9pPr>
                </a:lstStyle>
                <a:p>
                  <a:pPr>
                    <a:spcBef>
                      <a:spcPts val="0"/>
                    </a:spcBef>
                  </a:pPr>
                  <a:endParaRPr lang="fr-FR" sz="1050"/>
                </a:p>
              </p:txBody>
            </p:sp>
          </p:grpSp>
          <p:sp>
            <p:nvSpPr>
              <p:cNvPr id="10" name="ZoneTexte 9">
                <a:extLst>
                  <a:ext uri="{FF2B5EF4-FFF2-40B4-BE49-F238E27FC236}">
                    <a16:creationId xmlns:a16="http://schemas.microsoft.com/office/drawing/2014/main" id="{04FBCBEA-8833-4A82-760F-FC36B477799E}"/>
                  </a:ext>
                </a:extLst>
              </p:cNvPr>
              <p:cNvSpPr txBox="1"/>
              <p:nvPr/>
            </p:nvSpPr>
            <p:spPr>
              <a:xfrm>
                <a:off x="613060" y="2228671"/>
                <a:ext cx="5435689" cy="415498"/>
              </a:xfrm>
              <a:prstGeom prst="rect">
                <a:avLst/>
              </a:prstGeom>
              <a:noFill/>
            </p:spPr>
            <p:txBody>
              <a:bodyPr wrap="square">
                <a:spAutoFit/>
              </a:bodyPr>
              <a:lstStyle/>
              <a:p>
                <a:r>
                  <a:rPr lang="fr-FR" sz="1050"/>
                  <a:t>« L’analyse des risques ainsi que les mesures de résilience sont détaillées dans un « plan</a:t>
                </a:r>
              </a:p>
              <a:p>
                <a:r>
                  <a:rPr lang="fr-FR" sz="1050"/>
                  <a:t>de résilience opérateur » élaboré par l’opérateur et approuvé par l’autorité administrative ».</a:t>
                </a:r>
              </a:p>
            </p:txBody>
          </p:sp>
        </p:grpSp>
        <p:sp>
          <p:nvSpPr>
            <p:cNvPr id="12" name="Rectangle 395">
              <a:extLst>
                <a:ext uri="{FF2B5EF4-FFF2-40B4-BE49-F238E27FC236}">
                  <a16:creationId xmlns:a16="http://schemas.microsoft.com/office/drawing/2014/main" id="{BEE29DC0-9922-24DC-5C24-B612585D9A0E}"/>
                </a:ext>
              </a:extLst>
            </p:cNvPr>
            <p:cNvSpPr>
              <a:spLocks noChangeArrowheads="1"/>
            </p:cNvSpPr>
            <p:nvPr/>
          </p:nvSpPr>
          <p:spPr bwMode="gray">
            <a:xfrm>
              <a:off x="613060" y="1475967"/>
              <a:ext cx="5435689" cy="495834"/>
            </a:xfrm>
            <a:prstGeom prst="round2SameRect">
              <a:avLst>
                <a:gd name="adj1" fmla="val 11000"/>
                <a:gd name="adj2" fmla="val 0"/>
              </a:avLst>
            </a:prstGeom>
            <a:solidFill>
              <a:schemeClr val="bg2"/>
            </a:solidFill>
            <a:ln w="9525">
              <a:solidFill>
                <a:schemeClr val="bg2"/>
              </a:solidFill>
              <a:miter lim="800000"/>
              <a:headEnd/>
              <a:tailEnd/>
            </a:ln>
            <a:effectLst/>
          </p:spPr>
          <p:txBody>
            <a:bodyPr lIns="0" tIns="0" rIns="0" bIns="0" anchor="ctr"/>
            <a:lstStyle>
              <a:lvl1pPr defTabSz="801688">
                <a:defRPr>
                  <a:solidFill>
                    <a:schemeClr val="tx1"/>
                  </a:solidFill>
                  <a:latin typeface="Arial" charset="0"/>
                  <a:cs typeface="Arial" charset="0"/>
                </a:defRPr>
              </a:lvl1pPr>
              <a:lvl2pPr marL="742950" indent="-285750" defTabSz="801688">
                <a:defRPr>
                  <a:solidFill>
                    <a:schemeClr val="tx1"/>
                  </a:solidFill>
                  <a:latin typeface="Arial" charset="0"/>
                  <a:cs typeface="Arial" charset="0"/>
                </a:defRPr>
              </a:lvl2pPr>
              <a:lvl3pPr marL="1143000" indent="-228600" defTabSz="801688">
                <a:defRPr>
                  <a:solidFill>
                    <a:schemeClr val="tx1"/>
                  </a:solidFill>
                  <a:latin typeface="Arial" charset="0"/>
                  <a:cs typeface="Arial" charset="0"/>
                </a:defRPr>
              </a:lvl3pPr>
              <a:lvl4pPr marL="1600200" indent="-228600" defTabSz="801688">
                <a:defRPr>
                  <a:solidFill>
                    <a:schemeClr val="tx1"/>
                  </a:solidFill>
                  <a:latin typeface="Arial" charset="0"/>
                  <a:cs typeface="Arial" charset="0"/>
                </a:defRPr>
              </a:lvl4pPr>
              <a:lvl5pPr marL="2057400" indent="-228600" defTabSz="801688">
                <a:defRPr>
                  <a:solidFill>
                    <a:schemeClr val="tx1"/>
                  </a:solidFill>
                  <a:latin typeface="Arial" charset="0"/>
                  <a:cs typeface="Arial" charset="0"/>
                </a:defRPr>
              </a:lvl5pPr>
              <a:lvl6pPr marL="2514600" indent="-228600" defTabSz="801688" fontAlgn="base">
                <a:spcBef>
                  <a:spcPct val="0"/>
                </a:spcBef>
                <a:spcAft>
                  <a:spcPct val="0"/>
                </a:spcAft>
                <a:defRPr>
                  <a:solidFill>
                    <a:schemeClr val="tx1"/>
                  </a:solidFill>
                  <a:latin typeface="Arial" charset="0"/>
                  <a:cs typeface="Arial" charset="0"/>
                </a:defRPr>
              </a:lvl6pPr>
              <a:lvl7pPr marL="2971800" indent="-228600" defTabSz="801688" fontAlgn="base">
                <a:spcBef>
                  <a:spcPct val="0"/>
                </a:spcBef>
                <a:spcAft>
                  <a:spcPct val="0"/>
                </a:spcAft>
                <a:defRPr>
                  <a:solidFill>
                    <a:schemeClr val="tx1"/>
                  </a:solidFill>
                  <a:latin typeface="Arial" charset="0"/>
                  <a:cs typeface="Arial" charset="0"/>
                </a:defRPr>
              </a:lvl7pPr>
              <a:lvl8pPr marL="3429000" indent="-228600" defTabSz="801688" fontAlgn="base">
                <a:spcBef>
                  <a:spcPct val="0"/>
                </a:spcBef>
                <a:spcAft>
                  <a:spcPct val="0"/>
                </a:spcAft>
                <a:defRPr>
                  <a:solidFill>
                    <a:schemeClr val="tx1"/>
                  </a:solidFill>
                  <a:latin typeface="Arial" charset="0"/>
                  <a:cs typeface="Arial" charset="0"/>
                </a:defRPr>
              </a:lvl8pPr>
              <a:lvl9pPr marL="3886200" indent="-228600" defTabSz="801688" fontAlgn="base">
                <a:spcBef>
                  <a:spcPct val="0"/>
                </a:spcBef>
                <a:spcAft>
                  <a:spcPct val="0"/>
                </a:spcAft>
                <a:defRPr>
                  <a:solidFill>
                    <a:schemeClr val="tx1"/>
                  </a:solidFill>
                  <a:latin typeface="Arial" charset="0"/>
                  <a:cs typeface="Arial" charset="0"/>
                </a:defRPr>
              </a:lvl9pPr>
            </a:lstStyle>
            <a:p>
              <a:pPr algn="ctr" eaLnBrk="0" hangingPunct="0"/>
              <a:r>
                <a:rPr lang="fr-FR" sz="2000">
                  <a:solidFill>
                    <a:schemeClr val="bg1"/>
                  </a:solidFill>
                  <a:latin typeface="+mn-lt"/>
                </a:rPr>
                <a:t>Art. L. 1332-3</a:t>
              </a:r>
              <a:endParaRPr lang="fr-FR" sz="2000" b="1" noProof="1">
                <a:solidFill>
                  <a:schemeClr val="bg1"/>
                </a:solidFill>
                <a:latin typeface="+mn-lt"/>
              </a:endParaRPr>
            </a:p>
          </p:txBody>
        </p:sp>
      </p:grpSp>
    </p:spTree>
    <p:extLst>
      <p:ext uri="{BB962C8B-B14F-4D97-AF65-F5344CB8AC3E}">
        <p14:creationId xmlns:p14="http://schemas.microsoft.com/office/powerpoint/2010/main" val="3888995520"/>
      </p:ext>
    </p:extLst>
  </p:cSld>
  <p:clrMapOvr>
    <a:masterClrMapping/>
  </p:clrMapOvr>
  <p:extLst>
    <p:ext uri="{6950BFC3-D8DA-4A85-94F7-54DA5524770B}">
      <p188:commentRel xmlns:p188="http://schemas.microsoft.com/office/powerpoint/2018/8/main" r:id="rId2"/>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15B04E99-3DF7-4849-3EFE-D75CCA3D3D67}"/>
              </a:ext>
            </a:extLst>
          </p:cNvPr>
          <p:cNvSpPr>
            <a:spLocks noGrp="1"/>
          </p:cNvSpPr>
          <p:nvPr>
            <p:ph type="body" sz="quarter" idx="13"/>
          </p:nvPr>
        </p:nvSpPr>
        <p:spPr/>
        <p:txBody>
          <a:bodyPr/>
          <a:lstStyle/>
          <a:p>
            <a:endParaRPr lang="fr-FR"/>
          </a:p>
        </p:txBody>
      </p:sp>
      <p:sp>
        <p:nvSpPr>
          <p:cNvPr id="3" name="Espace réservé du texte 2">
            <a:extLst>
              <a:ext uri="{FF2B5EF4-FFF2-40B4-BE49-F238E27FC236}">
                <a16:creationId xmlns:a16="http://schemas.microsoft.com/office/drawing/2014/main" id="{D64C4947-6563-48C0-EBE4-61F659E0777D}"/>
              </a:ext>
            </a:extLst>
          </p:cNvPr>
          <p:cNvSpPr>
            <a:spLocks noGrp="1"/>
          </p:cNvSpPr>
          <p:nvPr>
            <p:ph type="body" sz="quarter" idx="15"/>
          </p:nvPr>
        </p:nvSpPr>
        <p:spPr/>
        <p:txBody>
          <a:bodyPr/>
          <a:lstStyle/>
          <a:p>
            <a:endParaRPr lang="fr-FR"/>
          </a:p>
        </p:txBody>
      </p:sp>
      <p:sp>
        <p:nvSpPr>
          <p:cNvPr id="4" name="Titre 3">
            <a:extLst>
              <a:ext uri="{FF2B5EF4-FFF2-40B4-BE49-F238E27FC236}">
                <a16:creationId xmlns:a16="http://schemas.microsoft.com/office/drawing/2014/main" id="{64FFCD7A-1E43-F327-E208-80FD1F7D6CB3}"/>
              </a:ext>
            </a:extLst>
          </p:cNvPr>
          <p:cNvSpPr>
            <a:spLocks noGrp="1"/>
          </p:cNvSpPr>
          <p:nvPr>
            <p:ph type="title"/>
          </p:nvPr>
        </p:nvSpPr>
        <p:spPr/>
        <p:txBody>
          <a:bodyPr/>
          <a:lstStyle/>
          <a:p>
            <a:r>
              <a:rPr lang="fr-FR"/>
              <a:t>Exemple de dispositifs de sécurité physique d’un PIV</a:t>
            </a:r>
          </a:p>
        </p:txBody>
      </p:sp>
      <p:grpSp>
        <p:nvGrpSpPr>
          <p:cNvPr id="42" name="Groupe 41">
            <a:extLst>
              <a:ext uri="{FF2B5EF4-FFF2-40B4-BE49-F238E27FC236}">
                <a16:creationId xmlns:a16="http://schemas.microsoft.com/office/drawing/2014/main" id="{D8607C63-397B-5A17-7DE0-0E0B691A49F6}"/>
              </a:ext>
            </a:extLst>
          </p:cNvPr>
          <p:cNvGrpSpPr/>
          <p:nvPr/>
        </p:nvGrpSpPr>
        <p:grpSpPr>
          <a:xfrm>
            <a:off x="502975" y="2026115"/>
            <a:ext cx="11186049" cy="3569515"/>
            <a:chOff x="481692" y="2651148"/>
            <a:chExt cx="11186049" cy="3569515"/>
          </a:xfrm>
        </p:grpSpPr>
        <p:grpSp>
          <p:nvGrpSpPr>
            <p:cNvPr id="14" name="Groupe 13">
              <a:extLst>
                <a:ext uri="{FF2B5EF4-FFF2-40B4-BE49-F238E27FC236}">
                  <a16:creationId xmlns:a16="http://schemas.microsoft.com/office/drawing/2014/main" id="{2E966595-F2C3-C6F6-B1DC-E0B3AD098C9F}"/>
                </a:ext>
              </a:extLst>
            </p:cNvPr>
            <p:cNvGrpSpPr/>
            <p:nvPr/>
          </p:nvGrpSpPr>
          <p:grpSpPr>
            <a:xfrm>
              <a:off x="2375117" y="2677643"/>
              <a:ext cx="1749811" cy="1938842"/>
              <a:chOff x="469704" y="2559326"/>
              <a:chExt cx="1525727" cy="1718943"/>
            </a:xfrm>
          </p:grpSpPr>
          <p:sp>
            <p:nvSpPr>
              <p:cNvPr id="34" name="Graphic 1">
                <a:extLst>
                  <a:ext uri="{FF2B5EF4-FFF2-40B4-BE49-F238E27FC236}">
                    <a16:creationId xmlns:a16="http://schemas.microsoft.com/office/drawing/2014/main" id="{D5EDB2E4-D0B3-068B-DB2D-DE48DCF67B92}"/>
                  </a:ext>
                  <a:ext uri="{C183D7F6-B498-43B3-948B-1728B52AA6E4}">
                    <adec:decorative xmlns:adec="http://schemas.microsoft.com/office/drawing/2017/decorative" val="1"/>
                  </a:ext>
                </a:extLst>
              </p:cNvPr>
              <p:cNvSpPr/>
              <p:nvPr/>
            </p:nvSpPr>
            <p:spPr>
              <a:xfrm>
                <a:off x="469704" y="2559326"/>
                <a:ext cx="1525727" cy="1718943"/>
              </a:xfrm>
              <a:custGeom>
                <a:avLst/>
                <a:gdLst>
                  <a:gd name="connsiteX0" fmla="*/ 4561332 w 4561332"/>
                  <a:gd name="connsiteY0" fmla="*/ 3656243 h 5138975"/>
                  <a:gd name="connsiteX1" fmla="*/ 4561332 w 4561332"/>
                  <a:gd name="connsiteY1" fmla="*/ 1482733 h 5138975"/>
                  <a:gd name="connsiteX2" fmla="*/ 4363307 w 4561332"/>
                  <a:gd name="connsiteY2" fmla="*/ 1140024 h 5138975"/>
                  <a:gd name="connsiteX3" fmla="*/ 2478310 w 4561332"/>
                  <a:gd name="connsiteY3" fmla="*/ 52935 h 5138975"/>
                  <a:gd name="connsiteX4" fmla="*/ 2083022 w 4561332"/>
                  <a:gd name="connsiteY4" fmla="*/ 52935 h 5138975"/>
                  <a:gd name="connsiteX5" fmla="*/ 198025 w 4561332"/>
                  <a:gd name="connsiteY5" fmla="*/ 1140024 h 5138975"/>
                  <a:gd name="connsiteX6" fmla="*/ 0 w 4561332"/>
                  <a:gd name="connsiteY6" fmla="*/ 1482733 h 5138975"/>
                  <a:gd name="connsiteX7" fmla="*/ 0 w 4561332"/>
                  <a:gd name="connsiteY7" fmla="*/ 3656243 h 5138975"/>
                  <a:gd name="connsiteX8" fmla="*/ 198025 w 4561332"/>
                  <a:gd name="connsiteY8" fmla="*/ 3998952 h 5138975"/>
                  <a:gd name="connsiteX9" fmla="*/ 2083022 w 4561332"/>
                  <a:gd name="connsiteY9" fmla="*/ 5086040 h 5138975"/>
                  <a:gd name="connsiteX10" fmla="*/ 2478310 w 4561332"/>
                  <a:gd name="connsiteY10" fmla="*/ 5086040 h 5138975"/>
                  <a:gd name="connsiteX11" fmla="*/ 4363307 w 4561332"/>
                  <a:gd name="connsiteY11" fmla="*/ 3998952 h 5138975"/>
                  <a:gd name="connsiteX12" fmla="*/ 4561332 w 4561332"/>
                  <a:gd name="connsiteY12" fmla="*/ 3656243 h 513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1332" h="5138975">
                    <a:moveTo>
                      <a:pt x="4561332" y="3656243"/>
                    </a:moveTo>
                    <a:lnTo>
                      <a:pt x="4561332" y="1482733"/>
                    </a:lnTo>
                    <a:cubicBezTo>
                      <a:pt x="4561332" y="1341287"/>
                      <a:pt x="4485894" y="1210604"/>
                      <a:pt x="4363307" y="1140024"/>
                    </a:cubicBezTo>
                    <a:lnTo>
                      <a:pt x="2478310" y="52935"/>
                    </a:lnTo>
                    <a:cubicBezTo>
                      <a:pt x="2356009" y="-17645"/>
                      <a:pt x="2205323" y="-17645"/>
                      <a:pt x="2083022" y="52935"/>
                    </a:cubicBezTo>
                    <a:lnTo>
                      <a:pt x="198025" y="1140024"/>
                    </a:lnTo>
                    <a:cubicBezTo>
                      <a:pt x="75438" y="1210699"/>
                      <a:pt x="0" y="1341287"/>
                      <a:pt x="0" y="1482733"/>
                    </a:cubicBezTo>
                    <a:lnTo>
                      <a:pt x="0" y="3656243"/>
                    </a:lnTo>
                    <a:cubicBezTo>
                      <a:pt x="0" y="3797689"/>
                      <a:pt x="75438" y="3928372"/>
                      <a:pt x="198025" y="3998952"/>
                    </a:cubicBezTo>
                    <a:lnTo>
                      <a:pt x="2083022" y="5086040"/>
                    </a:lnTo>
                    <a:cubicBezTo>
                      <a:pt x="2205323" y="5156621"/>
                      <a:pt x="2356009" y="5156621"/>
                      <a:pt x="2478310" y="5086040"/>
                    </a:cubicBezTo>
                    <a:lnTo>
                      <a:pt x="4363307" y="3998952"/>
                    </a:lnTo>
                    <a:cubicBezTo>
                      <a:pt x="4485799" y="3928277"/>
                      <a:pt x="4561332" y="3797594"/>
                      <a:pt x="4561332" y="3656243"/>
                    </a:cubicBezTo>
                    <a:close/>
                  </a:path>
                </a:pathLst>
              </a:custGeom>
              <a:solidFill>
                <a:schemeClr val="tx2">
                  <a:lumMod val="95000"/>
                </a:schemeClr>
              </a:solidFill>
              <a:ln w="9525" cap="flat">
                <a:noFill/>
                <a:prstDash val="solid"/>
                <a:miter/>
              </a:ln>
              <a:effectLst/>
            </p:spPr>
            <p:txBody>
              <a:bodyPr rtlCol="0" anchor="ctr"/>
              <a:lstStyle/>
              <a:p>
                <a:endParaRPr lang="fr-FR"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35" name="TextBox 1">
                <a:extLst>
                  <a:ext uri="{FF2B5EF4-FFF2-40B4-BE49-F238E27FC236}">
                    <a16:creationId xmlns:a16="http://schemas.microsoft.com/office/drawing/2014/main" id="{BF6B79EE-BA13-4AE4-1F22-CDDFEB6313FF}"/>
                  </a:ext>
                </a:extLst>
              </p:cNvPr>
              <p:cNvSpPr txBox="1">
                <a:spLocks/>
              </p:cNvSpPr>
              <p:nvPr/>
            </p:nvSpPr>
            <p:spPr>
              <a:xfrm>
                <a:off x="661733" y="2937836"/>
                <a:ext cx="1141668" cy="982330"/>
              </a:xfrm>
              <a:prstGeom prst="rect">
                <a:avLst/>
              </a:prstGeom>
              <a:noFill/>
            </p:spPr>
            <p:txBody>
              <a:bodyPr wrap="square" lIns="0" tIns="0" rIns="0" bIns="0" rtlCol="0" anchor="ctr">
                <a:spAutoFit/>
              </a:bodyPr>
              <a:lstStyle/>
              <a:p>
                <a:pPr algn="ctr">
                  <a:spcAft>
                    <a:spcPts val="600"/>
                  </a:spcAft>
                </a:pPr>
                <a:r>
                  <a:rPr lang="fr-FR" sz="1100" b="1">
                    <a:solidFill>
                      <a:schemeClr val="bg2"/>
                    </a:solidFill>
                  </a:rPr>
                  <a:t>Surveillance et détection</a:t>
                </a:r>
              </a:p>
              <a:p>
                <a:pPr algn="ctr">
                  <a:spcAft>
                    <a:spcPts val="600"/>
                  </a:spcAft>
                </a:pPr>
                <a:r>
                  <a:rPr lang="fr-FR" sz="900"/>
                  <a:t>Caméras de surveillance, détecteurs de mouvements/alarmes pour signaler les intrusions</a:t>
                </a:r>
              </a:p>
            </p:txBody>
          </p:sp>
        </p:grpSp>
        <p:grpSp>
          <p:nvGrpSpPr>
            <p:cNvPr id="15" name="Groupe 14">
              <a:extLst>
                <a:ext uri="{FF2B5EF4-FFF2-40B4-BE49-F238E27FC236}">
                  <a16:creationId xmlns:a16="http://schemas.microsoft.com/office/drawing/2014/main" id="{F7EEB70C-594F-F77F-C6A4-AC8F80C24466}"/>
                </a:ext>
              </a:extLst>
            </p:cNvPr>
            <p:cNvGrpSpPr/>
            <p:nvPr/>
          </p:nvGrpSpPr>
          <p:grpSpPr>
            <a:xfrm>
              <a:off x="1403248" y="4281821"/>
              <a:ext cx="1749811" cy="1938842"/>
              <a:chOff x="1292526" y="4009264"/>
              <a:chExt cx="1525727" cy="1718943"/>
            </a:xfrm>
          </p:grpSpPr>
          <p:sp>
            <p:nvSpPr>
              <p:cNvPr id="32" name="Graphic 2">
                <a:extLst>
                  <a:ext uri="{FF2B5EF4-FFF2-40B4-BE49-F238E27FC236}">
                    <a16:creationId xmlns:a16="http://schemas.microsoft.com/office/drawing/2014/main" id="{82FFD707-C39A-20BF-8C52-25E16FC725FE}"/>
                  </a:ext>
                  <a:ext uri="{C183D7F6-B498-43B3-948B-1728B52AA6E4}">
                    <adec:decorative xmlns:adec="http://schemas.microsoft.com/office/drawing/2017/decorative" val="1"/>
                  </a:ext>
                </a:extLst>
              </p:cNvPr>
              <p:cNvSpPr/>
              <p:nvPr/>
            </p:nvSpPr>
            <p:spPr>
              <a:xfrm>
                <a:off x="1292526" y="4009264"/>
                <a:ext cx="1525727" cy="1718943"/>
              </a:xfrm>
              <a:custGeom>
                <a:avLst/>
                <a:gdLst>
                  <a:gd name="connsiteX0" fmla="*/ 4561332 w 4561332"/>
                  <a:gd name="connsiteY0" fmla="*/ 3656243 h 5138975"/>
                  <a:gd name="connsiteX1" fmla="*/ 4561332 w 4561332"/>
                  <a:gd name="connsiteY1" fmla="*/ 1482733 h 5138975"/>
                  <a:gd name="connsiteX2" fmla="*/ 4363307 w 4561332"/>
                  <a:gd name="connsiteY2" fmla="*/ 1140024 h 5138975"/>
                  <a:gd name="connsiteX3" fmla="*/ 2478310 w 4561332"/>
                  <a:gd name="connsiteY3" fmla="*/ 52935 h 5138975"/>
                  <a:gd name="connsiteX4" fmla="*/ 2083022 w 4561332"/>
                  <a:gd name="connsiteY4" fmla="*/ 52935 h 5138975"/>
                  <a:gd name="connsiteX5" fmla="*/ 198025 w 4561332"/>
                  <a:gd name="connsiteY5" fmla="*/ 1140024 h 5138975"/>
                  <a:gd name="connsiteX6" fmla="*/ 0 w 4561332"/>
                  <a:gd name="connsiteY6" fmla="*/ 1482733 h 5138975"/>
                  <a:gd name="connsiteX7" fmla="*/ 0 w 4561332"/>
                  <a:gd name="connsiteY7" fmla="*/ 3656243 h 5138975"/>
                  <a:gd name="connsiteX8" fmla="*/ 198025 w 4561332"/>
                  <a:gd name="connsiteY8" fmla="*/ 3998952 h 5138975"/>
                  <a:gd name="connsiteX9" fmla="*/ 2083022 w 4561332"/>
                  <a:gd name="connsiteY9" fmla="*/ 5086040 h 5138975"/>
                  <a:gd name="connsiteX10" fmla="*/ 2478310 w 4561332"/>
                  <a:gd name="connsiteY10" fmla="*/ 5086040 h 5138975"/>
                  <a:gd name="connsiteX11" fmla="*/ 4363307 w 4561332"/>
                  <a:gd name="connsiteY11" fmla="*/ 3998952 h 5138975"/>
                  <a:gd name="connsiteX12" fmla="*/ 4561332 w 4561332"/>
                  <a:gd name="connsiteY12" fmla="*/ 3656243 h 513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1332" h="5138975">
                    <a:moveTo>
                      <a:pt x="4561332" y="3656243"/>
                    </a:moveTo>
                    <a:lnTo>
                      <a:pt x="4561332" y="1482733"/>
                    </a:lnTo>
                    <a:cubicBezTo>
                      <a:pt x="4561332" y="1341287"/>
                      <a:pt x="4485894" y="1210604"/>
                      <a:pt x="4363307" y="1140024"/>
                    </a:cubicBezTo>
                    <a:lnTo>
                      <a:pt x="2478310" y="52935"/>
                    </a:lnTo>
                    <a:cubicBezTo>
                      <a:pt x="2356009" y="-17645"/>
                      <a:pt x="2205323" y="-17645"/>
                      <a:pt x="2083022" y="52935"/>
                    </a:cubicBezTo>
                    <a:lnTo>
                      <a:pt x="198025" y="1140024"/>
                    </a:lnTo>
                    <a:cubicBezTo>
                      <a:pt x="75438" y="1210699"/>
                      <a:pt x="0" y="1341287"/>
                      <a:pt x="0" y="1482733"/>
                    </a:cubicBezTo>
                    <a:lnTo>
                      <a:pt x="0" y="3656243"/>
                    </a:lnTo>
                    <a:cubicBezTo>
                      <a:pt x="0" y="3797689"/>
                      <a:pt x="75438" y="3928372"/>
                      <a:pt x="198025" y="3998952"/>
                    </a:cubicBezTo>
                    <a:lnTo>
                      <a:pt x="2083022" y="5086040"/>
                    </a:lnTo>
                    <a:cubicBezTo>
                      <a:pt x="2205323" y="5156621"/>
                      <a:pt x="2356009" y="5156621"/>
                      <a:pt x="2478310" y="5086040"/>
                    </a:cubicBezTo>
                    <a:lnTo>
                      <a:pt x="4363307" y="3998952"/>
                    </a:lnTo>
                    <a:cubicBezTo>
                      <a:pt x="4485799" y="3928277"/>
                      <a:pt x="4561332" y="3797594"/>
                      <a:pt x="4561332" y="3656243"/>
                    </a:cubicBezTo>
                    <a:close/>
                  </a:path>
                </a:pathLst>
              </a:custGeom>
              <a:solidFill>
                <a:schemeClr val="tx2">
                  <a:lumMod val="95000"/>
                </a:schemeClr>
              </a:solidFill>
              <a:ln w="9525" cap="flat">
                <a:noFill/>
                <a:prstDash val="solid"/>
                <a:miter/>
              </a:ln>
              <a:effectLst/>
            </p:spPr>
            <p:txBody>
              <a:bodyPr rtlCol="0" anchor="ctr"/>
              <a:lstStyle/>
              <a:p>
                <a:endParaRPr lang="fr-FR"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33" name="TextBox 2">
                <a:extLst>
                  <a:ext uri="{FF2B5EF4-FFF2-40B4-BE49-F238E27FC236}">
                    <a16:creationId xmlns:a16="http://schemas.microsoft.com/office/drawing/2014/main" id="{907AA44F-C380-08FE-18EF-7F27EACE6BCF}"/>
                  </a:ext>
                </a:extLst>
              </p:cNvPr>
              <p:cNvSpPr txBox="1">
                <a:spLocks/>
              </p:cNvSpPr>
              <p:nvPr/>
            </p:nvSpPr>
            <p:spPr>
              <a:xfrm>
                <a:off x="1484555" y="4254778"/>
                <a:ext cx="1141668" cy="1227912"/>
              </a:xfrm>
              <a:prstGeom prst="rect">
                <a:avLst/>
              </a:prstGeom>
              <a:noFill/>
            </p:spPr>
            <p:txBody>
              <a:bodyPr wrap="square" lIns="0" tIns="0" rIns="0" bIns="0" rtlCol="0" anchor="ctr">
                <a:spAutoFit/>
              </a:bodyPr>
              <a:lstStyle/>
              <a:p>
                <a:pPr algn="ctr">
                  <a:spcAft>
                    <a:spcPts val="600"/>
                  </a:spcAft>
                </a:pPr>
                <a:r>
                  <a:rPr lang="fr-FR" sz="1100" b="1">
                    <a:solidFill>
                      <a:schemeClr val="bg2"/>
                    </a:solidFill>
                  </a:rPr>
                  <a:t>Sécurité contre les véhicules</a:t>
                </a:r>
              </a:p>
              <a:p>
                <a:pPr algn="ctr">
                  <a:spcAft>
                    <a:spcPts val="600"/>
                  </a:spcAft>
                </a:pPr>
                <a:r>
                  <a:rPr lang="fr-FR" sz="900"/>
                  <a:t>Vérification des accès des véhicules, immatriculations… Contrôle des points d'entrée, barrières anti-véhicules (pointes, blocs…)</a:t>
                </a:r>
              </a:p>
            </p:txBody>
          </p:sp>
        </p:grpSp>
        <p:grpSp>
          <p:nvGrpSpPr>
            <p:cNvPr id="16" name="Groupe 15">
              <a:extLst>
                <a:ext uri="{FF2B5EF4-FFF2-40B4-BE49-F238E27FC236}">
                  <a16:creationId xmlns:a16="http://schemas.microsoft.com/office/drawing/2014/main" id="{1C0CFEDC-9FE5-E269-0FC7-86B6DF3BAF25}"/>
                </a:ext>
              </a:extLst>
            </p:cNvPr>
            <p:cNvGrpSpPr/>
            <p:nvPr/>
          </p:nvGrpSpPr>
          <p:grpSpPr>
            <a:xfrm>
              <a:off x="4262456" y="2677643"/>
              <a:ext cx="1749811" cy="1938842"/>
              <a:chOff x="2115347" y="2559326"/>
              <a:chExt cx="1525727" cy="1718943"/>
            </a:xfrm>
          </p:grpSpPr>
          <p:sp>
            <p:nvSpPr>
              <p:cNvPr id="30" name="Graphic 3">
                <a:extLst>
                  <a:ext uri="{FF2B5EF4-FFF2-40B4-BE49-F238E27FC236}">
                    <a16:creationId xmlns:a16="http://schemas.microsoft.com/office/drawing/2014/main" id="{4E40B264-FB71-59F3-77B1-6F5DE63EDC66}"/>
                  </a:ext>
                  <a:ext uri="{C183D7F6-B498-43B3-948B-1728B52AA6E4}">
                    <adec:decorative xmlns:adec="http://schemas.microsoft.com/office/drawing/2017/decorative" val="1"/>
                  </a:ext>
                </a:extLst>
              </p:cNvPr>
              <p:cNvSpPr/>
              <p:nvPr/>
            </p:nvSpPr>
            <p:spPr>
              <a:xfrm>
                <a:off x="2115347" y="2559326"/>
                <a:ext cx="1525727" cy="1718943"/>
              </a:xfrm>
              <a:custGeom>
                <a:avLst/>
                <a:gdLst>
                  <a:gd name="connsiteX0" fmla="*/ 4561332 w 4561332"/>
                  <a:gd name="connsiteY0" fmla="*/ 3656243 h 5138975"/>
                  <a:gd name="connsiteX1" fmla="*/ 4561332 w 4561332"/>
                  <a:gd name="connsiteY1" fmla="*/ 1482733 h 5138975"/>
                  <a:gd name="connsiteX2" fmla="*/ 4363307 w 4561332"/>
                  <a:gd name="connsiteY2" fmla="*/ 1140024 h 5138975"/>
                  <a:gd name="connsiteX3" fmla="*/ 2478310 w 4561332"/>
                  <a:gd name="connsiteY3" fmla="*/ 52935 h 5138975"/>
                  <a:gd name="connsiteX4" fmla="*/ 2083022 w 4561332"/>
                  <a:gd name="connsiteY4" fmla="*/ 52935 h 5138975"/>
                  <a:gd name="connsiteX5" fmla="*/ 198025 w 4561332"/>
                  <a:gd name="connsiteY5" fmla="*/ 1140024 h 5138975"/>
                  <a:gd name="connsiteX6" fmla="*/ 0 w 4561332"/>
                  <a:gd name="connsiteY6" fmla="*/ 1482733 h 5138975"/>
                  <a:gd name="connsiteX7" fmla="*/ 0 w 4561332"/>
                  <a:gd name="connsiteY7" fmla="*/ 3656243 h 5138975"/>
                  <a:gd name="connsiteX8" fmla="*/ 198025 w 4561332"/>
                  <a:gd name="connsiteY8" fmla="*/ 3998952 h 5138975"/>
                  <a:gd name="connsiteX9" fmla="*/ 2083022 w 4561332"/>
                  <a:gd name="connsiteY9" fmla="*/ 5086040 h 5138975"/>
                  <a:gd name="connsiteX10" fmla="*/ 2478310 w 4561332"/>
                  <a:gd name="connsiteY10" fmla="*/ 5086040 h 5138975"/>
                  <a:gd name="connsiteX11" fmla="*/ 4363307 w 4561332"/>
                  <a:gd name="connsiteY11" fmla="*/ 3998952 h 5138975"/>
                  <a:gd name="connsiteX12" fmla="*/ 4561332 w 4561332"/>
                  <a:gd name="connsiteY12" fmla="*/ 3656243 h 513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1332" h="5138975">
                    <a:moveTo>
                      <a:pt x="4561332" y="3656243"/>
                    </a:moveTo>
                    <a:lnTo>
                      <a:pt x="4561332" y="1482733"/>
                    </a:lnTo>
                    <a:cubicBezTo>
                      <a:pt x="4561332" y="1341287"/>
                      <a:pt x="4485894" y="1210604"/>
                      <a:pt x="4363307" y="1140024"/>
                    </a:cubicBezTo>
                    <a:lnTo>
                      <a:pt x="2478310" y="52935"/>
                    </a:lnTo>
                    <a:cubicBezTo>
                      <a:pt x="2356009" y="-17645"/>
                      <a:pt x="2205323" y="-17645"/>
                      <a:pt x="2083022" y="52935"/>
                    </a:cubicBezTo>
                    <a:lnTo>
                      <a:pt x="198025" y="1140024"/>
                    </a:lnTo>
                    <a:cubicBezTo>
                      <a:pt x="75438" y="1210699"/>
                      <a:pt x="0" y="1341287"/>
                      <a:pt x="0" y="1482733"/>
                    </a:cubicBezTo>
                    <a:lnTo>
                      <a:pt x="0" y="3656243"/>
                    </a:lnTo>
                    <a:cubicBezTo>
                      <a:pt x="0" y="3797689"/>
                      <a:pt x="75438" y="3928372"/>
                      <a:pt x="198025" y="3998952"/>
                    </a:cubicBezTo>
                    <a:lnTo>
                      <a:pt x="2083022" y="5086040"/>
                    </a:lnTo>
                    <a:cubicBezTo>
                      <a:pt x="2205323" y="5156621"/>
                      <a:pt x="2356009" y="5156621"/>
                      <a:pt x="2478310" y="5086040"/>
                    </a:cubicBezTo>
                    <a:lnTo>
                      <a:pt x="4363307" y="3998952"/>
                    </a:lnTo>
                    <a:cubicBezTo>
                      <a:pt x="4485799" y="3928277"/>
                      <a:pt x="4561332" y="3797594"/>
                      <a:pt x="4561332" y="3656243"/>
                    </a:cubicBezTo>
                    <a:close/>
                  </a:path>
                </a:pathLst>
              </a:custGeom>
              <a:solidFill>
                <a:schemeClr val="tx2">
                  <a:lumMod val="95000"/>
                </a:schemeClr>
              </a:solidFill>
              <a:ln w="9525" cap="flat">
                <a:noFill/>
                <a:prstDash val="solid"/>
                <a:miter/>
              </a:ln>
              <a:effectLst/>
            </p:spPr>
            <p:txBody>
              <a:bodyPr rtlCol="0" anchor="ctr"/>
              <a:lstStyle/>
              <a:p>
                <a:endParaRPr lang="fr-FR"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31" name="TextBox 3">
                <a:extLst>
                  <a:ext uri="{FF2B5EF4-FFF2-40B4-BE49-F238E27FC236}">
                    <a16:creationId xmlns:a16="http://schemas.microsoft.com/office/drawing/2014/main" id="{3DCB2DC7-0BAB-BCC4-4C67-BA8D802C5EF9}"/>
                  </a:ext>
                </a:extLst>
              </p:cNvPr>
              <p:cNvSpPr txBox="1">
                <a:spLocks/>
              </p:cNvSpPr>
              <p:nvPr/>
            </p:nvSpPr>
            <p:spPr>
              <a:xfrm>
                <a:off x="2226651" y="2769190"/>
                <a:ext cx="1303117" cy="1296129"/>
              </a:xfrm>
              <a:prstGeom prst="rect">
                <a:avLst/>
              </a:prstGeom>
              <a:noFill/>
            </p:spPr>
            <p:txBody>
              <a:bodyPr wrap="square" lIns="0" tIns="0" rIns="0" bIns="0" rtlCol="0" anchor="ctr">
                <a:spAutoFit/>
              </a:bodyPr>
              <a:lstStyle/>
              <a:p>
                <a:pPr algn="ctr">
                  <a:spcAft>
                    <a:spcPts val="600"/>
                  </a:spcAft>
                </a:pPr>
                <a:r>
                  <a:rPr lang="fr-FR" sz="1100" b="1">
                    <a:solidFill>
                      <a:schemeClr val="bg2"/>
                    </a:solidFill>
                  </a:rPr>
                  <a:t>Protection de l’infrastructure</a:t>
                </a:r>
              </a:p>
              <a:p>
                <a:pPr algn="ctr">
                  <a:spcAft>
                    <a:spcPts val="600"/>
                  </a:spcAft>
                </a:pPr>
                <a:r>
                  <a:rPr lang="fr-FR" sz="900"/>
                  <a:t>Protection des équipements essentiels (générateurs, systèmes de communication, réseaux SI…)</a:t>
                </a:r>
              </a:p>
              <a:p>
                <a:pPr algn="ctr">
                  <a:spcAft>
                    <a:spcPts val="600"/>
                  </a:spcAft>
                </a:pPr>
                <a:r>
                  <a:rPr lang="fr-FR" sz="900"/>
                  <a:t>Sécurisation des sites de stockage des matériaux dangereux…</a:t>
                </a:r>
              </a:p>
            </p:txBody>
          </p:sp>
        </p:grpSp>
        <p:grpSp>
          <p:nvGrpSpPr>
            <p:cNvPr id="17" name="Groupe 16">
              <a:extLst>
                <a:ext uri="{FF2B5EF4-FFF2-40B4-BE49-F238E27FC236}">
                  <a16:creationId xmlns:a16="http://schemas.microsoft.com/office/drawing/2014/main" id="{60DA7AE8-1115-F748-44EB-9134EA8C744E}"/>
                </a:ext>
              </a:extLst>
            </p:cNvPr>
            <p:cNvGrpSpPr/>
            <p:nvPr/>
          </p:nvGrpSpPr>
          <p:grpSpPr>
            <a:xfrm>
              <a:off x="6149796" y="2677643"/>
              <a:ext cx="1749811" cy="1938842"/>
              <a:chOff x="3760991" y="2559326"/>
              <a:chExt cx="1525727" cy="1718943"/>
            </a:xfrm>
          </p:grpSpPr>
          <p:sp>
            <p:nvSpPr>
              <p:cNvPr id="28" name="Graphic 4">
                <a:extLst>
                  <a:ext uri="{FF2B5EF4-FFF2-40B4-BE49-F238E27FC236}">
                    <a16:creationId xmlns:a16="http://schemas.microsoft.com/office/drawing/2014/main" id="{92868B18-BA6E-F1A2-9C78-2F0BD25CA922}"/>
                  </a:ext>
                  <a:ext uri="{C183D7F6-B498-43B3-948B-1728B52AA6E4}">
                    <adec:decorative xmlns:adec="http://schemas.microsoft.com/office/drawing/2017/decorative" val="1"/>
                  </a:ext>
                </a:extLst>
              </p:cNvPr>
              <p:cNvSpPr/>
              <p:nvPr/>
            </p:nvSpPr>
            <p:spPr>
              <a:xfrm>
                <a:off x="3760991" y="2559326"/>
                <a:ext cx="1525727" cy="1718943"/>
              </a:xfrm>
              <a:custGeom>
                <a:avLst/>
                <a:gdLst>
                  <a:gd name="connsiteX0" fmla="*/ 4561332 w 4561332"/>
                  <a:gd name="connsiteY0" fmla="*/ 3656243 h 5138975"/>
                  <a:gd name="connsiteX1" fmla="*/ 4561332 w 4561332"/>
                  <a:gd name="connsiteY1" fmla="*/ 1482733 h 5138975"/>
                  <a:gd name="connsiteX2" fmla="*/ 4363307 w 4561332"/>
                  <a:gd name="connsiteY2" fmla="*/ 1140024 h 5138975"/>
                  <a:gd name="connsiteX3" fmla="*/ 2478310 w 4561332"/>
                  <a:gd name="connsiteY3" fmla="*/ 52935 h 5138975"/>
                  <a:gd name="connsiteX4" fmla="*/ 2083022 w 4561332"/>
                  <a:gd name="connsiteY4" fmla="*/ 52935 h 5138975"/>
                  <a:gd name="connsiteX5" fmla="*/ 198025 w 4561332"/>
                  <a:gd name="connsiteY5" fmla="*/ 1140024 h 5138975"/>
                  <a:gd name="connsiteX6" fmla="*/ 0 w 4561332"/>
                  <a:gd name="connsiteY6" fmla="*/ 1482733 h 5138975"/>
                  <a:gd name="connsiteX7" fmla="*/ 0 w 4561332"/>
                  <a:gd name="connsiteY7" fmla="*/ 3656243 h 5138975"/>
                  <a:gd name="connsiteX8" fmla="*/ 198025 w 4561332"/>
                  <a:gd name="connsiteY8" fmla="*/ 3998952 h 5138975"/>
                  <a:gd name="connsiteX9" fmla="*/ 2083022 w 4561332"/>
                  <a:gd name="connsiteY9" fmla="*/ 5086040 h 5138975"/>
                  <a:gd name="connsiteX10" fmla="*/ 2478310 w 4561332"/>
                  <a:gd name="connsiteY10" fmla="*/ 5086040 h 5138975"/>
                  <a:gd name="connsiteX11" fmla="*/ 4363307 w 4561332"/>
                  <a:gd name="connsiteY11" fmla="*/ 3998952 h 5138975"/>
                  <a:gd name="connsiteX12" fmla="*/ 4561332 w 4561332"/>
                  <a:gd name="connsiteY12" fmla="*/ 3656243 h 513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1332" h="5138975">
                    <a:moveTo>
                      <a:pt x="4561332" y="3656243"/>
                    </a:moveTo>
                    <a:lnTo>
                      <a:pt x="4561332" y="1482733"/>
                    </a:lnTo>
                    <a:cubicBezTo>
                      <a:pt x="4561332" y="1341287"/>
                      <a:pt x="4485894" y="1210604"/>
                      <a:pt x="4363307" y="1140024"/>
                    </a:cubicBezTo>
                    <a:lnTo>
                      <a:pt x="2478310" y="52935"/>
                    </a:lnTo>
                    <a:cubicBezTo>
                      <a:pt x="2356009" y="-17645"/>
                      <a:pt x="2205323" y="-17645"/>
                      <a:pt x="2083022" y="52935"/>
                    </a:cubicBezTo>
                    <a:lnTo>
                      <a:pt x="198025" y="1140024"/>
                    </a:lnTo>
                    <a:cubicBezTo>
                      <a:pt x="75438" y="1210699"/>
                      <a:pt x="0" y="1341287"/>
                      <a:pt x="0" y="1482733"/>
                    </a:cubicBezTo>
                    <a:lnTo>
                      <a:pt x="0" y="3656243"/>
                    </a:lnTo>
                    <a:cubicBezTo>
                      <a:pt x="0" y="3797689"/>
                      <a:pt x="75438" y="3928372"/>
                      <a:pt x="198025" y="3998952"/>
                    </a:cubicBezTo>
                    <a:lnTo>
                      <a:pt x="2083022" y="5086040"/>
                    </a:lnTo>
                    <a:cubicBezTo>
                      <a:pt x="2205323" y="5156621"/>
                      <a:pt x="2356009" y="5156621"/>
                      <a:pt x="2478310" y="5086040"/>
                    </a:cubicBezTo>
                    <a:lnTo>
                      <a:pt x="4363307" y="3998952"/>
                    </a:lnTo>
                    <a:cubicBezTo>
                      <a:pt x="4485799" y="3928277"/>
                      <a:pt x="4561332" y="3797594"/>
                      <a:pt x="4561332" y="3656243"/>
                    </a:cubicBezTo>
                    <a:close/>
                  </a:path>
                </a:pathLst>
              </a:custGeom>
              <a:solidFill>
                <a:schemeClr val="tx2">
                  <a:lumMod val="95000"/>
                </a:schemeClr>
              </a:solidFill>
              <a:ln w="9525" cap="flat">
                <a:noFill/>
                <a:prstDash val="solid"/>
                <a:miter/>
              </a:ln>
              <a:effectLst/>
            </p:spPr>
            <p:txBody>
              <a:bodyPr rtlCol="0" anchor="ctr"/>
              <a:lstStyle/>
              <a:p>
                <a:endParaRPr lang="fr-FR"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29" name="TextBox 4">
                <a:extLst>
                  <a:ext uri="{FF2B5EF4-FFF2-40B4-BE49-F238E27FC236}">
                    <a16:creationId xmlns:a16="http://schemas.microsoft.com/office/drawing/2014/main" id="{69D164C3-FFE9-4F9A-F01E-5CE322B2C1FC}"/>
                  </a:ext>
                </a:extLst>
              </p:cNvPr>
              <p:cNvSpPr txBox="1">
                <a:spLocks/>
              </p:cNvSpPr>
              <p:nvPr/>
            </p:nvSpPr>
            <p:spPr>
              <a:xfrm>
                <a:off x="3953020" y="2937836"/>
                <a:ext cx="1141668" cy="982330"/>
              </a:xfrm>
              <a:prstGeom prst="rect">
                <a:avLst/>
              </a:prstGeom>
              <a:noFill/>
            </p:spPr>
            <p:txBody>
              <a:bodyPr wrap="square" lIns="0" tIns="0" rIns="0" bIns="0" rtlCol="0" anchor="ctr">
                <a:spAutoFit/>
              </a:bodyPr>
              <a:lstStyle/>
              <a:p>
                <a:pPr algn="ctr">
                  <a:spcAft>
                    <a:spcPts val="600"/>
                  </a:spcAft>
                </a:pPr>
                <a:r>
                  <a:rPr lang="fr-FR" sz="1100" b="1">
                    <a:solidFill>
                      <a:schemeClr val="bg2"/>
                    </a:solidFill>
                  </a:rPr>
                  <a:t>Plans d'urgence et de réponse</a:t>
                </a:r>
              </a:p>
              <a:p>
                <a:pPr algn="ctr">
                  <a:spcAft>
                    <a:spcPts val="600"/>
                  </a:spcAft>
                </a:pPr>
                <a:r>
                  <a:rPr lang="fr-FR" sz="900"/>
                  <a:t>Établissement de procédures d'urgence Formation des personnels sur les protocoles d'incident.</a:t>
                </a:r>
              </a:p>
            </p:txBody>
          </p:sp>
        </p:grpSp>
        <p:grpSp>
          <p:nvGrpSpPr>
            <p:cNvPr id="19" name="Groupe 18">
              <a:extLst>
                <a:ext uri="{FF2B5EF4-FFF2-40B4-BE49-F238E27FC236}">
                  <a16:creationId xmlns:a16="http://schemas.microsoft.com/office/drawing/2014/main" id="{CB948AFD-9008-DCC3-DE60-FAB3A70D0626}"/>
                </a:ext>
              </a:extLst>
            </p:cNvPr>
            <p:cNvGrpSpPr/>
            <p:nvPr/>
          </p:nvGrpSpPr>
          <p:grpSpPr>
            <a:xfrm>
              <a:off x="8037135" y="2677643"/>
              <a:ext cx="1749811" cy="1938842"/>
              <a:chOff x="5406634" y="2559326"/>
              <a:chExt cx="1525727" cy="1718943"/>
            </a:xfrm>
          </p:grpSpPr>
          <p:sp>
            <p:nvSpPr>
              <p:cNvPr id="24" name="Graphic 6">
                <a:extLst>
                  <a:ext uri="{FF2B5EF4-FFF2-40B4-BE49-F238E27FC236}">
                    <a16:creationId xmlns:a16="http://schemas.microsoft.com/office/drawing/2014/main" id="{58D117BE-B600-B416-FE4F-06562A98748F}"/>
                  </a:ext>
                  <a:ext uri="{C183D7F6-B498-43B3-948B-1728B52AA6E4}">
                    <adec:decorative xmlns:adec="http://schemas.microsoft.com/office/drawing/2017/decorative" val="1"/>
                  </a:ext>
                </a:extLst>
              </p:cNvPr>
              <p:cNvSpPr>
                <a:spLocks/>
              </p:cNvSpPr>
              <p:nvPr/>
            </p:nvSpPr>
            <p:spPr>
              <a:xfrm>
                <a:off x="5406634" y="2559326"/>
                <a:ext cx="1525727" cy="1718943"/>
              </a:xfrm>
              <a:custGeom>
                <a:avLst/>
                <a:gdLst>
                  <a:gd name="connsiteX0" fmla="*/ 4561332 w 4561332"/>
                  <a:gd name="connsiteY0" fmla="*/ 3656243 h 5138975"/>
                  <a:gd name="connsiteX1" fmla="*/ 4561332 w 4561332"/>
                  <a:gd name="connsiteY1" fmla="*/ 1482733 h 5138975"/>
                  <a:gd name="connsiteX2" fmla="*/ 4363307 w 4561332"/>
                  <a:gd name="connsiteY2" fmla="*/ 1140024 h 5138975"/>
                  <a:gd name="connsiteX3" fmla="*/ 2478310 w 4561332"/>
                  <a:gd name="connsiteY3" fmla="*/ 52935 h 5138975"/>
                  <a:gd name="connsiteX4" fmla="*/ 2083022 w 4561332"/>
                  <a:gd name="connsiteY4" fmla="*/ 52935 h 5138975"/>
                  <a:gd name="connsiteX5" fmla="*/ 198025 w 4561332"/>
                  <a:gd name="connsiteY5" fmla="*/ 1140024 h 5138975"/>
                  <a:gd name="connsiteX6" fmla="*/ 0 w 4561332"/>
                  <a:gd name="connsiteY6" fmla="*/ 1482733 h 5138975"/>
                  <a:gd name="connsiteX7" fmla="*/ 0 w 4561332"/>
                  <a:gd name="connsiteY7" fmla="*/ 3656243 h 5138975"/>
                  <a:gd name="connsiteX8" fmla="*/ 198025 w 4561332"/>
                  <a:gd name="connsiteY8" fmla="*/ 3998952 h 5138975"/>
                  <a:gd name="connsiteX9" fmla="*/ 2083022 w 4561332"/>
                  <a:gd name="connsiteY9" fmla="*/ 5086040 h 5138975"/>
                  <a:gd name="connsiteX10" fmla="*/ 2478310 w 4561332"/>
                  <a:gd name="connsiteY10" fmla="*/ 5086040 h 5138975"/>
                  <a:gd name="connsiteX11" fmla="*/ 4363307 w 4561332"/>
                  <a:gd name="connsiteY11" fmla="*/ 3998952 h 5138975"/>
                  <a:gd name="connsiteX12" fmla="*/ 4561332 w 4561332"/>
                  <a:gd name="connsiteY12" fmla="*/ 3656243 h 513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1332" h="5138975">
                    <a:moveTo>
                      <a:pt x="4561332" y="3656243"/>
                    </a:moveTo>
                    <a:lnTo>
                      <a:pt x="4561332" y="1482733"/>
                    </a:lnTo>
                    <a:cubicBezTo>
                      <a:pt x="4561332" y="1341287"/>
                      <a:pt x="4485894" y="1210604"/>
                      <a:pt x="4363307" y="1140024"/>
                    </a:cubicBezTo>
                    <a:lnTo>
                      <a:pt x="2478310" y="52935"/>
                    </a:lnTo>
                    <a:cubicBezTo>
                      <a:pt x="2356009" y="-17645"/>
                      <a:pt x="2205323" y="-17645"/>
                      <a:pt x="2083022" y="52935"/>
                    </a:cubicBezTo>
                    <a:lnTo>
                      <a:pt x="198025" y="1140024"/>
                    </a:lnTo>
                    <a:cubicBezTo>
                      <a:pt x="75438" y="1210699"/>
                      <a:pt x="0" y="1341287"/>
                      <a:pt x="0" y="1482733"/>
                    </a:cubicBezTo>
                    <a:lnTo>
                      <a:pt x="0" y="3656243"/>
                    </a:lnTo>
                    <a:cubicBezTo>
                      <a:pt x="0" y="3797689"/>
                      <a:pt x="75438" y="3928372"/>
                      <a:pt x="198025" y="3998952"/>
                    </a:cubicBezTo>
                    <a:lnTo>
                      <a:pt x="2083022" y="5086040"/>
                    </a:lnTo>
                    <a:cubicBezTo>
                      <a:pt x="2205323" y="5156621"/>
                      <a:pt x="2356009" y="5156621"/>
                      <a:pt x="2478310" y="5086040"/>
                    </a:cubicBezTo>
                    <a:lnTo>
                      <a:pt x="4363307" y="3998952"/>
                    </a:lnTo>
                    <a:cubicBezTo>
                      <a:pt x="4485799" y="3928277"/>
                      <a:pt x="4561332" y="3797594"/>
                      <a:pt x="4561332" y="3656243"/>
                    </a:cubicBezTo>
                    <a:close/>
                  </a:path>
                </a:pathLst>
              </a:custGeom>
              <a:solidFill>
                <a:schemeClr val="tx2">
                  <a:lumMod val="95000"/>
                </a:schemeClr>
              </a:solidFill>
              <a:ln w="9525" cap="flat">
                <a:noFill/>
                <a:prstDash val="solid"/>
                <a:miter/>
              </a:ln>
              <a:effectLst/>
            </p:spPr>
            <p:txBody>
              <a:bodyPr rtlCol="0" anchor="ctr"/>
              <a:lstStyle/>
              <a:p>
                <a:endParaRPr lang="fr-FR"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25" name="TextBox 6">
                <a:extLst>
                  <a:ext uri="{FF2B5EF4-FFF2-40B4-BE49-F238E27FC236}">
                    <a16:creationId xmlns:a16="http://schemas.microsoft.com/office/drawing/2014/main" id="{AC6B8A6B-51D3-072D-4088-18E3790F769D}"/>
                  </a:ext>
                </a:extLst>
              </p:cNvPr>
              <p:cNvSpPr txBox="1">
                <a:spLocks/>
              </p:cNvSpPr>
              <p:nvPr/>
            </p:nvSpPr>
            <p:spPr>
              <a:xfrm>
                <a:off x="5502648" y="3023552"/>
                <a:ext cx="1333698" cy="859538"/>
              </a:xfrm>
              <a:prstGeom prst="rect">
                <a:avLst/>
              </a:prstGeom>
              <a:noFill/>
            </p:spPr>
            <p:txBody>
              <a:bodyPr wrap="square" lIns="0" tIns="0" rIns="0" bIns="0" rtlCol="0" anchor="ctr">
                <a:spAutoFit/>
              </a:bodyPr>
              <a:lstStyle/>
              <a:p>
                <a:pPr algn="ctr">
                  <a:spcAft>
                    <a:spcPts val="600"/>
                  </a:spcAft>
                </a:pPr>
                <a:r>
                  <a:rPr lang="fr-FR" sz="1100" b="1">
                    <a:solidFill>
                      <a:schemeClr val="bg2"/>
                    </a:solidFill>
                  </a:rPr>
                  <a:t>Posture de maintien et amélioration continue</a:t>
                </a:r>
              </a:p>
              <a:p>
                <a:pPr algn="ctr">
                  <a:spcAft>
                    <a:spcPts val="600"/>
                  </a:spcAft>
                </a:pPr>
                <a:r>
                  <a:rPr lang="fr-FR" sz="900"/>
                  <a:t>Mise à jour des mesures de sécurité physiques et des technologies sur lesquelles elles reposent</a:t>
                </a:r>
              </a:p>
            </p:txBody>
          </p:sp>
        </p:grpSp>
        <p:grpSp>
          <p:nvGrpSpPr>
            <p:cNvPr id="20" name="Groupe 19">
              <a:extLst>
                <a:ext uri="{FF2B5EF4-FFF2-40B4-BE49-F238E27FC236}">
                  <a16:creationId xmlns:a16="http://schemas.microsoft.com/office/drawing/2014/main" id="{D9578BF1-7E1E-7E3B-217E-FE92ADE1A1BE}"/>
                </a:ext>
              </a:extLst>
            </p:cNvPr>
            <p:cNvGrpSpPr/>
            <p:nvPr/>
          </p:nvGrpSpPr>
          <p:grpSpPr>
            <a:xfrm>
              <a:off x="8993190" y="4281821"/>
              <a:ext cx="1749811" cy="1938842"/>
              <a:chOff x="4583813" y="4009264"/>
              <a:chExt cx="1525727" cy="1718943"/>
            </a:xfrm>
          </p:grpSpPr>
          <p:sp>
            <p:nvSpPr>
              <p:cNvPr id="22" name="Graphic 7">
                <a:extLst>
                  <a:ext uri="{FF2B5EF4-FFF2-40B4-BE49-F238E27FC236}">
                    <a16:creationId xmlns:a16="http://schemas.microsoft.com/office/drawing/2014/main" id="{9B29BA38-ECD6-690D-63F8-2764B2B465DC}"/>
                  </a:ext>
                  <a:ext uri="{C183D7F6-B498-43B3-948B-1728B52AA6E4}">
                    <adec:decorative xmlns:adec="http://schemas.microsoft.com/office/drawing/2017/decorative" val="1"/>
                  </a:ext>
                </a:extLst>
              </p:cNvPr>
              <p:cNvSpPr>
                <a:spLocks/>
              </p:cNvSpPr>
              <p:nvPr/>
            </p:nvSpPr>
            <p:spPr>
              <a:xfrm>
                <a:off x="4583813" y="4009264"/>
                <a:ext cx="1525727" cy="1718943"/>
              </a:xfrm>
              <a:custGeom>
                <a:avLst/>
                <a:gdLst>
                  <a:gd name="connsiteX0" fmla="*/ 4561332 w 4561332"/>
                  <a:gd name="connsiteY0" fmla="*/ 3656243 h 5138975"/>
                  <a:gd name="connsiteX1" fmla="*/ 4561332 w 4561332"/>
                  <a:gd name="connsiteY1" fmla="*/ 1482733 h 5138975"/>
                  <a:gd name="connsiteX2" fmla="*/ 4363307 w 4561332"/>
                  <a:gd name="connsiteY2" fmla="*/ 1140024 h 5138975"/>
                  <a:gd name="connsiteX3" fmla="*/ 2478310 w 4561332"/>
                  <a:gd name="connsiteY3" fmla="*/ 52935 h 5138975"/>
                  <a:gd name="connsiteX4" fmla="*/ 2083022 w 4561332"/>
                  <a:gd name="connsiteY4" fmla="*/ 52935 h 5138975"/>
                  <a:gd name="connsiteX5" fmla="*/ 198025 w 4561332"/>
                  <a:gd name="connsiteY5" fmla="*/ 1140024 h 5138975"/>
                  <a:gd name="connsiteX6" fmla="*/ 0 w 4561332"/>
                  <a:gd name="connsiteY6" fmla="*/ 1482733 h 5138975"/>
                  <a:gd name="connsiteX7" fmla="*/ 0 w 4561332"/>
                  <a:gd name="connsiteY7" fmla="*/ 3656243 h 5138975"/>
                  <a:gd name="connsiteX8" fmla="*/ 198025 w 4561332"/>
                  <a:gd name="connsiteY8" fmla="*/ 3998952 h 5138975"/>
                  <a:gd name="connsiteX9" fmla="*/ 2083022 w 4561332"/>
                  <a:gd name="connsiteY9" fmla="*/ 5086040 h 5138975"/>
                  <a:gd name="connsiteX10" fmla="*/ 2478310 w 4561332"/>
                  <a:gd name="connsiteY10" fmla="*/ 5086040 h 5138975"/>
                  <a:gd name="connsiteX11" fmla="*/ 4363307 w 4561332"/>
                  <a:gd name="connsiteY11" fmla="*/ 3998952 h 5138975"/>
                  <a:gd name="connsiteX12" fmla="*/ 4561332 w 4561332"/>
                  <a:gd name="connsiteY12" fmla="*/ 3656243 h 513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1332" h="5138975">
                    <a:moveTo>
                      <a:pt x="4561332" y="3656243"/>
                    </a:moveTo>
                    <a:lnTo>
                      <a:pt x="4561332" y="1482733"/>
                    </a:lnTo>
                    <a:cubicBezTo>
                      <a:pt x="4561332" y="1341287"/>
                      <a:pt x="4485894" y="1210604"/>
                      <a:pt x="4363307" y="1140024"/>
                    </a:cubicBezTo>
                    <a:lnTo>
                      <a:pt x="2478310" y="52935"/>
                    </a:lnTo>
                    <a:cubicBezTo>
                      <a:pt x="2356009" y="-17645"/>
                      <a:pt x="2205323" y="-17645"/>
                      <a:pt x="2083022" y="52935"/>
                    </a:cubicBezTo>
                    <a:lnTo>
                      <a:pt x="198025" y="1140024"/>
                    </a:lnTo>
                    <a:cubicBezTo>
                      <a:pt x="75438" y="1210699"/>
                      <a:pt x="0" y="1341287"/>
                      <a:pt x="0" y="1482733"/>
                    </a:cubicBezTo>
                    <a:lnTo>
                      <a:pt x="0" y="3656243"/>
                    </a:lnTo>
                    <a:cubicBezTo>
                      <a:pt x="0" y="3797689"/>
                      <a:pt x="75438" y="3928372"/>
                      <a:pt x="198025" y="3998952"/>
                    </a:cubicBezTo>
                    <a:lnTo>
                      <a:pt x="2083022" y="5086040"/>
                    </a:lnTo>
                    <a:cubicBezTo>
                      <a:pt x="2205323" y="5156621"/>
                      <a:pt x="2356009" y="5156621"/>
                      <a:pt x="2478310" y="5086040"/>
                    </a:cubicBezTo>
                    <a:lnTo>
                      <a:pt x="4363307" y="3998952"/>
                    </a:lnTo>
                    <a:cubicBezTo>
                      <a:pt x="4485799" y="3928277"/>
                      <a:pt x="4561332" y="3797594"/>
                      <a:pt x="4561332" y="3656243"/>
                    </a:cubicBezTo>
                    <a:close/>
                  </a:path>
                </a:pathLst>
              </a:custGeom>
              <a:solidFill>
                <a:schemeClr val="tx2">
                  <a:lumMod val="95000"/>
                </a:schemeClr>
              </a:solidFill>
              <a:ln w="9525" cap="flat">
                <a:noFill/>
                <a:prstDash val="solid"/>
                <a:miter/>
              </a:ln>
              <a:effectLst/>
            </p:spPr>
            <p:txBody>
              <a:bodyPr rtlCol="0" anchor="ctr"/>
              <a:lstStyle/>
              <a:p>
                <a:endParaRPr lang="fr-FR"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23" name="TextBox 7">
                <a:extLst>
                  <a:ext uri="{FF2B5EF4-FFF2-40B4-BE49-F238E27FC236}">
                    <a16:creationId xmlns:a16="http://schemas.microsoft.com/office/drawing/2014/main" id="{FDFED010-7939-FF94-0DF8-5F6150466421}"/>
                  </a:ext>
                </a:extLst>
              </p:cNvPr>
              <p:cNvSpPr txBox="1">
                <a:spLocks/>
              </p:cNvSpPr>
              <p:nvPr/>
            </p:nvSpPr>
            <p:spPr>
              <a:xfrm>
                <a:off x="4688488" y="4332784"/>
                <a:ext cx="1316376" cy="1023260"/>
              </a:xfrm>
              <a:prstGeom prst="rect">
                <a:avLst/>
              </a:prstGeom>
              <a:noFill/>
            </p:spPr>
            <p:txBody>
              <a:bodyPr wrap="square" lIns="0" tIns="0" rIns="0" bIns="0" rtlCol="0" anchor="ctr">
                <a:spAutoFit/>
              </a:bodyPr>
              <a:lstStyle/>
              <a:p>
                <a:pPr algn="ctr">
                  <a:spcAft>
                    <a:spcPts val="600"/>
                  </a:spcAft>
                </a:pPr>
                <a:r>
                  <a:rPr lang="fr-FR" sz="1100" b="1">
                    <a:solidFill>
                      <a:schemeClr val="bg2"/>
                    </a:solidFill>
                  </a:rPr>
                  <a:t>Communication</a:t>
                </a:r>
              </a:p>
              <a:p>
                <a:pPr algn="ctr">
                  <a:spcAft>
                    <a:spcPts val="600"/>
                  </a:spcAft>
                </a:pPr>
                <a:r>
                  <a:rPr lang="fr-FR" sz="900"/>
                  <a:t>Communication interne : protocoles de communication sécurisés </a:t>
                </a:r>
              </a:p>
              <a:p>
                <a:pPr algn="ctr">
                  <a:spcAft>
                    <a:spcPts val="600"/>
                  </a:spcAft>
                </a:pPr>
                <a:r>
                  <a:rPr lang="fr-FR" sz="900"/>
                  <a:t>Communication externe : forces de l'ordre, autres entités critiques, autorités…</a:t>
                </a:r>
              </a:p>
            </p:txBody>
          </p:sp>
        </p:grpSp>
        <p:sp>
          <p:nvSpPr>
            <p:cNvPr id="5" name="Graphic 5">
              <a:extLst>
                <a:ext uri="{FF2B5EF4-FFF2-40B4-BE49-F238E27FC236}">
                  <a16:creationId xmlns:a16="http://schemas.microsoft.com/office/drawing/2014/main" id="{9D4310D2-EC92-893E-F753-D9D698FF3CBC}"/>
                </a:ext>
                <a:ext uri="{C183D7F6-B498-43B3-948B-1728B52AA6E4}">
                  <adec:decorative xmlns:adec="http://schemas.microsoft.com/office/drawing/2017/decorative" val="1"/>
                </a:ext>
              </a:extLst>
            </p:cNvPr>
            <p:cNvSpPr/>
            <p:nvPr/>
          </p:nvSpPr>
          <p:spPr>
            <a:xfrm>
              <a:off x="481692" y="2651148"/>
              <a:ext cx="1749811" cy="1938842"/>
            </a:xfrm>
            <a:custGeom>
              <a:avLst/>
              <a:gdLst>
                <a:gd name="connsiteX0" fmla="*/ 4561332 w 4561332"/>
                <a:gd name="connsiteY0" fmla="*/ 3656243 h 5138975"/>
                <a:gd name="connsiteX1" fmla="*/ 4561332 w 4561332"/>
                <a:gd name="connsiteY1" fmla="*/ 1482733 h 5138975"/>
                <a:gd name="connsiteX2" fmla="*/ 4363307 w 4561332"/>
                <a:gd name="connsiteY2" fmla="*/ 1140024 h 5138975"/>
                <a:gd name="connsiteX3" fmla="*/ 2478310 w 4561332"/>
                <a:gd name="connsiteY3" fmla="*/ 52935 h 5138975"/>
                <a:gd name="connsiteX4" fmla="*/ 2083022 w 4561332"/>
                <a:gd name="connsiteY4" fmla="*/ 52935 h 5138975"/>
                <a:gd name="connsiteX5" fmla="*/ 198025 w 4561332"/>
                <a:gd name="connsiteY5" fmla="*/ 1140024 h 5138975"/>
                <a:gd name="connsiteX6" fmla="*/ 0 w 4561332"/>
                <a:gd name="connsiteY6" fmla="*/ 1482733 h 5138975"/>
                <a:gd name="connsiteX7" fmla="*/ 0 w 4561332"/>
                <a:gd name="connsiteY7" fmla="*/ 3656243 h 5138975"/>
                <a:gd name="connsiteX8" fmla="*/ 198025 w 4561332"/>
                <a:gd name="connsiteY8" fmla="*/ 3998952 h 5138975"/>
                <a:gd name="connsiteX9" fmla="*/ 2083022 w 4561332"/>
                <a:gd name="connsiteY9" fmla="*/ 5086040 h 5138975"/>
                <a:gd name="connsiteX10" fmla="*/ 2478310 w 4561332"/>
                <a:gd name="connsiteY10" fmla="*/ 5086040 h 5138975"/>
                <a:gd name="connsiteX11" fmla="*/ 4363307 w 4561332"/>
                <a:gd name="connsiteY11" fmla="*/ 3998952 h 5138975"/>
                <a:gd name="connsiteX12" fmla="*/ 4561332 w 4561332"/>
                <a:gd name="connsiteY12" fmla="*/ 3656243 h 513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1332" h="5138975">
                  <a:moveTo>
                    <a:pt x="4561332" y="3656243"/>
                  </a:moveTo>
                  <a:lnTo>
                    <a:pt x="4561332" y="1482733"/>
                  </a:lnTo>
                  <a:cubicBezTo>
                    <a:pt x="4561332" y="1341287"/>
                    <a:pt x="4485894" y="1210604"/>
                    <a:pt x="4363307" y="1140024"/>
                  </a:cubicBezTo>
                  <a:lnTo>
                    <a:pt x="2478310" y="52935"/>
                  </a:lnTo>
                  <a:cubicBezTo>
                    <a:pt x="2356009" y="-17645"/>
                    <a:pt x="2205323" y="-17645"/>
                    <a:pt x="2083022" y="52935"/>
                  </a:cubicBezTo>
                  <a:lnTo>
                    <a:pt x="198025" y="1140024"/>
                  </a:lnTo>
                  <a:cubicBezTo>
                    <a:pt x="75438" y="1210699"/>
                    <a:pt x="0" y="1341287"/>
                    <a:pt x="0" y="1482733"/>
                  </a:cubicBezTo>
                  <a:lnTo>
                    <a:pt x="0" y="3656243"/>
                  </a:lnTo>
                  <a:cubicBezTo>
                    <a:pt x="0" y="3797689"/>
                    <a:pt x="75438" y="3928372"/>
                    <a:pt x="198025" y="3998952"/>
                  </a:cubicBezTo>
                  <a:lnTo>
                    <a:pt x="2083022" y="5086040"/>
                  </a:lnTo>
                  <a:cubicBezTo>
                    <a:pt x="2205323" y="5156621"/>
                    <a:pt x="2356009" y="5156621"/>
                    <a:pt x="2478310" y="5086040"/>
                  </a:cubicBezTo>
                  <a:lnTo>
                    <a:pt x="4363307" y="3998952"/>
                  </a:lnTo>
                  <a:cubicBezTo>
                    <a:pt x="4485799" y="3928277"/>
                    <a:pt x="4561332" y="3797594"/>
                    <a:pt x="4561332" y="3656243"/>
                  </a:cubicBezTo>
                  <a:close/>
                </a:path>
              </a:pathLst>
            </a:custGeom>
            <a:solidFill>
              <a:schemeClr val="tx2">
                <a:lumMod val="95000"/>
              </a:schemeClr>
            </a:solidFill>
            <a:ln w="9525" cap="flat">
              <a:noFill/>
              <a:prstDash val="solid"/>
              <a:miter/>
            </a:ln>
            <a:effectLst/>
          </p:spPr>
          <p:txBody>
            <a:bodyPr rtlCol="0" anchor="ctr"/>
            <a:lstStyle/>
            <a:p>
              <a:endParaRPr lang="fr-FR"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6" name="Graphic 5">
              <a:extLst>
                <a:ext uri="{FF2B5EF4-FFF2-40B4-BE49-F238E27FC236}">
                  <a16:creationId xmlns:a16="http://schemas.microsoft.com/office/drawing/2014/main" id="{A0DB2321-44E5-A327-FFF8-833BCCD2E30D}"/>
                </a:ext>
                <a:ext uri="{C183D7F6-B498-43B3-948B-1728B52AA6E4}">
                  <adec:decorative xmlns:adec="http://schemas.microsoft.com/office/drawing/2017/decorative" val="1"/>
                </a:ext>
              </a:extLst>
            </p:cNvPr>
            <p:cNvSpPr/>
            <p:nvPr/>
          </p:nvSpPr>
          <p:spPr>
            <a:xfrm>
              <a:off x="9917930" y="2675903"/>
              <a:ext cx="1749811" cy="1938842"/>
            </a:xfrm>
            <a:custGeom>
              <a:avLst/>
              <a:gdLst>
                <a:gd name="connsiteX0" fmla="*/ 4561332 w 4561332"/>
                <a:gd name="connsiteY0" fmla="*/ 3656243 h 5138975"/>
                <a:gd name="connsiteX1" fmla="*/ 4561332 w 4561332"/>
                <a:gd name="connsiteY1" fmla="*/ 1482733 h 5138975"/>
                <a:gd name="connsiteX2" fmla="*/ 4363307 w 4561332"/>
                <a:gd name="connsiteY2" fmla="*/ 1140024 h 5138975"/>
                <a:gd name="connsiteX3" fmla="*/ 2478310 w 4561332"/>
                <a:gd name="connsiteY3" fmla="*/ 52935 h 5138975"/>
                <a:gd name="connsiteX4" fmla="*/ 2083022 w 4561332"/>
                <a:gd name="connsiteY4" fmla="*/ 52935 h 5138975"/>
                <a:gd name="connsiteX5" fmla="*/ 198025 w 4561332"/>
                <a:gd name="connsiteY5" fmla="*/ 1140024 h 5138975"/>
                <a:gd name="connsiteX6" fmla="*/ 0 w 4561332"/>
                <a:gd name="connsiteY6" fmla="*/ 1482733 h 5138975"/>
                <a:gd name="connsiteX7" fmla="*/ 0 w 4561332"/>
                <a:gd name="connsiteY7" fmla="*/ 3656243 h 5138975"/>
                <a:gd name="connsiteX8" fmla="*/ 198025 w 4561332"/>
                <a:gd name="connsiteY8" fmla="*/ 3998952 h 5138975"/>
                <a:gd name="connsiteX9" fmla="*/ 2083022 w 4561332"/>
                <a:gd name="connsiteY9" fmla="*/ 5086040 h 5138975"/>
                <a:gd name="connsiteX10" fmla="*/ 2478310 w 4561332"/>
                <a:gd name="connsiteY10" fmla="*/ 5086040 h 5138975"/>
                <a:gd name="connsiteX11" fmla="*/ 4363307 w 4561332"/>
                <a:gd name="connsiteY11" fmla="*/ 3998952 h 5138975"/>
                <a:gd name="connsiteX12" fmla="*/ 4561332 w 4561332"/>
                <a:gd name="connsiteY12" fmla="*/ 3656243 h 513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1332" h="5138975">
                  <a:moveTo>
                    <a:pt x="4561332" y="3656243"/>
                  </a:moveTo>
                  <a:lnTo>
                    <a:pt x="4561332" y="1482733"/>
                  </a:lnTo>
                  <a:cubicBezTo>
                    <a:pt x="4561332" y="1341287"/>
                    <a:pt x="4485894" y="1210604"/>
                    <a:pt x="4363307" y="1140024"/>
                  </a:cubicBezTo>
                  <a:lnTo>
                    <a:pt x="2478310" y="52935"/>
                  </a:lnTo>
                  <a:cubicBezTo>
                    <a:pt x="2356009" y="-17645"/>
                    <a:pt x="2205323" y="-17645"/>
                    <a:pt x="2083022" y="52935"/>
                  </a:cubicBezTo>
                  <a:lnTo>
                    <a:pt x="198025" y="1140024"/>
                  </a:lnTo>
                  <a:cubicBezTo>
                    <a:pt x="75438" y="1210699"/>
                    <a:pt x="0" y="1341287"/>
                    <a:pt x="0" y="1482733"/>
                  </a:cubicBezTo>
                  <a:lnTo>
                    <a:pt x="0" y="3656243"/>
                  </a:lnTo>
                  <a:cubicBezTo>
                    <a:pt x="0" y="3797689"/>
                    <a:pt x="75438" y="3928372"/>
                    <a:pt x="198025" y="3998952"/>
                  </a:cubicBezTo>
                  <a:lnTo>
                    <a:pt x="2083022" y="5086040"/>
                  </a:lnTo>
                  <a:cubicBezTo>
                    <a:pt x="2205323" y="5156621"/>
                    <a:pt x="2356009" y="5156621"/>
                    <a:pt x="2478310" y="5086040"/>
                  </a:cubicBezTo>
                  <a:lnTo>
                    <a:pt x="4363307" y="3998952"/>
                  </a:lnTo>
                  <a:cubicBezTo>
                    <a:pt x="4485799" y="3928277"/>
                    <a:pt x="4561332" y="3797594"/>
                    <a:pt x="4561332" y="3656243"/>
                  </a:cubicBezTo>
                  <a:close/>
                </a:path>
              </a:pathLst>
            </a:custGeom>
            <a:solidFill>
              <a:schemeClr val="tx2">
                <a:lumMod val="95000"/>
              </a:schemeClr>
            </a:solidFill>
            <a:ln w="9525" cap="flat">
              <a:noFill/>
              <a:prstDash val="solid"/>
              <a:miter/>
            </a:ln>
            <a:effectLst/>
          </p:spPr>
          <p:txBody>
            <a:bodyPr rtlCol="0" anchor="ctr"/>
            <a:lstStyle/>
            <a:p>
              <a:endParaRPr lang="fr-FR"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36" name="TextBox 5">
              <a:extLst>
                <a:ext uri="{FF2B5EF4-FFF2-40B4-BE49-F238E27FC236}">
                  <a16:creationId xmlns:a16="http://schemas.microsoft.com/office/drawing/2014/main" id="{5797E039-5632-07E2-B499-4C0B5AAA4FA6}"/>
                </a:ext>
              </a:extLst>
            </p:cNvPr>
            <p:cNvSpPr txBox="1">
              <a:spLocks/>
            </p:cNvSpPr>
            <p:nvPr/>
          </p:nvSpPr>
          <p:spPr>
            <a:xfrm>
              <a:off x="701924" y="3104576"/>
              <a:ext cx="1309345" cy="800219"/>
            </a:xfrm>
            <a:prstGeom prst="rect">
              <a:avLst/>
            </a:prstGeom>
            <a:noFill/>
          </p:spPr>
          <p:txBody>
            <a:bodyPr wrap="square" lIns="0" tIns="0" rIns="0" bIns="0" rtlCol="0" anchor="ctr">
              <a:spAutoFit/>
            </a:bodyPr>
            <a:lstStyle/>
            <a:p>
              <a:pPr algn="ctr">
                <a:spcAft>
                  <a:spcPts val="600"/>
                </a:spcAft>
              </a:pPr>
              <a:r>
                <a:rPr lang="fr-FR" sz="1100" b="1">
                  <a:solidFill>
                    <a:schemeClr val="bg2"/>
                  </a:solidFill>
                </a:rPr>
                <a:t>Contrôle des accès</a:t>
              </a:r>
            </a:p>
            <a:p>
              <a:pPr algn="ctr">
                <a:spcAft>
                  <a:spcPts val="600"/>
                </a:spcAft>
              </a:pPr>
              <a:r>
                <a:rPr lang="fr-FR" sz="900"/>
                <a:t>Systèmes de badge, sas unipersonnel, processus et systèmes de traçabilité, empreintes biométriques</a:t>
              </a:r>
            </a:p>
          </p:txBody>
        </p:sp>
        <p:sp>
          <p:nvSpPr>
            <p:cNvPr id="38" name="TextBox 8">
              <a:extLst>
                <a:ext uri="{FF2B5EF4-FFF2-40B4-BE49-F238E27FC236}">
                  <a16:creationId xmlns:a16="http://schemas.microsoft.com/office/drawing/2014/main" id="{26368A88-5A16-9A06-07E4-127DA8B94FC9}"/>
                </a:ext>
              </a:extLst>
            </p:cNvPr>
            <p:cNvSpPr txBox="1">
              <a:spLocks/>
            </p:cNvSpPr>
            <p:nvPr/>
          </p:nvSpPr>
          <p:spPr>
            <a:xfrm>
              <a:off x="10138165" y="3155150"/>
              <a:ext cx="1309345" cy="830997"/>
            </a:xfrm>
            <a:prstGeom prst="rect">
              <a:avLst/>
            </a:prstGeom>
            <a:noFill/>
          </p:spPr>
          <p:txBody>
            <a:bodyPr wrap="square" lIns="0" tIns="0" rIns="0" bIns="0" rtlCol="0" anchor="ctr">
              <a:spAutoFit/>
            </a:bodyPr>
            <a:lstStyle/>
            <a:p>
              <a:pPr algn="ctr">
                <a:spcAft>
                  <a:spcPts val="600"/>
                </a:spcAft>
              </a:pPr>
              <a:r>
                <a:rPr lang="fr-FR" sz="1100" b="1">
                  <a:solidFill>
                    <a:schemeClr val="bg2"/>
                  </a:solidFill>
                </a:rPr>
                <a:t>Délimitations physiques</a:t>
              </a:r>
            </a:p>
            <a:p>
              <a:pPr algn="ctr">
                <a:spcAft>
                  <a:spcPts val="600"/>
                </a:spcAft>
              </a:pPr>
              <a:r>
                <a:rPr lang="fr-FR" sz="900"/>
                <a:t>Murs, clôtures, barrières… Renforcement des accès (portes, fenêtres…)</a:t>
              </a:r>
            </a:p>
          </p:txBody>
        </p:sp>
        <p:sp>
          <p:nvSpPr>
            <p:cNvPr id="39" name="Graphic 5">
              <a:extLst>
                <a:ext uri="{FF2B5EF4-FFF2-40B4-BE49-F238E27FC236}">
                  <a16:creationId xmlns:a16="http://schemas.microsoft.com/office/drawing/2014/main" id="{2F8B3E38-5DD4-ABB9-5DBC-EFEF30E44628}"/>
                </a:ext>
                <a:ext uri="{C183D7F6-B498-43B3-948B-1728B52AA6E4}">
                  <adec:decorative xmlns:adec="http://schemas.microsoft.com/office/drawing/2017/decorative" val="1"/>
                </a:ext>
              </a:extLst>
            </p:cNvPr>
            <p:cNvSpPr/>
            <p:nvPr/>
          </p:nvSpPr>
          <p:spPr>
            <a:xfrm>
              <a:off x="5209399" y="4247571"/>
              <a:ext cx="1749811" cy="1938842"/>
            </a:xfrm>
            <a:custGeom>
              <a:avLst/>
              <a:gdLst>
                <a:gd name="connsiteX0" fmla="*/ 4561332 w 4561332"/>
                <a:gd name="connsiteY0" fmla="*/ 3656243 h 5138975"/>
                <a:gd name="connsiteX1" fmla="*/ 4561332 w 4561332"/>
                <a:gd name="connsiteY1" fmla="*/ 1482733 h 5138975"/>
                <a:gd name="connsiteX2" fmla="*/ 4363307 w 4561332"/>
                <a:gd name="connsiteY2" fmla="*/ 1140024 h 5138975"/>
                <a:gd name="connsiteX3" fmla="*/ 2478310 w 4561332"/>
                <a:gd name="connsiteY3" fmla="*/ 52935 h 5138975"/>
                <a:gd name="connsiteX4" fmla="*/ 2083022 w 4561332"/>
                <a:gd name="connsiteY4" fmla="*/ 52935 h 5138975"/>
                <a:gd name="connsiteX5" fmla="*/ 198025 w 4561332"/>
                <a:gd name="connsiteY5" fmla="*/ 1140024 h 5138975"/>
                <a:gd name="connsiteX6" fmla="*/ 0 w 4561332"/>
                <a:gd name="connsiteY6" fmla="*/ 1482733 h 5138975"/>
                <a:gd name="connsiteX7" fmla="*/ 0 w 4561332"/>
                <a:gd name="connsiteY7" fmla="*/ 3656243 h 5138975"/>
                <a:gd name="connsiteX8" fmla="*/ 198025 w 4561332"/>
                <a:gd name="connsiteY8" fmla="*/ 3998952 h 5138975"/>
                <a:gd name="connsiteX9" fmla="*/ 2083022 w 4561332"/>
                <a:gd name="connsiteY9" fmla="*/ 5086040 h 5138975"/>
                <a:gd name="connsiteX10" fmla="*/ 2478310 w 4561332"/>
                <a:gd name="connsiteY10" fmla="*/ 5086040 h 5138975"/>
                <a:gd name="connsiteX11" fmla="*/ 4363307 w 4561332"/>
                <a:gd name="connsiteY11" fmla="*/ 3998952 h 5138975"/>
                <a:gd name="connsiteX12" fmla="*/ 4561332 w 4561332"/>
                <a:gd name="connsiteY12" fmla="*/ 3656243 h 513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1332" h="5138975">
                  <a:moveTo>
                    <a:pt x="4561332" y="3656243"/>
                  </a:moveTo>
                  <a:lnTo>
                    <a:pt x="4561332" y="1482733"/>
                  </a:lnTo>
                  <a:cubicBezTo>
                    <a:pt x="4561332" y="1341287"/>
                    <a:pt x="4485894" y="1210604"/>
                    <a:pt x="4363307" y="1140024"/>
                  </a:cubicBezTo>
                  <a:lnTo>
                    <a:pt x="2478310" y="52935"/>
                  </a:lnTo>
                  <a:cubicBezTo>
                    <a:pt x="2356009" y="-17645"/>
                    <a:pt x="2205323" y="-17645"/>
                    <a:pt x="2083022" y="52935"/>
                  </a:cubicBezTo>
                  <a:lnTo>
                    <a:pt x="198025" y="1140024"/>
                  </a:lnTo>
                  <a:cubicBezTo>
                    <a:pt x="75438" y="1210699"/>
                    <a:pt x="0" y="1341287"/>
                    <a:pt x="0" y="1482733"/>
                  </a:cubicBezTo>
                  <a:lnTo>
                    <a:pt x="0" y="3656243"/>
                  </a:lnTo>
                  <a:cubicBezTo>
                    <a:pt x="0" y="3797689"/>
                    <a:pt x="75438" y="3928372"/>
                    <a:pt x="198025" y="3998952"/>
                  </a:cubicBezTo>
                  <a:lnTo>
                    <a:pt x="2083022" y="5086040"/>
                  </a:lnTo>
                  <a:cubicBezTo>
                    <a:pt x="2205323" y="5156621"/>
                    <a:pt x="2356009" y="5156621"/>
                    <a:pt x="2478310" y="5086040"/>
                  </a:cubicBezTo>
                  <a:lnTo>
                    <a:pt x="4363307" y="3998952"/>
                  </a:lnTo>
                  <a:cubicBezTo>
                    <a:pt x="4485799" y="3928277"/>
                    <a:pt x="4561332" y="3797594"/>
                    <a:pt x="4561332" y="3656243"/>
                  </a:cubicBezTo>
                  <a:close/>
                </a:path>
              </a:pathLst>
            </a:custGeom>
            <a:solidFill>
              <a:schemeClr val="tx2">
                <a:lumMod val="95000"/>
              </a:schemeClr>
            </a:solidFill>
            <a:ln w="9525" cap="flat">
              <a:noFill/>
              <a:prstDash val="solid"/>
              <a:miter/>
            </a:ln>
            <a:effectLst/>
          </p:spPr>
          <p:txBody>
            <a:bodyPr rtlCol="0" anchor="ctr"/>
            <a:lstStyle/>
            <a:p>
              <a:endParaRPr lang="fr-FR"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41" name="TextBox 8">
              <a:extLst>
                <a:ext uri="{FF2B5EF4-FFF2-40B4-BE49-F238E27FC236}">
                  <a16:creationId xmlns:a16="http://schemas.microsoft.com/office/drawing/2014/main" id="{CED1591A-D652-8492-F57B-1A4453C0F1C8}"/>
                </a:ext>
              </a:extLst>
            </p:cNvPr>
            <p:cNvSpPr txBox="1">
              <a:spLocks/>
            </p:cNvSpPr>
            <p:nvPr/>
          </p:nvSpPr>
          <p:spPr>
            <a:xfrm>
              <a:off x="5419923" y="4531311"/>
              <a:ext cx="1309345" cy="1384995"/>
            </a:xfrm>
            <a:prstGeom prst="rect">
              <a:avLst/>
            </a:prstGeom>
            <a:noFill/>
          </p:spPr>
          <p:txBody>
            <a:bodyPr wrap="square" lIns="0" tIns="0" rIns="0" bIns="0" rtlCol="0" anchor="ctr">
              <a:spAutoFit/>
            </a:bodyPr>
            <a:lstStyle/>
            <a:p>
              <a:pPr algn="ctr">
                <a:spcAft>
                  <a:spcPts val="600"/>
                </a:spcAft>
              </a:pPr>
              <a:r>
                <a:rPr lang="fr-FR" sz="1100" b="1">
                  <a:solidFill>
                    <a:schemeClr val="bg2"/>
                  </a:solidFill>
                </a:rPr>
                <a:t>Patrouilles de sécurité</a:t>
              </a:r>
            </a:p>
            <a:p>
              <a:pPr algn="ctr">
                <a:spcAft>
                  <a:spcPts val="600"/>
                </a:spcAft>
              </a:pPr>
              <a:r>
                <a:rPr lang="fr-FR" sz="900"/>
                <a:t>Déploiement de personnel de sécurité pour effectuer des patrouilles et répondre aux incidents Technologies de surveillance, chiens…</a:t>
              </a:r>
            </a:p>
          </p:txBody>
        </p:sp>
      </p:grpSp>
      <p:sp>
        <p:nvSpPr>
          <p:cNvPr id="44" name="Graphic 2">
            <a:extLst>
              <a:ext uri="{FF2B5EF4-FFF2-40B4-BE49-F238E27FC236}">
                <a16:creationId xmlns:a16="http://schemas.microsoft.com/office/drawing/2014/main" id="{9E5D289A-70E6-DA37-3489-A766D19C60E4}"/>
              </a:ext>
              <a:ext uri="{C183D7F6-B498-43B3-948B-1728B52AA6E4}">
                <adec:decorative xmlns:adec="http://schemas.microsoft.com/office/drawing/2017/decorative" val="1"/>
              </a:ext>
            </a:extLst>
          </p:cNvPr>
          <p:cNvSpPr/>
          <p:nvPr/>
        </p:nvSpPr>
        <p:spPr>
          <a:xfrm>
            <a:off x="7122577" y="3622538"/>
            <a:ext cx="1749811" cy="1938842"/>
          </a:xfrm>
          <a:custGeom>
            <a:avLst/>
            <a:gdLst>
              <a:gd name="connsiteX0" fmla="*/ 4561332 w 4561332"/>
              <a:gd name="connsiteY0" fmla="*/ 3656243 h 5138975"/>
              <a:gd name="connsiteX1" fmla="*/ 4561332 w 4561332"/>
              <a:gd name="connsiteY1" fmla="*/ 1482733 h 5138975"/>
              <a:gd name="connsiteX2" fmla="*/ 4363307 w 4561332"/>
              <a:gd name="connsiteY2" fmla="*/ 1140024 h 5138975"/>
              <a:gd name="connsiteX3" fmla="*/ 2478310 w 4561332"/>
              <a:gd name="connsiteY3" fmla="*/ 52935 h 5138975"/>
              <a:gd name="connsiteX4" fmla="*/ 2083022 w 4561332"/>
              <a:gd name="connsiteY4" fmla="*/ 52935 h 5138975"/>
              <a:gd name="connsiteX5" fmla="*/ 198025 w 4561332"/>
              <a:gd name="connsiteY5" fmla="*/ 1140024 h 5138975"/>
              <a:gd name="connsiteX6" fmla="*/ 0 w 4561332"/>
              <a:gd name="connsiteY6" fmla="*/ 1482733 h 5138975"/>
              <a:gd name="connsiteX7" fmla="*/ 0 w 4561332"/>
              <a:gd name="connsiteY7" fmla="*/ 3656243 h 5138975"/>
              <a:gd name="connsiteX8" fmla="*/ 198025 w 4561332"/>
              <a:gd name="connsiteY8" fmla="*/ 3998952 h 5138975"/>
              <a:gd name="connsiteX9" fmla="*/ 2083022 w 4561332"/>
              <a:gd name="connsiteY9" fmla="*/ 5086040 h 5138975"/>
              <a:gd name="connsiteX10" fmla="*/ 2478310 w 4561332"/>
              <a:gd name="connsiteY10" fmla="*/ 5086040 h 5138975"/>
              <a:gd name="connsiteX11" fmla="*/ 4363307 w 4561332"/>
              <a:gd name="connsiteY11" fmla="*/ 3998952 h 5138975"/>
              <a:gd name="connsiteX12" fmla="*/ 4561332 w 4561332"/>
              <a:gd name="connsiteY12" fmla="*/ 3656243 h 513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1332" h="5138975">
                <a:moveTo>
                  <a:pt x="4561332" y="3656243"/>
                </a:moveTo>
                <a:lnTo>
                  <a:pt x="4561332" y="1482733"/>
                </a:lnTo>
                <a:cubicBezTo>
                  <a:pt x="4561332" y="1341287"/>
                  <a:pt x="4485894" y="1210604"/>
                  <a:pt x="4363307" y="1140024"/>
                </a:cubicBezTo>
                <a:lnTo>
                  <a:pt x="2478310" y="52935"/>
                </a:lnTo>
                <a:cubicBezTo>
                  <a:pt x="2356009" y="-17645"/>
                  <a:pt x="2205323" y="-17645"/>
                  <a:pt x="2083022" y="52935"/>
                </a:cubicBezTo>
                <a:lnTo>
                  <a:pt x="198025" y="1140024"/>
                </a:lnTo>
                <a:cubicBezTo>
                  <a:pt x="75438" y="1210699"/>
                  <a:pt x="0" y="1341287"/>
                  <a:pt x="0" y="1482733"/>
                </a:cubicBezTo>
                <a:lnTo>
                  <a:pt x="0" y="3656243"/>
                </a:lnTo>
                <a:cubicBezTo>
                  <a:pt x="0" y="3797689"/>
                  <a:pt x="75438" y="3928372"/>
                  <a:pt x="198025" y="3998952"/>
                </a:cubicBezTo>
                <a:lnTo>
                  <a:pt x="2083022" y="5086040"/>
                </a:lnTo>
                <a:cubicBezTo>
                  <a:pt x="2205323" y="5156621"/>
                  <a:pt x="2356009" y="5156621"/>
                  <a:pt x="2478310" y="5086040"/>
                </a:cubicBezTo>
                <a:lnTo>
                  <a:pt x="4363307" y="3998952"/>
                </a:lnTo>
                <a:cubicBezTo>
                  <a:pt x="4485799" y="3928277"/>
                  <a:pt x="4561332" y="3797594"/>
                  <a:pt x="4561332" y="3656243"/>
                </a:cubicBezTo>
                <a:close/>
              </a:path>
            </a:pathLst>
          </a:custGeom>
          <a:solidFill>
            <a:schemeClr val="tx2">
              <a:lumMod val="95000"/>
            </a:schemeClr>
          </a:solidFill>
          <a:ln w="9525" cap="flat">
            <a:noFill/>
            <a:prstDash val="solid"/>
            <a:miter/>
          </a:ln>
          <a:effectLst/>
        </p:spPr>
        <p:txBody>
          <a:bodyPr rtlCol="0" anchor="ctr"/>
          <a:lstStyle/>
          <a:p>
            <a:endParaRPr lang="fr-FR"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7" name="Graphic 2">
            <a:extLst>
              <a:ext uri="{FF2B5EF4-FFF2-40B4-BE49-F238E27FC236}">
                <a16:creationId xmlns:a16="http://schemas.microsoft.com/office/drawing/2014/main" id="{D7AEE853-5316-0480-0F91-29A352A099E6}"/>
              </a:ext>
              <a:ext uri="{C183D7F6-B498-43B3-948B-1728B52AA6E4}">
                <adec:decorative xmlns:adec="http://schemas.microsoft.com/office/drawing/2017/decorative" val="1"/>
              </a:ext>
            </a:extLst>
          </p:cNvPr>
          <p:cNvSpPr/>
          <p:nvPr/>
        </p:nvSpPr>
        <p:spPr>
          <a:xfrm>
            <a:off x="3311870" y="3656788"/>
            <a:ext cx="1749811" cy="1938842"/>
          </a:xfrm>
          <a:custGeom>
            <a:avLst/>
            <a:gdLst>
              <a:gd name="connsiteX0" fmla="*/ 4561332 w 4561332"/>
              <a:gd name="connsiteY0" fmla="*/ 3656243 h 5138975"/>
              <a:gd name="connsiteX1" fmla="*/ 4561332 w 4561332"/>
              <a:gd name="connsiteY1" fmla="*/ 1482733 h 5138975"/>
              <a:gd name="connsiteX2" fmla="*/ 4363307 w 4561332"/>
              <a:gd name="connsiteY2" fmla="*/ 1140024 h 5138975"/>
              <a:gd name="connsiteX3" fmla="*/ 2478310 w 4561332"/>
              <a:gd name="connsiteY3" fmla="*/ 52935 h 5138975"/>
              <a:gd name="connsiteX4" fmla="*/ 2083022 w 4561332"/>
              <a:gd name="connsiteY4" fmla="*/ 52935 h 5138975"/>
              <a:gd name="connsiteX5" fmla="*/ 198025 w 4561332"/>
              <a:gd name="connsiteY5" fmla="*/ 1140024 h 5138975"/>
              <a:gd name="connsiteX6" fmla="*/ 0 w 4561332"/>
              <a:gd name="connsiteY6" fmla="*/ 1482733 h 5138975"/>
              <a:gd name="connsiteX7" fmla="*/ 0 w 4561332"/>
              <a:gd name="connsiteY7" fmla="*/ 3656243 h 5138975"/>
              <a:gd name="connsiteX8" fmla="*/ 198025 w 4561332"/>
              <a:gd name="connsiteY8" fmla="*/ 3998952 h 5138975"/>
              <a:gd name="connsiteX9" fmla="*/ 2083022 w 4561332"/>
              <a:gd name="connsiteY9" fmla="*/ 5086040 h 5138975"/>
              <a:gd name="connsiteX10" fmla="*/ 2478310 w 4561332"/>
              <a:gd name="connsiteY10" fmla="*/ 5086040 h 5138975"/>
              <a:gd name="connsiteX11" fmla="*/ 4363307 w 4561332"/>
              <a:gd name="connsiteY11" fmla="*/ 3998952 h 5138975"/>
              <a:gd name="connsiteX12" fmla="*/ 4561332 w 4561332"/>
              <a:gd name="connsiteY12" fmla="*/ 3656243 h 513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61332" h="5138975">
                <a:moveTo>
                  <a:pt x="4561332" y="3656243"/>
                </a:moveTo>
                <a:lnTo>
                  <a:pt x="4561332" y="1482733"/>
                </a:lnTo>
                <a:cubicBezTo>
                  <a:pt x="4561332" y="1341287"/>
                  <a:pt x="4485894" y="1210604"/>
                  <a:pt x="4363307" y="1140024"/>
                </a:cubicBezTo>
                <a:lnTo>
                  <a:pt x="2478310" y="52935"/>
                </a:lnTo>
                <a:cubicBezTo>
                  <a:pt x="2356009" y="-17645"/>
                  <a:pt x="2205323" y="-17645"/>
                  <a:pt x="2083022" y="52935"/>
                </a:cubicBezTo>
                <a:lnTo>
                  <a:pt x="198025" y="1140024"/>
                </a:lnTo>
                <a:cubicBezTo>
                  <a:pt x="75438" y="1210699"/>
                  <a:pt x="0" y="1341287"/>
                  <a:pt x="0" y="1482733"/>
                </a:cubicBezTo>
                <a:lnTo>
                  <a:pt x="0" y="3656243"/>
                </a:lnTo>
                <a:cubicBezTo>
                  <a:pt x="0" y="3797689"/>
                  <a:pt x="75438" y="3928372"/>
                  <a:pt x="198025" y="3998952"/>
                </a:cubicBezTo>
                <a:lnTo>
                  <a:pt x="2083022" y="5086040"/>
                </a:lnTo>
                <a:cubicBezTo>
                  <a:pt x="2205323" y="5156621"/>
                  <a:pt x="2356009" y="5156621"/>
                  <a:pt x="2478310" y="5086040"/>
                </a:cubicBezTo>
                <a:lnTo>
                  <a:pt x="4363307" y="3998952"/>
                </a:lnTo>
                <a:cubicBezTo>
                  <a:pt x="4485799" y="3928277"/>
                  <a:pt x="4561332" y="3797594"/>
                  <a:pt x="4561332" y="3656243"/>
                </a:cubicBezTo>
                <a:close/>
              </a:path>
            </a:pathLst>
          </a:custGeom>
          <a:solidFill>
            <a:schemeClr val="tx2">
              <a:lumMod val="95000"/>
            </a:schemeClr>
          </a:solidFill>
          <a:ln w="9525" cap="flat">
            <a:noFill/>
            <a:prstDash val="solid"/>
            <a:miter/>
          </a:ln>
          <a:effectLst/>
        </p:spPr>
        <p:txBody>
          <a:bodyPr rtlCol="0" anchor="ctr"/>
          <a:lstStyle/>
          <a:p>
            <a:endParaRPr lang="fr-FR"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3127338489"/>
      </p:ext>
    </p:extLst>
  </p:cSld>
  <p:clrMapOvr>
    <a:masterClrMapping/>
  </p:clrMapOvr>
  <p:extLst>
    <p:ext uri="{6950BFC3-D8DA-4A85-94F7-54DA5524770B}">
      <p188:commentRel xmlns:p188="http://schemas.microsoft.com/office/powerpoint/2018/8/main" r:id="rId2"/>
    </p:ext>
  </p:extLst>
</p:sld>
</file>

<file path=ppt/tags/tag1.xml><?xml version="1.0" encoding="utf-8"?>
<p:tagLst xmlns:a="http://schemas.openxmlformats.org/drawingml/2006/main" xmlns:r="http://schemas.openxmlformats.org/officeDocument/2006/relationships" xmlns:p="http://schemas.openxmlformats.org/presentationml/2006/main">
  <p:tag name="UPSLIDETOCALGOID" val="ScriptedShapesTocAlgo"/>
  <p:tag name="UPSLIDETOCMASTERID" val="Wavestone White - Landscape EN7 13 2016"/>
  <p:tag name="UPSLIDETOCMASTERNAME" val="Wavestone White - Landscape EN"/>
  <p:tag name="UPSLIDETOCMASTERLASTEDITIONDATE" val="636045403044458308"/>
  <p:tag name="UPSLIDETOCOPTIONS" val="&lt;?xml version=&quot;1.0&quot; encoding=&quot;utf-16&quot;?&gt;&#10;&lt;TocContentOptions xmlns:xsi=&quot;http://www.w3.org/2001/XMLSchema-instance&quot; xmlns:xsd=&quot;http://www.w3.org/2001/XMLSchema&quot;&gt;&#10;  &lt;TocSlidesOptions&gt;&#10;    &lt;ContainsSubSectionTitles&gt;false&lt;/ContainsSubSectionTitles&gt;&#10;    &lt;ContainsSlideTitles&gt;false&lt;/ContainsSlideTitles&gt;&#10;    &lt;ContainsParentLessSlidesTitles&gt;false&lt;/ContainsParentLessSlidesTitles&gt;&#10;    &lt;ContainsPrentLessSubsections&gt;false&lt;/ContainsPrentLessSubsections&gt;&#10;    &lt;ContainsAppendix&gt;false&lt;/ContainsAppendix&gt;&#10;    &lt;ContainsUnNumberedSections&gt;false&lt;/ContainsUnNumberedSections&gt;&#10;    &lt;SlideTitle&gt;Agenda&lt;/SlideTitle&gt;&#10;  &lt;/TocSlidesOptions&gt;&#10;  &lt;SectionSlideOptions&gt;&#10;    &lt;ContainsOwnSubSection&gt;true&lt;/ContainsOwnSubSection&gt;&#10;    &lt;ContainsOwnSlide&gt;true&lt;/ContainsOwnSlide&gt;&#10;    &lt;ContainsOtherSections&gt;true&lt;/ContainsOtherSections&gt;&#10;    &lt;ContainsOthersSubsection&gt;true&lt;/ContainsOthersSubsection&gt;&#10;    &lt;containsAppendix&gt;true&lt;/containsAppendix&gt;&#10;    &lt;containsUnnumberedSections&gt;true&lt;/containsUnnumberedSections&gt;&#10;    &lt;SlideTitle&gt;Table of contents&lt;/SlideTitle&gt;&#10;  &lt;/SectionSlideOptions&gt;&#10;  &lt;SubSectionSlideOptions&gt;&#10;    &lt;ContainsOtherSubsections&gt;true&lt;/ContainsOtherSubsections&gt;&#10;    &lt;ContainsOwnSlides&gt;true&lt;/ContainsOwnSlides&gt;&#10;    &lt;ContainsParentSection&gt;true&lt;/ContainsParentSection&gt;&#10;    &lt;ContainsOtherSections&gt;true&lt;/ContainsOtherSections&gt;&#10;    &lt;containsAppendix&gt;true&lt;/containsAppendix&gt;&#10;    &lt;containsUnnumberedSections&gt;true&lt;/containsUnnumberedSections&gt;&#10;    &lt;SlideTitle&gt;Table of contents&lt;/SlideTitle&gt;&#10;  &lt;/SubSectionSlideOptions&gt;&#10;  &lt;UsedSlideLayouts&gt;&#10;    &lt;TocSlidesLayout&gt;&#10;      &lt;DesignName&gt;DRAFT-FR-A4-Deliverable-201619&lt;/DesignName&gt;&#10;      &lt;LayoutName&gt;Blank page&lt;/LayoutName&gt;&#10;    &lt;/TocSlidesLayout&gt;&#10;    &lt;SectionLayout&gt;&#10;      &lt;DesignName&gt;DRAFT-FR-A4-Deliverable-201619&lt;/DesignName&gt;&#10;      &lt;LayoutName&gt;Blank page&lt;/LayoutName&gt;&#10;    &lt;/SectionLayout&gt;&#10;    &lt;SubsectionLayout&gt;&#10;      &lt;DesignName&gt;DRAFT-FR-A4-Deliverable-201619&lt;/DesignName&gt;&#10;      &lt;LayoutName&gt;Blank page&lt;/LayoutName&gt;&#10;    &lt;/SubsectionLayout&gt;&#10;    &lt;TitleSliLayout&gt;&#10;      &lt;DesignName&gt;DRAFT-FR-A4-Deliverable-201619&lt;/DesignName&gt;&#10;      &lt;LayoutName&gt;Cover White + Image&lt;/LayoutName&gt;&#10;    &lt;/TitleSliLayout&gt;&#10;  &lt;/UsedSlideLayouts&gt;&#10;  &lt;ActiveReminders&gt;&#10;    &lt;ReminderScriptList&gt;&#10;      &lt;ReminderScript&gt;&#10;        &lt;Key xsi:type=&quot;xsd:string&quot;&gt;Reminder19/07/2016 13:48:31518297754&lt;/Key&gt;&#10;        &lt;Value xsi:type=&quot;xsd:string&quot;&gt;&amp;lt;%SubSecNumElseSecNum%&amp;gt;&amp;lt;%DotIfSubSecOrSecNum%&amp;gt; &amp;lt;%SubSecNameElseSecName%&amp;gt;&lt;/Value&gt;&#10;      &lt;/ReminderScript&gt;&#10;    &lt;/ReminderScriptList&gt;&#10;  &lt;/ActiveReminders&gt;&#10;  &lt;CustomAlgoOptions xsi:type=&quot;ScriptedSpecificAlgoOptions&quot;&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false&lt;/UseFixedColor&gt;&#10;        &lt;R&gt;0&lt;/R&gt;&#10;        &lt;G&gt;0&lt;/G&gt;&#10;        &lt;B&gt;0&lt;/B&gt;&#10;      &lt;/myColorOfNonCurrentItems&gt;&#10;      &lt;currentItemFormat&gt;&#10;        &lt;UseBanner&gt;false&lt;/UseBanner&gt;&#10;        &lt;BannerFillR&gt;0&lt;/BannerFillR&gt;&#10;        &lt;BannerFillG&gt;0&lt;/BannerFillG&gt;&#10;        &lt;BannerFillB&gt;0&lt;/BannerFillB&gt;&#10;        &lt;ForceBold&gt;false&lt;/ForceBold&gt;&#10;        &lt;ApplyToSubSections&gt;tru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0.6&lt;/Shading&gt;&#10;      &lt;/nonCurrentItemAttenuation&gt;&#10;      &lt;ForceDisplayTOCOnTwocolumns&gt;false&lt;/ForceDisplayTOCOnTwocolumns&gt;&#10;      &lt;DisplayTOCOnTwocolumns&gt;false&lt;/DisplayTOCOnTwocolumns&gt;&#10;      &lt;Scripts&gt;&#10;        &lt;BeforeSubSecTitle /&gt;&#10;        &lt;BeforeSlideIndex&gt;Page &lt;/BeforeSlideIndex&gt;&#10;        &lt;AfterSecNum /&gt;&#10;        &lt;BeforeSecNum&gt;0&lt;/BeforeSecNum&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false&lt;/UseManualSpacing&gt;&#10;        &lt;ManualSpacing&gt;&#10;          &lt;SpaceBeforeSections&gt;17.4750233&lt;/SpaceBeforeSections&gt;&#10;          &lt;SpaceBeforeSubSections&gt;11.6500158&lt;/SpaceBeforeSubSections&gt;&#10;          &lt;SpaceBeforeSlides&gt;5.825008&lt;/SpaceBeforeSlides&gt;&#10;        &lt;/ManualSpacing&gt;&#10;        &lt;ManualSpacingSections&gt;&#10;          &lt;SpaceBeforeSections&gt;0&lt;/SpaceBeforeSections&gt;&#10;          &lt;SpaceBeforeSubSections&gt;0&lt;/SpaceBeforeSubSections&gt;&#10;          &lt;SpaceBeforeSlides&gt;0&lt;/SpaceBeforeSlides&gt;&#10;        &lt;/ManualSpacingSections&gt;&#10;        &lt;ManualSpacingSubSections&gt;&#10;          &lt;SpaceBeforeSections&gt;0&lt;/SpaceBeforeSections&gt;&#10;          &lt;SpaceBeforeSubSections&gt;0&lt;/SpaceBeforeSubSections&gt;&#10;          &lt;SpaceBeforeSlides&gt;0&lt;/SpaceBeforeSlides&gt;&#10;        &lt;/ManualSpacingSubSections&gt;&#10;        &lt;UseSpecificSpacingForSecDivider&gt;false&lt;/UseSpecificSpacingForSecDivider&gt;&#10;        &lt;UseSpecificSpacingForSubSecDivider&gt;false&lt;/UseSpecificSpacingForSubSecDivider&gt;&#10;      &lt;/ManVerticalSpacing&gt;&#10;    &lt;/CustomBaseAlgoOptions&gt;&#10;    &lt;Sh1SecDividerOptions&gt;&#10;      &lt;UseShapeInDividers&gt;true&lt;/UseShapeInDividers&gt;&#10;      &lt;script&gt;0&amp;lt;%SectionNum%&amp;gt;&lt;/script&gt;&#10;    &lt;/Sh1SecDividerOptions&gt;&#10;    &lt;Sh2SecDividerOptions&gt;&#10;      &lt;UseShapeInDividers&gt;true&lt;/UseShapeInDividers&gt;&#10;      &lt;script&gt;&amp;lt;%SectionName%&amp;gt;&lt;/script&gt;&#10;    &lt;/Sh2SecDividerOptions&gt;&#10;    &lt;Sh3SecDividerOptions&gt;&#10;      &lt;UseShapeInDividers&gt;false&lt;/UseShapeInDividers&gt;&#10;    &lt;/Sh3SecDividerOptions&gt;&#10;    &lt;Sh1SubSecDividerOptions&gt;&#10;      &lt;UseShapeInDividers&gt;false&lt;/UseShapeInDividers&gt;&#10;      &lt;script&gt;&amp;lt;%SectionName%&amp;gt;&lt;/script&gt;&#10;    &lt;/Sh1SubSecDividerOptions&gt;&#10;    &lt;Sh2SubSecDividerOptions&gt;&#10;      &lt;UseShapeInDividers&gt;false&lt;/UseShapeInDividers&gt;&#10;    &lt;/Sh2SubSecDividerOptions&gt;&#10;    &lt;Sh3SubSecDividerOptions&gt;&#10;      &lt;UseShapeInDividers&gt;false&lt;/UseShapeInDividers&gt;&#10;    &lt;/Sh3SubSecDividerOptions&gt;&#10;  &lt;/CustomAlgoOptions&gt;&#10;  &lt;XmlSubSectionsHaveSlide&gt;false&lt;/XmlSubSectionsHaveSlide&gt;&#10;  &lt;AllowDuplicateTitleSlides&gt;true&lt;/AllowDuplicateTitleSlides&gt;&#10;  &lt;ShowEmptySlideTitles&gt;false&lt;/ShowEmptySlideTitles&gt;&#10;  &lt;NumberingOption&gt;&#10;    &lt;NumType&gt;FullArabic&lt;/NumType&gt;&#10;  &lt;/NumberingOption&gt;&#10;  &lt;NumberingOptionForAppendix&gt;&#10;    &lt;NumType&gt;RomanAndLetters&lt;/NumType&gt;&#10;  &lt;/NumberingOptionForAppendix&gt;&#10;&lt;/TocContentOptions&gt;"/>
  <p:tag name="SP_AGENDA" val="TOC TOCShowsSubsections Dividers SectionNumber SlideNumber"/>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2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2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2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2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2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3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3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3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3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3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3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3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3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3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3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4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4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4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4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44.xml><?xml version="1.0" encoding="utf-8"?>
<p:tagLst xmlns:a="http://schemas.openxmlformats.org/drawingml/2006/main" xmlns:r="http://schemas.openxmlformats.org/officeDocument/2006/relationships" xmlns:p="http://schemas.openxmlformats.org/presentationml/2006/main">
  <p:tag name="TEMPLAFYSLIDEID" val="638532872075120257"/>
</p:tagLst>
</file>

<file path=ppt/tags/tag45.xml><?xml version="1.0" encoding="utf-8"?>
<p:tagLst xmlns:a="http://schemas.openxmlformats.org/drawingml/2006/main" xmlns:r="http://schemas.openxmlformats.org/officeDocument/2006/relationships" xmlns:p="http://schemas.openxmlformats.org/presentationml/2006/main">
  <p:tag name="CONTAINEDIMAGEPATH" val="C:\Users\j.desmonstiers\AppData\Local\Temp\Templafy\PowerPointVsto\Assets\651b303d-eada-4b75-bb5b-799487d6dab1.jpeg"/>
</p:tagLst>
</file>

<file path=ppt/tags/tag4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4693891e-164f-4594-a652-62f3152696e6&quot; /&gt;"/>
  <p:tag name="SP_POWERSHAPE" val="&lt;PowerShapeTag ClassVersion=&quot;0&quot; GUID=&quot;9fdd7b89-8651-4bbc-b36a-27f100af7d08&quot; IsConsolidated=&quot;False&quot; IsTopLevel=&quot;True&quot; Layer=&quot;Group 2&quot; Source=&quot;Group 2&quot; /&gt;"/>
</p:tagLst>
</file>

<file path=ppt/tags/tag4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522ae06-00df-47b7-b402-f4b67a3edda4&quot; /&gt;"/>
  <p:tag name="SP_POWERSHAPE" val="&lt;PowerShapeTag ClassVersion=&quot;0&quot; GUID=&quot;c30da5d0-97bd-4c06-be65-50b3ed020ea6&quot; IsConsolidated=&quot;False&quot; IsTopLevel=&quot;True&quot; Layer=&quot;Group 2&quot; Source=&quot;Group 2&quot; /&gt;"/>
</p:tagLst>
</file>

<file path=ppt/tags/tag4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79cfe55c-171d-4f8d-a08b-99f6f8388000&quot; /&gt;"/>
  <p:tag name="SP_POWERSHAPE" val="&lt;PowerShapeTag ClassVersion=&quot;0&quot; GUID=&quot;702bc3f9-88b5-43f6-b02a-aaed6b6a75c7&quot; IsConsolidated=&quot;False&quot; IsTopLevel=&quot;True&quot; Layer=&quot;Group 3&quot; Source=&quot;Group 3&quot; /&gt;"/>
</p:tagLst>
</file>

<file path=ppt/tags/tag4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e28842c5-50a9-48bd-94e6-e9b60908db33&quot; /&gt;"/>
  <p:tag name="SP_POWERSHAPE" val="&lt;PowerShapeTag ClassVersion=&quot;0&quot; GUID=&quot;e7b903df-0747-4f90-8313-628d10ab8154&quot; IsConsolidated=&quot;False&quot; IsTopLevel=&quot;True&quot; Layer=&quot;Group 4&quot; Source=&quot;Group 4&quot; /&gt;"/>
</p:tagLst>
</file>

<file path=ppt/tags/tag5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961329ec-9ff4-4376-ad96-1fc44a81d601&quot; /&gt;"/>
  <p:tag name="SP_POWERSHAPE" val="&lt;PowerShapeTag ClassVersion=&quot;0&quot; GUID=&quot;e2ef9472-089b-4f33-99e2-656047f47afb&quot; IsConsolidated=&quot;False&quot; IsTopLevel=&quot;True&quot; Layer=&quot;Group 3&quot; Source=&quot;Group 3&quot; /&gt;"/>
</p:tagLst>
</file>

<file path=ppt/tags/tag5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0ebbadc4-32bf-44b5-84b5-c10284109d23&quot; /&gt;"/>
  <p:tag name="SP_POWERSHAPE" val="&lt;PowerShapeTag ClassVersion=&quot;0&quot; GUID=&quot;39cacf99-7dd3-4c71-a58e-7eb4012058cb&quot; IsConsolidated=&quot;False&quot; IsTopLevel=&quot;True&quot; Layer=&quot;Group 2&quot; Source=&quot;Group 2&quot; /&gt;"/>
</p:tagLst>
</file>

<file path=ppt/tags/tag5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9c6c12d0-99a0-4c15-a7ca-fe2fc0c02426&quot; /&gt;"/>
  <p:tag name="SP_POWERSHAPE" val="&lt;PowerShapeTag ClassVersion=&quot;0&quot; GUID=&quot;50e83b6d-75f1-4be7-b470-3168e3912396&quot; IsConsolidated=&quot;False&quot; IsTopLevel=&quot;True&quot; Layer=&quot;Group 2&quot; Source=&quot;Group 2&quot; /&gt;"/>
</p:tagLst>
</file>

<file path=ppt/tags/tag5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f640ac74-5388-48ed-939c-1e96f5a096ae&quot; /&gt;"/>
  <p:tag name="SP_POWERSHAPE" val="&lt;PowerShapeTag ClassVersion=&quot;0&quot; GUID=&quot;7f441e84-3308-47c7-a57c-34a23e9e200d&quot; IsConsolidated=&quot;False&quot; IsTopLevel=&quot;True&quot; Layer=&quot;Group 3&quot; Source=&quot;Group 3&quot; /&gt;"/>
</p:tagLst>
</file>

<file path=ppt/tags/tag5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e4ed3c25-edc8-4d59-9f8a-7237cc489fae&quot; /&gt;"/>
  <p:tag name="SP_POWERSHAPE" val="&lt;PowerShapeTag ClassVersion=&quot;0&quot; GUID=&quot;f8c51c8f-7653-4aa6-a0d2-6d370268a563&quot; IsConsolidated=&quot;False&quot; IsTopLevel=&quot;True&quot; Layer=&quot;Group 2&quot; Source=&quot;Group 2&quot; /&gt;"/>
</p:tagLst>
</file>

<file path=ppt/tags/tag5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a47d844-6007-40f2-af6e-70367c9a4d18&quot; /&gt;"/>
  <p:tag name="SP_POWERSHAPE" val="&lt;PowerShapeTag ClassVersion=&quot;0&quot; GUID=&quot;5d39168a-23a2-49a9-882a-c3c25c39980f&quot; IsConsolidated=&quot;False&quot; IsTopLevel=&quot;True&quot; Layer=&quot;Group 2&quot; Source=&quot;Group 2&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5d39168a-23a2-49a9-882a-c3c25c39980f&quot; IsConsolidated=&quot;False&quot; IsTopLevel=&quot;False&quot; Layer=&quot;Idea [0]&quot; Source=&quot;Group 2&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5d39168a-23a2-49a9-882a-c3c25c39980f&quot; IsConsolidated=&quot;False&quot; IsTopLevel=&quot;False&quot; Layer=&quot;Idea [1]&quot; Source=&quot;Group 2&quot; /&gt;"/>
  <p:tag name="TEMPLAFYSLIDEID" val="638522598874110748"/>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8c51c8f-7653-4aa6-a0d2-6d370268a563&quot; IsConsolidated=&quot;False&quot; IsTopLevel=&quot;False&quot; Layer=&quot;Idea [0]&quot; Source=&quot;Group 2&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8c51c8f-7653-4aa6-a0d2-6d370268a563&quot; IsConsolidated=&quot;False&quot; IsTopLevel=&quot;False&quot; Layer=&quot;Idea [1]&quot; Source=&quot;Group 2&quot; /&gt;"/>
  <p:tag name="TEMPLAFYSLIDEID" val="638522598874110701"/>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f441e84-3308-47c7-a57c-34a23e9e200d&quot; IsConsolidated=&quot;False&quot; IsTopLevel=&quot;False&quot; Layer=&quot;Balance [0]&quot; Source=&quot;Group 3&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f441e84-3308-47c7-a57c-34a23e9e200d&quot; IsConsolidated=&quot;False&quot; IsTopLevel=&quot;False&quot; Layer=&quot;Balance [1]&quot; Source=&quot;Group 3&quot; /&gt;"/>
  <p:tag name="TEMPLAFYSLIDEID" val="638522598873760140"/>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50e83b6d-75f1-4be7-b470-3168e3912396&quot; IsConsolidated=&quot;False&quot; IsTopLevel=&quot;False&quot; Layer=&quot;Graphic 4 [0]&quot; Source=&quot;Group 2&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50e83b6d-75f1-4be7-b470-3168e3912396&quot; IsConsolidated=&quot;False&quot; IsTopLevel=&quot;False&quot; Layer=&quot;Graphic 4 [1]&quot; Source=&quot;Group 2&quot; /&gt;"/>
  <p:tag name="TEMPLAFYSLIDEID" val="638522598873603863"/>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9cacf99-7dd3-4c71-a58e-7eb4012058cb&quot; IsConsolidated=&quot;False&quot; IsTopLevel=&quot;False&quot; Layer=&quot;Graphic 4 - Waves [0]&quot; Source=&quot;Group 2&quot; /&gt;"/>
  <p:tag name="TEMPLAFYSLIDEID" val="638522598872822586"/>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9cacf99-7dd3-4c71-a58e-7eb4012058cb&quot; IsConsolidated=&quot;False&quot; IsTopLevel=&quot;False&quot; Layer=&quot;Graphic - Waves [1]&quot; Source=&quot;Group 2&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2ef9472-089b-4f33-99e2-656047f47afb&quot; IsConsolidated=&quot;False&quot; IsTopLevel=&quot;False&quot; Layer=&quot;Graphic - Fractured heart [0]&quot; Source=&quot;Group 3&quot; /&gt;"/>
  <p:tag name="TEMPLAFYSLIDEID" val="638522598872822616"/>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2ef9472-089b-4f33-99e2-656047f47afb&quot; IsConsolidated=&quot;False&quot; IsTopLevel=&quot;False&quot; Layer=&quot;Graphic - Fractured heart [1]&quot; Source=&quot;Group 3&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7b903df-0747-4f90-8313-628d10ab8154&quot; IsConsolidated=&quot;False&quot; IsTopLevel=&quot;False&quot; Layer=&quot;Graphic - Growth graphic [0]&quot; Source=&quot;Group 4&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7b903df-0747-4f90-8313-628d10ab8154&quot; IsConsolidated=&quot;False&quot; IsTopLevel=&quot;False&quot; Layer=&quot;Graphic - Growth graphic [1]&quot; Source=&quot;Group 4&quot; /&gt;"/>
  <p:tag name="TEMPLAFYSLIDEID" val="638522598873291367"/>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02bc3f9-88b5-43f6-b02a-aaed6b6a75c7&quot; IsConsolidated=&quot;False&quot; IsTopLevel=&quot;False&quot; Layer=&quot;Graphic - Money - currency [0]&quot; Source=&quot;Group 3&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02bc3f9-88b5-43f6-b02a-aaed6b6a75c7&quot; IsConsolidated=&quot;False&quot; IsTopLevel=&quot;False&quot; Layer=&quot;Graphic - Money - currency [1]&quot; Source=&quot;Group 3&quot; /&gt;"/>
  <p:tag name="TEMPLAFYSLIDEID" val="638522598872978881"/>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c30da5d0-97bd-4c06-be65-50b3ed020ea6&quot; IsConsolidated=&quot;False&quot; IsTopLevel=&quot;False&quot; Layer=&quot;Graphic 13 [0]&quot; Source=&quot;Group 2&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c30da5d0-97bd-4c06-be65-50b3ed020ea6&quot; IsConsolidated=&quot;False&quot; IsTopLevel=&quot;False&quot; Layer=&quot;Graphic 13 [1]&quot; Source=&quot;Group 2&quot; /&gt;"/>
  <p:tag name="TEMPLAFYSLIDEID" val="638522598873603861"/>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9fdd7b89-8651-4bbc-b36a-27f100af7d08&quot; IsConsolidated=&quot;False&quot; IsTopLevel=&quot;False&quot; Layer=&quot;Play [0]&quot; Source=&quot;Group 2&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9fdd7b89-8651-4bbc-b36a-27f100af7d08&quot; IsConsolidated=&quot;False&quot; IsTopLevel=&quot;False&quot; Layer=&quot;Play [1]&quot; Source=&quot;Group 2&quot; /&gt;"/>
  <p:tag name="TEMPLAFYSLIDEID" val="638522598873291401"/>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cf2a015-c47d-49da-b7ca-14c3553e6e44&quot; IsConsolidated=&quot;False&quot; IsTopLevel=&quot;True&quot; Layer=&quot;Group 15&quot; Source=&quot;Group 15&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bcb015a-05ab-4bc7-b88b-37a93628e9f5&quot; IsConsolidated=&quot;False&quot; IsTopLevel=&quot;True&quot; Layer=&quot;Group 9&quot; Source=&quot;Group 9&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df2c4dbb-6619-418c-9594-4a9ae6ad58eb&quot; IsConsolidated=&quot;False&quot; IsTopLevel=&quot;True&quot; Layer=&quot;Group 10&quot; Source=&quot;Group 1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04b5a2a-0b74-434a-a0f7-181de8068556&quot; IsConsolidated=&quot;False&quot; IsTopLevel=&quot;True&quot; Layer=&quot;Group 15&quot; Source=&quot;Group 15&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cf2a015-c47d-49da-b7ca-14c3553e6e44&quot; IsConsolidated=&quot;False&quot; IsTopLevel=&quot;True&quot; Layer=&quot;Group 15&quot; Source=&quot;Group 15&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cf2a015-c47d-49da-b7ca-14c3553e6e44&quot; IsConsolidated=&quot;False&quot; IsTopLevel=&quot;False&quot; Layer=&quot;Graphic 2 [2]&quot; Source=&quot;Group 15&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cf2a015-c47d-49da-b7ca-14c3553e6e44&quot; IsConsolidated=&quot;False&quot; IsTopLevel=&quot;False&quot; Layer=&quot;Graphic 4 [0]&quot; Source=&quot;Group 15&quot; /&gt;"/>
  <p:tag name="TEMPLAFYSLIDEID" val="637696491008436385"/>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cf2a015-c47d-49da-b7ca-14c3553e6e44&quot; IsConsolidated=&quot;False&quot; IsTopLevel=&quot;False&quot; Layer=&quot;Graphic 8 [1]&quot; Source=&quot;Group 15&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04b5a2a-0b74-434a-a0f7-181de8068556&quot; IsConsolidated=&quot;False&quot; IsTopLevel=&quot;False&quot; Layer=&quot;Graphic 2 [2]&quot; Source=&quot;Group 15&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04b5a2a-0b74-434a-a0f7-181de8068556&quot; IsConsolidated=&quot;False&quot; IsTopLevel=&quot;False&quot; Layer=&quot;Graphic 4 [0]&quot; Source=&quot;Group 15&quot; /&gt;"/>
  <p:tag name="TEMPLAFYSLIDEID" val="637696491009373910"/>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04b5a2a-0b74-434a-a0f7-181de8068556&quot; IsConsolidated=&quot;False&quot; IsTopLevel=&quot;False&quot; Layer=&quot;Graphic 8 [1]&quot; Source=&quot;Group 15&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df2c4dbb-6619-418c-9594-4a9ae6ad58eb&quot; IsConsolidated=&quot;False&quot; IsTopLevel=&quot;False&quot; Layer=&quot;Graphic 2 [2]&quot; Source=&quot;Group 1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df2c4dbb-6619-418c-9594-4a9ae6ad58eb&quot; IsConsolidated=&quot;False&quot; IsTopLevel=&quot;False&quot; Layer=&quot;Graphic 4 [1]&quot; Source=&quot;Group 10&quot; /&gt;"/>
  <p:tag name="TEMPLAFYSLIDEID" val="637696491008280126"/>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df2c4dbb-6619-418c-9594-4a9ae6ad58eb&quot; IsConsolidated=&quot;False&quot; IsTopLevel=&quot;False&quot; Layer=&quot;Graphic 7 [0]&quot; Source=&quot;Group 1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bcb015a-05ab-4bc7-b88b-37a93628e9f5&quot; IsConsolidated=&quot;False&quot; IsTopLevel=&quot;False&quot; Layer=&quot;Graphic 2 [3]&quot; Source=&quot;Group 9&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bcb015a-05ab-4bc7-b88b-37a93628e9f5&quot; IsConsolidated=&quot;False&quot; IsTopLevel=&quot;False&quot; Layer=&quot;Graphic 4 [2]&quot; Source=&quot;Group 9&quot; /&gt;"/>
  <p:tag name="TEMPLAFYSLIDEID" val="637696491007967606"/>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bcb015a-05ab-4bc7-b88b-37a93628e9f5&quot; IsConsolidated=&quot;False&quot; IsTopLevel=&quot;False&quot; Layer=&quot;Graphic 6 [0]&quot; Source=&quot;Group 9&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cf2a015-c47d-49da-b7ca-14c3553e6e44&quot; IsConsolidated=&quot;False&quot; IsTopLevel=&quot;False&quot; Layer=&quot;Graphic 2 [2]&quot; Source=&quot;Group 15&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cf2a015-c47d-49da-b7ca-14c3553e6e44&quot; IsConsolidated=&quot;False&quot; IsTopLevel=&quot;False&quot; Layer=&quot;Graphic 4 [0]&quot; Source=&quot;Group 15&quot; /&gt;"/>
  <p:tag name="TEMPLAFYSLIDEID" val="637696491008436385"/>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cf2a015-c47d-49da-b7ca-14c3553e6e44&quot; IsConsolidated=&quot;False&quot; IsTopLevel=&quot;False&quot; Layer=&quot;Graphic 8 [1]&quot; Source=&quot;Group 15&quot; /&gt;"/>
</p:tagLst>
</file>

<file path=ppt/tags/tag96.xml><?xml version="1.0" encoding="utf-8"?>
<p:tagLst xmlns:a="http://schemas.openxmlformats.org/drawingml/2006/main" xmlns:r="http://schemas.openxmlformats.org/officeDocument/2006/relationships" xmlns:p="http://schemas.openxmlformats.org/presentationml/2006/main">
  <p:tag name="NUM" val="3"/>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a3ac849-413f-4f18-a909-146e915ee7d9&quot; IsConsolidated=&quot;False&quot; IsTopLevel=&quot;False&quot; Layer=&quot;Graphic 8 [1]&quot; Source=&quot;Group 15&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True&quot; Layer=&quot;Group 10&quot; Source=&quot;Group 1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3b25bc5-b0d1-4dca-adc4-2f1309b4197d&quot; IsConsolidated=&quot;False&quot; IsTopLevel=&quot;True&quot; Layer=&quot;Group 15&quot; Source=&quot;Group 15&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ebedbf5-0edb-4a8f-aa0b-a94fe348c5a2&quot; IsConsolidated=&quot;False&quot; IsTopLevel=&quot;True&quot; Layer=&quot;Group 18&quot; Source=&quot;Group 18&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2fc669b3-c041-49f1-99ce-88cbff2587d2&quot; IsConsolidated=&quot;False&quot; IsTopLevel=&quot;True&quot; Layer=&quot;Group 10&quot; Source=&quot;Group 1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55103f7-53e8-4628-86eb-73f9f207a51c&quot; IsConsolidated=&quot;False&quot; IsTopLevel=&quot;True&quot; Layer=&quot;Group 10&quot; Source=&quot;Group 1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04b5a2a-0b74-434a-a0f7-181de8068556&quot; IsConsolidated=&quot;False&quot; IsTopLevel=&quot;True&quot; Layer=&quot;Group 15&quot; Source=&quot;Group 15&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3b25bc5-b0d1-4dca-adc4-2f1309b4197d&quot; IsConsolidated=&quot;False&quot; IsTopLevel=&quot;True&quot; Layer=&quot;Group 15&quot; Source=&quot;Group 15&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3b25bc5-b0d1-4dca-adc4-2f1309b4197d&quot; IsConsolidated=&quot;False&quot; IsTopLevel=&quot;False&quot; Layer=&quot;Graphic 2 [2]&quot; Source=&quot;Group 15&quot; /&gt;"/>
</p:tagLst>
</file>

<file path=ppt/tags/tag1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3b25bc5-b0d1-4dca-adc4-2f1309b4197d&quot; IsConsolidated=&quot;False&quot; IsTopLevel=&quot;False&quot; Layer=&quot;Graphic 4 [1]&quot; Source=&quot;Group 15&quot; /&gt;"/>
  <p:tag name="TEMPLAFYSLIDEID" val="637696491009530151"/>
</p:tagLst>
</file>

<file path=ppt/tags/tag10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3b25bc5-b0d1-4dca-adc4-2f1309b4197d&quot; IsConsolidated=&quot;False&quot; IsTopLevel=&quot;False&quot; Layer=&quot;Graphic 8 [0]&quot; Source=&quot;Group 15&quot; /&gt;"/>
</p:tagLst>
</file>

<file path=ppt/tags/tag10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3b25bc5-b0d1-4dca-adc4-2f1309b4197d&quot; IsConsolidated=&quot;False&quot; IsTopLevel=&quot;False&quot; Layer=&quot;Graphic 12 [3]&quot; Source=&quot;Group 15&quot; /&gt;"/>
</p:tagLst>
</file>

<file path=ppt/tags/tag10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04b5a2a-0b74-434a-a0f7-181de8068556&quot; IsConsolidated=&quot;False&quot; IsTopLevel=&quot;False&quot; Layer=&quot;Graphic 2 [2]&quot; Source=&quot;Group 15&quot; /&gt;"/>
</p:tagLst>
</file>

<file path=ppt/tags/tag1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04b5a2a-0b74-434a-a0f7-181de8068556&quot; IsConsolidated=&quot;False&quot; IsTopLevel=&quot;False&quot; Layer=&quot;Graphic 4 [0]&quot; Source=&quot;Group 15&quot; /&gt;"/>
  <p:tag name="TEMPLAFYSLIDEID" val="637696491009373910"/>
</p:tagLst>
</file>

<file path=ppt/tags/tag1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04b5a2a-0b74-434a-a0f7-181de8068556&quot; IsConsolidated=&quot;False&quot; IsTopLevel=&quot;False&quot; Layer=&quot;Graphic 8 [1]&quot; Source=&quot;Group 15&quot; /&gt;"/>
</p:tagLst>
</file>

<file path=ppt/tags/tag1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04b5a2a-0b74-434a-a0f7-181de8068556&quot; IsConsolidated=&quot;False&quot; IsTopLevel=&quot;False&quot; Layer=&quot;Graphic 12 [3]&quot; Source=&quot;Group 15&quot; /&gt;"/>
</p:tagLst>
</file>

<file path=ppt/tags/tag1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55103f7-53e8-4628-86eb-73f9f207a51c&quot; IsConsolidated=&quot;False&quot; IsTopLevel=&quot;False&quot; Layer=&quot;Graphic 2 [3]&quot; Source=&quot;Group 10&quot; /&gt;"/>
</p:tagLst>
</file>

<file path=ppt/tags/tag1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55103f7-53e8-4628-86eb-73f9f207a51c&quot; IsConsolidated=&quot;False&quot; IsTopLevel=&quot;False&quot; Layer=&quot;Graphic 4 [2]&quot; Source=&quot;Group 10&quot; /&gt;"/>
  <p:tag name="TEMPLAFYSLIDEID" val="637696491010311423"/>
</p:tagLst>
</file>

<file path=ppt/tags/tag1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55103f7-53e8-4628-86eb-73f9f207a51c&quot; IsConsolidated=&quot;False&quot; IsTopLevel=&quot;False&quot; Layer=&quot;Graphic 7 [1]&quot; Source=&quot;Group 10&quot; /&gt;"/>
</p:tagLst>
</file>

<file path=ppt/tags/tag1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55103f7-53e8-4628-86eb-73f9f207a51c&quot; IsConsolidated=&quot;False&quot; IsTopLevel=&quot;False&quot; Layer=&quot;Graphic 9 [0]&quot; Source=&quot;Group 10&quot; /&gt;"/>
</p:tagLst>
</file>

<file path=ppt/tags/tag1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2fc669b3-c041-49f1-99ce-88cbff2587d2&quot; IsConsolidated=&quot;False&quot; IsTopLevel=&quot;False&quot; Layer=&quot;Graphic 2 [2]&quot; Source=&quot;Group 10&quot; /&gt;"/>
</p:tagLst>
</file>

<file path=ppt/tags/tag1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2fc669b3-c041-49f1-99ce-88cbff2587d2&quot; IsConsolidated=&quot;False&quot; IsTopLevel=&quot;False&quot; Layer=&quot;Graphic 4 [1]&quot; Source=&quot;Group 10&quot; /&gt;"/>
  <p:tag name="TEMPLAFYSLIDEID" val="637696491010311428"/>
</p:tagLst>
</file>

<file path=ppt/tags/tag1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2fc669b3-c041-49f1-99ce-88cbff2587d2&quot; IsConsolidated=&quot;False&quot; IsTopLevel=&quot;False&quot; Layer=&quot;Graphic 7 [0]&quot; Source=&quot;Group 10&quot; /&gt;"/>
</p:tagLst>
</file>

<file path=ppt/tags/tag1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2fc669b3-c041-49f1-99ce-88cbff2587d2&quot; IsConsolidated=&quot;False&quot; IsTopLevel=&quot;False&quot; Layer=&quot;Graphic 9 [3]&quot; Source=&quot;Group 10&quot; /&gt;"/>
</p:tagLst>
</file>

<file path=ppt/tags/tag1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ebedbf5-0edb-4a8f-aa0b-a94fe348c5a2&quot; IsConsolidated=&quot;False&quot; IsTopLevel=&quot;False&quot; Layer=&quot;Graphic 11 [3]&quot; Source=&quot;Group 18&quot; /&gt;"/>
</p:tagLst>
</file>

<file path=ppt/tags/tag1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ebedbf5-0edb-4a8f-aa0b-a94fe348c5a2&quot; IsConsolidated=&quot;False&quot; IsTopLevel=&quot;False&quot; Layer=&quot;Graphic 13 [2]&quot; Source=&quot;Group 18&quot; /&gt;"/>
  <p:tag name="TEMPLAFYSLIDEID" val="637696491010311429"/>
</p:tagLst>
</file>

<file path=ppt/tags/tag1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ebedbf5-0edb-4a8f-aa0b-a94fe348c5a2&quot; IsConsolidated=&quot;False&quot; IsTopLevel=&quot;False&quot; Layer=&quot;Graphic 15 [1]&quot; Source=&quot;Group 18&quot; /&gt;"/>
</p:tagLst>
</file>

<file path=ppt/tags/tag1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ebedbf5-0edb-4a8f-aa0b-a94fe348c5a2&quot; IsConsolidated=&quot;False&quot; IsTopLevel=&quot;False&quot; Layer=&quot;Graphic 17 [0]&quot; Source=&quot;Group 18&quot; /&gt;"/>
</p:tagLst>
</file>

<file path=ppt/tags/tag1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3b25bc5-b0d1-4dca-adc4-2f1309b4197d&quot; IsConsolidated=&quot;False&quot; IsTopLevel=&quot;False&quot; Layer=&quot;Graphic 2 [2]&quot; Source=&quot;Group 15&quot; /&gt;"/>
</p:tagLst>
</file>

<file path=ppt/tags/tag1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3b25bc5-b0d1-4dca-adc4-2f1309b4197d&quot; IsConsolidated=&quot;False&quot; IsTopLevel=&quot;False&quot; Layer=&quot;Graphic 4 [1]&quot; Source=&quot;Group 15&quot; /&gt;"/>
  <p:tag name="TEMPLAFYSLIDEID" val="637696491009530151"/>
</p:tagLst>
</file>

<file path=ppt/tags/tag1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3b25bc5-b0d1-4dca-adc4-2f1309b4197d&quot; IsConsolidated=&quot;False&quot; IsTopLevel=&quot;False&quot; Layer=&quot;Graphic 8 [0]&quot; Source=&quot;Group 15&quot; /&gt;"/>
</p:tagLst>
</file>

<file path=ppt/tags/tag1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False&quot; Layer=&quot;Graphic 2 [2]&quot; Source=&quot;Group 10&quot; /&gt;"/>
</p:tagLst>
</file>

<file path=ppt/tags/tag1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False&quot; Layer=&quot;Graphic 4 [1]&quot; Source=&quot;Group 10&quot; /&gt;"/>
  <p:tag name="TEMPLAFYSLIDEID" val="637696491008280124"/>
</p:tagLst>
</file>

<file path=ppt/tags/tag1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False&quot; Layer=&quot;Graphic 7 [0]&quot; Source=&quot;Group 10&quot; /&gt;"/>
</p:tagLst>
</file>

<file path=ppt/tags/tag1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False&quot; Layer=&quot;Graphic 9 [3]&quot; Source=&quot;Group 10&quot; /&gt;"/>
</p:tagLst>
</file>

<file path=ppt/tags/tag1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997d2e3-170e-4fa3-beef-e2a4b2245006&quot; IsConsolidated=&quot;False&quot; IsTopLevel=&quot;True&quot; Layer=&quot;Group 17&quot; Source=&quot;Group 17&quot; /&gt;"/>
</p:tagLst>
</file>

<file path=ppt/tags/tag1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997d2e3-170e-4fa3-beef-e2a4b2245006&quot; IsConsolidated=&quot;False&quot; IsTopLevel=&quot;False&quot; Layer=&quot;Graphic 6 [3]&quot; Source=&quot;Group 17&quot; /&gt;"/>
</p:tagLst>
</file>

<file path=ppt/tags/tag1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997d2e3-170e-4fa3-beef-e2a4b2245006&quot; IsConsolidated=&quot;False&quot; IsTopLevel=&quot;False&quot; Layer=&quot;Graphic 10 [2]&quot; Source=&quot;Group 17&quot; /&gt;"/>
  <p:tag name="TEMPLAFYSLIDEID" val="637696491007655076"/>
</p:tagLst>
</file>

<file path=ppt/tags/tag1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997d2e3-170e-4fa3-beef-e2a4b2245006&quot; IsConsolidated=&quot;False&quot; IsTopLevel=&quot;False&quot; Layer=&quot;Graphic 16 [0]&quot; Source=&quot;Group 17&quot; /&gt;"/>
</p:tagLst>
</file>

<file path=ppt/tags/tag13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6775df84-cd51-42b6-b32b-f648fbce25c4&quot; /&gt;"/>
  <p:tag name="SP_POWERSHAPE" val="&lt;PowerShapeTag ClassVersion=&quot;0&quot; GUID=&quot;a1ad6e38-f824-45e7-808a-1907e6564ee9&quot; IsConsolidated=&quot;False&quot; IsTopLevel=&quot;True&quot; Layer=&quot;Group 3&quot; Source=&quot;Group 3&quot; /&gt;"/>
</p:tagLst>
</file>

<file path=ppt/tags/tag13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25aac08-ef30-4214-9229-635d47a78664&quot; /&gt;"/>
  <p:tag name="SP_POWERSHAPE" val="&lt;PowerShapeTag ClassVersion=&quot;0&quot; GUID=&quot;77e5e9cc-32a2-4181-90f6-b7b5e2d3ce18&quot; IsConsolidated=&quot;False&quot; IsTopLevel=&quot;True&quot; Layer=&quot;Group 3&quot; Source=&quot;Group 3&quot; /&gt;"/>
</p:tagLst>
</file>

<file path=ppt/tags/tag13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505459b4-41ee-4703-b06a-af5290ef1e43&quot; /&gt;"/>
  <p:tag name="SP_POWERSHAPE" val="&lt;PowerShapeTag ClassVersion=&quot;0&quot; GUID=&quot;a1285c40-03dd-4eb9-8f13-5fa9e24b2ff6&quot; IsConsolidated=&quot;False&quot; IsTopLevel=&quot;True&quot; Layer=&quot;Group 3&quot; Source=&quot;Group 3&quot; /&gt;"/>
</p:tagLst>
</file>

<file path=ppt/tags/tag1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9254e644-020a-43c2-a524-300a7ab1a032&quot; IsConsolidated=&quot;False&quot; IsTopLevel=&quot;False&quot; Layer=&quot;Balance [1]&quot; Source=&quot;Group 3&quot; /&gt;"/>
  <p:tag name="TEMPLAFYSLIDEID" val="638522598873760094"/>
</p:tagLst>
</file>

<file path=ppt/tags/tag14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417ff065-587d-496f-93bd-8f3a2b845eee&quot; /&gt;"/>
  <p:tag name="SP_POWERSHAPE" val="&lt;PowerShapeTag ClassVersion=&quot;0&quot; GUID=&quot;7473cf13-fcd0-4581-82e0-22caa2f8e40b&quot; IsConsolidated=&quot;False&quot; IsTopLevel=&quot;True&quot; Layer=&quot;Group 3&quot; Source=&quot;Group 3&quot; /&gt;"/>
</p:tagLst>
</file>

<file path=ppt/tags/tag14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4443dd99-14e1-43ff-bdec-ac2120f54880&quot; /&gt;"/>
  <p:tag name="SP_POWERSHAPE" val="&lt;PowerShapeTag ClassVersion=&quot;0&quot; GUID=&quot;eb9299a1-db7d-44aa-b014-51afba1cb3fc&quot; IsConsolidated=&quot;False&quot; IsTopLevel=&quot;True&quot; Layer=&quot;Group 3&quot; Source=&quot;Group 3&quot; /&gt;"/>
</p:tagLst>
</file>

<file path=ppt/tags/tag14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25aac08-ef30-4214-9229-635d47a78664&quot; /&gt;"/>
  <p:tag name="SP_POWERSHAPE" val="&lt;PowerShapeTag ClassVersion=&quot;0&quot; GUID=&quot;77e5e9cc-32a2-4181-90f6-b7b5e2d3ce18&quot; IsConsolidated=&quot;False&quot; IsTopLevel=&quot;True&quot; Layer=&quot;Group 3&quot; Source=&quot;Group 3&quot; /&gt;"/>
</p:tagLst>
</file>

<file path=ppt/tags/tag14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25aac08-ef30-4214-9229-635d47a78664&quot; /&gt;"/>
  <p:tag name="SP_POWERSHAPE" val="&lt;PowerShapeTag ClassVersion=&quot;0&quot; GUID=&quot;77e5e9cc-32a2-4181-90f6-b7b5e2d3ce18&quot; IsConsolidated=&quot;False&quot; IsTopLevel=&quot;True&quot; Layer=&quot;Group 3&quot; Source=&quot;Group 3&quot; /&gt;"/>
</p:tagLst>
</file>

<file path=ppt/tags/tag14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6775df84-cd51-42b6-b32b-f648fbce25c4&quot; /&gt;"/>
  <p:tag name="SP_POWERSHAPE" val="&lt;PowerShapeTag ClassVersion=&quot;0&quot; GUID=&quot;a1ad6e38-f824-45e7-808a-1907e6564ee9&quot; IsConsolidated=&quot;False&quot; IsTopLevel=&quot;True&quot; Layer=&quot;Group 3&quot; Source=&quot;Group 3&quot; /&gt;"/>
</p:tagLst>
</file>

<file path=ppt/tags/tag14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417ff065-587d-496f-93bd-8f3a2b845eee&quot; /&gt;"/>
  <p:tag name="SP_POWERSHAPE" val="&lt;PowerShapeTag ClassVersion=&quot;0&quot; GUID=&quot;7473cf13-fcd0-4581-82e0-22caa2f8e40b&quot; IsConsolidated=&quot;False&quot; IsTopLevel=&quot;True&quot; Layer=&quot;Group 3&quot; Source=&quot;Group 3&quot; /&gt;"/>
</p:tagLst>
</file>

<file path=ppt/tags/tag14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417ff065-587d-496f-93bd-8f3a2b845eee&quot; /&gt;"/>
  <p:tag name="SP_POWERSHAPE" val="&lt;PowerShapeTag ClassVersion=&quot;0&quot; GUID=&quot;7473cf13-fcd0-4581-82e0-22caa2f8e40b&quot; IsConsolidated=&quot;False&quot; IsTopLevel=&quot;True&quot; Layer=&quot;Group 3&quot; Source=&quot;Group 3&quot; /&gt;"/>
</p:tagLst>
</file>

<file path=ppt/tags/tag14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e4ef028-baa6-400e-8235-8842df98a6d7&quot; /&gt;"/>
  <p:tag name="SP_POWERSHAPE" val="&lt;PowerShapeTag ClassVersion=&quot;0&quot; GUID=&quot;fa419790-1687-4c4c-b0c9-f8345bc55be5&quot; IsConsolidated=&quot;False&quot; IsTopLevel=&quot;True&quot; Layer=&quot;Group 3&quot; Source=&quot;Group 3&quot; /&gt;"/>
</p:tagLst>
</file>

<file path=ppt/tags/tag14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417ff065-587d-496f-93bd-8f3a2b845eee&quot; /&gt;"/>
  <p:tag name="SP_POWERSHAPE" val="&lt;PowerShapeTag ClassVersion=&quot;0&quot; GUID=&quot;7473cf13-fcd0-4581-82e0-22caa2f8e40b&quot; IsConsolidated=&quot;False&quot; IsTopLevel=&quot;True&quot; Layer=&quot;Group 3&quot; Source=&quot;Group 3&quot; /&gt;"/>
</p:tagLst>
</file>

<file path=ppt/tags/tag1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473cf13-fcd0-4581-82e0-22caa2f8e40b&quot; IsConsolidated=&quot;False&quot; IsTopLevel=&quot;False&quot; Layer=&quot;Balance [0]&quot; Source=&quot;Group 3&quot; /&gt;"/>
</p:tagLst>
</file>

<file path=ppt/tags/tag1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473cf13-fcd0-4581-82e0-22caa2f8e40b&quot; IsConsolidated=&quot;False&quot; IsTopLevel=&quot;False&quot; Layer=&quot;Balance [1]&quot; Source=&quot;Group 3&quot; /&gt;"/>
  <p:tag name="TEMPLAFYSLIDEID" val="638522598873916367"/>
</p:tagLst>
</file>

<file path=ppt/tags/tag1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a419790-1687-4c4c-b0c9-f8345bc55be5&quot; IsConsolidated=&quot;False&quot; IsTopLevel=&quot;False&quot; Layer=&quot;Balance [0]&quot; Source=&quot;Group 3&quot; /&gt;"/>
</p:tagLst>
</file>

<file path=ppt/tags/tag1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a419790-1687-4c4c-b0c9-f8345bc55be5&quot; IsConsolidated=&quot;False&quot; IsTopLevel=&quot;False&quot; Layer=&quot;Balance [1]&quot; Source=&quot;Group 3&quot; /&gt;"/>
  <p:tag name="TEMPLAFYSLIDEID" val="638522598873916370"/>
</p:tagLst>
</file>

<file path=ppt/tags/tag1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473cf13-fcd0-4581-82e0-22caa2f8e40b&quot; IsConsolidated=&quot;False&quot; IsTopLevel=&quot;False&quot; Layer=&quot;Balance [0]&quot; Source=&quot;Group 3&quot; /&gt;"/>
</p:tagLst>
</file>

<file path=ppt/tags/tag1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473cf13-fcd0-4581-82e0-22caa2f8e40b&quot; IsConsolidated=&quot;False&quot; IsTopLevel=&quot;False&quot; Layer=&quot;Balance [1]&quot; Source=&quot;Group 3&quot; /&gt;"/>
  <p:tag name="TEMPLAFYSLIDEID" val="638522598873916367"/>
</p:tagLst>
</file>

<file path=ppt/tags/tag1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473cf13-fcd0-4581-82e0-22caa2f8e40b&quot; IsConsolidated=&quot;False&quot; IsTopLevel=&quot;False&quot; Layer=&quot;Balance [0]&quot; Source=&quot;Group 3&quot; /&gt;"/>
</p:tagLst>
</file>

<file path=ppt/tags/tag1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473cf13-fcd0-4581-82e0-22caa2f8e40b&quot; IsConsolidated=&quot;False&quot; IsTopLevel=&quot;False&quot; Layer=&quot;Balance [1]&quot; Source=&quot;Group 3&quot; /&gt;"/>
  <p:tag name="TEMPLAFYSLIDEID" val="638522598873916367"/>
</p:tagLst>
</file>

<file path=ppt/tags/tag1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1ad6e38-f824-45e7-808a-1907e6564ee9&quot; IsConsolidated=&quot;False&quot; IsTopLevel=&quot;False&quot; Layer=&quot;Graphic - Shield [0]&quot; Source=&quot;Group 3&quot; /&gt;"/>
  <p:tag name="TEMPLAFYSLIDEID" val="638522598872822599"/>
</p:tagLst>
</file>

<file path=ppt/tags/tag1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1ad6e38-f824-45e7-808a-1907e6564ee9&quot; IsConsolidated=&quot;False&quot; IsTopLevel=&quot;False&quot; Layer=&quot;Graphic - Shield [1]&quot; Source=&quot;Group 3&quot; /&gt;"/>
</p:tagLst>
</file>

<file path=ppt/tags/tag1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7e5e9cc-32a2-4181-90f6-b7b5e2d3ce18&quot; IsConsolidated=&quot;False&quot; IsTopLevel=&quot;False&quot; Layer=&quot;Graphic - Magnifying glass - house [0]&quot; Source=&quot;Group 3&quot; /&gt;"/>
</p:tagLst>
</file>

<file path=ppt/tags/tag1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7e5e9cc-32a2-4181-90f6-b7b5e2d3ce18&quot; IsConsolidated=&quot;False&quot; IsTopLevel=&quot;False&quot; Layer=&quot;Graphic - Magnifying glass - house [1]&quot; Source=&quot;Group 3&quot; /&gt;"/>
  <p:tag name="TEMPLAFYSLIDEID" val="638522598872978879"/>
</p:tagLst>
</file>

<file path=ppt/tags/tag1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7e5e9cc-32a2-4181-90f6-b7b5e2d3ce18&quot; IsConsolidated=&quot;False&quot; IsTopLevel=&quot;False&quot; Layer=&quot;Graphic - Magnifying glass - house [0]&quot; Source=&quot;Group 3&quot; /&gt;"/>
</p:tagLst>
</file>

<file path=ppt/tags/tag1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7e5e9cc-32a2-4181-90f6-b7b5e2d3ce18&quot; IsConsolidated=&quot;False&quot; IsTopLevel=&quot;False&quot; Layer=&quot;Graphic - Magnifying glass - house [1]&quot; Source=&quot;Group 3&quot; /&gt;"/>
  <p:tag name="TEMPLAFYSLIDEID" val="638522598872978879"/>
</p:tagLst>
</file>

<file path=ppt/tags/tag1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b9299a1-db7d-44aa-b014-51afba1cb3fc&quot; IsConsolidated=&quot;False&quot; IsTopLevel=&quot;False&quot; Layer=&quot;Graphic - Hand - fruit [0]&quot; Source=&quot;Group 3&quot; /&gt;"/>
</p:tagLst>
</file>

<file path=ppt/tags/tag1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b9299a1-db7d-44aa-b014-51afba1cb3fc&quot; IsConsolidated=&quot;False&quot; IsTopLevel=&quot;False&quot; Layer=&quot;Graphic - Hand - fruit [1]&quot; Source=&quot;Group 3&quot; /&gt;"/>
  <p:tag name="TEMPLAFYSLIDEID" val="638522598872978880"/>
</p:tagLst>
</file>

<file path=ppt/tags/tag1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473cf13-fcd0-4581-82e0-22caa2f8e40b&quot; IsConsolidated=&quot;False&quot; IsTopLevel=&quot;False&quot; Layer=&quot;Balance [0]&quot; Source=&quot;Group 3&quot; /&gt;"/>
</p:tagLst>
</file>

<file path=ppt/tags/tag1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473cf13-fcd0-4581-82e0-22caa2f8e40b&quot; IsConsolidated=&quot;False&quot; IsTopLevel=&quot;False&quot; Layer=&quot;Balance [1]&quot; Source=&quot;Group 3&quot; /&gt;"/>
  <p:tag name="TEMPLAFYSLIDEID" val="638522598873916367"/>
</p:tagLst>
</file>

<file path=ppt/tags/tag1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1285c40-03dd-4eb9-8f13-5fa9e24b2ff6&quot; IsConsolidated=&quot;False&quot; IsTopLevel=&quot;False&quot; Layer=&quot;Graphic - Medical report [0]&quot; Source=&quot;Group 3&quot; /&gt;"/>
  <p:tag name="TEMPLAFYSLIDEID" val="638522598872978869"/>
</p:tagLst>
</file>

<file path=ppt/tags/tag1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1285c40-03dd-4eb9-8f13-5fa9e24b2ff6&quot; IsConsolidated=&quot;False&quot; IsTopLevel=&quot;False&quot; Layer=&quot;Graphic - Medical report [1]&quot; Source=&quot;Group 3&quot; /&gt;"/>
</p:tagLst>
</file>

<file path=ppt/tags/tag1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7e5e9cc-32a2-4181-90f6-b7b5e2d3ce18&quot; IsConsolidated=&quot;False&quot; IsTopLevel=&quot;False&quot; Layer=&quot;Graphic - Magnifying glass - house [0]&quot; Source=&quot;Group 3&quot; /&gt;"/>
</p:tagLst>
</file>

<file path=ppt/tags/tag1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7e5e9cc-32a2-4181-90f6-b7b5e2d3ce18&quot; IsConsolidated=&quot;False&quot; IsTopLevel=&quot;False&quot; Layer=&quot;Graphic - Magnifying glass - house [1]&quot; Source=&quot;Group 3&quot; /&gt;"/>
  <p:tag name="TEMPLAFYSLIDEID" val="638522598872978879"/>
</p:tagLst>
</file>

<file path=ppt/tags/tag1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1ad6e38-f824-45e7-808a-1907e6564ee9&quot; IsConsolidated=&quot;False&quot; IsTopLevel=&quot;False&quot; Layer=&quot;Graphic - Shield [0]&quot; Source=&quot;Group 3&quot; /&gt;"/>
  <p:tag name="TEMPLAFYSLIDEID" val="638522598872822599"/>
</p:tagLst>
</file>

<file path=ppt/tags/tag1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1ad6e38-f824-45e7-808a-1907e6564ee9&quot; IsConsolidated=&quot;False&quot; IsTopLevel=&quot;False&quot; Layer=&quot;Graphic - Shield [1]&quot; Source=&quot;Group 3&quot; /&gt;"/>
</p:tagLst>
</file>

<file path=ppt/tags/tag173.xml><?xml version="1.0" encoding="utf-8"?>
<p:tagLst xmlns:a="http://schemas.openxmlformats.org/drawingml/2006/main" xmlns:r="http://schemas.openxmlformats.org/officeDocument/2006/relationships" xmlns:p="http://schemas.openxmlformats.org/presentationml/2006/main">
  <p:tag name="TEMPLAFYSLIDEID" val="638577786498091557"/>
</p:tagLst>
</file>

<file path=ppt/tags/tag17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4d73f46-cb97-4d7a-bde0-45d63fa2d5e8&quot; /&gt;"/>
  <p:tag name="SP_POWERSHAPE" val="&lt;PowerShapeTag ClassVersion=&quot;0&quot; GUID=&quot;f86b7bb5-d2d6-4756-94ba-f00b3bf3f6ae&quot; IsConsolidated=&quot;False&quot; IsTopLevel=&quot;True&quot; Layer=&quot;Group 3&quot; Source=&quot;Group 3&quot; /&gt;"/>
</p:tagLst>
</file>

<file path=ppt/tags/tag17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ac7e2dd0-e1f1-42cc-84e7-81c0ea836acb&quot; /&gt;"/>
  <p:tag name="SP_POWERSHAPE" val="&lt;PowerShapeTag ClassVersion=&quot;0&quot; GUID=&quot;b050dcb3-c7f5-42ba-8abe-02f348cdf79a&quot; IsConsolidated=&quot;False&quot; IsTopLevel=&quot;True&quot; Layer=&quot;Group 3&quot; Source=&quot;Group 3&quot; /&gt;"/>
</p:tagLst>
</file>

<file path=ppt/tags/tag1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b050dcb3-c7f5-42ba-8abe-02f348cdf79a&quot; IsConsolidated=&quot;False&quot; IsTopLevel=&quot;False&quot; Layer=&quot;Balance [0]&quot; Source=&quot;Group 3&quot; /&gt;"/>
</p:tagLst>
</file>

<file path=ppt/tags/tag1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b050dcb3-c7f5-42ba-8abe-02f348cdf79a&quot; IsConsolidated=&quot;False&quot; IsTopLevel=&quot;False&quot; Layer=&quot;Balance [1]&quot; Source=&quot;Group 3&quot; /&gt;"/>
  <p:tag name="TEMPLAFYSLIDEID" val="638522598873760073"/>
</p:tagLst>
</file>

<file path=ppt/tags/tag17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9c6d55f8-37ec-4b5b-adf9-a73771cc3105&quot; /&gt;"/>
  <p:tag name="SP_POWERSHAPE" val="&lt;PowerShapeTag ClassVersion=&quot;0&quot; GUID=&quot;536483d9-3ff8-4797-99fc-3e42845f84e7&quot; IsConsolidated=&quot;False&quot; IsTopLevel=&quot;True&quot; Layer=&quot;Group 2&quot; Source=&quot;Group 2&quot; /&gt;"/>
</p:tagLst>
</file>

<file path=ppt/tags/tag1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536483d9-3ff8-4797-99fc-3e42845f84e7&quot; IsConsolidated=&quot;False&quot; IsTopLevel=&quot;False&quot; Layer=&quot;Graphic - Builings [0]&quot; Source=&quot;Group 2&quot; /&gt;"/>
</p:tagLst>
</file>

<file path=ppt/tags/tag1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536483d9-3ff8-4797-99fc-3e42845f84e7&quot; IsConsolidated=&quot;False&quot; IsTopLevel=&quot;False&quot; Layer=&quot;Graphic - Builings [1]&quot; Source=&quot;Group 2&quot; /&gt;"/>
  <p:tag name="TEMPLAFYSLIDEID" val="638522598872978877"/>
</p:tagLst>
</file>

<file path=ppt/tags/tag1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86b7bb5-d2d6-4756-94ba-f00b3bf3f6ae&quot; IsConsolidated=&quot;False&quot; IsTopLevel=&quot;False&quot; Layer=&quot;Graphic 7 [0]&quot; Source=&quot;Group 3&quot; /&gt;"/>
</p:tagLst>
</file>

<file path=ppt/tags/tag1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86b7bb5-d2d6-4756-94ba-f00b3bf3f6ae&quot; IsConsolidated=&quot;False&quot; IsTopLevel=&quot;False&quot; Layer=&quot;Graphic 7 [1]&quot; Source=&quot;Group 3&quot; /&gt;"/>
  <p:tag name="TEMPLAFYSLIDEID" val="638522598873954497"/>
</p:tagLst>
</file>

<file path=ppt/tags/tag1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a3ac849-413f-4f18-a909-146e915ee7d9&quot; IsConsolidated=&quot;False&quot; IsTopLevel=&quot;True&quot; Layer=&quot;Group 15&quot; Source=&quot;Group 15&quot; /&gt;"/>
</p:tagLst>
</file>

<file path=ppt/tags/tag184.xml><?xml version="1.0" encoding="utf-8"?>
<p:tagLst xmlns:a="http://schemas.openxmlformats.org/drawingml/2006/main" xmlns:r="http://schemas.openxmlformats.org/officeDocument/2006/relationships" xmlns:p="http://schemas.openxmlformats.org/presentationml/2006/main">
  <p:tag name="NUM" val="3"/>
</p:tagLst>
</file>

<file path=ppt/tags/tag1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a3ac849-413f-4f18-a909-146e915ee7d9&quot; IsConsolidated=&quot;False&quot; IsTopLevel=&quot;False&quot; Layer=&quot;Graphic 2 [3]&quot; Source=&quot;Group 15&quot; /&gt;"/>
</p:tagLst>
</file>

<file path=ppt/tags/tag1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a3ac849-413f-4f18-a909-146e915ee7d9&quot; IsConsolidated=&quot;False&quot; IsTopLevel=&quot;False&quot; Layer=&quot;Graphic 4 [2]&quot; Source=&quot;Group 15&quot; /&gt;"/>
  <p:tag name="TEMPLAFYSLIDEID" val="637696491008123868"/>
</p:tagLst>
</file>

<file path=ppt/tags/tag1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a3ac849-413f-4f18-a909-146e915ee7d9&quot; IsConsolidated=&quot;False&quot; IsTopLevel=&quot;False&quot; Layer=&quot;Graphic 8 [1]&quot; Source=&quot;Group 15&quot; /&gt;"/>
</p:tagLst>
</file>

<file path=ppt/tags/tag1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a3ac849-413f-4f18-a909-146e915ee7d9&quot; IsConsolidated=&quot;False&quot; IsTopLevel=&quot;False&quot; Layer=&quot;Graphic 12 [0]&quot; Source=&quot;Group 15&quot; /&gt;"/>
</p:tagLst>
</file>

<file path=ppt/tags/tag1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536483d9-3ff8-4797-99fc-3e42845f84e7&quot; IsConsolidated=&quot;False&quot; IsTopLevel=&quot;False&quot; Layer=&quot;Graphic - Builings [1]&quot; Source=&quot;Group 2&quot; /&gt;"/>
  <p:tag name="TEMPLAFYSLIDEID" val="638522598872978877"/>
</p:tagLst>
</file>

<file path=ppt/tags/tag19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edb8b51c-8d2c-4d81-8f5d-e208ad145dbd&quot; /&gt;"/>
  <p:tag name="SP_POWERSHAPE" val="&lt;PowerShapeTag ClassVersion=&quot;0&quot; GUID=&quot;edbc07c8-1831-462e-a6e0-f40889d1de86&quot; IsConsolidated=&quot;False&quot; IsTopLevel=&quot;True&quot; Layer=&quot;Group 2&quot; Source=&quot;Group 2&quot; /&gt;"/>
</p:tagLst>
</file>

<file path=ppt/tags/tag1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dbc07c8-1831-462e-a6e0-f40889d1de86&quot; IsConsolidated=&quot;False&quot; IsTopLevel=&quot;False&quot; Layer=&quot;Graphic 9 [0]&quot; Source=&quot;Group 2&quot; /&gt;"/>
</p:tagLst>
</file>

<file path=ppt/tags/tag1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dbc07c8-1831-462e-a6e0-f40889d1de86&quot; IsConsolidated=&quot;False&quot; IsTopLevel=&quot;False&quot; Layer=&quot;Graphic 9 [1]&quot; Source=&quot;Group 2&quot; /&gt;"/>
  <p:tag name="TEMPLAFYSLIDEID" val="638522598873760183"/>
</p:tagLst>
</file>

<file path=ppt/tags/tag1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True&quot; Layer=&quot;Group 15&quot; Source=&quot;Group 15&quot; /&gt;"/>
</p:tagLst>
</file>

<file path=ppt/tags/tag1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True&quot; Layer=&quot;Group 10&quot; Source=&quot;Group 10&quot; /&gt;"/>
</p:tagLst>
</file>

<file path=ppt/tags/tag1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False&quot; Layer=&quot;Graphic 2 [2]&quot; Source=&quot;Group 10&quot; /&gt;"/>
</p:tagLst>
</file>

<file path=ppt/tags/tag1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False&quot; Layer=&quot;Graphic 4 [1]&quot; Source=&quot;Group 10&quot; /&gt;"/>
  <p:tag name="TEMPLAFYSLIDEID" val="637696491008280124"/>
</p:tagLst>
</file>

<file path=ppt/tags/tag1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False&quot; Layer=&quot;Graphic 7 [0]&quot; Source=&quot;Group 10&quot; /&gt;"/>
</p:tagLst>
</file>

<file path=ppt/tags/tag1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False&quot; Layer=&quot;Graphic 9 [3]&quot; Source=&quot;Group 10&quot; /&gt;"/>
</p:tagLst>
</file>

<file path=ppt/tags/tag1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2 [2]&quot; Source=&quot;Group 15&quot; /&gt;"/>
</p:tagLst>
</file>

<file path=ppt/tags/tag2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4 [0]&quot; Source=&quot;Group 15&quot; /&gt;"/>
  <p:tag name="TEMPLAFYSLIDEID" val="637696491008123866"/>
</p:tagLst>
</file>

<file path=ppt/tags/tag2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6 [3]&quot; Source=&quot;Group 15&quot; /&gt;"/>
</p:tagLst>
</file>

<file path=ppt/tags/tag2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cba2d9e1-b05d-4b60-b310-f3cb7f6d113d&quot; IsConsolidated=&quot;False&quot; IsTopLevel=&quot;False&quot; Layer=&quot;Graphic 2 [2]&quot; Source=&quot;Group 15&quot; /&gt;"/>
</p:tagLst>
</file>

<file path=ppt/tags/tag2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cba2d9e1-b05d-4b60-b310-f3cb7f6d113d&quot; IsConsolidated=&quot;False&quot; IsTopLevel=&quot;False&quot; Layer=&quot;Graphic 8 [0]&quot; Source=&quot;Group 15&quot; /&gt;"/>
</p:tagLst>
</file>

<file path=ppt/tags/tag2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cba2d9e1-b05d-4b60-b310-f3cb7f6d113d&quot; IsConsolidated=&quot;False&quot; IsTopLevel=&quot;False&quot; Layer=&quot;Graphic 12 [3]&quot; Source=&quot;Group 15&quot; /&gt;"/>
</p:tagLst>
</file>

<file path=ppt/tags/tag2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90e20fe-f63e-473b-9ccd-ecb3c2f024ce&quot; IsConsolidated=&quot;False&quot; IsTopLevel=&quot;False&quot; Layer=&quot;Graphic 2 [2]&quot; Source=&quot;Group 10&quot; /&gt;"/>
</p:tagLst>
</file>

<file path=ppt/tags/tag2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90e20fe-f63e-473b-9ccd-ecb3c2f024ce&quot; IsConsolidated=&quot;False&quot; IsTopLevel=&quot;False&quot; Layer=&quot;Graphic 7 [0]&quot; Source=&quot;Group 10&quot; /&gt;"/>
</p:tagLst>
</file>

<file path=ppt/tags/tag20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90e20fe-f63e-473b-9ccd-ecb3c2f024ce&quot; IsConsolidated=&quot;False&quot; IsTopLevel=&quot;False&quot; Layer=&quot;Graphic 9 [3]&quot; Source=&quot;Group 10&quot; /&gt;"/>
</p:tagLst>
</file>

<file path=ppt/tags/tag20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38b876c-dc3b-464b-9cb5-948e91319e57&quot; IsConsolidated=&quot;False&quot; IsTopLevel=&quot;False&quot; Layer=&quot;Graphic 4 [0]&quot; Source=&quot;Group 15&quot; /&gt;"/>
  <p:tag name="TEMPLAFYSLIDEID" val="637696491008436386"/>
</p:tagLst>
</file>

<file path=ppt/tags/tag20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38b876c-dc3b-464b-9cb5-948e91319e57&quot; IsConsolidated=&quot;False&quot; IsTopLevel=&quot;False&quot; Layer=&quot;Graphic 8 [3]&quot; Source=&quot;Group 15&quot; /&gt;"/>
</p:tagLst>
</file>

<file path=ppt/tags/tag2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38b876c-dc3b-464b-9cb5-948e91319e57&quot; IsConsolidated=&quot;False&quot; IsTopLevel=&quot;False&quot; Layer=&quot;Graphic 12 [2]&quot; Source=&quot;Group 15&quot; /&gt;"/>
</p:tagLst>
</file>

<file path=ppt/tags/tag2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2 [3]&quot; Source=&quot;Group 15&quot; /&gt;"/>
</p:tagLst>
</file>

<file path=ppt/tags/tag2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4 [2]&quot; Source=&quot;Group 15&quot; /&gt;"/>
  <p:tag name="TEMPLAFYSLIDEID" val="637696491008905138"/>
</p:tagLst>
</file>

<file path=ppt/tags/tag2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12 [1]&quot; Source=&quot;Group 15&quot; /&gt;"/>
</p:tagLst>
</file>

<file path=ppt/tags/tag2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4e849aa-ea87-44e8-9be9-07ed63ae87c4&quot; IsConsolidated=&quot;False&quot; IsTopLevel=&quot;False&quot; Layer=&quot;Graphic 2 [2]&quot; Source=&quot;Group 15&quot; /&gt;"/>
</p:tagLst>
</file>

<file path=ppt/tags/tag2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4e849aa-ea87-44e8-9be9-07ed63ae87c4&quot; IsConsolidated=&quot;False&quot; IsTopLevel=&quot;False&quot; Layer=&quot;Graphic 4 [1]&quot; Source=&quot;Group 15&quot; /&gt;"/>
  <p:tag name="TEMPLAFYSLIDEID" val="637696491008436387"/>
</p:tagLst>
</file>

<file path=ppt/tags/tag2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4e849aa-ea87-44e8-9be9-07ed63ae87c4&quot; IsConsolidated=&quot;False&quot; IsTopLevel=&quot;False&quot; Layer=&quot;Graphic 12 [3]&quot; Source=&quot;Group 15&quot; /&gt;"/>
</p:tagLst>
</file>

<file path=ppt/tags/tag2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cba2d9e1-b05d-4b60-b310-f3cb7f6d113d&quot; IsConsolidated=&quot;False&quot; IsTopLevel=&quot;False&quot; Layer=&quot;Graphic 4 [1]&quot; Source=&quot;Group 15&quot; /&gt;"/>
  <p:tag name="TEMPLAFYSLIDEID" val="637696491008123872"/>
</p:tagLst>
</file>

<file path=ppt/tags/tag2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90e20fe-f63e-473b-9ccd-ecb3c2f024ce&quot; IsConsolidated=&quot;False&quot; IsTopLevel=&quot;False&quot; Layer=&quot;Graphic 4 [1]&quot; Source=&quot;Group 10&quot; /&gt;"/>
  <p:tag name="TEMPLAFYSLIDEID" val="637696491008905139"/>
</p:tagLst>
</file>

<file path=ppt/tags/tag2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38b876c-dc3b-464b-9cb5-948e91319e57&quot; IsConsolidated=&quot;False&quot; IsTopLevel=&quot;False&quot; Layer=&quot;Graphic 2 [1]&quot; Source=&quot;Group 15&quot; /&gt;"/>
</p:tagLst>
</file>

<file path=ppt/tags/tag2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True&quot; Layer=&quot;Group 15&quot; Source=&quot;Group 15&quot; /&gt;"/>
</p:tagLst>
</file>

<file path=ppt/tags/tag2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cba2d9e1-b05d-4b60-b310-f3cb7f6d113d&quot; IsConsolidated=&quot;False&quot; IsTopLevel=&quot;False&quot; Layer=&quot;Graphic 4 [1]&quot; Source=&quot;Group 15&quot; /&gt;"/>
  <p:tag name="TEMPLAFYSLIDEID" val="637696491008123872"/>
</p:tagLst>
</file>

<file path=ppt/tags/tag2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90e20fe-f63e-473b-9ccd-ecb3c2f024ce&quot; IsConsolidated=&quot;False&quot; IsTopLevel=&quot;False&quot; Layer=&quot;Graphic 4 [1]&quot; Source=&quot;Group 10&quot; /&gt;"/>
  <p:tag name="TEMPLAFYSLIDEID" val="637696491008905139"/>
</p:tagLst>
</file>

<file path=ppt/tags/tag2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True&quot; Layer=&quot;Group 15&quot; Source=&quot;Group 15&quot; /&gt;"/>
</p:tagLst>
</file>

<file path=ppt/tags/tag2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True&quot; Layer=&quot;Group 15&quot; Source=&quot;Group 15&quot; /&gt;"/>
</p:tagLst>
</file>

<file path=ppt/tags/tag2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3ad59-5a93-4870-83a0-0958ec72410c&quot; IsConsolidated=&quot;False&quot; IsTopLevel=&quot;True&quot; Layer=&quot;Group 31&quot; Source=&quot;Group 31&quot; /&gt;"/>
</p:tagLst>
</file>

<file path=ppt/tags/tag2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True&quot; Layer=&quot;Group 10&quot; Source=&quot;Group 10&quot; /&gt;"/>
</p:tagLst>
</file>

<file path=ppt/tags/tag2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True&quot; Layer=&quot;Group 15&quot; Source=&quot;Group 15&quot; /&gt;"/>
</p:tagLst>
</file>

<file path=ppt/tags/tag2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True&quot; Layer=&quot;Group 15&quot; Source=&quot;Group 15&quot; /&gt;"/>
</p:tagLst>
</file>

<file path=ppt/tags/tag2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2 [2]&quot; Source=&quot;Group 15&quot; /&gt;"/>
</p:tagLst>
</file>

<file path=ppt/tags/tag2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4 [0]&quot; Source=&quot;Group 15&quot; /&gt;"/>
  <p:tag name="TEMPLAFYSLIDEID" val="637696491008123866"/>
</p:tagLst>
</file>

<file path=ppt/tags/tag2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6 [3]&quot; Source=&quot;Group 15&quot; /&gt;"/>
</p:tagLst>
</file>

<file path=ppt/tags/tag2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2 [2]&quot; Source=&quot;Group 15&quot; /&gt;"/>
</p:tagLst>
</file>

<file path=ppt/tags/tag2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4 [0]&quot; Source=&quot;Group 15&quot; /&gt;"/>
  <p:tag name="TEMPLAFYSLIDEID" val="637696491008123866"/>
</p:tagLst>
</file>

<file path=ppt/tags/tag2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6 [3]&quot; Source=&quot;Group 15&quot; /&gt;"/>
</p:tagLst>
</file>

<file path=ppt/tags/tag2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False&quot; Layer=&quot;Graphic 2 [2]&quot; Source=&quot;Group 10&quot; /&gt;"/>
</p:tagLst>
</file>

<file path=ppt/tags/tag2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False&quot; Layer=&quot;Graphic 7 [0]&quot; Source=&quot;Group 10&quot; /&gt;"/>
</p:tagLst>
</file>

<file path=ppt/tags/tag2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1119890-c74c-419c-a0cb-4373dc75241d&quot; IsConsolidated=&quot;False&quot; IsTopLevel=&quot;False&quot; Layer=&quot;Graphic 9 [3]&quot; Source=&quot;Group 10&quot; /&gt;"/>
</p:tagLst>
</file>

<file path=ppt/tags/tag2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3ad59-5a93-4870-83a0-0958ec72410c&quot; IsConsolidated=&quot;False&quot; IsTopLevel=&quot;False&quot; Layer=&quot;Graphic 24 [2]&quot; Source=&quot;Group 31&quot; /&gt;"/>
</p:tagLst>
</file>

<file path=ppt/tags/tag2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3ad59-5a93-4870-83a0-0958ec72410c&quot; IsConsolidated=&quot;False&quot; IsTopLevel=&quot;False&quot; Layer=&quot;Graphic 26 [0]&quot; Source=&quot;Group 31&quot; /&gt;"/>
  <p:tag name="TEMPLAFYSLIDEID" val="637696491008905142"/>
</p:tagLst>
</file>

<file path=ppt/tags/tag2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3ad59-5a93-4870-83a0-0958ec72410c&quot; IsConsolidated=&quot;False&quot; IsTopLevel=&quot;False&quot; Layer=&quot;Graphic 28 [1]&quot; Source=&quot;Group 31&quot; /&gt;"/>
</p:tagLst>
</file>

<file path=ppt/tags/tag2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3ad59-5a93-4870-83a0-0958ec72410c&quot; IsConsolidated=&quot;False&quot; IsTopLevel=&quot;False&quot; Layer=&quot;Graphic 30 [3]&quot; Source=&quot;Group 31&quot; /&gt;"/>
</p:tagLst>
</file>

<file path=ppt/tags/tag2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2 [2]&quot; Source=&quot;Group 15&quot; /&gt;"/>
</p:tagLst>
</file>

<file path=ppt/tags/tag2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4 [0]&quot; Source=&quot;Group 15&quot; /&gt;"/>
  <p:tag name="TEMPLAFYSLIDEID" val="637696491008123866"/>
</p:tagLst>
</file>

<file path=ppt/tags/tag2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6 [3]&quot; Source=&quot;Group 15&quot; /&gt;"/>
</p:tagLst>
</file>

<file path=ppt/tags/tag2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12 [1]&quot; Source=&quot;Group 15&quot; /&gt;"/>
</p:tagLst>
</file>

<file path=ppt/tags/tag2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2 [3]&quot; Source=&quot;Group 15&quot; /&gt;"/>
</p:tagLst>
</file>

<file path=ppt/tags/tag2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4 [2]&quot; Source=&quot;Group 15&quot; /&gt;"/>
  <p:tag name="TEMPLAFYSLIDEID" val="637696491008905138"/>
</p:tagLst>
</file>

<file path=ppt/tags/tag2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8 [0]&quot; Source=&quot;Group 15&quot; /&gt;"/>
</p:tagLst>
</file>

<file path=ppt/tags/tag2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12 [1]&quot; Source=&quot;Group 15&quot; /&gt;"/>
</p:tagLst>
</file>

<file path=ppt/tags/tag2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2 [3]&quot; Source=&quot;Group 15&quot; /&gt;"/>
</p:tagLst>
</file>

<file path=ppt/tags/tag2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4 [2]&quot; Source=&quot;Group 15&quot; /&gt;"/>
  <p:tag name="TEMPLAFYSLIDEID" val="637696491008905138"/>
</p:tagLst>
</file>

<file path=ppt/tags/tag2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8 [0]&quot; Source=&quot;Group 15&quot; /&gt;"/>
</p:tagLst>
</file>

<file path=ppt/tags/tag2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12 [1]&quot; Source=&quot;Group 15&quot; /&gt;"/>
</p:tagLst>
</file>

<file path=ppt/tags/tag2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04b5a2a-0b74-434a-a0f7-181de8068556&quot; IsConsolidated=&quot;False&quot; IsTopLevel=&quot;False&quot; Layer=&quot;Graphic 2 [2]&quot; Source=&quot;Group 15&quot; /&gt;"/>
</p:tagLst>
</file>

<file path=ppt/tags/tag2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04b5a2a-0b74-434a-a0f7-181de8068556&quot; IsConsolidated=&quot;False&quot; IsTopLevel=&quot;False&quot; Layer=&quot;Graphic 8 [1]&quot; Source=&quot;Group 15&quot; /&gt;"/>
</p:tagLst>
</file>

<file path=ppt/tags/tag2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104b5a2a-0b74-434a-a0f7-181de8068556&quot; IsConsolidated=&quot;False&quot; IsTopLevel=&quot;False&quot; Layer=&quot;Graphic 12 [3]&quot; Source=&quot;Group 15&quot; /&gt;"/>
</p:tagLst>
</file>

<file path=ppt/tags/tag2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a44c9d9-aadc-49e7-a40f-a88ff1751e98&quot; IsConsolidated=&quot;False&quot; IsTopLevel=&quot;True&quot; Layer=&quot;Group 15&quot; Source=&quot;Group 15&quot; /&gt;"/>
</p:tagLst>
</file>

<file path=ppt/tags/tag25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a64fd06-9495-46db-8987-8dabdab409b6&quot; /&gt;"/>
  <p:tag name="SP_POWERSHAPE" val="&lt;PowerShapeTag ClassVersion=&quot;0&quot; GUID=&quot;056e653a-40d5-4d9d-a1c1-fd547937899d&quot; IsConsolidated=&quot;False&quot; IsTopLevel=&quot;True&quot; Layer=&quot;Group 150&quot; Source=&quot;Group 150&quot; /&gt;"/>
</p:tagLst>
</file>

<file path=ppt/tags/tag2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57 [1]&quot; Source=&quot;Group 65&quot; /&gt;"/>
</p:tagLst>
</file>

<file path=ppt/tags/tag2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56 [1]&quot; Source=&quot;Group 65&quot; /&gt;"/>
</p:tagLst>
</file>

<file path=ppt/tags/tag2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46 [1]&quot; Source=&quot;Group 65&quot; /&gt;"/>
</p:tagLst>
</file>

<file path=ppt/tags/tag2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69 [2]&quot; Source=&quot;Group 65&quot; /&gt;"/>
</p:tagLst>
</file>

<file path=ppt/tags/tag2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60 [2]&quot; Source=&quot;Group 65&quot; /&gt;"/>
  <p:tag name="TEMPLAFYSLIDEID" val="637135678165069775"/>
</p:tagLst>
</file>

<file path=ppt/tags/tag2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58 [2]&quot; Source=&quot;Group 65&quot; /&gt;"/>
</p:tagLst>
</file>

<file path=ppt/tags/tag2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48 [2]&quot; Source=&quot;Group 65&quot; /&gt;"/>
</p:tagLst>
</file>

<file path=ppt/tags/tag2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3 [3]&quot; Source=&quot;Group 65&quot; /&gt;"/>
</p:tagLst>
</file>

<file path=ppt/tags/tag2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4 [3]&quot; Source=&quot;Group 65&quot; /&gt;"/>
</p:tagLst>
</file>

<file path=ppt/tags/tag2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2 [3]&quot; Source=&quot;Group 65&quot; /&gt;"/>
</p:tagLst>
</file>

<file path=ppt/tags/tag2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1 [3]&quot; Source=&quot;Group 65&quot; /&gt;"/>
</p:tagLst>
</file>

<file path=ppt/tags/tag2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Pentagon 49 [3]&quot; Source=&quot;Group 65&quot; /&gt;"/>
</p:tagLst>
</file>

<file path=ppt/tags/tag2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9 [4]&quot; Source=&quot;Group 65&quot; /&gt;"/>
</p:tagLst>
</file>

<file path=ppt/tags/tag2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7 [4]&quot; Source=&quot;Group 65&quot; /&gt;"/>
</p:tagLst>
</file>

<file path=ppt/tags/tag2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8 [4]&quot; Source=&quot;Group 65&quot; /&gt;"/>
</p:tagLst>
</file>

<file path=ppt/tags/tag2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6 [4]&quot; Source=&quot;Group 65&quot; /&gt;"/>
</p:tagLst>
</file>

<file path=ppt/tags/tag2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5 [4]&quot; Source=&quot;Group 65&quot; /&gt;"/>
</p:tagLst>
</file>

<file path=ppt/tags/tag2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50 [4]&quot; Source=&quot;Group 65&quot; /&gt;"/>
</p:tagLst>
</file>

<file path=ppt/tags/tag2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84 [5]&quot; Source=&quot;Group 65&quot; /&gt;"/>
</p:tagLst>
</file>

<file path=ppt/tags/tag2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85 [5]&quot; Source=&quot;Group 65&quot; /&gt;"/>
</p:tagLst>
</file>

<file path=ppt/tags/tag2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82 [5]&quot; Source=&quot;Group 65&quot; /&gt;"/>
</p:tagLst>
</file>

<file path=ppt/tags/tag2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83 [5]&quot; Source=&quot;Group 65&quot; /&gt;"/>
</p:tagLst>
</file>

<file path=ppt/tags/tag2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81 [5]&quot; Source=&quot;Group 65&quot; /&gt;"/>
</p:tagLst>
</file>

<file path=ppt/tags/tag2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80 [5]&quot; Source=&quot;Group 65&quot; /&gt;"/>
</p:tagLst>
</file>

<file path=ppt/tags/tag2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51 [5]&quot; Source=&quot;Group 65&quot; /&gt;"/>
</p:tagLst>
</file>

<file path=ppt/tags/tag2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44 [0]&quot; Source=&quot;Group 65&quot; /&gt;"/>
</p:tagLst>
</file>

<file path=ppt/tags/tag2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Pentagon 3 [0]&quot; Source=&quot;Group 65&quot; /&gt;"/>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pOED2H2HNpE.nhj8gtT5SsQ"/>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2]&quot; Source=&quot;Group 150&quot; /&gt;"/>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pcFqw6ObvsE.Uv6ubMZS6Qw"/>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2]&quot; Source=&quot;Group 150&quot; /&gt;"/>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pBa6ZgcsggEW9ZwhL2jcV.A"/>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2]&quot; Source=&quot;Group 150&quot; /&gt;"/>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ptpke.q3MRk.rxVEJ5Ati6A"/>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2]&quot; Source=&quot;Group 150&quot; /&gt;"/>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pAqey71PvAkOE77xbFBiHTg"/>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pke2nsl67mkiE2s8kdKwQxA"/>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pMg7Q2nDPskqhwqfFmh9S0A"/>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 name="TEMPLAFYSLIDEID" val="637087294565379700"/>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p4.uHgTgRzkq_vX4nLoR7Xw"/>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pPngF9pe3c0Wgm038vzz4fw"/>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pC2sVTk807UGHCLcJIMsyYw"/>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p2U60OT6mdEKL42.GvrNheA"/>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pvYS68FFfOkikroN7JrM0Tg"/>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pPCls.R5_p0Smc0h.p2fcJQ"/>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pIAvNYHex2EyTLKrLJ6RKlw"/>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pzYmbenTRI0.U06u.FMi8Jw"/>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pnxVm1DUrWEGHiNnLAFN13A"/>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pj5F80m7KbkGzNz0Ng0wJ6w"/>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p1EQ1yan5rES475THJ0ktpA"/>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payNkgWGwh0aYHY1rWFZzWg"/>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ptRCJ1tXZHkmJJK7CN5sSlA"/>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3]&quot; Source=&quot;Group 150&quot; /&gt;"/>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p7mm9C5nF4UCniPAiqdmBsw"/>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1]&quot; Source=&quot;Group 150&quot; /&gt;"/>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pHjQ03_irYkuRc0Yin9pgkA"/>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1]&quot; Source=&quot;Group 150&quot; /&gt;"/>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p3YNV.MJ7T0yvx_5bL_YmCw"/>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1]&quot; Source=&quot;Group 150&quot; /&gt;"/>
</p:tagLst>
</file>

<file path=ppt/tags/tag309.xml><?xml version="1.0" encoding="utf-8"?>
<p:tagLst xmlns:a="http://schemas.openxmlformats.org/drawingml/2006/main" xmlns:r="http://schemas.openxmlformats.org/officeDocument/2006/relationships" xmlns:p="http://schemas.openxmlformats.org/presentationml/2006/main">
  <p:tag name="THINKCELLSHAPEDONOTDELETE" val="pDOYZKsyFqEaQDfyLy9.YDA"/>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0]&quot; Source=&quot;Group 150&quot; /&gt;"/>
</p:tagLst>
</file>

<file path=ppt/tags/tag310.xml><?xml version="1.0" encoding="utf-8"?>
<p:tagLst xmlns:a="http://schemas.openxmlformats.org/drawingml/2006/main" xmlns:r="http://schemas.openxmlformats.org/officeDocument/2006/relationships" xmlns:p="http://schemas.openxmlformats.org/presentationml/2006/main">
  <p:tag name="THINKCELLSHAPEDONOTDELETE" val="pCIXzzLoRrUKYLbleD.4RTw"/>
  <p:tag name="SP_LIBRARY" val="&lt;LibraryShapeTag ClassVersion=&quot;0&quot; GUID=&quot;2a64fd06-9495-46db-8987-8dabdab409b6&quot; /&gt;"/>
  <p:tag name="SP_POWERSHAPE" val="&lt;PowerShapeTag ClassVersion=&quot;0&quot; GUID=&quot;056e653a-40d5-4d9d-a1c1-fd547937899d&quot; IsConsolidated=&quot;False&quot; IsTopLevel=&quot;False&quot; Layer=&quot;Pyramid [0]&quot; Source=&quot;Group 150&quot; /&gt;"/>
</p:tagLst>
</file>

<file path=ppt/tags/tag3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a44c9d9-aadc-49e7-a40f-a88ff1751e98&quot; IsConsolidated=&quot;False&quot; IsTopLevel=&quot;False&quot; Layer=&quot;Graphic 2 [3]&quot; Source=&quot;Group 15&quot; /&gt;"/>
</p:tagLst>
</file>

<file path=ppt/tags/tag3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a44c9d9-aadc-49e7-a40f-a88ff1751e98&quot; IsConsolidated=&quot;False&quot; IsTopLevel=&quot;False&quot; Layer=&quot;Graphic 4 [2]&quot; Source=&quot;Group 15&quot; /&gt;"/>
  <p:tag name="TEMPLAFYSLIDEID" val="637696491009061395"/>
</p:tagLst>
</file>

<file path=ppt/tags/tag3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a44c9d9-aadc-49e7-a40f-a88ff1751e98&quot; IsConsolidated=&quot;False&quot; IsTopLevel=&quot;False&quot; Layer=&quot;Graphic 12 [1]&quot; Source=&quot;Group 15&quot; /&gt;"/>
</p:tagLst>
</file>

<file path=ppt/tags/tag3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cba2d9e1-b05d-4b60-b310-f3cb7f6d113d&quot; IsConsolidated=&quot;False&quot; IsTopLevel=&quot;False&quot; Layer=&quot;Graphic 2 [2]&quot; Source=&quot;Group 15&quot; /&gt;"/>
</p:tagLst>
</file>

<file path=ppt/tags/tag3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cba2d9e1-b05d-4b60-b310-f3cb7f6d113d&quot; IsConsolidated=&quot;False&quot; IsTopLevel=&quot;False&quot; Layer=&quot;Graphic 8 [0]&quot; Source=&quot;Group 15&quot; /&gt;"/>
</p:tagLst>
</file>

<file path=ppt/tags/tag3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cba2d9e1-b05d-4b60-b310-f3cb7f6d113d&quot; IsConsolidated=&quot;False&quot; IsTopLevel=&quot;False&quot; Layer=&quot;Graphic 12 [3]&quot; Source=&quot;Group 15&quot; /&gt;"/>
</p:tagLst>
</file>

<file path=ppt/tags/tag3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90e20fe-f63e-473b-9ccd-ecb3c2f024ce&quot; IsConsolidated=&quot;False&quot; IsTopLevel=&quot;False&quot; Layer=&quot;Graphic 2 [2]&quot; Source=&quot;Group 10&quot; /&gt;"/>
</p:tagLst>
</file>

<file path=ppt/tags/tag3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90e20fe-f63e-473b-9ccd-ecb3c2f024ce&quot; IsConsolidated=&quot;False&quot; IsTopLevel=&quot;False&quot; Layer=&quot;Graphic 7 [0]&quot; Source=&quot;Group 10&quot; /&gt;"/>
</p:tagLst>
</file>

<file path=ppt/tags/tag3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90e20fe-f63e-473b-9ccd-ecb3c2f024ce&quot; IsConsolidated=&quot;False&quot; IsTopLevel=&quot;False&quot; Layer=&quot;Graphic 9 [3]&quot; Source=&quot;Group 10&quot; /&gt;"/>
</p:tagLst>
</file>

<file path=ppt/tags/tag3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38b876c-dc3b-464b-9cb5-948e91319e57&quot; IsConsolidated=&quot;False&quot; IsTopLevel=&quot;False&quot; Layer=&quot;Graphic 4 [0]&quot; Source=&quot;Group 15&quot; /&gt;"/>
  <p:tag name="TEMPLAFYSLIDEID" val="637696491008436386"/>
</p:tagLst>
</file>

<file path=ppt/tags/tag3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38b876c-dc3b-464b-9cb5-948e91319e57&quot; IsConsolidated=&quot;False&quot; IsTopLevel=&quot;False&quot; Layer=&quot;Graphic 8 [3]&quot; Source=&quot;Group 15&quot; /&gt;"/>
</p:tagLst>
</file>

<file path=ppt/tags/tag3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38b876c-dc3b-464b-9cb5-948e91319e57&quot; IsConsolidated=&quot;False&quot; IsTopLevel=&quot;False&quot; Layer=&quot;Graphic 12 [2]&quot; Source=&quot;Group 15&quot; /&gt;"/>
</p:tagLst>
</file>

<file path=ppt/tags/tag3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2 [3]&quot; Source=&quot;Group 15&quot; /&gt;"/>
</p:tagLst>
</file>

<file path=ppt/tags/tag3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4 [2]&quot; Source=&quot;Group 15&quot; /&gt;"/>
  <p:tag name="TEMPLAFYSLIDEID" val="637696491008905138"/>
</p:tagLst>
</file>

<file path=ppt/tags/tag3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97ec1ff-3ef4-4028-af95-2814904367ce&quot; IsConsolidated=&quot;False&quot; IsTopLevel=&quot;False&quot; Layer=&quot;Graphic 12 [1]&quot; Source=&quot;Group 15&quot; /&gt;"/>
</p:tagLst>
</file>

<file path=ppt/tags/tag3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4e849aa-ea87-44e8-9be9-07ed63ae87c4&quot; IsConsolidated=&quot;False&quot; IsTopLevel=&quot;False&quot; Layer=&quot;Graphic 2 [2]&quot; Source=&quot;Group 15&quot; /&gt;"/>
</p:tagLst>
</file>

<file path=ppt/tags/tag3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4e849aa-ea87-44e8-9be9-07ed63ae87c4&quot; IsConsolidated=&quot;False&quot; IsTopLevel=&quot;False&quot; Layer=&quot;Graphic 4 [1]&quot; Source=&quot;Group 15&quot; /&gt;"/>
  <p:tag name="TEMPLAFYSLIDEID" val="637696491008436387"/>
</p:tagLst>
</file>

<file path=ppt/tags/tag3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4e849aa-ea87-44e8-9be9-07ed63ae87c4&quot; IsConsolidated=&quot;False&quot; IsTopLevel=&quot;False&quot; Layer=&quot;Graphic 12 [3]&quot; Source=&quot;Group 15&quot; /&gt;"/>
</p:tagLst>
</file>

<file path=ppt/tags/tag3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6246626d-9c56-4eab-b28d-400e27d96f87&quot; IsConsolidated=&quot;False&quot; IsTopLevel=&quot;False&quot; Layer=&quot;Graphic 2 [3]&quot; Source=&quot;Group 15&quot; /&gt;"/>
</p:tagLst>
</file>

<file path=ppt/tags/tag3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6246626d-9c56-4eab-b28d-400e27d96f87&quot; IsConsolidated=&quot;False&quot; IsTopLevel=&quot;False&quot; Layer=&quot;Graphic 4 [2]&quot; Source=&quot;Group 15&quot; /&gt;"/>
  <p:tag name="TEMPLAFYSLIDEID" val="637696491008436382"/>
</p:tagLst>
</file>

<file path=ppt/tags/tag3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6246626d-9c56-4eab-b28d-400e27d96f87&quot; IsConsolidated=&quot;False&quot; IsTopLevel=&quot;False&quot; Layer=&quot;Graphic 12 [1]&quot; Source=&quot;Group 15&quot; /&gt;"/>
</p:tagLst>
</file>

<file path=ppt/tags/tag3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True&quot; Layer=&quot;Group 15&quot; Source=&quot;Group 15&quot; /&gt;"/>
</p:tagLst>
</file>

<file path=ppt/tags/tag3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True&quot; Layer=&quot;Group 15&quot; Source=&quot;Group 15&quot; /&gt;"/>
</p:tagLst>
</file>

<file path=ppt/tags/tag3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2 [2]&quot; Source=&quot;Group 15&quot; /&gt;"/>
</p:tagLst>
</file>

<file path=ppt/tags/tag3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4 [0]&quot; Source=&quot;Group 15&quot; /&gt;"/>
  <p:tag name="TEMPLAFYSLIDEID" val="637696491008123866"/>
</p:tagLst>
</file>

<file path=ppt/tags/tag3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6 [3]&quot; Source=&quot;Group 15&quot; /&gt;"/>
</p:tagLst>
</file>

<file path=ppt/tags/tag3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2 [2]&quot; Source=&quot;Group 15&quot; /&gt;"/>
</p:tagLst>
</file>

<file path=ppt/tags/tag3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4 [0]&quot; Source=&quot;Group 15&quot; /&gt;"/>
  <p:tag name="TEMPLAFYSLIDEID" val="637696491008123866"/>
</p:tagLst>
</file>

<file path=ppt/tags/tag3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6 [3]&quot; Source=&quot;Group 15&quot; /&gt;"/>
</p:tagLst>
</file>

<file path=ppt/tags/tag3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True&quot; Layer=&quot;Group 15&quot; Source=&quot;Group 15&quot; /&gt;"/>
</p:tagLst>
</file>

<file path=ppt/tags/tag3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True&quot; Layer=&quot;Group 15&quot; Source=&quot;Group 15&quot; /&gt;"/>
</p:tagLst>
</file>

<file path=ppt/tags/tag3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2 [2]&quot; Source=&quot;Group 15&quot; /&gt;"/>
</p:tagLst>
</file>

<file path=ppt/tags/tag3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4 [0]&quot; Source=&quot;Group 15&quot; /&gt;"/>
  <p:tag name="TEMPLAFYSLIDEID" val="637696491008123866"/>
</p:tagLst>
</file>

<file path=ppt/tags/tag3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6 [3]&quot; Source=&quot;Group 15&quot; /&gt;"/>
</p:tagLst>
</file>

<file path=ppt/tags/tag3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2 [2]&quot; Source=&quot;Group 15&quot; /&gt;"/>
</p:tagLst>
</file>

<file path=ppt/tags/tag3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4 [0]&quot; Source=&quot;Group 15&quot; /&gt;"/>
  <p:tag name="TEMPLAFYSLIDEID" val="637696491008123866"/>
</p:tagLst>
</file>

<file path=ppt/tags/tag3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6 [3]&quot; Source=&quot;Group 15&quot; /&gt;"/>
</p:tagLst>
</file>

<file path=ppt/tags/tag3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True&quot; Layer=&quot;Group 15&quot; Source=&quot;Group 15&quot; /&gt;"/>
</p:tagLst>
</file>

<file path=ppt/tags/tag3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4aaf3b5-353c-4438-ade9-3121b3253f03&quot; IsConsolidated=&quot;False&quot; IsTopLevel=&quot;True&quot; Layer=&quot;Group 15&quot; Source=&quot;Group 15&quot; /&gt;"/>
</p:tagLst>
</file>

<file path=ppt/tags/tag3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44 [0]&quot; Source=&quot;Group 65&quot; /&gt;"/>
</p:tagLst>
</file>

<file path=ppt/tags/tag3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Pentagon 3 [0]&quot; Source=&quot;Group 65&quot; /&gt;"/>
</p:tagLst>
</file>

<file path=ppt/tags/tag3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57 [1]&quot; Source=&quot;Group 65&quot; /&gt;"/>
</p:tagLst>
</file>

<file path=ppt/tags/tag3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56 [1]&quot; Source=&quot;Group 65&quot; /&gt;"/>
</p:tagLst>
</file>

<file path=ppt/tags/tag3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46 [1]&quot; Source=&quot;Group 65&quot; /&gt;"/>
</p:tagLst>
</file>

<file path=ppt/tags/tag3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69 [2]&quot; Source=&quot;Group 65&quot; /&gt;"/>
</p:tagLst>
</file>

<file path=ppt/tags/tag3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60 [2]&quot; Source=&quot;Group 65&quot; /&gt;"/>
  <p:tag name="TEMPLAFYSLIDEID" val="637135678165069775"/>
</p:tagLst>
</file>

<file path=ppt/tags/tag3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58 [2]&quot; Source=&quot;Group 65&quot; /&gt;"/>
</p:tagLst>
</file>

<file path=ppt/tags/tag3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48 [2]&quot; Source=&quot;Group 65&quot; /&gt;"/>
</p:tagLst>
</file>

<file path=ppt/tags/tag3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3 [3]&quot; Source=&quot;Group 65&quot; /&gt;"/>
</p:tagLst>
</file>

<file path=ppt/tags/tag3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4 [3]&quot; Source=&quot;Group 65&quot; /&gt;"/>
</p:tagLst>
</file>

<file path=ppt/tags/tag3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2 [3]&quot; Source=&quot;Group 65&quot; /&gt;"/>
</p:tagLst>
</file>

<file path=ppt/tags/tag3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1 [3]&quot; Source=&quot;Group 65&quot; /&gt;"/>
</p:tagLst>
</file>

<file path=ppt/tags/tag3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Pentagon 49 [3]&quot; Source=&quot;Group 65&quot; /&gt;"/>
</p:tagLst>
</file>

<file path=ppt/tags/tag3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9 [4]&quot; Source=&quot;Group 65&quot; /&gt;"/>
</p:tagLst>
</file>

<file path=ppt/tags/tag3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7 [4]&quot; Source=&quot;Group 65&quot; /&gt;"/>
</p:tagLst>
</file>

<file path=ppt/tags/tag3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8 [4]&quot; Source=&quot;Group 65&quot; /&gt;"/>
</p:tagLst>
</file>

<file path=ppt/tags/tag3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6 [4]&quot; Source=&quot;Group 65&quot; /&gt;"/>
</p:tagLst>
</file>

<file path=ppt/tags/tag3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75 [4]&quot; Source=&quot;Group 65&quot; /&gt;"/>
</p:tagLst>
</file>

<file path=ppt/tags/tag3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50 [4]&quot; Source=&quot;Group 65&quot; /&gt;"/>
</p:tagLst>
</file>

<file path=ppt/tags/tag3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84 [5]&quot; Source=&quot;Group 65&quot; /&gt;"/>
</p:tagLst>
</file>

<file path=ppt/tags/tag3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85 [5]&quot; Source=&quot;Group 65&quot; /&gt;"/>
</p:tagLst>
</file>

<file path=ppt/tags/tag3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82 [5]&quot; Source=&quot;Group 65&quot; /&gt;"/>
</p:tagLst>
</file>

<file path=ppt/tags/tag3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83 [5]&quot; Source=&quot;Group 65&quot; /&gt;"/>
</p:tagLst>
</file>

<file path=ppt/tags/tag3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81 [5]&quot; Source=&quot;Group 65&quot; /&gt;"/>
</p:tagLst>
</file>

<file path=ppt/tags/tag3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80 [5]&quot; Source=&quot;Group 65&quot; /&gt;"/>
</p:tagLst>
</file>

<file path=ppt/tags/tag3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4c24835f-81e3-4f2c-a379-4d3d54fc7fb1&quot; IsConsolidated=&quot;False&quot; IsTopLevel=&quot;False&quot; Layer=&quot;Flèche : pentagone 51 [5]&quot; Source=&quot;Group 65&quot; /&gt;"/>
</p:tagLst>
</file>

<file path=ppt/tags/tag3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90e20fe-f63e-473b-9ccd-ecb3c2f024ce&quot; IsConsolidated=&quot;False&quot; IsTopLevel=&quot;True&quot; Layer=&quot;Group 10&quot; Source=&quot;Group 10&quot; /&gt;"/>
</p:tagLst>
</file>

<file path=ppt/tags/tag3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90e20fe-f63e-473b-9ccd-ecb3c2f024ce&quot; IsConsolidated=&quot;False&quot; IsTopLevel=&quot;False&quot; Layer=&quot;Graphic 2 [2]&quot; Source=&quot;Group 10&quot; /&gt;"/>
</p:tagLst>
</file>

<file path=ppt/tags/tag3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90e20fe-f63e-473b-9ccd-ecb3c2f024ce&quot; IsConsolidated=&quot;False&quot; IsTopLevel=&quot;False&quot; Layer=&quot;Graphic 4 [1]&quot; Source=&quot;Group 10&quot; /&gt;"/>
  <p:tag name="TEMPLAFYSLIDEID" val="637696491008905139"/>
</p:tagLst>
</file>

<file path=ppt/tags/tag3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90e20fe-f63e-473b-9ccd-ecb3c2f024ce&quot; IsConsolidated=&quot;False&quot; IsTopLevel=&quot;False&quot; Layer=&quot;Graphic 7 [0]&quot; Source=&quot;Group 10&quot; /&gt;"/>
</p:tagLst>
</file>

<file path=ppt/tags/tag3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a90e20fe-f63e-473b-9ccd-ecb3c2f024ce&quot; IsConsolidated=&quot;False&quot; IsTopLevel=&quot;False&quot; Layer=&quot;Graphic 9 [3]&quot; Source=&quot;Group 10&quot; /&gt;"/>
</p:tagLst>
</file>

<file path=ppt/tags/tag3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4aaf3b5-353c-4438-ade9-3121b3253f03&quot; IsConsolidated=&quot;False&quot; IsTopLevel=&quot;False&quot; Layer=&quot;Graphic 2 [2]&quot; Source=&quot;Group 15&quot; /&gt;"/>
</p:tagLst>
</file>

<file path=ppt/tags/tag3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4aaf3b5-353c-4438-ade9-3121b3253f03&quot; IsConsolidated=&quot;False&quot; IsTopLevel=&quot;False&quot; Layer=&quot;Graphic 4 [1]&quot; Source=&quot;Group 15&quot; /&gt;"/>
  <p:tag name="TEMPLAFYSLIDEID" val="637696491008123873"/>
</p:tagLst>
</file>

<file path=ppt/tags/tag3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4aaf3b5-353c-4438-ade9-3121b3253f03&quot; IsConsolidated=&quot;False&quot; IsTopLevel=&quot;False&quot; Layer=&quot;Graphic 8 [0]&quot; Source=&quot;Group 15&quot; /&gt;"/>
</p:tagLst>
</file>

<file path=ppt/tags/tag3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04aaf3b5-353c-4438-ade9-3121b3253f03&quot; IsConsolidated=&quot;False&quot; IsTopLevel=&quot;False&quot; Layer=&quot;Graphic 12 [3]&quot; Source=&quot;Group 15&quot; /&gt;"/>
</p:tagLst>
</file>

<file path=ppt/tags/tag3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2 [2]&quot; Source=&quot;Group 15&quot; /&gt;"/>
</p:tagLst>
</file>

<file path=ppt/tags/tag3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4 [0]&quot; Source=&quot;Group 15&quot; /&gt;"/>
  <p:tag name="TEMPLAFYSLIDEID" val="637696491008123866"/>
</p:tagLst>
</file>

<file path=ppt/tags/tag3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6 [3]&quot; Source=&quot;Group 15&quot; /&gt;"/>
</p:tagLst>
</file>

<file path=ppt/tags/tag3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2fba0d1-5c02-4503-acc0-96a1143d0e28&quot; IsConsolidated=&quot;False&quot; IsTopLevel=&quot;False&quot; Layer=&quot;Graphic 12 [1]&quot; Source=&quot;Group 15&quot; /&gt;"/>
</p:tagLst>
</file>

<file path=ppt/tags/tag39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25aac08-ef30-4214-9229-635d47a78664&quot; /&gt;"/>
  <p:tag name="SP_POWERSHAPE" val="&lt;PowerShapeTag ClassVersion=&quot;0&quot; GUID=&quot;77e5e9cc-32a2-4181-90f6-b7b5e2d3ce18&quot; IsConsolidated=&quot;False&quot; IsTopLevel=&quot;True&quot; Layer=&quot;Group 3&quot; Source=&quot;Group 3&quot; /&gt;"/>
</p:tagLst>
</file>

<file path=ppt/tags/tag3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7e5e9cc-32a2-4181-90f6-b7b5e2d3ce18&quot; IsConsolidated=&quot;False&quot; IsTopLevel=&quot;False&quot; Layer=&quot;Graphic - Magnifying glass - house [0]&quot; Source=&quot;Group 3&quot; /&gt;"/>
</p:tagLst>
</file>

<file path=ppt/tags/tag3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7e5e9cc-32a2-4181-90f6-b7b5e2d3ce18&quot; IsConsolidated=&quot;False&quot; IsTopLevel=&quot;False&quot; Layer=&quot;Graphic - Magnifying glass - house [1]&quot; Source=&quot;Group 3&quot; /&gt;"/>
  <p:tag name="TEMPLAFYSLIDEID" val="638522598872978879"/>
</p:tagLst>
</file>

<file path=ppt/tags/tag393.xml><?xml version="1.0" encoding="utf-8"?>
<p:tagLst xmlns:a="http://schemas.openxmlformats.org/drawingml/2006/main" xmlns:r="http://schemas.openxmlformats.org/officeDocument/2006/relationships" xmlns:p="http://schemas.openxmlformats.org/presentationml/2006/main">
  <p:tag name="TEMPLAFYSLIDEID" val="638532872075589028"/>
</p:tagLst>
</file>

<file path=ppt/tags/tag3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9cacf99-7dd3-4c71-a58e-7eb4012058cb&quot; IsConsolidated=&quot;False&quot; IsTopLevel=&quot;False&quot; Layer=&quot;Graphic - Waves [1]&quot; Source=&quot;Group 2&quot; /&gt;"/>
</p:tagLst>
</file>

<file path=ppt/tags/tag3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27d15ce-b51e-4b53-950d-e8621658980e&quot; IsConsolidated=&quot;False&quot; IsTopLevel=&quot;False&quot; Layer=&quot;Play [1]&quot; Source=&quot;Group 2&quot; /&gt;"/>
  <p:tag name="TEMPLAFYSLIDEID" val="638522598873291400"/>
</p:tagLst>
</file>

<file path=ppt/tags/tag396.xml><?xml version="1.0" encoding="utf-8"?>
<p:tagLst xmlns:a="http://schemas.openxmlformats.org/drawingml/2006/main" xmlns:r="http://schemas.openxmlformats.org/officeDocument/2006/relationships" xmlns:p="http://schemas.openxmlformats.org/presentationml/2006/main">
  <p:tag name="CONTAINEDIMAGEPATH" val="C:\Users\pa.fourre\AppData\Local\Temp\Templafy\PowerPointVsto\Assets\c56c1712-2c84-401c-b8b5-a9c3ab8e490d.jpeg"/>
</p:tagLst>
</file>

<file path=ppt/tags/tag397.xml><?xml version="1.0" encoding="utf-8"?>
<p:tagLst xmlns:a="http://schemas.openxmlformats.org/drawingml/2006/main" xmlns:r="http://schemas.openxmlformats.org/officeDocument/2006/relationships" xmlns:p="http://schemas.openxmlformats.org/presentationml/2006/main">
  <p:tag name="CONTAINEDIMAGEPATH" val="C:\Users\pa.fourre\AppData\Local\Temp\Templafy\PowerPointVsto\Assets\d97a47a1-6241-4929-8d2c-c73a1f5dedd3.jpeg"/>
</p:tagLst>
</file>

<file path=ppt/tags/tag398.xml><?xml version="1.0" encoding="utf-8"?>
<p:tagLst xmlns:a="http://schemas.openxmlformats.org/drawingml/2006/main" xmlns:r="http://schemas.openxmlformats.org/officeDocument/2006/relationships" xmlns:p="http://schemas.openxmlformats.org/presentationml/2006/main">
  <p:tag name="CONTAINEDIMAGEPATH" val="C:\Users\pa.fourre\AppData\Local\Temp\Templafy\PowerPointVsto\Assets\da5e634c-2b49-4886-86e6-2533899e9ea3.jpeg"/>
</p:tagLst>
</file>

<file path=ppt/tags/tag399.xml><?xml version="1.0" encoding="utf-8"?>
<p:tagLst xmlns:a="http://schemas.openxmlformats.org/drawingml/2006/main" xmlns:r="http://schemas.openxmlformats.org/officeDocument/2006/relationships" xmlns:p="http://schemas.openxmlformats.org/presentationml/2006/main">
  <p:tag name="CONTAINEDIMAGEPATH" val="C:\Users\wassim.alidra\AppData\Local\Temp\Templafy\PowerPointVsto\Assets\137c0b54-6fec-4fbf-a123-2dfac94cca82.jpeg"/>
</p:tagLst>
</file>

<file path=ppt/tags/tag400.xml><?xml version="1.0" encoding="utf-8"?>
<p:tagLst xmlns:a="http://schemas.openxmlformats.org/drawingml/2006/main" xmlns:r="http://schemas.openxmlformats.org/officeDocument/2006/relationships" xmlns:p="http://schemas.openxmlformats.org/presentationml/2006/main">
  <p:tag name="CONTAINEDIMAGEPATH" val="C:\Users\pa.fourre\AppData\Local\Temp\Templafy\PowerPointVsto\Assets\af911740-5a10-40ca-82e1-63c8dfe109d9.jpeg"/>
</p:tagLst>
</file>

<file path=ppt/tags/tag401.xml><?xml version="1.0" encoding="utf-8"?>
<p:tagLst xmlns:a="http://schemas.openxmlformats.org/drawingml/2006/main" xmlns:r="http://schemas.openxmlformats.org/officeDocument/2006/relationships" xmlns:p="http://schemas.openxmlformats.org/presentationml/2006/main">
  <p:tag name="CONTAINEDIMAGEPATH" val="C:\Users\pa.fourre\AppData\Local\Temp\Templafy\PowerPointVsto\Assets\56c62bf6-2e48-4ca6-b660-d440997ef393.jpeg"/>
</p:tagLst>
</file>

<file path=ppt/tags/tag402.xml><?xml version="1.0" encoding="utf-8"?>
<p:tagLst xmlns:a="http://schemas.openxmlformats.org/drawingml/2006/main" xmlns:r="http://schemas.openxmlformats.org/officeDocument/2006/relationships" xmlns:p="http://schemas.openxmlformats.org/presentationml/2006/main">
  <p:tag name="CONTAINEDIMAGEPATH" val="C:\Users\pa.fourre\AppData\Local\Temp\Templafy\PowerPointVsto\Assets\3d8d8db1-ac17-49c4-b770-35d11becd204.jpeg"/>
</p:tagLst>
</file>

<file path=ppt/tags/tag403.xml><?xml version="1.0" encoding="utf-8"?>
<p:tagLst xmlns:a="http://schemas.openxmlformats.org/drawingml/2006/main" xmlns:r="http://schemas.openxmlformats.org/officeDocument/2006/relationships" xmlns:p="http://schemas.openxmlformats.org/presentationml/2006/main">
  <p:tag name="CONTAINEDIMAGEPATH" val="C:\Users\pa.fourre\AppData\Local\Temp\Templafy\PowerPointVsto\Assets\7bc27b98-563a-47df-91c8-3b56a6cd957c.jpeg"/>
</p:tagLst>
</file>

<file path=ppt/tags/tag404.xml><?xml version="1.0" encoding="utf-8"?>
<p:tagLst xmlns:a="http://schemas.openxmlformats.org/drawingml/2006/main" xmlns:r="http://schemas.openxmlformats.org/officeDocument/2006/relationships" xmlns:p="http://schemas.openxmlformats.org/presentationml/2006/main">
  <p:tag name="CONTAINEDIMAGEPATH" val="C:\Users\pa.fourre\AppData\Local\Temp\Templafy\PowerPointVsto\Assets\dac473b4-34c1-4b78-bad9-61d74c5e1c2c.jpeg"/>
</p:tagLst>
</file>

<file path=ppt/tags/tag405.xml><?xml version="1.0" encoding="utf-8"?>
<p:tagLst xmlns:a="http://schemas.openxmlformats.org/drawingml/2006/main" xmlns:r="http://schemas.openxmlformats.org/officeDocument/2006/relationships" xmlns:p="http://schemas.openxmlformats.org/presentationml/2006/main">
  <p:tag name="CONTAINEDIMAGEPATH" val="C:\Users\pa.fourre\AppData\Local\Temp\Templafy\PowerPointVsto\Assets\0bbfde9b-b712-4976-9790-2fddb95fff05.jpeg"/>
</p:tagLst>
</file>

<file path=ppt/tags/tag406.xml><?xml version="1.0" encoding="utf-8"?>
<p:tagLst xmlns:a="http://schemas.openxmlformats.org/drawingml/2006/main" xmlns:r="http://schemas.openxmlformats.org/officeDocument/2006/relationships" xmlns:p="http://schemas.openxmlformats.org/presentationml/2006/main">
  <p:tag name="TEMPLAFYSLIDEID" val="638532872075589028"/>
</p:tagLst>
</file>

<file path=ppt/tags/tag40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9cacf99-7dd3-4c71-a58e-7eb4012058cb&quot; IsConsolidated=&quot;False&quot; IsTopLevel=&quot;False&quot; Layer=&quot;Graphic - Waves [1]&quot; Source=&quot;Group 2&quot; /&gt;"/>
</p:tagLst>
</file>

<file path=ppt/tags/tag40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27d15ce-b51e-4b53-950d-e8621658980e&quot; IsConsolidated=&quot;False&quot; IsTopLevel=&quot;False&quot; Layer=&quot;Play [1]&quot; Source=&quot;Group 2&quot; /&gt;"/>
  <p:tag name="TEMPLAFYSLIDEID" val="638522598873291400"/>
</p:tagLst>
</file>

<file path=ppt/tags/tag409.xml><?xml version="1.0" encoding="utf-8"?>
<p:tagLst xmlns:a="http://schemas.openxmlformats.org/drawingml/2006/main" xmlns:r="http://schemas.openxmlformats.org/officeDocument/2006/relationships" xmlns:p="http://schemas.openxmlformats.org/presentationml/2006/main">
  <p:tag name="TEMPLAFYSLIDEID" val="638532872075589028"/>
</p:tagLst>
</file>

<file path=ppt/tags/tag4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9cacf99-7dd3-4c71-a58e-7eb4012058cb&quot; IsConsolidated=&quot;False&quot; IsTopLevel=&quot;False&quot; Layer=&quot;Graphic - Waves [1]&quot; Source=&quot;Group 2&quot; /&gt;"/>
</p:tagLst>
</file>

<file path=ppt/tags/tag4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27d15ce-b51e-4b53-950d-e8621658980e&quot; IsConsolidated=&quot;False&quot; IsTopLevel=&quot;False&quot; Layer=&quot;Play [1]&quot; Source=&quot;Group 2&quot; /&gt;"/>
  <p:tag name="TEMPLAFYSLIDEID" val="638522598873291400"/>
</p:tagLst>
</file>

<file path=ppt/tags/tag412.xml><?xml version="1.0" encoding="utf-8"?>
<p:tagLst xmlns:a="http://schemas.openxmlformats.org/drawingml/2006/main" xmlns:r="http://schemas.openxmlformats.org/officeDocument/2006/relationships" xmlns:p="http://schemas.openxmlformats.org/presentationml/2006/main">
  <p:tag name="TEMPLAFYSLIDEID" val="638524035077122481"/>
</p:tagLst>
</file>

<file path=ppt/tags/tag413.xml><?xml version="1.0" encoding="utf-8"?>
<p:tagLst xmlns:a="http://schemas.openxmlformats.org/drawingml/2006/main" xmlns:r="http://schemas.openxmlformats.org/officeDocument/2006/relationships" xmlns:p="http://schemas.openxmlformats.org/presentationml/2006/main">
  <p:tag name="TEMPLAFYSLIDEID" val="638524035077122482"/>
</p:tagLst>
</file>

<file path=ppt/tags/tag4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5d39168a-23a2-49a9-882a-c3c25c39980f&quot; IsConsolidated=&quot;False&quot; IsTopLevel=&quot;False&quot; Layer=&quot;Idea [0]&quot; Source=&quot;Group 2&quot; /&gt;"/>
</p:tagLst>
</file>

<file path=ppt/tags/tag4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4d73f46-cb97-4d7a-bde0-45d63fa2d5e8&quot; /&gt;"/>
  <p:tag name="SP_POWERSHAPE" val="&lt;PowerShapeTag ClassVersion=&quot;0&quot; GUID=&quot;f86b7bb5-d2d6-4756-94ba-f00b3bf3f6ae&quot; IsConsolidated=&quot;False&quot; IsTopLevel=&quot;True&quot; Layer=&quot;Group 3&quot; Source=&quot;Group 3&quot; /&gt;"/>
</p:tagLst>
</file>

<file path=ppt/tags/tag4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ac7e2dd0-e1f1-42cc-84e7-81c0ea836acb&quot; /&gt;"/>
  <p:tag name="SP_POWERSHAPE" val="&lt;PowerShapeTag ClassVersion=&quot;0&quot; GUID=&quot;b050dcb3-c7f5-42ba-8abe-02f348cdf79a&quot; IsConsolidated=&quot;False&quot; IsTopLevel=&quot;True&quot; Layer=&quot;Group 3&quot; Source=&quot;Group 3&quot; /&gt;"/>
</p:tagLst>
</file>

<file path=ppt/tags/tag4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b050dcb3-c7f5-42ba-8abe-02f348cdf79a&quot; IsConsolidated=&quot;False&quot; IsTopLevel=&quot;False&quot; Layer=&quot;Balance [0]&quot; Source=&quot;Group 3&quot; /&gt;"/>
</p:tagLst>
</file>

<file path=ppt/tags/tag4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b050dcb3-c7f5-42ba-8abe-02f348cdf79a&quot; IsConsolidated=&quot;False&quot; IsTopLevel=&quot;False&quot; Layer=&quot;Balance [1]&quot; Source=&quot;Group 3&quot; /&gt;"/>
  <p:tag name="TEMPLAFYSLIDEID" val="638522598873760073"/>
</p:tagLst>
</file>

<file path=ppt/tags/tag4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9c6d55f8-37ec-4b5b-adf9-a73771cc3105&quot; /&gt;"/>
  <p:tag name="SP_POWERSHAPE" val="&lt;PowerShapeTag ClassVersion=&quot;0&quot; GUID=&quot;536483d9-3ff8-4797-99fc-3e42845f84e7&quot; IsConsolidated=&quot;False&quot; IsTopLevel=&quot;True&quot; Layer=&quot;Group 2&quot; Source=&quot;Group 2&quot; /&gt;"/>
</p:tagLst>
</file>

<file path=ppt/tags/tag4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536483d9-3ff8-4797-99fc-3e42845f84e7&quot; IsConsolidated=&quot;False&quot; IsTopLevel=&quot;False&quot; Layer=&quot;Graphic - Builings [0]&quot; Source=&quot;Group 2&quot; /&gt;"/>
</p:tagLst>
</file>

<file path=ppt/tags/tag4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536483d9-3ff8-4797-99fc-3e42845f84e7&quot; IsConsolidated=&quot;False&quot; IsTopLevel=&quot;False&quot; Layer=&quot;Graphic - Builings [1]&quot; Source=&quot;Group 2&quot; /&gt;"/>
  <p:tag name="TEMPLAFYSLIDEID" val="638522598872978877"/>
</p:tagLst>
</file>

<file path=ppt/tags/tag4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86b7bb5-d2d6-4756-94ba-f00b3bf3f6ae&quot; IsConsolidated=&quot;False&quot; IsTopLevel=&quot;False&quot; Layer=&quot;Graphic 7 [0]&quot; Source=&quot;Group 3&quot; /&gt;"/>
</p:tagLst>
</file>

<file path=ppt/tags/tag4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86b7bb5-d2d6-4756-94ba-f00b3bf3f6ae&quot; IsConsolidated=&quot;False&quot; IsTopLevel=&quot;False&quot; Layer=&quot;Graphic 7 [1]&quot; Source=&quot;Group 3&quot; /&gt;"/>
  <p:tag name="TEMPLAFYSLIDEID" val="638522598873954497"/>
</p:tagLst>
</file>

<file path=ppt/tags/tag4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7b903df-0747-4f90-8313-628d10ab8154&quot; IsConsolidated=&quot;False&quot; IsTopLevel=&quot;False&quot; Layer=&quot;Graphic - Growth graphic [0]&quot; Source=&quot;Group 4&quot; /&gt;"/>
</p:tagLst>
</file>

<file path=ppt/tags/tag4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02bc3f9-88b5-43f6-b02a-aaed6b6a75c7&quot; IsConsolidated=&quot;False&quot; IsTopLevel=&quot;False&quot; Layer=&quot;Graphic - Money - currency [0]&quot; Source=&quot;Group 3&quot; /&gt;"/>
</p:tagLst>
</file>

<file path=ppt/tags/tag4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7f441e84-3308-47c7-a57c-34a23e9e200d&quot; IsConsolidated=&quot;False&quot; IsTopLevel=&quot;False&quot; Layer=&quot;Balance [0]&quot; Source=&quot;Group 3&quot; /&gt;"/>
</p:tagLst>
</file>

<file path=ppt/tags/tag4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e2ef9472-089b-4f33-99e2-656047f47afb&quot; IsConsolidated=&quot;False&quot; IsTopLevel=&quot;False&quot; Layer=&quot;Graphic - Fractured heart [0]&quot; Source=&quot;Group 3&quot; /&gt;"/>
  <p:tag name="TEMPLAFYSLIDEID" val="638522598872822616"/>
</p:tagLst>
</file>

<file path=ppt/tags/tag4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f8c51c8f-7653-4aa6-a0d2-6d370268a563&quot; IsConsolidated=&quot;False&quot; IsTopLevel=&quot;False&quot; Layer=&quot;Idea [0]&quot; Source=&quot;Group 2&quot; /&gt;"/>
</p:tagLst>
</file>

<file path=ppt/tags/tag4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50e83b6d-75f1-4be7-b470-3168e3912396&quot; IsConsolidated=&quot;False&quot; IsTopLevel=&quot;False&quot; Layer=&quot;Graphic 4 [0]&quot; Source=&quot;Group 2&quot; /&gt;"/>
</p:tagLst>
</file>

<file path=ppt/tags/tag4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c30da5d0-97bd-4c06-be65-50b3ed020ea6&quot; IsConsolidated=&quot;False&quot; IsTopLevel=&quot;False&quot; Layer=&quot;Graphic 13 [0]&quot; Source=&quot;Group 2&quot; /&gt;"/>
</p:tagLst>
</file>

<file path=ppt/tags/tag4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9fdd7b89-8651-4bbc-b36a-27f100af7d08&quot; IsConsolidated=&quot;False&quot; IsTopLevel=&quot;False&quot; Layer=&quot;Play [0]&quot; Source=&quot;Group 2&quot; /&gt;"/>
</p:tagLst>
</file>

<file path=ppt/tags/tag4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39cacf99-7dd3-4c71-a58e-7eb4012058cb&quot; IsConsolidated=&quot;False&quot; IsTopLevel=&quot;False&quot; Layer=&quot;Graphic 4 - Waves [0]&quot; Source=&quot;Group 2&quot; /&gt;"/>
  <p:tag name="TEMPLAFYSLIDEID" val="638522598872822586"/>
</p:tagLst>
</file>

<file path=ppt/tags/tag4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6a254304-fa7c-41aa-8602-2441d38851ce&quot; IsConsolidated=&quot;False&quot; IsTopLevel=&quot;False&quot; Layer=&quot;Graphic - Plant and fruit [0]&quot; Source=&quot;Group 3&quot; /&gt;"/>
</p:tagLst>
</file>

<file path=ppt/theme/theme1.xml><?xml version="1.0" encoding="utf-8"?>
<a:theme xmlns:a="http://schemas.openxmlformats.org/drawingml/2006/main" name="Wavestone template-EN-16.9-Landscape-2024">
  <a:themeElements>
    <a:clrScheme name="Wavestone May 24">
      <a:dk1>
        <a:srgbClr val="000000"/>
      </a:dk1>
      <a:lt1>
        <a:srgbClr val="FFFFFF"/>
      </a:lt1>
      <a:dk2>
        <a:srgbClr val="FFFFFF"/>
      </a:dk2>
      <a:lt2>
        <a:srgbClr val="451DC7"/>
      </a:lt2>
      <a:accent1>
        <a:srgbClr val="04F06A"/>
      </a:accent1>
      <a:accent2>
        <a:srgbClr val="CAFEE0"/>
      </a:accent2>
      <a:accent3>
        <a:srgbClr val="250F6B"/>
      </a:accent3>
      <a:accent4>
        <a:srgbClr val="331595"/>
      </a:accent4>
      <a:accent5>
        <a:srgbClr val="5C32E2"/>
      </a:accent5>
      <a:accent6>
        <a:srgbClr val="F6F6F6"/>
      </a:accent6>
      <a:hlink>
        <a:srgbClr val="451DC7"/>
      </a:hlink>
      <a:folHlink>
        <a:srgbClr val="451DC7"/>
      </a:folHlink>
    </a:clrScheme>
    <a:fontScheme name="Wavestone NEW">
      <a:majorFont>
        <a:latin typeface="Aptos SemiBold"/>
        <a:ea typeface=""/>
        <a:cs typeface=""/>
      </a:majorFont>
      <a:minorFont>
        <a:latin typeface="Aptos"/>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100000"/>
          </a:schemeClr>
        </a:solidFill>
        <a:ln>
          <a:noFill/>
        </a:ln>
      </a:spPr>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lgn="l">
          <a:spcBef>
            <a:spcPts val="600"/>
          </a:spcBef>
          <a:defRPr sz="2000" dirty="0" err="1" smtClean="0">
            <a:solidFill>
              <a:schemeClr val="bg2"/>
            </a:solidFill>
            <a:ea typeface="+mj-ea"/>
            <a:cs typeface="+mj-cs"/>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000" rIns="0" bIns="36000" rtlCol="0">
        <a:spAutoFit/>
      </a:bodyPr>
      <a:lstStyle>
        <a:defPPr algn="l">
          <a:spcBef>
            <a:spcPts val="600"/>
          </a:spcBef>
          <a:defRPr sz="1600" dirty="0" err="1" smtClean="0"/>
        </a:defPPr>
      </a:lstStyle>
    </a:txDef>
  </a:objectDefaults>
  <a:extraClrSchemeLst/>
  <a:extLst>
    <a:ext uri="{05A4C25C-085E-4340-85A3-A5531E510DB2}">
      <thm15:themeFamily xmlns:thm15="http://schemas.microsoft.com/office/thememl/2012/main" name="W+Q shared transition template - Landscape 16-9.potx" id="{665AFD69-305F-41A6-A52D-4956F3F8A12E}" vid="{A3E2CB7A-C858-4B38-981D-43C1CDC55852}"/>
    </a:ext>
  </a:extLst>
</a:theme>
</file>

<file path=ppt/theme/theme2.xml><?xml version="1.0" encoding="utf-8"?>
<a:theme xmlns:a="http://schemas.openxmlformats.org/drawingml/2006/main" name="1_Wavestone template-EN-16.9-Landscape-2024">
  <a:themeElements>
    <a:clrScheme name="Wavestone May 24">
      <a:dk1>
        <a:srgbClr val="000000"/>
      </a:dk1>
      <a:lt1>
        <a:srgbClr val="FFFFFF"/>
      </a:lt1>
      <a:dk2>
        <a:srgbClr val="FFFFFF"/>
      </a:dk2>
      <a:lt2>
        <a:srgbClr val="451DC7"/>
      </a:lt2>
      <a:accent1>
        <a:srgbClr val="04F06A"/>
      </a:accent1>
      <a:accent2>
        <a:srgbClr val="CAFEE0"/>
      </a:accent2>
      <a:accent3>
        <a:srgbClr val="250F6B"/>
      </a:accent3>
      <a:accent4>
        <a:srgbClr val="331595"/>
      </a:accent4>
      <a:accent5>
        <a:srgbClr val="5C32E2"/>
      </a:accent5>
      <a:accent6>
        <a:srgbClr val="F6F6F6"/>
      </a:accent6>
      <a:hlink>
        <a:srgbClr val="451DC7"/>
      </a:hlink>
      <a:folHlink>
        <a:srgbClr val="451DC7"/>
      </a:folHlink>
    </a:clrScheme>
    <a:fontScheme name="Wavestone NEW">
      <a:majorFont>
        <a:latin typeface="Aptos SemiBold"/>
        <a:ea typeface=""/>
        <a:cs typeface=""/>
      </a:majorFont>
      <a:minorFont>
        <a:latin typeface="Aptos"/>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100000"/>
          </a:schemeClr>
        </a:solidFill>
        <a:ln>
          <a:noFill/>
        </a:ln>
      </a:spPr>
      <a:bodyPr rot="0" spcFirstLastPara="0" vertOverflow="overflow" horzOverflow="overflow" vert="horz" wrap="square" lIns="108000" tIns="108000" rIns="108000" bIns="108000" numCol="1" spcCol="0" rtlCol="0" fromWordArt="0" anchor="t" anchorCtr="0" forceAA="0" compatLnSpc="1">
        <a:prstTxWarp prst="textNoShape">
          <a:avLst/>
        </a:prstTxWarp>
        <a:noAutofit/>
      </a:bodyPr>
      <a:lstStyle>
        <a:defPPr algn="l">
          <a:spcBef>
            <a:spcPts val="600"/>
          </a:spcBef>
          <a:defRPr sz="2000" dirty="0" err="1" smtClean="0">
            <a:solidFill>
              <a:schemeClr val="bg2"/>
            </a:solidFill>
            <a:ea typeface="+mj-ea"/>
            <a:cs typeface="+mj-cs"/>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000" rIns="0" bIns="36000" rtlCol="0">
        <a:spAutoFit/>
      </a:bodyPr>
      <a:lstStyle>
        <a:defPPr algn="l">
          <a:spcBef>
            <a:spcPts val="600"/>
          </a:spcBef>
          <a:defRPr sz="1600" dirty="0" err="1" smtClean="0"/>
        </a:defPPr>
      </a:lstStyle>
    </a:txDef>
  </a:objectDefaults>
  <a:extraClrSchemeLst/>
  <a:extLst>
    <a:ext uri="{05A4C25C-085E-4340-85A3-A5531E510DB2}">
      <thm15:themeFamily xmlns:thm15="http://schemas.microsoft.com/office/thememl/2012/main" name="W+Q shared transition template - Landscape 16-9.potx" id="{665AFD69-305F-41A6-A52D-4956F3F8A12E}" vid="{A3E2CB7A-C858-4B38-981D-43C1CDC5585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Groups X - Document" ma:contentTypeID="0x0101002FECBCFE27A94FA4A49D56DA0627A7A700D5CF0826E9A3234B8339779C1FAEB6D1" ma:contentTypeVersion="26" ma:contentTypeDescription="Content type used in default document library in Groups for external groups (no extra fields for metadata provided)" ma:contentTypeScope="" ma:versionID="279e6f4b32e9b65a6d75abd62779577b">
  <xsd:schema xmlns:xsd="http://www.w3.org/2001/XMLSchema" xmlns:xs="http://www.w3.org/2001/XMLSchema" xmlns:p="http://schemas.microsoft.com/office/2006/metadata/properties" xmlns:ns1="http://schemas.microsoft.com/sharepoint/v3" xmlns:ns2="0e0560a2-5f28-40fd-a47f-413e3deae4f7" xmlns:ns3="49800bc8-27f6-4a38-98b2-e471baa92d6a" targetNamespace="http://schemas.microsoft.com/office/2006/metadata/properties" ma:root="true" ma:fieldsID="16811575601f31dfff62ec4a7f080727" ns1:_="" ns2:_="" ns3:_="">
    <xsd:import namespace="http://schemas.microsoft.com/sharepoint/v3"/>
    <xsd:import namespace="0e0560a2-5f28-40fd-a47f-413e3deae4f7"/>
    <xsd:import namespace="49800bc8-27f6-4a38-98b2-e471baa92d6a"/>
    <xsd:element name="properties">
      <xsd:complexType>
        <xsd:sequence>
          <xsd:element name="documentManagement">
            <xsd:complexType>
              <xsd:all>
                <xsd:element ref="ns1:Editor" minOccurs="0"/>
                <xsd:element ref="ns1:_UIVersionString" minOccurs="0"/>
                <xsd:element ref="ns2:WS_KM" minOccurs="0"/>
                <xsd:element ref="ns2:TaxKeywordTaxHTField" minOccurs="0"/>
                <xsd:element ref="ns2:TaxCatchAll" minOccurs="0"/>
                <xsd:element ref="ns2:TaxCatchAllLabel" minOccurs="0"/>
                <xsd:element ref="ns2:i51f003d86e044fa8787db0c1fd77971" minOccurs="0"/>
                <xsd:element ref="ns3:MediaServiceMetadata" minOccurs="0"/>
                <xsd:element ref="ns3:MediaServiceFastMetadata" minOccurs="0"/>
                <xsd:element ref="ns3:MediaServiceDateTaken" minOccurs="0"/>
                <xsd:element ref="ns3:MediaLengthInSeconds" minOccurs="0"/>
                <xsd:element ref="ns3:lcf76f155ced4ddcb4097134ff3c332f"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ObjectDetectorVersions" minOccurs="0"/>
                <xsd:element ref="ns3:MediaServiceSearchProperties" minOccurs="0"/>
                <xsd:element ref="ns3:Language" minOccurs="0"/>
                <xsd:element ref="ns3: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Editor" ma:index="1" nillable="true" ma:displayName="Modifié par" ma:list="UserInfo" ma:internalName="Editor"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UIVersionString" ma:index="2" nillable="true" ma:displayName="Version" ma:internalName="_UIVersionString"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0560a2-5f28-40fd-a47f-413e3deae4f7" elementFormDefault="qualified">
    <xsd:import namespace="http://schemas.microsoft.com/office/2006/documentManagement/types"/>
    <xsd:import namespace="http://schemas.microsoft.com/office/infopath/2007/PartnerControls"/>
    <xsd:element name="WS_KM" ma:index="3" nillable="true" ma:displayName="KM" ma:default="0" ma:description="" ma:internalName="WS_KM">
      <xsd:simpleType>
        <xsd:restriction base="dms:Boolean"/>
      </xsd:simpleType>
    </xsd:element>
    <xsd:element name="TaxKeywordTaxHTField" ma:index="8" nillable="true" ma:taxonomy="true" ma:internalName="TaxKeywordTaxHTField" ma:taxonomyFieldName="TaxKeyword" ma:displayName="Mots clés d’entreprise" ma:fieldId="{23f27201-bee3-471e-b2e7-b64fd8b7ca38}" ma:taxonomyMulti="true" ma:sspId="f9efb03f-e9de-4143-b61f-0d56fef76e3e" ma:termSetId="00000000-0000-0000-0000-000000000000" ma:anchorId="00000000-0000-0000-0000-000000000000" ma:open="true" ma:isKeyword="true">
      <xsd:complexType>
        <xsd:sequence>
          <xsd:element ref="pc:Terms" minOccurs="0" maxOccurs="1"/>
        </xsd:sequence>
      </xsd:complexType>
    </xsd:element>
    <xsd:element name="TaxCatchAll" ma:index="9" nillable="true" ma:displayName="Taxonomy Catch All Column" ma:hidden="true" ma:list="{90578134-4c9a-4616-af2f-441798225895}" ma:internalName="TaxCatchAll" ma:showField="CatchAllData" ma:web="0e0560a2-5f28-40fd-a47f-413e3deae4f7">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90578134-4c9a-4616-af2f-441798225895}" ma:internalName="TaxCatchAllLabel" ma:readOnly="true" ma:showField="CatchAllDataLabel" ma:web="0e0560a2-5f28-40fd-a47f-413e3deae4f7">
      <xsd:complexType>
        <xsd:complexContent>
          <xsd:extension base="dms:MultiChoiceLookup">
            <xsd:sequence>
              <xsd:element name="Value" type="dms:Lookup" maxOccurs="unbounded" minOccurs="0" nillable="true"/>
            </xsd:sequence>
          </xsd:extension>
        </xsd:complexContent>
      </xsd:complexType>
    </xsd:element>
    <xsd:element name="i51f003d86e044fa8787db0c1fd77971" ma:index="15" nillable="true" ma:taxonomy="true" ma:internalName="i51f003d86e044fa8787db0c1fd77971" ma:taxonomyFieldName="WSDocumentType" ma:displayName="Type de document" ma:fieldId="{251f003d-86e0-44fa-8787-db0c1fd77971}" ma:sspId="f9efb03f-e9de-4143-b61f-0d56fef76e3e" ma:termSetId="401140da-6a5d-431c-946b-19bb8ebb57bd" ma:anchorId="00000000-0000-0000-0000-000000000000" ma:open="false" ma:isKeyword="false">
      <xsd:complexType>
        <xsd:sequence>
          <xsd:element ref="pc:Terms" minOccurs="0" maxOccurs="1"/>
        </xsd:sequence>
      </xsd:complexType>
    </xsd:element>
    <xsd:element name="SharedWithUsers" ma:index="26"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7" nillable="true" ma:displayName="Partagé avec dé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9800bc8-27f6-4a38-98b2-e471baa92d6a" elementFormDefault="qualified">
    <xsd:import namespace="http://schemas.microsoft.com/office/2006/documentManagement/types"/>
    <xsd:import namespace="http://schemas.microsoft.com/office/infopath/2007/PartnerControls"/>
    <xsd:element name="MediaServiceMetadata" ma:index="17" nillable="true" ma:displayName="MediaServiceMetadata" ma:hidden="true" ma:internalName="MediaServiceMetadata" ma:readOnly="true">
      <xsd:simpleType>
        <xsd:restriction base="dms:Note"/>
      </xsd:simpleType>
    </xsd:element>
    <xsd:element name="MediaServiceFastMetadata" ma:index="18" nillable="true" ma:displayName="MediaServiceFastMetadata" ma:hidden="true" ma:internalName="MediaServiceFastMetadata" ma:readOnly="true">
      <xsd:simpleType>
        <xsd:restriction base="dms:Note"/>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f9efb03f-e9de-4143-b61f-0d56fef76e3e" ma:termSetId="09814cd3-568e-fe90-9814-8d621ff8fb84" ma:anchorId="fba54fb3-c3e1-fe81-a776-ca4b69148c4d" ma:open="true" ma:isKeyword="false">
      <xsd:complexType>
        <xsd:sequence>
          <xsd:element ref="pc:Terms" minOccurs="0" maxOccurs="1"/>
        </xsd:sequence>
      </xsd:complexType>
    </xsd:element>
    <xsd:element name="MediaServiceOCR" ma:index="23" nillable="true" ma:displayName="Extracted Text" ma:internalName="MediaServiceOCR" ma:readOnly="true">
      <xsd:simpleType>
        <xsd:restriction base="dms:Note">
          <xsd:maxLength value="255"/>
        </xsd:restriction>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Language" ma:index="30" nillable="true" ma:displayName="Language" ma:format="Dropdown" ma:internalName="Language">
      <xsd:simpleType>
        <xsd:restriction base="dms:Choice">
          <xsd:enumeration value="French"/>
          <xsd:enumeration value="English"/>
          <xsd:enumeration value="German"/>
          <xsd:enumeration value="Spanish"/>
          <xsd:enumeration value="Multilingual"/>
        </xsd:restriction>
      </xsd:simpleType>
    </xsd:element>
    <xsd:element name="_Flow_SignoffStatus" ma:index="31" nillable="true" ma:displayName="État de validation" ma:internalName="_x0024_Resources_x003a_core_x002c_Signoff_Status">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Type de contenu"/>
        <xsd:element ref="dc:title" minOccurs="0" maxOccurs="1" ma:index="16"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9800bc8-27f6-4a38-98b2-e471baa92d6a">
      <Terms xmlns="http://schemas.microsoft.com/office/infopath/2007/PartnerControls"/>
    </lcf76f155ced4ddcb4097134ff3c332f>
    <SharedWithUsers xmlns="0e0560a2-5f28-40fd-a47f-413e3deae4f7">
      <UserInfo>
        <DisplayName>LAMIGEON Sarah</DisplayName>
        <AccountId>18</AccountId>
        <AccountType/>
      </UserInfo>
    </SharedWithUsers>
    <WS_KM xmlns="0e0560a2-5f28-40fd-a47f-413e3deae4f7">false</WS_KM>
    <TaxCatchAll xmlns="0e0560a2-5f28-40fd-a47f-413e3deae4f7" xsi:nil="true"/>
    <TaxKeywordTaxHTField xmlns="0e0560a2-5f28-40fd-a47f-413e3deae4f7">
      <Terms xmlns="http://schemas.microsoft.com/office/infopath/2007/PartnerControls"/>
    </TaxKeywordTaxHTField>
    <i51f003d86e044fa8787db0c1fd77971 xmlns="0e0560a2-5f28-40fd-a47f-413e3deae4f7">
      <Terms xmlns="http://schemas.microsoft.com/office/infopath/2007/PartnerControls"/>
    </i51f003d86e044fa8787db0c1fd77971>
    <Language xmlns="49800bc8-27f6-4a38-98b2-e471baa92d6a" xsi:nil="true"/>
    <_Flow_SignoffStatus xmlns="49800bc8-27f6-4a38-98b2-e471baa92d6a" xsi:nil="true"/>
  </documentManagement>
</p:properties>
</file>

<file path=customXml/itemProps1.xml><?xml version="1.0" encoding="utf-8"?>
<ds:datastoreItem xmlns:ds="http://schemas.openxmlformats.org/officeDocument/2006/customXml" ds:itemID="{AF26FD53-44B5-42DB-A3AB-7B965553A206}"/>
</file>

<file path=customXml/itemProps2.xml><?xml version="1.0" encoding="utf-8"?>
<ds:datastoreItem xmlns:ds="http://schemas.openxmlformats.org/officeDocument/2006/customXml" ds:itemID="{39CA0A77-A734-4EA3-BC5A-E795AFED715C}">
  <ds:schemaRefs>
    <ds:schemaRef ds:uri="http://schemas.microsoft.com/sharepoint/v3/contenttype/forms"/>
  </ds:schemaRefs>
</ds:datastoreItem>
</file>

<file path=customXml/itemProps3.xml><?xml version="1.0" encoding="utf-8"?>
<ds:datastoreItem xmlns:ds="http://schemas.openxmlformats.org/officeDocument/2006/customXml" ds:itemID="{12B69CF8-0A8E-4948-891D-B6F82A36F6FD}">
  <ds:schemaRefs>
    <ds:schemaRef ds:uri="http://purl.org/dc/terms/"/>
    <ds:schemaRef ds:uri="http://www.w3.org/XML/1998/namespace"/>
    <ds:schemaRef ds:uri="http://schemas.microsoft.com/office/2006/documentManagement/types"/>
    <ds:schemaRef ds:uri="0e0560a2-5f28-40fd-a47f-413e3deae4f7"/>
    <ds:schemaRef ds:uri="http://purl.org/dc/elements/1.1/"/>
    <ds:schemaRef ds:uri="http://schemas.microsoft.com/office/infopath/2007/PartnerControls"/>
    <ds:schemaRef ds:uri="http://purl.org/dc/dcmitype/"/>
    <ds:schemaRef ds:uri="http://schemas.microsoft.com/office/2006/metadata/properties"/>
    <ds:schemaRef ds:uri="http://schemas.microsoft.com/sharepoint/v3"/>
    <ds:schemaRef ds:uri="http://schemas.openxmlformats.org/package/2006/metadata/core-properties"/>
    <ds:schemaRef ds:uri="49800bc8-27f6-4a38-98b2-e471baa92d6a"/>
  </ds:schemaRefs>
</ds:datastoreItem>
</file>

<file path=docProps/app.xml><?xml version="1.0" encoding="utf-8"?>
<Properties xmlns="http://schemas.openxmlformats.org/officeDocument/2006/extended-properties" xmlns:vt="http://schemas.openxmlformats.org/officeDocument/2006/docPropsVTypes">
  <Template/>
  <TotalTime>0</TotalTime>
  <Words>7489</Words>
  <Application>Microsoft Office PowerPoint</Application>
  <PresentationFormat>Grand écran</PresentationFormat>
  <Paragraphs>869</Paragraphs>
  <Slides>40</Slides>
  <Notes>12</Notes>
  <HiddenSlides>4</HiddenSlides>
  <MMClips>0</MMClips>
  <ScaleCrop>false</ScaleCrop>
  <HeadingPairs>
    <vt:vector size="4" baseType="variant">
      <vt:variant>
        <vt:lpstr>Thème</vt:lpstr>
      </vt:variant>
      <vt:variant>
        <vt:i4>2</vt:i4>
      </vt:variant>
      <vt:variant>
        <vt:lpstr>Titres des diapositives</vt:lpstr>
      </vt:variant>
      <vt:variant>
        <vt:i4>40</vt:i4>
      </vt:variant>
    </vt:vector>
  </HeadingPairs>
  <TitlesOfParts>
    <vt:vector size="42" baseType="lpstr">
      <vt:lpstr>Wavestone template-EN-16.9-Landscape-2024</vt:lpstr>
      <vt:lpstr>1_Wavestone template-EN-16.9-Landscape-2024</vt:lpstr>
      <vt:lpstr>Directive Résilience des Entités Critiques - REC</vt:lpstr>
      <vt:lpstr>Sommaire</vt:lpstr>
      <vt:lpstr>AGENDA</vt:lpstr>
      <vt:lpstr>AGENDA</vt:lpstr>
      <vt:lpstr>Contexte et enjeux de la directive REC</vt:lpstr>
      <vt:lpstr>Les notions clefs de la Directive Européenne REC</vt:lpstr>
      <vt:lpstr>Les obligations de la REC pour les Etats membres</vt:lpstr>
      <vt:lpstr>Les notions clefs de la transposition française</vt:lpstr>
      <vt:lpstr>Les obligations générales pour les OIV</vt:lpstr>
      <vt:lpstr>Obligations détaillées pour les entités critiques et spécificités françaises</vt:lpstr>
      <vt:lpstr>Synthèse des obligations détaillées pour la mise en conformité à la REC française</vt:lpstr>
      <vt:lpstr>Les secteurs d’activités éligibles et secteurs additionnels pressentis</vt:lpstr>
      <vt:lpstr>AGENDA</vt:lpstr>
      <vt:lpstr>Périmètre d’application de la REC sur le plan cyber</vt:lpstr>
      <vt:lpstr>AGENDA</vt:lpstr>
      <vt:lpstr>Vue d’ensemble des 20 objectifs de sécurité NIS 2 </vt:lpstr>
      <vt:lpstr>Gouvernance - Objectifs 1/2</vt:lpstr>
      <vt:lpstr>Gouvernance - Objectifs 3/4/5/6</vt:lpstr>
      <vt:lpstr>Protection - Objectifs 7/8/10</vt:lpstr>
      <vt:lpstr>Protection - Objectifs 9/11/12</vt:lpstr>
      <vt:lpstr>Protection - Objectif 13</vt:lpstr>
      <vt:lpstr>Protection et défense - Objectifs 14/15</vt:lpstr>
      <vt:lpstr>Défense - Objectifs 16/17</vt:lpstr>
      <vt:lpstr>Résilience – Objectifs 18/19/20</vt:lpstr>
      <vt:lpstr>AGENDA</vt:lpstr>
      <vt:lpstr>Mise en conformité des SIIV</vt:lpstr>
      <vt:lpstr>AGENDA</vt:lpstr>
      <vt:lpstr>Le plan particulier de résilience</vt:lpstr>
      <vt:lpstr>Défense physique des PIV : le principe de la défense en profondeur</vt:lpstr>
      <vt:lpstr>Illustration d’infrastructures critiques/PIV potentiels par secteur</vt:lpstr>
      <vt:lpstr>Les dispositifs de sécurité/sureté : moyens de protection et source de compromission potentielle</vt:lpstr>
      <vt:lpstr>Les mesures de conformité à l’échelle de l’opérateur</vt:lpstr>
      <vt:lpstr>Présentation PowerPoint</vt:lpstr>
      <vt:lpstr>End page</vt:lpstr>
      <vt:lpstr>AGENDA</vt:lpstr>
      <vt:lpstr>De la Cyber résilience - Loi n° XXX – Articles issus de la NIS2</vt:lpstr>
      <vt:lpstr>Présentation PowerPoint</vt:lpstr>
      <vt:lpstr>Présentation PowerPoint</vt:lpstr>
      <vt:lpstr>Obligations de la REC et déclinaison cyber</vt:lpstr>
      <vt:lpstr>Exemple de dispositifs de sécurité physique d’un PIV</vt:lpstr>
    </vt:vector>
  </TitlesOfParts>
  <Manager>© WAVESTONE</Manager>
  <Company>Wavestone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CANOEN Léa</dc:creator>
  <cp:lastModifiedBy>ALIDRA Wassim</cp:lastModifiedBy>
  <cp:revision>7</cp:revision>
  <cp:lastPrinted>2024-04-04T16:28:45Z</cp:lastPrinted>
  <dcterms:created xsi:type="dcterms:W3CDTF">2019-11-01T10:37:01Z</dcterms:created>
  <dcterms:modified xsi:type="dcterms:W3CDTF">2025-10-21T12:16:47Z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0x0101002FECBCFE27A94FA4A49D56DA0627A7A700D5CF0826E9A3234B8339779C1FAEB6D1</vt:lpwstr>
  </property>
  <property fmtid="{D5CDD505-2E9C-101B-9397-08002B2CF9AE}" pid="3" name="TemplafyTimeStamp">
    <vt:lpwstr>2023-01-10T20:59:42.7256574Z</vt:lpwstr>
  </property>
  <property fmtid="{D5CDD505-2E9C-101B-9397-08002B2CF9AE}" pid="4" name="MediaServiceImageTags">
    <vt:lpwstr/>
  </property>
  <property fmtid="{D5CDD505-2E9C-101B-9397-08002B2CF9AE}" pid="5" name="ClassificationContentMarkingFooterLocations">
    <vt:lpwstr>Wavestone template-EN-16.9-Landscape-2024:6</vt:lpwstr>
  </property>
  <property fmtid="{D5CDD505-2E9C-101B-9397-08002B2CF9AE}" pid="6" name="ClassificationContentMarkingFooterText">
    <vt:lpwstr>Confidential 
</vt:lpwstr>
  </property>
  <property fmtid="{D5CDD505-2E9C-101B-9397-08002B2CF9AE}" pid="7" name="MSIP_Label_aa56c84a-c06d-4947-abf3-939e8bbae422_Enabled">
    <vt:lpwstr>true</vt:lpwstr>
  </property>
  <property fmtid="{D5CDD505-2E9C-101B-9397-08002B2CF9AE}" pid="8" name="MSIP_Label_aa56c84a-c06d-4947-abf3-939e8bbae422_SetDate">
    <vt:lpwstr>2024-03-26T15:58:05Z</vt:lpwstr>
  </property>
  <property fmtid="{D5CDD505-2E9C-101B-9397-08002B2CF9AE}" pid="9" name="MSIP_Label_aa56c84a-c06d-4947-abf3-939e8bbae422_Method">
    <vt:lpwstr>Privileged</vt:lpwstr>
  </property>
  <property fmtid="{D5CDD505-2E9C-101B-9397-08002B2CF9AE}" pid="10" name="MSIP_Label_aa56c84a-c06d-4947-abf3-939e8bbae422_Name">
    <vt:lpwstr>aa56c84a-c06d-4947-abf3-939e8bbae422</vt:lpwstr>
  </property>
  <property fmtid="{D5CDD505-2E9C-101B-9397-08002B2CF9AE}" pid="11" name="MSIP_Label_aa56c84a-c06d-4947-abf3-939e8bbae422_SiteId">
    <vt:lpwstr>5de96c96-c87c-4dce-aad9-f5c557b52ac1</vt:lpwstr>
  </property>
  <property fmtid="{D5CDD505-2E9C-101B-9397-08002B2CF9AE}" pid="12" name="MSIP_Label_aa56c84a-c06d-4947-abf3-939e8bbae422_ActionId">
    <vt:lpwstr>ffef77b8-f84d-4a18-ab5c-a9eea021b54e</vt:lpwstr>
  </property>
  <property fmtid="{D5CDD505-2E9C-101B-9397-08002B2CF9AE}" pid="13" name="MSIP_Label_aa56c84a-c06d-4947-abf3-939e8bbae422_ContentBits">
    <vt:lpwstr>0</vt:lpwstr>
  </property>
  <property fmtid="{D5CDD505-2E9C-101B-9397-08002B2CF9AE}" pid="14" name="CustomerId">
    <vt:lpwstr>wavestone</vt:lpwstr>
  </property>
  <property fmtid="{D5CDD505-2E9C-101B-9397-08002B2CF9AE}" pid="15" name="TemplateId">
    <vt:lpwstr>638522709684454599</vt:lpwstr>
  </property>
  <property fmtid="{D5CDD505-2E9C-101B-9397-08002B2CF9AE}" pid="16" name="UserProfileId">
    <vt:lpwstr>638512683069672643</vt:lpwstr>
  </property>
  <property fmtid="{D5CDD505-2E9C-101B-9397-08002B2CF9AE}" pid="17" name="TaxKeyword">
    <vt:lpwstr/>
  </property>
  <property fmtid="{D5CDD505-2E9C-101B-9397-08002B2CF9AE}" pid="18" name="WSDocumentType">
    <vt:lpwstr/>
  </property>
</Properties>
</file>