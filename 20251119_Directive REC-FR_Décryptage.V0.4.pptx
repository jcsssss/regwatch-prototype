
<file path=[Content_Types].xml><?xml version="1.0" encoding="utf-8"?>
<Types xmlns="http://schemas.openxmlformats.org/package/2006/content-types">
  <Default Extension="bin" ContentType="image/pn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2.xml" ContentType="application/vnd.openxmlformats-officedocument.presentationml.notesSlid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notesSlides/notesSlide3.xml" ContentType="application/vnd.openxmlformats-officedocument.presentationml.notesSlide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notesSlides/notesSlide4.xml" ContentType="application/vnd.openxmlformats-officedocument.presentationml.notesSlide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84.xml" ContentType="application/vnd.openxmlformats-officedocument.presentationml.tags+xml"/>
  <Override PartName="/ppt/notesSlides/notesSlide8.xml" ContentType="application/vnd.openxmlformats-officedocument.presentationml.notesSlide+xml"/>
  <Override PartName="/ppt/tags/tag185.xml" ContentType="application/vnd.openxmlformats-officedocument.presentationml.tags+xml"/>
  <Override PartName="/ppt/notesSlides/notesSlide9.xml" ContentType="application/vnd.openxmlformats-officedocument.presentationml.notesSlide+xml"/>
  <Override PartName="/ppt/comments/modernComment_7FFFE315_29B06FA4.xml" ContentType="application/vnd.ms-powerpoint.comments+xml"/>
  <Override PartName="/ppt/comments/modernComment_7FFFE318_BA6765F9.xml" ContentType="application/vnd.ms-powerpoint.comment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3" r:id="rId6"/>
    <p:sldMasterId id="2147483792" r:id="rId7"/>
  </p:sldMasterIdLst>
  <p:notesMasterIdLst>
    <p:notesMasterId r:id="rId27"/>
  </p:notesMasterIdLst>
  <p:handoutMasterIdLst>
    <p:handoutMasterId r:id="rId28"/>
  </p:handoutMasterIdLst>
  <p:sldIdLst>
    <p:sldId id="380" r:id="rId8"/>
    <p:sldId id="2147308670" r:id="rId9"/>
    <p:sldId id="2147476303" r:id="rId10"/>
    <p:sldId id="2147476195" r:id="rId11"/>
    <p:sldId id="2147476304" r:id="rId12"/>
    <p:sldId id="2147476315" r:id="rId13"/>
    <p:sldId id="2147476308" r:id="rId14"/>
    <p:sldId id="2147476309" r:id="rId15"/>
    <p:sldId id="2147476314" r:id="rId16"/>
    <p:sldId id="2147476276" r:id="rId17"/>
    <p:sldId id="362" r:id="rId18"/>
    <p:sldId id="2147476299" r:id="rId19"/>
    <p:sldId id="2147476313" r:id="rId20"/>
    <p:sldId id="2147476312" r:id="rId21"/>
    <p:sldId id="256" r:id="rId22"/>
    <p:sldId id="2147476277" r:id="rId23"/>
    <p:sldId id="2147476245" r:id="rId24"/>
    <p:sldId id="2147476248" r:id="rId25"/>
    <p:sldId id="2147476279" r:id="rId26"/>
  </p:sldIdLst>
  <p:sldSz cx="12192000" cy="6858000"/>
  <p:notesSz cx="6670675" cy="9777413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+ Wavestone template May 24" id="{728B07F6-C1AB-407F-BC05-713D7F0E64F6}">
          <p14:sldIdLst>
            <p14:sldId id="380"/>
          </p14:sldIdLst>
        </p14:section>
        <p14:section name="Introduction to CER" id="{EBB332F5-74BB-4C69-A372-8F522BF27D6A}">
          <p14:sldIdLst>
            <p14:sldId id="2147308670"/>
            <p14:sldId id="2147476303"/>
            <p14:sldId id="2147476195"/>
            <p14:sldId id="2147476304"/>
            <p14:sldId id="2147476315"/>
          </p14:sldIdLst>
        </p14:section>
        <p14:section name="Best practices" id="{ED6E2798-A0A4-4620-B72E-834E167BAAF3}">
          <p14:sldIdLst>
            <p14:sldId id="2147476308"/>
            <p14:sldId id="2147476309"/>
            <p14:sldId id="2147476314"/>
            <p14:sldId id="2147476276"/>
          </p14:sldIdLst>
        </p14:section>
        <p14:section name="Mesures transverses de mise en conformité à la REC" id="{36369FD2-7E46-419F-84EB-D1D941C6B8A9}">
          <p14:sldIdLst>
            <p14:sldId id="362"/>
          </p14:sldIdLst>
        </p14:section>
        <p14:section name="Annexe" id="{BD4D34CF-D685-4BBF-B9CF-3403B1BE26EB}">
          <p14:sldIdLst>
            <p14:sldId id="2147476299"/>
            <p14:sldId id="2147476313"/>
            <p14:sldId id="2147476312"/>
            <p14:sldId id="256"/>
            <p14:sldId id="2147476277"/>
            <p14:sldId id="2147476245"/>
            <p14:sldId id="2147476248"/>
          </p14:sldIdLst>
        </p14:section>
        <p14:section name="Protection des PIV" id="{AF9EECE2-A5CC-4480-8B98-9AC343427AF5}">
          <p14:sldIdLst>
            <p14:sldId id="21474762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080" userDrawn="1">
          <p15:clr>
            <a:srgbClr val="A4A3A4"/>
          </p15:clr>
        </p15:guide>
        <p15:guide id="2" pos="2101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FD1BF20-BF74-2178-E5A7-533430060360}" name="ALIDRA Wassim" initials="AW" userId="S::wassim.alidra@wavestone.com::3f1b077a-dc4f-4f70-a199-20af779c04aa" providerId="AD"/>
  <p188:author id="{B28AC1E0-6609-D4A5-E510-74C764C17841}" name="GRELLET Thibault" initials="TG" userId="S::thibault.grellet@wavestone.com::43945db5-175e-4a87-a750-44601ef4de04" providerId="AD"/>
  <p188:author id="{8AD4CAEE-CEC4-97E2-1CB5-39BD29947451}" name="FOURRE Pierre-Alexandre" initials="PF" userId="S::pa.fourre@wavestone.com::4bebaa0c-d09e-417a-85a6-249da839f7c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D6F9"/>
    <a:srgbClr val="CFC3F7"/>
    <a:srgbClr val="E7FFF1"/>
    <a:srgbClr val="CEFEE3"/>
    <a:srgbClr val="3AAA35"/>
    <a:srgbClr val="F5F5F5"/>
    <a:srgbClr val="FFFFFF"/>
    <a:srgbClr val="503078"/>
    <a:srgbClr val="5F5F5F"/>
    <a:srgbClr val="5037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Style moyen 3 - Accentuation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700" autoAdjust="0"/>
  </p:normalViewPr>
  <p:slideViewPr>
    <p:cSldViewPr snapToGrid="0">
      <p:cViewPr varScale="1">
        <p:scale>
          <a:sx n="140" d="100"/>
          <a:sy n="140" d="100"/>
        </p:scale>
        <p:origin x="77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80"/>
        <p:guide pos="210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34" Type="http://schemas.microsoft.com/office/2016/11/relationships/changesInfo" Target="changesInfos/changesInfo1.xml"/><Relationship Id="rId7" Type="http://schemas.openxmlformats.org/officeDocument/2006/relationships/slideMaster" Target="slideMasters/slideMaster2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5" Type="http://schemas.microsoft.com/office/2018/10/relationships/authors" Target="authors.xml"/><Relationship Id="rId8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LLET Thibault" userId="43945db5-175e-4a87-a750-44601ef4de04" providerId="ADAL" clId="{BF580080-5B74-4AA6-9F1A-ED7FEB1224A3}"/>
    <pc:docChg chg="undo custSel addSld delSld modSld sldOrd addSection delSection modSection">
      <pc:chgData name="GRELLET Thibault" userId="43945db5-175e-4a87-a750-44601ef4de04" providerId="ADAL" clId="{BF580080-5B74-4AA6-9F1A-ED7FEB1224A3}" dt="2026-01-06T13:57:47.575" v="35777" actId="20577"/>
      <pc:docMkLst>
        <pc:docMk/>
      </pc:docMkLst>
      <pc:sldChg chg="delSp modSp mod ord modShow">
        <pc:chgData name="GRELLET Thibault" userId="43945db5-175e-4a87-a750-44601ef4de04" providerId="ADAL" clId="{BF580080-5B74-4AA6-9F1A-ED7FEB1224A3}" dt="2025-12-16T10:15:57.218" v="34566" actId="729"/>
        <pc:sldMkLst>
          <pc:docMk/>
          <pc:sldMk cId="2736776999" sldId="2147476195"/>
        </pc:sldMkLst>
        <pc:spChg chg="mod">
          <ac:chgData name="GRELLET Thibault" userId="43945db5-175e-4a87-a750-44601ef4de04" providerId="ADAL" clId="{BF580080-5B74-4AA6-9F1A-ED7FEB1224A3}" dt="2025-12-16T08:29:57.719" v="32308" actId="108"/>
          <ac:spMkLst>
            <pc:docMk/>
            <pc:sldMk cId="2736776999" sldId="2147476195"/>
            <ac:spMk id="6" creationId="{5BB2C5BA-9B01-AAF8-A516-982996575632}"/>
          </ac:spMkLst>
        </pc:spChg>
        <pc:spChg chg="mod topLvl">
          <ac:chgData name="GRELLET Thibault" userId="43945db5-175e-4a87-a750-44601ef4de04" providerId="ADAL" clId="{BF580080-5B74-4AA6-9F1A-ED7FEB1224A3}" dt="2025-12-16T09:54:12.774" v="32479"/>
          <ac:spMkLst>
            <pc:docMk/>
            <pc:sldMk cId="2736776999" sldId="2147476195"/>
            <ac:spMk id="11" creationId="{4D3F8E64-1ED5-6EA0-C4B1-495CC01B3025}"/>
          </ac:spMkLst>
        </pc:spChg>
        <pc:spChg chg="mod topLvl">
          <ac:chgData name="GRELLET Thibault" userId="43945db5-175e-4a87-a750-44601ef4de04" providerId="ADAL" clId="{BF580080-5B74-4AA6-9F1A-ED7FEB1224A3}" dt="2025-12-16T09:54:12.785" v="32491"/>
          <ac:spMkLst>
            <pc:docMk/>
            <pc:sldMk cId="2736776999" sldId="2147476195"/>
            <ac:spMk id="14" creationId="{2E3A556B-F873-E79D-7D17-6C510BE3707C}"/>
          </ac:spMkLst>
        </pc:spChg>
        <pc:spChg chg="mod topLvl">
          <ac:chgData name="GRELLET Thibault" userId="43945db5-175e-4a87-a750-44601ef4de04" providerId="ADAL" clId="{BF580080-5B74-4AA6-9F1A-ED7FEB1224A3}" dt="2025-12-16T09:54:12.788" v="32497"/>
          <ac:spMkLst>
            <pc:docMk/>
            <pc:sldMk cId="2736776999" sldId="2147476195"/>
            <ac:spMk id="15" creationId="{A40894D2-06AC-B0A4-0E5A-86C330FA6131}"/>
          </ac:spMkLst>
        </pc:spChg>
        <pc:spChg chg="mod topLvl">
          <ac:chgData name="GRELLET Thibault" userId="43945db5-175e-4a87-a750-44601ef4de04" providerId="ADAL" clId="{BF580080-5B74-4AA6-9F1A-ED7FEB1224A3}" dt="2025-12-16T09:54:12.790" v="32503"/>
          <ac:spMkLst>
            <pc:docMk/>
            <pc:sldMk cId="2736776999" sldId="2147476195"/>
            <ac:spMk id="16" creationId="{7CF6DA18-A3FE-0B12-D6ED-B164558FF74E}"/>
          </ac:spMkLst>
        </pc:spChg>
        <pc:spChg chg="mod topLvl">
          <ac:chgData name="GRELLET Thibault" userId="43945db5-175e-4a87-a750-44601ef4de04" providerId="ADAL" clId="{BF580080-5B74-4AA6-9F1A-ED7FEB1224A3}" dt="2025-12-16T09:54:12.795" v="32509"/>
          <ac:spMkLst>
            <pc:docMk/>
            <pc:sldMk cId="2736776999" sldId="2147476195"/>
            <ac:spMk id="17" creationId="{0C2430A2-D1EF-C17C-3D11-C871EF596311}"/>
          </ac:spMkLst>
        </pc:spChg>
        <pc:spChg chg="mod topLvl">
          <ac:chgData name="GRELLET Thibault" userId="43945db5-175e-4a87-a750-44601ef4de04" providerId="ADAL" clId="{BF580080-5B74-4AA6-9F1A-ED7FEB1224A3}" dt="2025-12-16T09:54:38.227" v="32571" actId="122"/>
          <ac:spMkLst>
            <pc:docMk/>
            <pc:sldMk cId="2736776999" sldId="2147476195"/>
            <ac:spMk id="18" creationId="{A3E4DE72-E708-DDEA-C49E-A6D275A1932F}"/>
          </ac:spMkLst>
        </pc:spChg>
        <pc:spChg chg="mod topLvl">
          <ac:chgData name="GRELLET Thibault" userId="43945db5-175e-4a87-a750-44601ef4de04" providerId="ADAL" clId="{BF580080-5B74-4AA6-9F1A-ED7FEB1224A3}" dt="2025-12-16T09:54:50.470" v="32577" actId="20577"/>
          <ac:spMkLst>
            <pc:docMk/>
            <pc:sldMk cId="2736776999" sldId="2147476195"/>
            <ac:spMk id="19" creationId="{0FAFC8A2-82F3-A22A-9687-CD00B1757C10}"/>
          </ac:spMkLst>
        </pc:spChg>
        <pc:spChg chg="mod topLvl">
          <ac:chgData name="GRELLET Thibault" userId="43945db5-175e-4a87-a750-44601ef4de04" providerId="ADAL" clId="{BF580080-5B74-4AA6-9F1A-ED7FEB1224A3}" dt="2025-12-16T09:55:04.069" v="32607"/>
          <ac:spMkLst>
            <pc:docMk/>
            <pc:sldMk cId="2736776999" sldId="2147476195"/>
            <ac:spMk id="20" creationId="{1114DD92-FAAF-602E-62ED-C350E9D7A9B9}"/>
          </ac:spMkLst>
        </pc:spChg>
        <pc:spChg chg="mod topLvl">
          <ac:chgData name="GRELLET Thibault" userId="43945db5-175e-4a87-a750-44601ef4de04" providerId="ADAL" clId="{BF580080-5B74-4AA6-9F1A-ED7FEB1224A3}" dt="2025-12-16T09:55:14.500" v="32640"/>
          <ac:spMkLst>
            <pc:docMk/>
            <pc:sldMk cId="2736776999" sldId="2147476195"/>
            <ac:spMk id="21" creationId="{F4CAEA9E-E0FC-2368-6675-B9B645E65963}"/>
          </ac:spMkLst>
        </pc:spChg>
        <pc:spChg chg="mod topLvl">
          <ac:chgData name="GRELLET Thibault" userId="43945db5-175e-4a87-a750-44601ef4de04" providerId="ADAL" clId="{BF580080-5B74-4AA6-9F1A-ED7FEB1224A3}" dt="2025-12-16T09:54:12.774" v="32473"/>
          <ac:spMkLst>
            <pc:docMk/>
            <pc:sldMk cId="2736776999" sldId="2147476195"/>
            <ac:spMk id="37" creationId="{C1B2AB6E-EA21-B8C4-43A7-760E9BD79D96}"/>
          </ac:spMkLst>
        </pc:spChg>
        <pc:spChg chg="mod">
          <ac:chgData name="GRELLET Thibault" userId="43945db5-175e-4a87-a750-44601ef4de04" providerId="ADAL" clId="{BF580080-5B74-4AA6-9F1A-ED7FEB1224A3}" dt="2025-12-16T09:58:32.287" v="32989" actId="20577"/>
          <ac:spMkLst>
            <pc:docMk/>
            <pc:sldMk cId="2736776999" sldId="2147476195"/>
            <ac:spMk id="43" creationId="{0AAB5420-17C4-52B5-3313-10CCE25C1A77}"/>
          </ac:spMkLst>
        </pc:spChg>
        <pc:spChg chg="mod">
          <ac:chgData name="GRELLET Thibault" userId="43945db5-175e-4a87-a750-44601ef4de04" providerId="ADAL" clId="{BF580080-5B74-4AA6-9F1A-ED7FEB1224A3}" dt="2025-12-16T10:15:30.025" v="34563" actId="313"/>
          <ac:spMkLst>
            <pc:docMk/>
            <pc:sldMk cId="2736776999" sldId="2147476195"/>
            <ac:spMk id="44" creationId="{052154C5-2471-2CF7-430D-74F7921ABFB6}"/>
          </ac:spMkLst>
        </pc:spChg>
        <pc:spChg chg="mod">
          <ac:chgData name="GRELLET Thibault" userId="43945db5-175e-4a87-a750-44601ef4de04" providerId="ADAL" clId="{BF580080-5B74-4AA6-9F1A-ED7FEB1224A3}" dt="2025-12-16T10:09:00.819" v="33678" actId="6549"/>
          <ac:spMkLst>
            <pc:docMk/>
            <pc:sldMk cId="2736776999" sldId="2147476195"/>
            <ac:spMk id="45" creationId="{E69EF501-4D43-1416-071B-A49822603B7B}"/>
          </ac:spMkLst>
        </pc:spChg>
        <pc:spChg chg="mod">
          <ac:chgData name="GRELLET Thibault" userId="43945db5-175e-4a87-a750-44601ef4de04" providerId="ADAL" clId="{BF580080-5B74-4AA6-9F1A-ED7FEB1224A3}" dt="2025-12-16T10:15:20.292" v="34561" actId="313"/>
          <ac:spMkLst>
            <pc:docMk/>
            <pc:sldMk cId="2736776999" sldId="2147476195"/>
            <ac:spMk id="46" creationId="{128F221A-252F-4BD7-854E-FF31B0BB5A92}"/>
          </ac:spMkLst>
        </pc:spChg>
        <pc:spChg chg="mod">
          <ac:chgData name="GRELLET Thibault" userId="43945db5-175e-4a87-a750-44601ef4de04" providerId="ADAL" clId="{BF580080-5B74-4AA6-9F1A-ED7FEB1224A3}" dt="2025-12-16T10:00:01.615" v="33104" actId="20577"/>
          <ac:spMkLst>
            <pc:docMk/>
            <pc:sldMk cId="2736776999" sldId="2147476195"/>
            <ac:spMk id="47" creationId="{DFC9C466-104C-2113-C754-295495BBC808}"/>
          </ac:spMkLst>
        </pc:spChg>
        <pc:spChg chg="mod">
          <ac:chgData name="GRELLET Thibault" userId="43945db5-175e-4a87-a750-44601ef4de04" providerId="ADAL" clId="{BF580080-5B74-4AA6-9F1A-ED7FEB1224A3}" dt="2025-12-16T10:07:22.060" v="33467" actId="6549"/>
          <ac:spMkLst>
            <pc:docMk/>
            <pc:sldMk cId="2736776999" sldId="2147476195"/>
            <ac:spMk id="48" creationId="{F2FD779B-237C-8256-6A10-9A02E197A427}"/>
          </ac:spMkLst>
        </pc:spChg>
        <pc:spChg chg="mod">
          <ac:chgData name="GRELLET Thibault" userId="43945db5-175e-4a87-a750-44601ef4de04" providerId="ADAL" clId="{BF580080-5B74-4AA6-9F1A-ED7FEB1224A3}" dt="2025-12-16T10:11:54.355" v="33902" actId="6549"/>
          <ac:spMkLst>
            <pc:docMk/>
            <pc:sldMk cId="2736776999" sldId="2147476195"/>
            <ac:spMk id="49" creationId="{D0982580-A836-F315-F8BD-5590469743F6}"/>
          </ac:spMkLst>
        </pc:spChg>
        <pc:spChg chg="mod">
          <ac:chgData name="GRELLET Thibault" userId="43945db5-175e-4a87-a750-44601ef4de04" providerId="ADAL" clId="{BF580080-5B74-4AA6-9F1A-ED7FEB1224A3}" dt="2025-12-16T10:15:45.885" v="34565" actId="6549"/>
          <ac:spMkLst>
            <pc:docMk/>
            <pc:sldMk cId="2736776999" sldId="2147476195"/>
            <ac:spMk id="63" creationId="{4199AA63-0DB2-238A-4F44-D81FF599859F}"/>
          </ac:spMkLst>
        </pc:spChg>
        <pc:spChg chg="mod">
          <ac:chgData name="GRELLET Thibault" userId="43945db5-175e-4a87-a750-44601ef4de04" providerId="ADAL" clId="{BF580080-5B74-4AA6-9F1A-ED7FEB1224A3}" dt="2025-12-16T10:15:15.426" v="34560" actId="6549"/>
          <ac:spMkLst>
            <pc:docMk/>
            <pc:sldMk cId="2736776999" sldId="2147476195"/>
            <ac:spMk id="64" creationId="{570DD1B1-EAA3-417A-2311-3B454353F5EC}"/>
          </ac:spMkLst>
        </pc:spChg>
        <pc:spChg chg="mod">
          <ac:chgData name="GRELLET Thibault" userId="43945db5-175e-4a87-a750-44601ef4de04" providerId="ADAL" clId="{BF580080-5B74-4AA6-9F1A-ED7FEB1224A3}" dt="2025-12-16T10:14:38.146" v="34394" actId="6549"/>
          <ac:spMkLst>
            <pc:docMk/>
            <pc:sldMk cId="2736776999" sldId="2147476195"/>
            <ac:spMk id="65" creationId="{4F89AAB4-BFC7-9DF7-A924-CE219E419D36}"/>
          </ac:spMkLst>
        </pc:spChg>
        <pc:picChg chg="mod">
          <ac:chgData name="GRELLET Thibault" userId="43945db5-175e-4a87-a750-44601ef4de04" providerId="ADAL" clId="{BF580080-5B74-4AA6-9F1A-ED7FEB1224A3}" dt="2025-12-16T09:53:31.965" v="32458" actId="14100"/>
          <ac:picMkLst>
            <pc:docMk/>
            <pc:sldMk cId="2736776999" sldId="2147476195"/>
            <ac:picMk id="5" creationId="{AED52ED5-880E-3C4C-BCD5-D266ACEACDC4}"/>
          </ac:picMkLst>
        </pc:picChg>
        <pc:picChg chg="mod">
          <ac:chgData name="GRELLET Thibault" userId="43945db5-175e-4a87-a750-44601ef4de04" providerId="ADAL" clId="{BF580080-5B74-4AA6-9F1A-ED7FEB1224A3}" dt="2025-12-16T09:54:12.781" v="32485"/>
          <ac:picMkLst>
            <pc:docMk/>
            <pc:sldMk cId="2736776999" sldId="2147476195"/>
            <ac:picMk id="12" creationId="{653D0730-FD0D-F74B-0FA3-30A134459A3B}"/>
          </ac:picMkLst>
        </pc:picChg>
        <pc:picChg chg="mod">
          <ac:chgData name="GRELLET Thibault" userId="43945db5-175e-4a87-a750-44601ef4de04" providerId="ADAL" clId="{BF580080-5B74-4AA6-9F1A-ED7FEB1224A3}" dt="2025-12-16T09:53:31.965" v="32458" actId="14100"/>
          <ac:picMkLst>
            <pc:docMk/>
            <pc:sldMk cId="2736776999" sldId="2147476195"/>
            <ac:picMk id="34" creationId="{BA82021E-C84A-529C-DF7A-24E0E0639B2D}"/>
          </ac:picMkLst>
        </pc:picChg>
        <pc:picChg chg="mod">
          <ac:chgData name="GRELLET Thibault" userId="43945db5-175e-4a87-a750-44601ef4de04" providerId="ADAL" clId="{BF580080-5B74-4AA6-9F1A-ED7FEB1224A3}" dt="2025-12-16T09:54:12.774" v="32467"/>
          <ac:picMkLst>
            <pc:docMk/>
            <pc:sldMk cId="2736776999" sldId="2147476195"/>
            <ac:picMk id="35" creationId="{DA03E556-E8F4-5C1B-181D-9787FFE925FC}"/>
          </ac:picMkLst>
        </pc:picChg>
        <pc:picChg chg="mod">
          <ac:chgData name="GRELLET Thibault" userId="43945db5-175e-4a87-a750-44601ef4de04" providerId="ADAL" clId="{BF580080-5B74-4AA6-9F1A-ED7FEB1224A3}" dt="2025-12-16T09:53:31.965" v="32458" actId="14100"/>
          <ac:picMkLst>
            <pc:docMk/>
            <pc:sldMk cId="2736776999" sldId="2147476195"/>
            <ac:picMk id="50" creationId="{65B385BF-46BF-D19C-5C30-AC8606FF9B04}"/>
          </ac:picMkLst>
        </pc:picChg>
        <pc:picChg chg="mod">
          <ac:chgData name="GRELLET Thibault" userId="43945db5-175e-4a87-a750-44601ef4de04" providerId="ADAL" clId="{BF580080-5B74-4AA6-9F1A-ED7FEB1224A3}" dt="2025-12-16T09:53:31.965" v="32458" actId="14100"/>
          <ac:picMkLst>
            <pc:docMk/>
            <pc:sldMk cId="2736776999" sldId="2147476195"/>
            <ac:picMk id="62" creationId="{427F3B7C-25F2-781E-92AA-D08577DD6785}"/>
          </ac:picMkLst>
        </pc:picChg>
        <pc:picChg chg="mod">
          <ac:chgData name="GRELLET Thibault" userId="43945db5-175e-4a87-a750-44601ef4de04" providerId="ADAL" clId="{BF580080-5B74-4AA6-9F1A-ED7FEB1224A3}" dt="2025-12-16T09:53:31.965" v="32458" actId="14100"/>
          <ac:picMkLst>
            <pc:docMk/>
            <pc:sldMk cId="2736776999" sldId="2147476195"/>
            <ac:picMk id="84" creationId="{83C66112-8DF2-129A-9801-40C063EEBA7D}"/>
          </ac:picMkLst>
        </pc:picChg>
        <pc:picChg chg="mod">
          <ac:chgData name="GRELLET Thibault" userId="43945db5-175e-4a87-a750-44601ef4de04" providerId="ADAL" clId="{BF580080-5B74-4AA6-9F1A-ED7FEB1224A3}" dt="2025-12-16T09:54:12.798" v="32521"/>
          <ac:picMkLst>
            <pc:docMk/>
            <pc:sldMk cId="2736776999" sldId="2147476195"/>
            <ac:picMk id="89" creationId="{BA940FDC-290F-EAE9-E376-DB647C8A982F}"/>
          </ac:picMkLst>
        </pc:picChg>
        <pc:picChg chg="mod">
          <ac:chgData name="GRELLET Thibault" userId="43945db5-175e-4a87-a750-44601ef4de04" providerId="ADAL" clId="{BF580080-5B74-4AA6-9F1A-ED7FEB1224A3}" dt="2025-12-16T09:55:04.069" v="32601"/>
          <ac:picMkLst>
            <pc:docMk/>
            <pc:sldMk cId="2736776999" sldId="2147476195"/>
            <ac:picMk id="92" creationId="{1C8BDBD3-422C-EE75-5E03-28354384A108}"/>
          </ac:picMkLst>
        </pc:picChg>
        <pc:picChg chg="mod">
          <ac:chgData name="GRELLET Thibault" userId="43945db5-175e-4a87-a750-44601ef4de04" providerId="ADAL" clId="{BF580080-5B74-4AA6-9F1A-ED7FEB1224A3}" dt="2025-12-16T09:55:14.497" v="32634"/>
          <ac:picMkLst>
            <pc:docMk/>
            <pc:sldMk cId="2736776999" sldId="2147476195"/>
            <ac:picMk id="100" creationId="{97830EB9-9B8B-CA90-AC89-A0263CF6B1BE}"/>
          </ac:picMkLst>
        </pc:picChg>
      </pc:sldChg>
      <pc:sldChg chg="modSp mod">
        <pc:chgData name="GRELLET Thibault" userId="43945db5-175e-4a87-a750-44601ef4de04" providerId="ADAL" clId="{BF580080-5B74-4AA6-9F1A-ED7FEB1224A3}" dt="2026-01-06T13:50:26.246" v="35625"/>
        <pc:sldMkLst>
          <pc:docMk/>
          <pc:sldMk cId="3272587193" sldId="2147476276"/>
        </pc:sldMkLst>
        <pc:spChg chg="mod">
          <ac:chgData name="GRELLET Thibault" userId="43945db5-175e-4a87-a750-44601ef4de04" providerId="ADAL" clId="{BF580080-5B74-4AA6-9F1A-ED7FEB1224A3}" dt="2026-01-06T13:50:05.247" v="35529"/>
          <ac:spMkLst>
            <pc:docMk/>
            <pc:sldMk cId="3272587193" sldId="2147476276"/>
            <ac:spMk id="15" creationId="{A9C4FCFF-B6C6-B78A-16F7-12F0BCBC1752}"/>
          </ac:spMkLst>
        </pc:spChg>
        <pc:spChg chg="mod">
          <ac:chgData name="GRELLET Thibault" userId="43945db5-175e-4a87-a750-44601ef4de04" providerId="ADAL" clId="{BF580080-5B74-4AA6-9F1A-ED7FEB1224A3}" dt="2026-01-06T13:50:21.357" v="35601"/>
          <ac:spMkLst>
            <pc:docMk/>
            <pc:sldMk cId="3272587193" sldId="2147476276"/>
            <ac:spMk id="16" creationId="{4BE4D90E-A5EE-5E23-B0C2-F23A5BEBBB7B}"/>
          </ac:spMkLst>
        </pc:spChg>
        <pc:spChg chg="mod">
          <ac:chgData name="GRELLET Thibault" userId="43945db5-175e-4a87-a750-44601ef4de04" providerId="ADAL" clId="{BF580080-5B74-4AA6-9F1A-ED7FEB1224A3}" dt="2026-01-06T13:48:41.747" v="35392" actId="1036"/>
          <ac:spMkLst>
            <pc:docMk/>
            <pc:sldMk cId="3272587193" sldId="2147476276"/>
            <ac:spMk id="19" creationId="{6FC7F0AA-D0AF-7F12-25A3-B64398D90141}"/>
          </ac:spMkLst>
        </pc:spChg>
        <pc:spChg chg="mod">
          <ac:chgData name="GRELLET Thibault" userId="43945db5-175e-4a87-a750-44601ef4de04" providerId="ADAL" clId="{BF580080-5B74-4AA6-9F1A-ED7FEB1224A3}" dt="2026-01-06T13:50:15.455" v="35577"/>
          <ac:spMkLst>
            <pc:docMk/>
            <pc:sldMk cId="3272587193" sldId="2147476276"/>
            <ac:spMk id="20" creationId="{072EB0C0-421B-15AF-F51D-43581D9CAEED}"/>
          </ac:spMkLst>
        </pc:spChg>
        <pc:spChg chg="mod">
          <ac:chgData name="GRELLET Thibault" userId="43945db5-175e-4a87-a750-44601ef4de04" providerId="ADAL" clId="{BF580080-5B74-4AA6-9F1A-ED7FEB1224A3}" dt="2026-01-06T13:50:26.246" v="35625"/>
          <ac:spMkLst>
            <pc:docMk/>
            <pc:sldMk cId="3272587193" sldId="2147476276"/>
            <ac:spMk id="21" creationId="{D3A2A817-63B5-9C65-1E9E-781BC721D9A6}"/>
          </ac:spMkLst>
        </pc:spChg>
        <pc:spChg chg="mod">
          <ac:chgData name="GRELLET Thibault" userId="43945db5-175e-4a87-a750-44601ef4de04" providerId="ADAL" clId="{BF580080-5B74-4AA6-9F1A-ED7FEB1224A3}" dt="2026-01-06T13:49:24.057" v="35401"/>
          <ac:spMkLst>
            <pc:docMk/>
            <pc:sldMk cId="3272587193" sldId="2147476276"/>
            <ac:spMk id="23" creationId="{BE9B8207-0721-2723-BE65-A6298F6BA9C7}"/>
          </ac:spMkLst>
        </pc:spChg>
        <pc:spChg chg="mod">
          <ac:chgData name="GRELLET Thibault" userId="43945db5-175e-4a87-a750-44601ef4de04" providerId="ADAL" clId="{BF580080-5B74-4AA6-9F1A-ED7FEB1224A3}" dt="2026-01-06T13:49:24.061" v="35407"/>
          <ac:spMkLst>
            <pc:docMk/>
            <pc:sldMk cId="3272587193" sldId="2147476276"/>
            <ac:spMk id="24" creationId="{A818A559-6F26-4891-FC7F-D5938572534D}"/>
          </ac:spMkLst>
        </pc:spChg>
        <pc:spChg chg="mod">
          <ac:chgData name="GRELLET Thibault" userId="43945db5-175e-4a87-a750-44601ef4de04" providerId="ADAL" clId="{BF580080-5B74-4AA6-9F1A-ED7FEB1224A3}" dt="2026-01-06T13:49:52.036" v="35517" actId="14100"/>
          <ac:spMkLst>
            <pc:docMk/>
            <pc:sldMk cId="3272587193" sldId="2147476276"/>
            <ac:spMk id="25" creationId="{F45B3936-0F31-C326-ADAA-8195F8D55021}"/>
          </ac:spMkLst>
        </pc:spChg>
        <pc:spChg chg="mod">
          <ac:chgData name="GRELLET Thibault" userId="43945db5-175e-4a87-a750-44601ef4de04" providerId="ADAL" clId="{BF580080-5B74-4AA6-9F1A-ED7FEB1224A3}" dt="2026-01-06T13:50:05.244" v="35523"/>
          <ac:spMkLst>
            <pc:docMk/>
            <pc:sldMk cId="3272587193" sldId="2147476276"/>
            <ac:spMk id="29" creationId="{A473E6D4-64B6-2655-4B31-1D2D431C0510}"/>
          </ac:spMkLst>
        </pc:spChg>
        <pc:spChg chg="mod">
          <ac:chgData name="GRELLET Thibault" userId="43945db5-175e-4a87-a750-44601ef4de04" providerId="ADAL" clId="{BF580080-5B74-4AA6-9F1A-ED7FEB1224A3}" dt="2026-01-06T13:50:15.439" v="35571"/>
          <ac:spMkLst>
            <pc:docMk/>
            <pc:sldMk cId="3272587193" sldId="2147476276"/>
            <ac:spMk id="30" creationId="{E34A9F0A-ACF0-194B-9C56-FFD6D2ED1611}"/>
          </ac:spMkLst>
        </pc:spChg>
        <pc:spChg chg="mod">
          <ac:chgData name="GRELLET Thibault" userId="43945db5-175e-4a87-a750-44601ef4de04" providerId="ADAL" clId="{BF580080-5B74-4AA6-9F1A-ED7FEB1224A3}" dt="2026-01-06T13:50:21.357" v="35595"/>
          <ac:spMkLst>
            <pc:docMk/>
            <pc:sldMk cId="3272587193" sldId="2147476276"/>
            <ac:spMk id="31" creationId="{425D3AE8-9940-97C1-8DAE-25649CBD3DBF}"/>
          </ac:spMkLst>
        </pc:spChg>
        <pc:spChg chg="mod">
          <ac:chgData name="GRELLET Thibault" userId="43945db5-175e-4a87-a750-44601ef4de04" providerId="ADAL" clId="{BF580080-5B74-4AA6-9F1A-ED7FEB1224A3}" dt="2026-01-06T13:50:26.246" v="35619"/>
          <ac:spMkLst>
            <pc:docMk/>
            <pc:sldMk cId="3272587193" sldId="2147476276"/>
            <ac:spMk id="32" creationId="{6D1206B2-46CC-3906-E317-260C17088EAF}"/>
          </ac:spMkLst>
        </pc:spChg>
        <pc:spChg chg="mod">
          <ac:chgData name="GRELLET Thibault" userId="43945db5-175e-4a87-a750-44601ef4de04" providerId="ADAL" clId="{BF580080-5B74-4AA6-9F1A-ED7FEB1224A3}" dt="2026-01-06T13:50:09.565" v="35547"/>
          <ac:spMkLst>
            <pc:docMk/>
            <pc:sldMk cId="3272587193" sldId="2147476276"/>
            <ac:spMk id="33" creationId="{72BE4DB3-CBE3-D8D3-EE90-D90BFEA4908E}"/>
          </ac:spMkLst>
        </pc:spChg>
        <pc:spChg chg="mod">
          <ac:chgData name="GRELLET Thibault" userId="43945db5-175e-4a87-a750-44601ef4de04" providerId="ADAL" clId="{BF580080-5B74-4AA6-9F1A-ED7FEB1224A3}" dt="2026-01-06T13:50:09.565" v="35553"/>
          <ac:spMkLst>
            <pc:docMk/>
            <pc:sldMk cId="3272587193" sldId="2147476276"/>
            <ac:spMk id="34" creationId="{EE5B9DFD-706F-871E-5CFA-6D8B48A01EE7}"/>
          </ac:spMkLst>
        </pc:spChg>
      </pc:sldChg>
      <pc:sldChg chg="addSp delSp modSp mod">
        <pc:chgData name="GRELLET Thibault" userId="43945db5-175e-4a87-a750-44601ef4de04" providerId="ADAL" clId="{BF580080-5B74-4AA6-9F1A-ED7FEB1224A3}" dt="2026-01-06T13:57:47.575" v="35777" actId="20577"/>
        <pc:sldMkLst>
          <pc:docMk/>
          <pc:sldMk cId="1859513401" sldId="2147476303"/>
        </pc:sldMkLst>
        <pc:spChg chg="add mod">
          <ac:chgData name="GRELLET Thibault" userId="43945db5-175e-4a87-a750-44601ef4de04" providerId="ADAL" clId="{BF580080-5B74-4AA6-9F1A-ED7FEB1224A3}" dt="2026-01-06T13:56:08.965" v="35758" actId="3064"/>
          <ac:spMkLst>
            <pc:docMk/>
            <pc:sldMk cId="1859513401" sldId="2147476303"/>
            <ac:spMk id="4" creationId="{F13ABC98-4CB4-7018-283A-0A655DB0D65D}"/>
          </ac:spMkLst>
        </pc:spChg>
        <pc:spChg chg="add mod">
          <ac:chgData name="GRELLET Thibault" userId="43945db5-175e-4a87-a750-44601ef4de04" providerId="ADAL" clId="{BF580080-5B74-4AA6-9F1A-ED7FEB1224A3}" dt="2026-01-06T13:57:47.575" v="35777" actId="20577"/>
          <ac:spMkLst>
            <pc:docMk/>
            <pc:sldMk cId="1859513401" sldId="2147476303"/>
            <ac:spMk id="5" creationId="{3DF8FA68-0251-7FAC-4188-D4584214D048}"/>
          </ac:spMkLst>
        </pc:spChg>
        <pc:spChg chg="add mod">
          <ac:chgData name="GRELLET Thibault" userId="43945db5-175e-4a87-a750-44601ef4de04" providerId="ADAL" clId="{BF580080-5B74-4AA6-9F1A-ED7FEB1224A3}" dt="2026-01-06T13:56:42.199" v="35766" actId="113"/>
          <ac:spMkLst>
            <pc:docMk/>
            <pc:sldMk cId="1859513401" sldId="2147476303"/>
            <ac:spMk id="6" creationId="{2A381FEA-67F4-6649-A00C-C8F705B27D00}"/>
          </ac:spMkLst>
        </pc:spChg>
        <pc:spChg chg="mod">
          <ac:chgData name="GRELLET Thibault" userId="43945db5-175e-4a87-a750-44601ef4de04" providerId="ADAL" clId="{BF580080-5B74-4AA6-9F1A-ED7FEB1224A3}" dt="2026-01-06T13:52:04.623" v="35634" actId="20577"/>
          <ac:spMkLst>
            <pc:docMk/>
            <pc:sldMk cId="1859513401" sldId="2147476303"/>
            <ac:spMk id="83" creationId="{109D2E37-5E87-7457-79A0-D23F2A52D5F7}"/>
          </ac:spMkLst>
        </pc:spChg>
        <pc:spChg chg="mod">
          <ac:chgData name="GRELLET Thibault" userId="43945db5-175e-4a87-a750-44601ef4de04" providerId="ADAL" clId="{BF580080-5B74-4AA6-9F1A-ED7FEB1224A3}" dt="2026-01-06T13:54:16.497" v="35697" actId="790"/>
          <ac:spMkLst>
            <pc:docMk/>
            <pc:sldMk cId="1859513401" sldId="2147476303"/>
            <ac:spMk id="188" creationId="{3CC3F96B-59AE-EFFD-5133-9DDD3C613F83}"/>
          </ac:spMkLst>
        </pc:spChg>
      </pc:sldChg>
      <pc:sldChg chg="addSp delSp modSp add del mod">
        <pc:chgData name="GRELLET Thibault" userId="43945db5-175e-4a87-a750-44601ef4de04" providerId="ADAL" clId="{BF580080-5B74-4AA6-9F1A-ED7FEB1224A3}" dt="2026-01-06T13:51:35.320" v="35631" actId="5793"/>
        <pc:sldMkLst>
          <pc:docMk/>
          <pc:sldMk cId="3693619709" sldId="2147476304"/>
        </pc:sldMkLst>
        <pc:spChg chg="add mod ord">
          <ac:chgData name="GRELLET Thibault" userId="43945db5-175e-4a87-a750-44601ef4de04" providerId="ADAL" clId="{BF580080-5B74-4AA6-9F1A-ED7FEB1224A3}" dt="2026-01-06T11:02:05.201" v="34749" actId="1036"/>
          <ac:spMkLst>
            <pc:docMk/>
            <pc:sldMk cId="3693619709" sldId="2147476304"/>
            <ac:spMk id="2" creationId="{E7EA6A12-2C24-F44C-4A7E-7FF76C144717}"/>
          </ac:spMkLst>
        </pc:spChg>
        <pc:spChg chg="add mod ord">
          <ac:chgData name="GRELLET Thibault" userId="43945db5-175e-4a87-a750-44601ef4de04" providerId="ADAL" clId="{BF580080-5B74-4AA6-9F1A-ED7FEB1224A3}" dt="2026-01-06T11:03:40.395" v="34765" actId="14100"/>
          <ac:spMkLst>
            <pc:docMk/>
            <pc:sldMk cId="3693619709" sldId="2147476304"/>
            <ac:spMk id="4" creationId="{5FCBFD92-6C16-A778-79E4-50E76FCB913A}"/>
          </ac:spMkLst>
        </pc:spChg>
        <pc:spChg chg="mod">
          <ac:chgData name="GRELLET Thibault" userId="43945db5-175e-4a87-a750-44601ef4de04" providerId="ADAL" clId="{BF580080-5B74-4AA6-9F1A-ED7FEB1224A3}" dt="2026-01-06T11:02:01.057" v="34745" actId="255"/>
          <ac:spMkLst>
            <pc:docMk/>
            <pc:sldMk cId="3693619709" sldId="2147476304"/>
            <ac:spMk id="9" creationId="{41B9ADE3-F761-6477-C195-F7B5FB4C6220}"/>
          </ac:spMkLst>
        </pc:spChg>
        <pc:spChg chg="mod">
          <ac:chgData name="GRELLET Thibault" userId="43945db5-175e-4a87-a750-44601ef4de04" providerId="ADAL" clId="{BF580080-5B74-4AA6-9F1A-ED7FEB1224A3}" dt="2026-01-06T11:02:05.201" v="34749" actId="1036"/>
          <ac:spMkLst>
            <pc:docMk/>
            <pc:sldMk cId="3693619709" sldId="2147476304"/>
            <ac:spMk id="10" creationId="{37FEE3A2-4024-8E39-CFFE-815B9959D125}"/>
          </ac:spMkLst>
        </pc:spChg>
        <pc:spChg chg="mod">
          <ac:chgData name="GRELLET Thibault" userId="43945db5-175e-4a87-a750-44601ef4de04" providerId="ADAL" clId="{BF580080-5B74-4AA6-9F1A-ED7FEB1224A3}" dt="2026-01-06T13:51:35.320" v="35631" actId="5793"/>
          <ac:spMkLst>
            <pc:docMk/>
            <pc:sldMk cId="3693619709" sldId="2147476304"/>
            <ac:spMk id="11" creationId="{44BAE42B-8384-DE63-4FC1-3BF353BEBF11}"/>
          </ac:spMkLst>
        </pc:spChg>
        <pc:spChg chg="mod">
          <ac:chgData name="GRELLET Thibault" userId="43945db5-175e-4a87-a750-44601ef4de04" providerId="ADAL" clId="{BF580080-5B74-4AA6-9F1A-ED7FEB1224A3}" dt="2026-01-06T11:03:16.553" v="34764" actId="255"/>
          <ac:spMkLst>
            <pc:docMk/>
            <pc:sldMk cId="3693619709" sldId="2147476304"/>
            <ac:spMk id="94" creationId="{5D7A45D5-34AF-4E1B-10EF-B136D6CE3A6B}"/>
          </ac:spMkLst>
        </pc:spChg>
        <pc:spChg chg="mod">
          <ac:chgData name="GRELLET Thibault" userId="43945db5-175e-4a87-a750-44601ef4de04" providerId="ADAL" clId="{BF580080-5B74-4AA6-9F1A-ED7FEB1224A3}" dt="2026-01-06T10:54:11.559" v="34649" actId="207"/>
          <ac:spMkLst>
            <pc:docMk/>
            <pc:sldMk cId="3693619709" sldId="2147476304"/>
            <ac:spMk id="107" creationId="{1CAF7456-3640-3897-CBC5-B971297FF097}"/>
          </ac:spMkLst>
        </pc:spChg>
        <pc:grpChg chg="mod">
          <ac:chgData name="GRELLET Thibault" userId="43945db5-175e-4a87-a750-44601ef4de04" providerId="ADAL" clId="{BF580080-5B74-4AA6-9F1A-ED7FEB1224A3}" dt="2026-01-06T11:02:05.201" v="34749" actId="1036"/>
          <ac:grpSpMkLst>
            <pc:docMk/>
            <pc:sldMk cId="3693619709" sldId="2147476304"/>
            <ac:grpSpMk id="93" creationId="{027A950B-CE42-A89C-527A-1EAFEF4168CC}"/>
          </ac:grpSpMkLst>
        </pc:grpChg>
      </pc:sldChg>
      <pc:sldChg chg="addSp delSp modSp add mod modNotesTx">
        <pc:chgData name="GRELLET Thibault" userId="43945db5-175e-4a87-a750-44601ef4de04" providerId="ADAL" clId="{BF580080-5B74-4AA6-9F1A-ED7FEB1224A3}" dt="2026-01-06T10:49:39.175" v="34640" actId="207"/>
        <pc:sldMkLst>
          <pc:docMk/>
          <pc:sldMk cId="334758600" sldId="2147476308"/>
        </pc:sldMkLst>
        <pc:spChg chg="add mod">
          <ac:chgData name="GRELLET Thibault" userId="43945db5-175e-4a87-a750-44601ef4de04" providerId="ADAL" clId="{BF580080-5B74-4AA6-9F1A-ED7FEB1224A3}" dt="2026-01-06T10:49:36.300" v="34639" actId="207"/>
          <ac:spMkLst>
            <pc:docMk/>
            <pc:sldMk cId="334758600" sldId="2147476308"/>
            <ac:spMk id="2" creationId="{215BF16C-5C2B-F54B-83AD-2515D3274265}"/>
          </ac:spMkLst>
        </pc:spChg>
        <pc:spChg chg="mod">
          <ac:chgData name="GRELLET Thibault" userId="43945db5-175e-4a87-a750-44601ef4de04" providerId="ADAL" clId="{BF580080-5B74-4AA6-9F1A-ED7FEB1224A3}" dt="2026-01-06T10:49:39.175" v="34640" actId="207"/>
          <ac:spMkLst>
            <pc:docMk/>
            <pc:sldMk cId="334758600" sldId="2147476308"/>
            <ac:spMk id="4" creationId="{699B1D79-A4C3-5E68-6C58-8AF6521EB88B}"/>
          </ac:spMkLst>
        </pc:spChg>
        <pc:spChg chg="mod">
          <ac:chgData name="GRELLET Thibault" userId="43945db5-175e-4a87-a750-44601ef4de04" providerId="ADAL" clId="{BF580080-5B74-4AA6-9F1A-ED7FEB1224A3}" dt="2026-01-06T10:48:13.270" v="34630" actId="790"/>
          <ac:spMkLst>
            <pc:docMk/>
            <pc:sldMk cId="334758600" sldId="2147476308"/>
            <ac:spMk id="5" creationId="{210E91C2-C883-DFD3-486D-5F0CD8BDA924}"/>
          </ac:spMkLst>
        </pc:spChg>
      </pc:sldChg>
      <pc:sldChg chg="modSp mod">
        <pc:chgData name="GRELLET Thibault" userId="43945db5-175e-4a87-a750-44601ef4de04" providerId="ADAL" clId="{BF580080-5B74-4AA6-9F1A-ED7FEB1224A3}" dt="2026-01-06T13:46:03.774" v="35264" actId="20577"/>
        <pc:sldMkLst>
          <pc:docMk/>
          <pc:sldMk cId="1757982993" sldId="2147476309"/>
        </pc:sldMkLst>
        <pc:spChg chg="mod">
          <ac:chgData name="GRELLET Thibault" userId="43945db5-175e-4a87-a750-44601ef4de04" providerId="ADAL" clId="{BF580080-5B74-4AA6-9F1A-ED7FEB1224A3}" dt="2026-01-06T13:46:03.774" v="35264" actId="20577"/>
          <ac:spMkLst>
            <pc:docMk/>
            <pc:sldMk cId="1757982993" sldId="2147476309"/>
            <ac:spMk id="6" creationId="{275E16B2-6880-A0F7-DA1D-72585FEBD489}"/>
          </ac:spMkLst>
        </pc:spChg>
      </pc:sldChg>
      <pc:sldChg chg="addSp delSp modSp add mod">
        <pc:chgData name="GRELLET Thibault" userId="43945db5-175e-4a87-a750-44601ef4de04" providerId="ADAL" clId="{BF580080-5B74-4AA6-9F1A-ED7FEB1224A3}" dt="2026-01-06T13:45:46.533" v="35263" actId="20577"/>
        <pc:sldMkLst>
          <pc:docMk/>
          <pc:sldMk cId="3415330903" sldId="2147476315"/>
        </pc:sldMkLst>
        <pc:spChg chg="mod">
          <ac:chgData name="GRELLET Thibault" userId="43945db5-175e-4a87-a750-44601ef4de04" providerId="ADAL" clId="{BF580080-5B74-4AA6-9F1A-ED7FEB1224A3}" dt="2026-01-06T13:44:13.324" v="35217" actId="14100"/>
          <ac:spMkLst>
            <pc:docMk/>
            <pc:sldMk cId="3415330903" sldId="2147476315"/>
            <ac:spMk id="13" creationId="{12AFF732-5B11-7610-52A9-95680039BA17}"/>
          </ac:spMkLst>
        </pc:spChg>
        <pc:spChg chg="mod">
          <ac:chgData name="GRELLET Thibault" userId="43945db5-175e-4a87-a750-44601ef4de04" providerId="ADAL" clId="{BF580080-5B74-4AA6-9F1A-ED7FEB1224A3}" dt="2026-01-06T13:44:59.015" v="35232" actId="122"/>
          <ac:spMkLst>
            <pc:docMk/>
            <pc:sldMk cId="3415330903" sldId="2147476315"/>
            <ac:spMk id="16" creationId="{5803F78A-2F36-051D-FF34-5410206F3463}"/>
          </ac:spMkLst>
        </pc:spChg>
        <pc:spChg chg="mod">
          <ac:chgData name="GRELLET Thibault" userId="43945db5-175e-4a87-a750-44601ef4de04" providerId="ADAL" clId="{BF580080-5B74-4AA6-9F1A-ED7FEB1224A3}" dt="2026-01-06T13:44:55.852" v="35231" actId="122"/>
          <ac:spMkLst>
            <pc:docMk/>
            <pc:sldMk cId="3415330903" sldId="2147476315"/>
            <ac:spMk id="17" creationId="{B2F66021-ECAE-08AA-3EF5-6E0902E6DA84}"/>
          </ac:spMkLst>
        </pc:spChg>
        <pc:spChg chg="mod">
          <ac:chgData name="GRELLET Thibault" userId="43945db5-175e-4a87-a750-44601ef4de04" providerId="ADAL" clId="{BF580080-5B74-4AA6-9F1A-ED7FEB1224A3}" dt="2026-01-06T13:45:11.832" v="35235" actId="14100"/>
          <ac:spMkLst>
            <pc:docMk/>
            <pc:sldMk cId="3415330903" sldId="2147476315"/>
            <ac:spMk id="18" creationId="{E4D98B63-9C4C-AFDA-224D-439FEA5252F8}"/>
          </ac:spMkLst>
        </pc:spChg>
        <pc:spChg chg="mod">
          <ac:chgData name="GRELLET Thibault" userId="43945db5-175e-4a87-a750-44601ef4de04" providerId="ADAL" clId="{BF580080-5B74-4AA6-9F1A-ED7FEB1224A3}" dt="2026-01-06T13:45:46.533" v="35263" actId="20577"/>
          <ac:spMkLst>
            <pc:docMk/>
            <pc:sldMk cId="3415330903" sldId="2147476315"/>
            <ac:spMk id="21" creationId="{43D1A67B-A1AB-F6A3-4072-2D86897020FC}"/>
          </ac:spMkLst>
        </pc:spChg>
        <pc:spChg chg="mod">
          <ac:chgData name="GRELLET Thibault" userId="43945db5-175e-4a87-a750-44601ef4de04" providerId="ADAL" clId="{BF580080-5B74-4AA6-9F1A-ED7FEB1224A3}" dt="2026-01-06T13:44:07.554" v="35216" actId="1036"/>
          <ac:spMkLst>
            <pc:docMk/>
            <pc:sldMk cId="3415330903" sldId="2147476315"/>
            <ac:spMk id="22" creationId="{8A2B8A8F-982C-5897-82D2-9275C4954613}"/>
          </ac:spMkLst>
        </pc:spChg>
        <pc:spChg chg="mod">
          <ac:chgData name="GRELLET Thibault" userId="43945db5-175e-4a87-a750-44601ef4de04" providerId="ADAL" clId="{BF580080-5B74-4AA6-9F1A-ED7FEB1224A3}" dt="2026-01-06T13:44:07.554" v="35216" actId="1036"/>
          <ac:spMkLst>
            <pc:docMk/>
            <pc:sldMk cId="3415330903" sldId="2147476315"/>
            <ac:spMk id="26" creationId="{ACE5C7CD-826B-3E95-9D14-EF6BFF5D697A}"/>
          </ac:spMkLst>
        </pc:spChg>
        <pc:spChg chg="mod">
          <ac:chgData name="GRELLET Thibault" userId="43945db5-175e-4a87-a750-44601ef4de04" providerId="ADAL" clId="{BF580080-5B74-4AA6-9F1A-ED7FEB1224A3}" dt="2026-01-06T13:44:07.554" v="35216" actId="1036"/>
          <ac:spMkLst>
            <pc:docMk/>
            <pc:sldMk cId="3415330903" sldId="2147476315"/>
            <ac:spMk id="29" creationId="{CCF5249D-C1A6-3DF8-8F95-5EF82BFDF239}"/>
          </ac:spMkLst>
        </pc:spChg>
        <pc:spChg chg="mod">
          <ac:chgData name="GRELLET Thibault" userId="43945db5-175e-4a87-a750-44601ef4de04" providerId="ADAL" clId="{BF580080-5B74-4AA6-9F1A-ED7FEB1224A3}" dt="2026-01-06T13:44:07.554" v="35216" actId="1036"/>
          <ac:spMkLst>
            <pc:docMk/>
            <pc:sldMk cId="3415330903" sldId="2147476315"/>
            <ac:spMk id="30" creationId="{4E9C6971-3124-CB5C-E9A1-EB919D0BB068}"/>
          </ac:spMkLst>
        </pc:spChg>
        <pc:grpChg chg="add mod">
          <ac:chgData name="GRELLET Thibault" userId="43945db5-175e-4a87-a750-44601ef4de04" providerId="ADAL" clId="{BF580080-5B74-4AA6-9F1A-ED7FEB1224A3}" dt="2026-01-06T13:44:07.554" v="35216" actId="1036"/>
          <ac:grpSpMkLst>
            <pc:docMk/>
            <pc:sldMk cId="3415330903" sldId="2147476315"/>
            <ac:grpSpMk id="2" creationId="{7B7CD5B0-45FA-66E6-4A53-7739E4132E00}"/>
          </ac:grpSpMkLst>
        </pc:grpChg>
        <pc:grpChg chg="mod">
          <ac:chgData name="GRELLET Thibault" userId="43945db5-175e-4a87-a750-44601ef4de04" providerId="ADAL" clId="{BF580080-5B74-4AA6-9F1A-ED7FEB1224A3}" dt="2026-01-06T13:44:07.554" v="35216" actId="1036"/>
          <ac:grpSpMkLst>
            <pc:docMk/>
            <pc:sldMk cId="3415330903" sldId="2147476315"/>
            <ac:grpSpMk id="27" creationId="{3539CCF7-3668-1AD2-EE02-0157EDBB4341}"/>
          </ac:grpSpMkLst>
        </pc:grpChg>
        <pc:picChg chg="mod">
          <ac:chgData name="GRELLET Thibault" userId="43945db5-175e-4a87-a750-44601ef4de04" providerId="ADAL" clId="{BF580080-5B74-4AA6-9F1A-ED7FEB1224A3}" dt="2026-01-06T13:44:07.554" v="35216" actId="1036"/>
          <ac:picMkLst>
            <pc:docMk/>
            <pc:sldMk cId="3415330903" sldId="2147476315"/>
            <ac:picMk id="1026" creationId="{1C82EB49-941D-7D33-44AB-9A6683C85603}"/>
          </ac:picMkLst>
        </pc:picChg>
      </pc:sldChg>
    </pc:docChg>
  </pc:docChgLst>
  <pc:docChgLst>
    <pc:chgData name="ALIDRA Wassim" userId="3f1b077a-dc4f-4f70-a199-20af779c04aa" providerId="ADAL" clId="{F229FBEC-FDA3-4595-8204-C436F44E07CA}"/>
    <pc:docChg chg="custSel modSld">
      <pc:chgData name="ALIDRA Wassim" userId="3f1b077a-dc4f-4f70-a199-20af779c04aa" providerId="ADAL" clId="{F229FBEC-FDA3-4595-8204-C436F44E07CA}" dt="2026-01-13T15:24:43.317" v="5" actId="13926"/>
      <pc:docMkLst>
        <pc:docMk/>
      </pc:docMkLst>
      <pc:sldChg chg="modSp mod">
        <pc:chgData name="ALIDRA Wassim" userId="3f1b077a-dc4f-4f70-a199-20af779c04aa" providerId="ADAL" clId="{F229FBEC-FDA3-4595-8204-C436F44E07CA}" dt="2026-01-13T15:24:43.317" v="5" actId="13926"/>
        <pc:sldMkLst>
          <pc:docMk/>
          <pc:sldMk cId="3415330903" sldId="2147476315"/>
        </pc:sldMkLst>
        <pc:spChg chg="mod">
          <ac:chgData name="ALIDRA Wassim" userId="3f1b077a-dc4f-4f70-a199-20af779c04aa" providerId="ADAL" clId="{F229FBEC-FDA3-4595-8204-C436F44E07CA}" dt="2026-01-13T15:23:53.461" v="3" actId="5793"/>
          <ac:spMkLst>
            <pc:docMk/>
            <pc:sldMk cId="3415330903" sldId="2147476315"/>
            <ac:spMk id="16" creationId="{5803F78A-2F36-051D-FF34-5410206F3463}"/>
          </ac:spMkLst>
        </pc:spChg>
        <pc:spChg chg="mod">
          <ac:chgData name="ALIDRA Wassim" userId="3f1b077a-dc4f-4f70-a199-20af779c04aa" providerId="ADAL" clId="{F229FBEC-FDA3-4595-8204-C436F44E07CA}" dt="2026-01-13T15:24:43.317" v="5" actId="13926"/>
          <ac:spMkLst>
            <pc:docMk/>
            <pc:sldMk cId="3415330903" sldId="2147476315"/>
            <ac:spMk id="18" creationId="{E4D98B63-9C4C-AFDA-224D-439FEA5252F8}"/>
          </ac:spMkLst>
        </pc:spChg>
      </pc:sldChg>
    </pc:docChg>
  </pc:docChgLst>
</pc:chgInfo>
</file>

<file path=ppt/comments/modernComment_7FFFE315_29B06FA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1CF0D9D-1C8F-43BD-8AF0-3615E8E6AC90}" authorId="{8AD4CAEE-CEC4-97E2-1CB5-39BD29947451}" created="2024-07-23T12:50:50.72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699428772" sldId="2147476245"/>
      <ac:spMk id="154" creationId="{4B7DC9F6-D9A1-8A26-49D6-8B7A8DA950E2}"/>
    </ac:deMkLst>
    <p188:txBody>
      <a:bodyPr/>
      <a:lstStyle/>
      <a:p>
        <a:r>
          <a:rPr lang="fr-FR"/>
          <a:t>Article 12 deuxieme paragraphe ; corriger la coquille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4-07-23T15:58:03.299" authorId="{8AD4CAEE-CEC4-97E2-1CB5-39BD29947451}"/>
          </p223:rxn>
        </p223:reactions>
      </p:ext>
    </p188:extLst>
  </p188:cm>
  <p188:cm id="{94E489DD-435B-4459-AF28-98A9529A56E3}" authorId="{8AD4CAEE-CEC4-97E2-1CB5-39BD29947451}" created="2024-07-23T12:52:02.22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699428772" sldId="2147476245"/>
      <ac:spMk id="154" creationId="{4B7DC9F6-D9A1-8A26-49D6-8B7A8DA950E2}"/>
    </ac:deMkLst>
    <p188:txBody>
      <a:bodyPr/>
      <a:lstStyle/>
      <a:p>
        <a:r>
          <a:rPr lang="fr-FR"/>
          <a:t>Remettre en encadré la citation du texte de loi de la REC au dessus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4-07-23T15:57:06.391" authorId="{8AD4CAEE-CEC4-97E2-1CB5-39BD29947451}"/>
          </p223:rxn>
        </p223:reactions>
      </p:ext>
    </p188:extLst>
  </p188:cm>
  <p188:cm id="{664CF7A9-BBCF-4D67-BA79-E76A40FAAFF4}" authorId="{8AD4CAEE-CEC4-97E2-1CB5-39BD29947451}" created="2024-07-23T12:52:23.49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699428772" sldId="2147476245"/>
      <ac:spMk id="154" creationId="{4B7DC9F6-D9A1-8A26-49D6-8B7A8DA950E2}"/>
    </ac:deMkLst>
    <p188:txBody>
      <a:bodyPr/>
      <a:lstStyle/>
      <a:p>
        <a:r>
          <a:rPr lang="fr-FR"/>
          <a:t>Equilibrer les encadrés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4-07-24T12:51:45.684" authorId="{8AD4CAEE-CEC4-97E2-1CB5-39BD29947451}"/>
          </p223:rxn>
        </p223:reactions>
      </p:ext>
    </p188:extLst>
  </p188:cm>
  <p188:cm id="{4A2927D8-1CD7-4EC8-AA55-2CAF4F096D3B}" authorId="{8AD4CAEE-CEC4-97E2-1CB5-39BD29947451}" created="2024-07-24T15:18:29.13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699428772" sldId="2147476245"/>
      <ac:spMk id="6" creationId="{4D29EF8B-23BF-CDD1-7615-04588FCAA1EE}"/>
    </ac:deMkLst>
    <p188:txBody>
      <a:bodyPr/>
      <a:lstStyle/>
      <a:p>
        <a:r>
          <a:rPr lang="fr-FR"/>
          <a:t>Retrouver la citation dans la loi, mentionner l'article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4-07-24T16:02:56.899" authorId="{8AD4CAEE-CEC4-97E2-1CB5-39BD29947451}"/>
          </p223:rxn>
        </p223:reactions>
      </p:ext>
    </p188:extLst>
  </p188:cm>
  <p188:cm id="{87678642-D322-4C00-B15A-DEFBDA97A416}" authorId="{8AD4CAEE-CEC4-97E2-1CB5-39BD29947451}" created="2024-07-25T13:35:14.21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699428772" sldId="2147476245"/>
      <ac:spMk id="154" creationId="{4B7DC9F6-D9A1-8A26-49D6-8B7A8DA950E2}"/>
    </ac:deMkLst>
    <p188:txBody>
      <a:bodyPr/>
      <a:lstStyle/>
      <a:p>
        <a:r>
          <a:rPr lang="fr-FR"/>
          <a:t>Ajouter dans la colonne : article 12 exigeances spécifiques au PM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4-07-26T06:44:27.759" authorId="{8AD4CAEE-CEC4-97E2-1CB5-39BD29947451}"/>
          </p223:rxn>
        </p223:reactions>
      </p:ext>
    </p188:extLst>
  </p188:cm>
</p188:cmLst>
</file>

<file path=ppt/comments/modernComment_7FFFE318_BA6765F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BB3E60E-4803-4030-AA12-2628BE2CE2BF}" authorId="{8AD4CAEE-CEC4-97E2-1CB5-39BD29947451}" status="resolved" created="2024-07-29T12:29:48.518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127338489" sldId="2147476248"/>
      <ac:spMk id="27" creationId="{1DA54A6D-59AF-625B-FAE1-8B1A65A0A0BC}"/>
      <ac:txMk cp="19" len="1">
        <ac:context len="118" hash="58205402"/>
      </ac:txMk>
    </ac:txMkLst>
    <p188:txBody>
      <a:bodyPr/>
      <a:lstStyle/>
      <a:p>
        <a:r>
          <a:rPr lang="fr-FR"/>
          <a:t>Exemple plus concrets de systèmes de contrôle d'accès ; systèmes de badge, sas unipersonnel, processus et systèmes de traçabilité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4-07-29T15:49:39.434" authorId="{8AD4CAEE-CEC4-97E2-1CB5-39BD29947451}"/>
          </p223:rxn>
        </p223:reactions>
      </p:ext>
    </p188:extLst>
  </p188:cm>
  <p188:cm id="{006D3322-A1A8-4AB0-9204-E402065D432A}" authorId="{8AD4CAEE-CEC4-97E2-1CB5-39BD29947451}" status="resolved" created="2024-07-29T12:32:00.274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127338489" sldId="2147476248"/>
      <ac:spMk id="4" creationId="{64FFCD7A-1E43-F327-E208-80FD1F7D6CB3}"/>
    </ac:deMkLst>
    <p188:txBody>
      <a:bodyPr/>
      <a:lstStyle/>
      <a:p>
        <a:r>
          <a:rPr lang="fr-FR"/>
          <a:t>Mise en page plus horizontale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4-07-30T12:13:26.777" authorId="{8AD4CAEE-CEC4-97E2-1CB5-39BD29947451}"/>
          </p223:rxn>
        </p223:reactions>
      </p:ext>
    </p188:extLst>
  </p188:cm>
  <p188:cm id="{D37561D6-F4C6-4299-9061-31E27DE192FB}" authorId="{8AD4CAEE-CEC4-97E2-1CB5-39BD29947451}" status="resolved" created="2024-07-29T12:32:33.738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127338489" sldId="2147476248"/>
      <ac:spMk id="25" creationId="{AC6B8A6B-51D3-072D-4088-18E3790F769D}"/>
    </ac:deMkLst>
    <p188:txBody>
      <a:bodyPr/>
      <a:lstStyle/>
      <a:p>
        <a:r>
          <a:rPr lang="fr-FR"/>
          <a:t>Reformuler (répétition)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4-07-29T15:47:00.746" authorId="{8AD4CAEE-CEC4-97E2-1CB5-39BD29947451}"/>
          </p223:rxn>
        </p223:reactions>
      </p:ext>
    </p188:extLst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A9A704-EA0E-4D1E-AF44-B02B94D68BA0}" type="doc">
      <dgm:prSet loTypeId="urn:microsoft.com/office/officeart/2005/8/layout/venn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9D6BA2-84A8-45A3-BA1F-916B3489AA14}">
      <dgm:prSet phldrT="[Texte]" custT="1"/>
      <dgm:spPr>
        <a:solidFill>
          <a:schemeClr val="accent1"/>
        </a:solidFill>
      </dgm:spPr>
      <dgm:t>
        <a:bodyPr/>
        <a:lstStyle/>
        <a:p>
          <a:r>
            <a:rPr lang="en-US" sz="900" b="0" noProof="0" dirty="0">
              <a:solidFill>
                <a:schemeClr val="tx1"/>
              </a:solidFill>
            </a:rPr>
            <a:t>Exterior of the VIP ( public zone)</a:t>
          </a:r>
        </a:p>
      </dgm:t>
    </dgm:pt>
    <dgm:pt modelId="{C2FB28E6-815A-4D59-995A-31F885FFC4E8}" type="parTrans" cxnId="{4158E29A-FD47-4C45-97D5-E45BF8A061B3}">
      <dgm:prSet/>
      <dgm:spPr/>
      <dgm:t>
        <a:bodyPr/>
        <a:lstStyle/>
        <a:p>
          <a:endParaRPr lang="en-US"/>
        </a:p>
      </dgm:t>
    </dgm:pt>
    <dgm:pt modelId="{59CCF637-8BC6-4CEE-81BE-99447C4CB180}" type="sibTrans" cxnId="{4158E29A-FD47-4C45-97D5-E45BF8A061B3}">
      <dgm:prSet/>
      <dgm:spPr/>
      <dgm:t>
        <a:bodyPr/>
        <a:lstStyle/>
        <a:p>
          <a:endParaRPr lang="en-US"/>
        </a:p>
      </dgm:t>
    </dgm:pt>
    <dgm:pt modelId="{8CDB4620-23AA-4084-B9CE-1F53CEE973C4}">
      <dgm:prSet phldrT="[Texte]" custT="1"/>
      <dgm:spPr>
        <a:solidFill>
          <a:srgbClr val="FFFF00"/>
        </a:solidFill>
      </dgm:spPr>
      <dgm:t>
        <a:bodyPr/>
        <a:lstStyle/>
        <a:p>
          <a:r>
            <a:rPr lang="en-US" sz="900" b="0" noProof="0" dirty="0">
              <a:solidFill>
                <a:schemeClr val="tx1"/>
              </a:solidFill>
            </a:rPr>
            <a:t>Exterior of the buildings of the VIP</a:t>
          </a:r>
        </a:p>
      </dgm:t>
    </dgm:pt>
    <dgm:pt modelId="{27C807A0-FCD6-4179-98AC-323FBF2B9F7B}" type="parTrans" cxnId="{BF1CFA60-8CFC-470C-88D8-59FCA9898B39}">
      <dgm:prSet/>
      <dgm:spPr/>
      <dgm:t>
        <a:bodyPr/>
        <a:lstStyle/>
        <a:p>
          <a:endParaRPr lang="en-US"/>
        </a:p>
      </dgm:t>
    </dgm:pt>
    <dgm:pt modelId="{00AEFE0E-4EEC-4088-9362-E38B42B3A3AE}" type="sibTrans" cxnId="{BF1CFA60-8CFC-470C-88D8-59FCA9898B39}">
      <dgm:prSet/>
      <dgm:spPr/>
      <dgm:t>
        <a:bodyPr/>
        <a:lstStyle/>
        <a:p>
          <a:endParaRPr lang="en-US"/>
        </a:p>
      </dgm:t>
    </dgm:pt>
    <dgm:pt modelId="{69ABA4D4-9FCC-4CC4-BA74-6B1F68A3EB0F}">
      <dgm:prSet phldrT="[Texte]" custT="1"/>
      <dgm:spPr>
        <a:solidFill>
          <a:srgbClr val="FFC000"/>
        </a:solidFill>
      </dgm:spPr>
      <dgm:t>
        <a:bodyPr/>
        <a:lstStyle/>
        <a:p>
          <a:r>
            <a:rPr lang="en-US" sz="900" b="0" noProof="0" dirty="0">
              <a:solidFill>
                <a:schemeClr val="tx1"/>
              </a:solidFill>
            </a:rPr>
            <a:t>Interior of the buildings of the VIP</a:t>
          </a:r>
        </a:p>
      </dgm:t>
    </dgm:pt>
    <dgm:pt modelId="{5E35E87E-07C1-4B36-B2D2-DB631A38FF98}" type="parTrans" cxnId="{64521067-8036-4366-9301-89687ECC7C63}">
      <dgm:prSet/>
      <dgm:spPr/>
      <dgm:t>
        <a:bodyPr/>
        <a:lstStyle/>
        <a:p>
          <a:endParaRPr lang="en-US"/>
        </a:p>
      </dgm:t>
    </dgm:pt>
    <dgm:pt modelId="{04A256CA-8A77-4E16-8C43-D005470EAE84}" type="sibTrans" cxnId="{64521067-8036-4366-9301-89687ECC7C63}">
      <dgm:prSet/>
      <dgm:spPr/>
      <dgm:t>
        <a:bodyPr/>
        <a:lstStyle/>
        <a:p>
          <a:endParaRPr lang="en-US"/>
        </a:p>
      </dgm:t>
    </dgm:pt>
    <dgm:pt modelId="{A3E5C18A-67B4-4B69-8808-001741539385}">
      <dgm:prSet phldrT="[Texte]" custT="1"/>
      <dgm:spPr>
        <a:solidFill>
          <a:srgbClr val="FF0000"/>
        </a:solidFill>
      </dgm:spPr>
      <dgm:t>
        <a:bodyPr/>
        <a:lstStyle/>
        <a:p>
          <a:r>
            <a:rPr lang="en-US" sz="900" b="0" noProof="0" dirty="0">
              <a:solidFill>
                <a:schemeClr val="tx1"/>
              </a:solidFill>
            </a:rPr>
            <a:t>Key Point</a:t>
          </a:r>
        </a:p>
      </dgm:t>
    </dgm:pt>
    <dgm:pt modelId="{E29BEAF3-5EA0-4E6E-AEC7-26A7FE8A90D2}" type="parTrans" cxnId="{8B0F42F1-AD10-4210-A6EC-3177D5F4CD0D}">
      <dgm:prSet/>
      <dgm:spPr/>
      <dgm:t>
        <a:bodyPr/>
        <a:lstStyle/>
        <a:p>
          <a:endParaRPr lang="en-US"/>
        </a:p>
      </dgm:t>
    </dgm:pt>
    <dgm:pt modelId="{A6E74757-58BD-4D8B-B74C-09FB9C2601B8}" type="sibTrans" cxnId="{8B0F42F1-AD10-4210-A6EC-3177D5F4CD0D}">
      <dgm:prSet/>
      <dgm:spPr/>
      <dgm:t>
        <a:bodyPr/>
        <a:lstStyle/>
        <a:p>
          <a:endParaRPr lang="en-US"/>
        </a:p>
      </dgm:t>
    </dgm:pt>
    <dgm:pt modelId="{E4B5F4DD-6B51-4C34-BD67-858F201538B1}" type="pres">
      <dgm:prSet presAssocID="{A8A9A704-EA0E-4D1E-AF44-B02B94D68BA0}" presName="Name0" presStyleCnt="0">
        <dgm:presLayoutVars>
          <dgm:chMax val="7"/>
          <dgm:resizeHandles val="exact"/>
        </dgm:presLayoutVars>
      </dgm:prSet>
      <dgm:spPr/>
    </dgm:pt>
    <dgm:pt modelId="{6AB6A6DC-A846-4644-A845-BBCBB5BD2E5B}" type="pres">
      <dgm:prSet presAssocID="{A8A9A704-EA0E-4D1E-AF44-B02B94D68BA0}" presName="comp1" presStyleCnt="0"/>
      <dgm:spPr/>
    </dgm:pt>
    <dgm:pt modelId="{48B09128-620D-4F2F-A795-9B058C67B9E6}" type="pres">
      <dgm:prSet presAssocID="{A8A9A704-EA0E-4D1E-AF44-B02B94D68BA0}" presName="circle1" presStyleLbl="node1" presStyleIdx="0" presStyleCnt="4"/>
      <dgm:spPr/>
    </dgm:pt>
    <dgm:pt modelId="{71C1BD23-DC92-4D57-BC35-773F96F576FA}" type="pres">
      <dgm:prSet presAssocID="{A8A9A704-EA0E-4D1E-AF44-B02B94D68BA0}" presName="c1text" presStyleLbl="node1" presStyleIdx="0" presStyleCnt="4">
        <dgm:presLayoutVars>
          <dgm:bulletEnabled val="1"/>
        </dgm:presLayoutVars>
      </dgm:prSet>
      <dgm:spPr/>
    </dgm:pt>
    <dgm:pt modelId="{E4BA0B6C-625D-4584-9083-7DC3C4A6E6CD}" type="pres">
      <dgm:prSet presAssocID="{A8A9A704-EA0E-4D1E-AF44-B02B94D68BA0}" presName="comp2" presStyleCnt="0"/>
      <dgm:spPr/>
    </dgm:pt>
    <dgm:pt modelId="{AB85648E-FF76-4579-894B-48F700BDF152}" type="pres">
      <dgm:prSet presAssocID="{A8A9A704-EA0E-4D1E-AF44-B02B94D68BA0}" presName="circle2" presStyleLbl="node1" presStyleIdx="1" presStyleCnt="4"/>
      <dgm:spPr/>
    </dgm:pt>
    <dgm:pt modelId="{38702AB8-6ACF-4102-895B-4E590027C71B}" type="pres">
      <dgm:prSet presAssocID="{A8A9A704-EA0E-4D1E-AF44-B02B94D68BA0}" presName="c2text" presStyleLbl="node1" presStyleIdx="1" presStyleCnt="4">
        <dgm:presLayoutVars>
          <dgm:bulletEnabled val="1"/>
        </dgm:presLayoutVars>
      </dgm:prSet>
      <dgm:spPr/>
    </dgm:pt>
    <dgm:pt modelId="{6495E9AE-2B5A-43B7-8758-232CD744A239}" type="pres">
      <dgm:prSet presAssocID="{A8A9A704-EA0E-4D1E-AF44-B02B94D68BA0}" presName="comp3" presStyleCnt="0"/>
      <dgm:spPr/>
    </dgm:pt>
    <dgm:pt modelId="{4907552B-4014-4259-AC35-9A6B1A870B6E}" type="pres">
      <dgm:prSet presAssocID="{A8A9A704-EA0E-4D1E-AF44-B02B94D68BA0}" presName="circle3" presStyleLbl="node1" presStyleIdx="2" presStyleCnt="4"/>
      <dgm:spPr/>
    </dgm:pt>
    <dgm:pt modelId="{8BFCA56E-4EE4-44FA-8549-8ECB8C8F79FE}" type="pres">
      <dgm:prSet presAssocID="{A8A9A704-EA0E-4D1E-AF44-B02B94D68BA0}" presName="c3text" presStyleLbl="node1" presStyleIdx="2" presStyleCnt="4">
        <dgm:presLayoutVars>
          <dgm:bulletEnabled val="1"/>
        </dgm:presLayoutVars>
      </dgm:prSet>
      <dgm:spPr/>
    </dgm:pt>
    <dgm:pt modelId="{D929F275-7C4B-4BB2-8DEF-26ACACCCBF7F}" type="pres">
      <dgm:prSet presAssocID="{A8A9A704-EA0E-4D1E-AF44-B02B94D68BA0}" presName="comp4" presStyleCnt="0"/>
      <dgm:spPr/>
    </dgm:pt>
    <dgm:pt modelId="{5A5C5B62-7E1C-45A9-BC5D-D918E14208FF}" type="pres">
      <dgm:prSet presAssocID="{A8A9A704-EA0E-4D1E-AF44-B02B94D68BA0}" presName="circle4" presStyleLbl="node1" presStyleIdx="3" presStyleCnt="4"/>
      <dgm:spPr/>
    </dgm:pt>
    <dgm:pt modelId="{94624727-48EA-44EE-B2A8-B80AE3A9DA80}" type="pres">
      <dgm:prSet presAssocID="{A8A9A704-EA0E-4D1E-AF44-B02B94D68BA0}" presName="c4text" presStyleLbl="node1" presStyleIdx="3" presStyleCnt="4">
        <dgm:presLayoutVars>
          <dgm:bulletEnabled val="1"/>
        </dgm:presLayoutVars>
      </dgm:prSet>
      <dgm:spPr/>
    </dgm:pt>
  </dgm:ptLst>
  <dgm:cxnLst>
    <dgm:cxn modelId="{76968C07-123A-4DA9-97BC-776C1D6B2EB0}" type="presOf" srcId="{7D9D6BA2-84A8-45A3-BA1F-916B3489AA14}" destId="{48B09128-620D-4F2F-A795-9B058C67B9E6}" srcOrd="0" destOrd="0" presId="urn:microsoft.com/office/officeart/2005/8/layout/venn2"/>
    <dgm:cxn modelId="{FE792A0C-D55B-4CBC-B7D6-2B7D81961224}" type="presOf" srcId="{8CDB4620-23AA-4084-B9CE-1F53CEE973C4}" destId="{AB85648E-FF76-4579-894B-48F700BDF152}" srcOrd="0" destOrd="0" presId="urn:microsoft.com/office/officeart/2005/8/layout/venn2"/>
    <dgm:cxn modelId="{E8578C10-627C-4552-B6C0-BB66675BBFAA}" type="presOf" srcId="{69ABA4D4-9FCC-4CC4-BA74-6B1F68A3EB0F}" destId="{8BFCA56E-4EE4-44FA-8549-8ECB8C8F79FE}" srcOrd="1" destOrd="0" presId="urn:microsoft.com/office/officeart/2005/8/layout/venn2"/>
    <dgm:cxn modelId="{B22DC511-CE0F-49C3-BE49-D64A5349B7F2}" type="presOf" srcId="{69ABA4D4-9FCC-4CC4-BA74-6B1F68A3EB0F}" destId="{4907552B-4014-4259-AC35-9A6B1A870B6E}" srcOrd="0" destOrd="0" presId="urn:microsoft.com/office/officeart/2005/8/layout/venn2"/>
    <dgm:cxn modelId="{BF1CFA60-8CFC-470C-88D8-59FCA9898B39}" srcId="{A8A9A704-EA0E-4D1E-AF44-B02B94D68BA0}" destId="{8CDB4620-23AA-4084-B9CE-1F53CEE973C4}" srcOrd="1" destOrd="0" parTransId="{27C807A0-FCD6-4179-98AC-323FBF2B9F7B}" sibTransId="{00AEFE0E-4EEC-4088-9362-E38B42B3A3AE}"/>
    <dgm:cxn modelId="{64521067-8036-4366-9301-89687ECC7C63}" srcId="{A8A9A704-EA0E-4D1E-AF44-B02B94D68BA0}" destId="{69ABA4D4-9FCC-4CC4-BA74-6B1F68A3EB0F}" srcOrd="2" destOrd="0" parTransId="{5E35E87E-07C1-4B36-B2D2-DB631A38FF98}" sibTransId="{04A256CA-8A77-4E16-8C43-D005470EAE84}"/>
    <dgm:cxn modelId="{4158E29A-FD47-4C45-97D5-E45BF8A061B3}" srcId="{A8A9A704-EA0E-4D1E-AF44-B02B94D68BA0}" destId="{7D9D6BA2-84A8-45A3-BA1F-916B3489AA14}" srcOrd="0" destOrd="0" parTransId="{C2FB28E6-815A-4D59-995A-31F885FFC4E8}" sibTransId="{59CCF637-8BC6-4CEE-81BE-99447C4CB180}"/>
    <dgm:cxn modelId="{955967A3-F443-4BA7-813B-D5F0D256C220}" type="presOf" srcId="{A3E5C18A-67B4-4B69-8808-001741539385}" destId="{94624727-48EA-44EE-B2A8-B80AE3A9DA80}" srcOrd="1" destOrd="0" presId="urn:microsoft.com/office/officeart/2005/8/layout/venn2"/>
    <dgm:cxn modelId="{B89A7FA6-0B9B-4A83-B4E0-83FC0746327D}" type="presOf" srcId="{A8A9A704-EA0E-4D1E-AF44-B02B94D68BA0}" destId="{E4B5F4DD-6B51-4C34-BD67-858F201538B1}" srcOrd="0" destOrd="0" presId="urn:microsoft.com/office/officeart/2005/8/layout/venn2"/>
    <dgm:cxn modelId="{2FABB0C0-216B-43F8-AD26-F8ADE2A6537A}" type="presOf" srcId="{8CDB4620-23AA-4084-B9CE-1F53CEE973C4}" destId="{38702AB8-6ACF-4102-895B-4E590027C71B}" srcOrd="1" destOrd="0" presId="urn:microsoft.com/office/officeart/2005/8/layout/venn2"/>
    <dgm:cxn modelId="{A1930BD3-D5F9-4268-9EDA-E14AF4F868AB}" type="presOf" srcId="{A3E5C18A-67B4-4B69-8808-001741539385}" destId="{5A5C5B62-7E1C-45A9-BC5D-D918E14208FF}" srcOrd="0" destOrd="0" presId="urn:microsoft.com/office/officeart/2005/8/layout/venn2"/>
    <dgm:cxn modelId="{FB1C3CF1-B9C5-464E-B863-FEDBAA2707E5}" type="presOf" srcId="{7D9D6BA2-84A8-45A3-BA1F-916B3489AA14}" destId="{71C1BD23-DC92-4D57-BC35-773F96F576FA}" srcOrd="1" destOrd="0" presId="urn:microsoft.com/office/officeart/2005/8/layout/venn2"/>
    <dgm:cxn modelId="{8B0F42F1-AD10-4210-A6EC-3177D5F4CD0D}" srcId="{A8A9A704-EA0E-4D1E-AF44-B02B94D68BA0}" destId="{A3E5C18A-67B4-4B69-8808-001741539385}" srcOrd="3" destOrd="0" parTransId="{E29BEAF3-5EA0-4E6E-AEC7-26A7FE8A90D2}" sibTransId="{A6E74757-58BD-4D8B-B74C-09FB9C2601B8}"/>
    <dgm:cxn modelId="{2E092FCE-4B58-4D63-8B9A-02811123171C}" type="presParOf" srcId="{E4B5F4DD-6B51-4C34-BD67-858F201538B1}" destId="{6AB6A6DC-A846-4644-A845-BBCBB5BD2E5B}" srcOrd="0" destOrd="0" presId="urn:microsoft.com/office/officeart/2005/8/layout/venn2"/>
    <dgm:cxn modelId="{C1888FB3-114A-4FC7-B520-AC5D26A8A834}" type="presParOf" srcId="{6AB6A6DC-A846-4644-A845-BBCBB5BD2E5B}" destId="{48B09128-620D-4F2F-A795-9B058C67B9E6}" srcOrd="0" destOrd="0" presId="urn:microsoft.com/office/officeart/2005/8/layout/venn2"/>
    <dgm:cxn modelId="{84FA69C2-F1E5-4B42-869D-62FA81F63473}" type="presParOf" srcId="{6AB6A6DC-A846-4644-A845-BBCBB5BD2E5B}" destId="{71C1BD23-DC92-4D57-BC35-773F96F576FA}" srcOrd="1" destOrd="0" presId="urn:microsoft.com/office/officeart/2005/8/layout/venn2"/>
    <dgm:cxn modelId="{8A7B192C-D77A-4B1D-8DA6-2960E972DF10}" type="presParOf" srcId="{E4B5F4DD-6B51-4C34-BD67-858F201538B1}" destId="{E4BA0B6C-625D-4584-9083-7DC3C4A6E6CD}" srcOrd="1" destOrd="0" presId="urn:microsoft.com/office/officeart/2005/8/layout/venn2"/>
    <dgm:cxn modelId="{B619C968-AB81-4B83-AEAF-F8A0D32E3B2D}" type="presParOf" srcId="{E4BA0B6C-625D-4584-9083-7DC3C4A6E6CD}" destId="{AB85648E-FF76-4579-894B-48F700BDF152}" srcOrd="0" destOrd="0" presId="urn:microsoft.com/office/officeart/2005/8/layout/venn2"/>
    <dgm:cxn modelId="{35DAC07D-FF2B-43BD-84BF-6C939D6D9C1E}" type="presParOf" srcId="{E4BA0B6C-625D-4584-9083-7DC3C4A6E6CD}" destId="{38702AB8-6ACF-4102-895B-4E590027C71B}" srcOrd="1" destOrd="0" presId="urn:microsoft.com/office/officeart/2005/8/layout/venn2"/>
    <dgm:cxn modelId="{7D9973F8-169A-48DE-9E3B-320D722DC655}" type="presParOf" srcId="{E4B5F4DD-6B51-4C34-BD67-858F201538B1}" destId="{6495E9AE-2B5A-43B7-8758-232CD744A239}" srcOrd="2" destOrd="0" presId="urn:microsoft.com/office/officeart/2005/8/layout/venn2"/>
    <dgm:cxn modelId="{EBFC9C16-3551-46B6-BD2D-EDAF2FFB9F53}" type="presParOf" srcId="{6495E9AE-2B5A-43B7-8758-232CD744A239}" destId="{4907552B-4014-4259-AC35-9A6B1A870B6E}" srcOrd="0" destOrd="0" presId="urn:microsoft.com/office/officeart/2005/8/layout/venn2"/>
    <dgm:cxn modelId="{B148D061-83A0-4CA6-8B4B-7FB87A8C672D}" type="presParOf" srcId="{6495E9AE-2B5A-43B7-8758-232CD744A239}" destId="{8BFCA56E-4EE4-44FA-8549-8ECB8C8F79FE}" srcOrd="1" destOrd="0" presId="urn:microsoft.com/office/officeart/2005/8/layout/venn2"/>
    <dgm:cxn modelId="{CE5AF872-ED2B-4A39-9291-F635E855FDD2}" type="presParOf" srcId="{E4B5F4DD-6B51-4C34-BD67-858F201538B1}" destId="{D929F275-7C4B-4BB2-8DEF-26ACACCCBF7F}" srcOrd="3" destOrd="0" presId="urn:microsoft.com/office/officeart/2005/8/layout/venn2"/>
    <dgm:cxn modelId="{F4AC4C12-02EF-4545-A7A2-C77109739BEE}" type="presParOf" srcId="{D929F275-7C4B-4BB2-8DEF-26ACACCCBF7F}" destId="{5A5C5B62-7E1C-45A9-BC5D-D918E14208FF}" srcOrd="0" destOrd="0" presId="urn:microsoft.com/office/officeart/2005/8/layout/venn2"/>
    <dgm:cxn modelId="{BCF3D09D-3C24-49DF-89E0-C8B1292ED106}" type="presParOf" srcId="{D929F275-7C4B-4BB2-8DEF-26ACACCCBF7F}" destId="{94624727-48EA-44EE-B2A8-B80AE3A9DA80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B09128-620D-4F2F-A795-9B058C67B9E6}">
      <dsp:nvSpPr>
        <dsp:cNvPr id="0" name=""/>
        <dsp:cNvSpPr/>
      </dsp:nvSpPr>
      <dsp:spPr>
        <a:xfrm>
          <a:off x="1096324" y="0"/>
          <a:ext cx="3108845" cy="3108845"/>
        </a:xfrm>
        <a:prstGeom prst="ellips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noProof="0" dirty="0">
              <a:solidFill>
                <a:schemeClr val="tx1"/>
              </a:solidFill>
            </a:rPr>
            <a:t>Exterior of the VIP ( public zone)</a:t>
          </a:r>
        </a:p>
      </dsp:txBody>
      <dsp:txXfrm>
        <a:off x="2216130" y="155442"/>
        <a:ext cx="869233" cy="466326"/>
      </dsp:txXfrm>
    </dsp:sp>
    <dsp:sp modelId="{AB85648E-FF76-4579-894B-48F700BDF152}">
      <dsp:nvSpPr>
        <dsp:cNvPr id="0" name=""/>
        <dsp:cNvSpPr/>
      </dsp:nvSpPr>
      <dsp:spPr>
        <a:xfrm>
          <a:off x="1407208" y="621768"/>
          <a:ext cx="2487076" cy="2487076"/>
        </a:xfrm>
        <a:prstGeom prst="ellipse">
          <a:avLst/>
        </a:prstGeom>
        <a:solidFill>
          <a:srgbClr val="FFFF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noProof="0" dirty="0">
              <a:solidFill>
                <a:schemeClr val="tx1"/>
              </a:solidFill>
            </a:rPr>
            <a:t>Exterior of the buildings of the VIP</a:t>
          </a:r>
        </a:p>
      </dsp:txBody>
      <dsp:txXfrm>
        <a:off x="2216130" y="770993"/>
        <a:ext cx="869233" cy="447673"/>
      </dsp:txXfrm>
    </dsp:sp>
    <dsp:sp modelId="{4907552B-4014-4259-AC35-9A6B1A870B6E}">
      <dsp:nvSpPr>
        <dsp:cNvPr id="0" name=""/>
        <dsp:cNvSpPr/>
      </dsp:nvSpPr>
      <dsp:spPr>
        <a:xfrm>
          <a:off x="1718093" y="1243537"/>
          <a:ext cx="1865307" cy="1865307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noProof="0" dirty="0">
              <a:solidFill>
                <a:schemeClr val="tx1"/>
              </a:solidFill>
            </a:rPr>
            <a:t>Interior of the buildings of the VIP</a:t>
          </a:r>
        </a:p>
      </dsp:txBody>
      <dsp:txXfrm>
        <a:off x="2216130" y="1383436"/>
        <a:ext cx="869233" cy="419694"/>
      </dsp:txXfrm>
    </dsp:sp>
    <dsp:sp modelId="{5A5C5B62-7E1C-45A9-BC5D-D918E14208FF}">
      <dsp:nvSpPr>
        <dsp:cNvPr id="0" name=""/>
        <dsp:cNvSpPr/>
      </dsp:nvSpPr>
      <dsp:spPr>
        <a:xfrm>
          <a:off x="2028977" y="1865307"/>
          <a:ext cx="1243538" cy="1243538"/>
        </a:xfrm>
        <a:prstGeom prst="ellipse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 noProof="0" dirty="0">
              <a:solidFill>
                <a:schemeClr val="tx1"/>
              </a:solidFill>
            </a:rPr>
            <a:t>Key Point</a:t>
          </a:r>
        </a:p>
      </dsp:txBody>
      <dsp:txXfrm>
        <a:off x="2211089" y="2176191"/>
        <a:ext cx="879314" cy="6217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890050" cy="488871"/>
          </a:xfrm>
          <a:prstGeom prst="rect">
            <a:avLst/>
          </a:prstGeom>
        </p:spPr>
        <p:txBody>
          <a:bodyPr vert="horz" lIns="90494" tIns="45248" rIns="90494" bIns="45248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779054" y="2"/>
            <a:ext cx="2890050" cy="488871"/>
          </a:xfrm>
          <a:prstGeom prst="rect">
            <a:avLst/>
          </a:prstGeom>
        </p:spPr>
        <p:txBody>
          <a:bodyPr vert="horz" lIns="90494" tIns="45248" rIns="90494" bIns="45248" rtlCol="0"/>
          <a:lstStyle>
            <a:lvl1pPr algn="r">
              <a:defRPr sz="1200"/>
            </a:lvl1pPr>
          </a:lstStyle>
          <a:p>
            <a:fld id="{FC44EC18-4EEB-4D5B-B082-BF8D68984CE6}" type="datetimeFigureOut">
              <a:rPr lang="fr-FR" smtClean="0"/>
              <a:t>13/01/2026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286972"/>
            <a:ext cx="2890050" cy="488871"/>
          </a:xfrm>
          <a:prstGeom prst="rect">
            <a:avLst/>
          </a:prstGeom>
        </p:spPr>
        <p:txBody>
          <a:bodyPr vert="horz" lIns="90494" tIns="45248" rIns="90494" bIns="45248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779054" y="9286972"/>
            <a:ext cx="2890050" cy="488871"/>
          </a:xfrm>
          <a:prstGeom prst="rect">
            <a:avLst/>
          </a:prstGeom>
        </p:spPr>
        <p:txBody>
          <a:bodyPr vert="horz" lIns="90494" tIns="45248" rIns="90494" bIns="45248" rtlCol="0" anchor="b"/>
          <a:lstStyle>
            <a:lvl1pPr algn="r">
              <a:defRPr sz="1200"/>
            </a:lvl1pPr>
          </a:lstStyle>
          <a:p>
            <a:fld id="{4818EC42-CF38-4915-8739-8E434A48C1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760646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080" userDrawn="1">
          <p15:clr>
            <a:srgbClr val="F26B43"/>
          </p15:clr>
        </p15:guide>
        <p15:guide id="2" pos="210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2890626" cy="490569"/>
          </a:xfrm>
          <a:prstGeom prst="rect">
            <a:avLst/>
          </a:prstGeom>
        </p:spPr>
        <p:txBody>
          <a:bodyPr vert="horz" lIns="89894" tIns="44948" rIns="89894" bIns="4494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8506" y="2"/>
            <a:ext cx="2890626" cy="490569"/>
          </a:xfrm>
          <a:prstGeom prst="rect">
            <a:avLst/>
          </a:prstGeom>
        </p:spPr>
        <p:txBody>
          <a:bodyPr vert="horz" lIns="89894" tIns="44948" rIns="89894" bIns="44948" rtlCol="0"/>
          <a:lstStyle>
            <a:lvl1pPr algn="r">
              <a:defRPr sz="1200"/>
            </a:lvl1pPr>
          </a:lstStyle>
          <a:p>
            <a:fld id="{8C39B519-6E1F-411A-A29D-D1E1AD04C97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1638" y="1222375"/>
            <a:ext cx="5867400" cy="3300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894" tIns="44948" rIns="89894" bIns="4494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7068" y="4705379"/>
            <a:ext cx="5336540" cy="3849856"/>
          </a:xfrm>
          <a:prstGeom prst="rect">
            <a:avLst/>
          </a:prstGeom>
        </p:spPr>
        <p:txBody>
          <a:bodyPr vert="horz" lIns="89894" tIns="44948" rIns="89894" bIns="4494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286849"/>
            <a:ext cx="2890626" cy="490568"/>
          </a:xfrm>
          <a:prstGeom prst="rect">
            <a:avLst/>
          </a:prstGeom>
        </p:spPr>
        <p:txBody>
          <a:bodyPr vert="horz" lIns="89894" tIns="44948" rIns="89894" bIns="4494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8506" y="9286849"/>
            <a:ext cx="2890626" cy="490568"/>
          </a:xfrm>
          <a:prstGeom prst="rect">
            <a:avLst/>
          </a:prstGeom>
        </p:spPr>
        <p:txBody>
          <a:bodyPr vert="horz" lIns="89894" tIns="44948" rIns="89894" bIns="44948" rtlCol="0" anchor="b"/>
          <a:lstStyle>
            <a:lvl1pPr algn="r">
              <a:defRPr sz="1200"/>
            </a:lvl1pPr>
          </a:lstStyle>
          <a:p>
            <a:fld id="{F9168828-14A0-412B-94BC-241CF3A039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814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68828-14A0-412B-94BC-241CF3A039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7355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68828-14A0-412B-94BC-241CF3A039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399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249D2-A5F0-BDDC-EDA7-DA8FBC67E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67B61B8-CA13-4656-07E4-46D4879386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E88129A-11A8-2966-7A54-7B8F96683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F2B9B3C-6886-43C9-1281-2E42343343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68828-14A0-412B-94BC-241CF3A039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573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68828-14A0-412B-94BC-241CF3A039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177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17374-34D1-8F36-54F4-7028C8633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440D3C-03AA-FF6C-1994-3F35FBAB03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3523FF-2DA1-8A63-D8BB-68A8BB945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Réduire la taille des </a:t>
            </a:r>
            <a:r>
              <a:rPr lang="fr-FR" dirty="0" err="1"/>
              <a:t>policies</a:t>
            </a:r>
            <a:endParaRPr lang="fr-FR" dirty="0"/>
          </a:p>
          <a:p>
            <a:r>
              <a:rPr lang="fr-FR" dirty="0"/>
              <a:t>Icone</a:t>
            </a:r>
          </a:p>
          <a:p>
            <a:r>
              <a:rPr lang="fr-FR" dirty="0"/>
              <a:t>Typologies des documents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05FE0-D05E-6E9B-2CEB-270F8FA9B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68828-14A0-412B-94BC-241CF3A039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66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Mettre à jour le titre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68828-14A0-412B-94BC-241CF3A039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952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EBIOS 2010 est considéré comme obsolète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68828-14A0-412B-94BC-241CF3A039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59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64007-53CC-0719-49D0-C0CDDAD9E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6EA2AE0-AB33-21EF-509D-D80B7B197D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47E8F6B-7AEF-5429-8718-CE0379A18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A1DA7AB-E2B5-7341-4E2E-F5EADE18E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68828-14A0-412B-94BC-241CF3A039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64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68828-14A0-412B-94BC-241CF3A039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016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168828-14A0-412B-94BC-241CF3A039B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6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avestone.com/en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wavestone.com/en/" TargetMode="Externa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13" Type="http://schemas.openxmlformats.org/officeDocument/2006/relationships/image" Target="../media/image20.jpe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12" Type="http://schemas.openxmlformats.org/officeDocument/2006/relationships/image" Target="../media/image19.jpeg"/><Relationship Id="rId2" Type="http://schemas.openxmlformats.org/officeDocument/2006/relationships/image" Target="../media/image9.jpeg"/><Relationship Id="rId16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jpeg"/><Relationship Id="rId11" Type="http://schemas.openxmlformats.org/officeDocument/2006/relationships/image" Target="../media/image18.jpeg"/><Relationship Id="rId5" Type="http://schemas.openxmlformats.org/officeDocument/2006/relationships/image" Target="../media/image12.jpeg"/><Relationship Id="rId15" Type="http://schemas.openxmlformats.org/officeDocument/2006/relationships/image" Target="../media/image22.jpeg"/><Relationship Id="rId10" Type="http://schemas.openxmlformats.org/officeDocument/2006/relationships/image" Target="../media/image17.jpeg"/><Relationship Id="rId4" Type="http://schemas.openxmlformats.org/officeDocument/2006/relationships/image" Target="../media/image11.jpeg"/><Relationship Id="rId9" Type="http://schemas.openxmlformats.org/officeDocument/2006/relationships/image" Target="../media/image16.jpeg"/><Relationship Id="rId14" Type="http://schemas.openxmlformats.org/officeDocument/2006/relationships/image" Target="../media/image21.jpe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avestone.com/en/" TargetMode="External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hyperlink" Target="https://www.wavestone.com/en/" TargetMode="Externa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13" Type="http://schemas.openxmlformats.org/officeDocument/2006/relationships/image" Target="../media/image37.jpeg"/><Relationship Id="rId3" Type="http://schemas.openxmlformats.org/officeDocument/2006/relationships/image" Target="../media/image27.jpeg"/><Relationship Id="rId7" Type="http://schemas.openxmlformats.org/officeDocument/2006/relationships/image" Target="../media/image31.jpeg"/><Relationship Id="rId12" Type="http://schemas.openxmlformats.org/officeDocument/2006/relationships/image" Target="../media/image36.jpeg"/><Relationship Id="rId2" Type="http://schemas.openxmlformats.org/officeDocument/2006/relationships/image" Target="../media/image26.jpeg"/><Relationship Id="rId16" Type="http://schemas.openxmlformats.org/officeDocument/2006/relationships/image" Target="../media/image40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0.jpeg"/><Relationship Id="rId11" Type="http://schemas.openxmlformats.org/officeDocument/2006/relationships/image" Target="../media/image35.jpeg"/><Relationship Id="rId5" Type="http://schemas.openxmlformats.org/officeDocument/2006/relationships/image" Target="../media/image29.jpeg"/><Relationship Id="rId15" Type="http://schemas.openxmlformats.org/officeDocument/2006/relationships/image" Target="../media/image39.jpeg"/><Relationship Id="rId10" Type="http://schemas.openxmlformats.org/officeDocument/2006/relationships/image" Target="../media/image34.jpeg"/><Relationship Id="rId4" Type="http://schemas.openxmlformats.org/officeDocument/2006/relationships/image" Target="../media/image28.jpeg"/><Relationship Id="rId9" Type="http://schemas.openxmlformats.org/officeDocument/2006/relationships/image" Target="../media/image33.jpeg"/><Relationship Id="rId14" Type="http://schemas.openxmlformats.org/officeDocument/2006/relationships/image" Target="../media/image38.jpe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full blue with picture">
    <p:bg>
      <p:bgPr>
        <a:gradFill flip="none" rotWithShape="1">
          <a:gsLst>
            <a:gs pos="100000">
              <a:schemeClr val="accent3"/>
            </a:gs>
            <a:gs pos="0">
              <a:schemeClr val="bg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ubtitle 1" descr="&#10;">
            <a:extLst>
              <a:ext uri="{FF2B5EF4-FFF2-40B4-BE49-F238E27FC236}">
                <a16:creationId xmlns:a16="http://schemas.microsoft.com/office/drawing/2014/main" id="{DB0B5B0D-2EF3-BA23-C0A8-42E0036711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23863" y="2116003"/>
            <a:ext cx="6815137" cy="49510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 noProof="0"/>
              <a:t>Placeholder for your sub headline</a:t>
            </a:r>
          </a:p>
        </p:txBody>
      </p:sp>
      <p:sp>
        <p:nvSpPr>
          <p:cNvPr id="8" name="Client logo placeholder">
            <a:extLst>
              <a:ext uri="{FF2B5EF4-FFF2-40B4-BE49-F238E27FC236}">
                <a16:creationId xmlns:a16="http://schemas.microsoft.com/office/drawing/2014/main" id="{5CB54D1B-30FC-650C-4FB0-89F95343E7A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3862" y="3448559"/>
            <a:ext cx="2627312" cy="782638"/>
          </a:xfrm>
        </p:spPr>
        <p:txBody>
          <a:bodyPr lIns="0" tIns="0" rIns="0" bIns="0"/>
          <a:lstStyle>
            <a:lvl1pPr>
              <a:defRPr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r>
              <a:rPr lang="fr-FR"/>
              <a:t>Insert logo client</a:t>
            </a:r>
          </a:p>
        </p:txBody>
      </p:sp>
      <p:sp>
        <p:nvSpPr>
          <p:cNvPr id="4" name="Date Author Internal placeholer">
            <a:extLst>
              <a:ext uri="{FF2B5EF4-FFF2-40B4-BE49-F238E27FC236}">
                <a16:creationId xmlns:a16="http://schemas.microsoft.com/office/drawing/2014/main" id="{E64DDF60-6EAD-3BAE-1343-0BEE0FEA54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863" y="2617739"/>
            <a:ext cx="6815137" cy="481013"/>
          </a:xfrm>
        </p:spPr>
        <p:txBody>
          <a:bodyPr lIns="0" tIns="0" rIns="0" bIns="0"/>
          <a:lstStyle>
            <a:lvl1pPr>
              <a:defRPr sz="1200">
                <a:solidFill>
                  <a:schemeClr val="bg1">
                    <a:lumMod val="100000"/>
                  </a:schemeClr>
                </a:solidFill>
                <a:latin typeface="Aptos Light" panose="020B0004020202020204" pitchFamily="34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fr-FR"/>
              <a:t>Date | Author | Internal</a:t>
            </a:r>
          </a:p>
        </p:txBody>
      </p:sp>
      <p:pic>
        <p:nvPicPr>
          <p:cNvPr id="2" name="Blue Wavestone logo">
            <a:extLst>
              <a:ext uri="{FF2B5EF4-FFF2-40B4-BE49-F238E27FC236}">
                <a16:creationId xmlns:a16="http://schemas.microsoft.com/office/drawing/2014/main" id="{BE512CCC-1695-61D7-A3AD-CD8A1F887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5789" y="6071526"/>
            <a:ext cx="2743199" cy="684590"/>
          </a:xfrm>
          <a:prstGeom prst="rect">
            <a:avLst/>
          </a:prstGeom>
        </p:spPr>
      </p:pic>
      <p:pic>
        <p:nvPicPr>
          <p:cNvPr id="3" name="White Wavestone logo" descr="Wavestone logo">
            <a:extLst>
              <a:ext uri="{FF2B5EF4-FFF2-40B4-BE49-F238E27FC236}">
                <a16:creationId xmlns:a16="http://schemas.microsoft.com/office/drawing/2014/main" id="{76ADC0A5-1067-2CB4-29A2-83253A1B98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95789" y="6071526"/>
            <a:ext cx="2743200" cy="684590"/>
          </a:xfrm>
          <a:prstGeom prst="rect">
            <a:avLst/>
          </a:prstGeom>
        </p:spPr>
      </p:pic>
      <p:grpSp>
        <p:nvGrpSpPr>
          <p:cNvPr id="19" name="Strokes">
            <a:extLst>
              <a:ext uri="{FF2B5EF4-FFF2-40B4-BE49-F238E27FC236}">
                <a16:creationId xmlns:a16="http://schemas.microsoft.com/office/drawing/2014/main" id="{9D66CEAF-5896-9678-2399-77CD601EF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1100" y="2362201"/>
            <a:ext cx="12236484" cy="4500730"/>
            <a:chOff x="7485" y="2372714"/>
            <a:chExt cx="12179313" cy="4479703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4A3BFA1-BB6F-72A8-622E-01414B797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485" y="3916442"/>
              <a:ext cx="12179313" cy="2600047"/>
            </a:xfrm>
            <a:custGeom>
              <a:avLst/>
              <a:gdLst>
                <a:gd name="connsiteX0" fmla="*/ 0 w 12179313"/>
                <a:gd name="connsiteY0" fmla="*/ 341972 h 2600047"/>
                <a:gd name="connsiteX1" fmla="*/ 8343401 w 12179313"/>
                <a:gd name="connsiteY1" fmla="*/ 2235348 h 2600047"/>
                <a:gd name="connsiteX2" fmla="*/ 12179314 w 12179313"/>
                <a:gd name="connsiteY2" fmla="*/ 0 h 260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79313" h="2600047">
                  <a:moveTo>
                    <a:pt x="0" y="341972"/>
                  </a:moveTo>
                  <a:cubicBezTo>
                    <a:pt x="593424" y="835996"/>
                    <a:pt x="4005852" y="3573297"/>
                    <a:pt x="8343401" y="2235348"/>
                  </a:cubicBezTo>
                  <a:cubicBezTo>
                    <a:pt x="9562981" y="1859185"/>
                    <a:pt x="10855574" y="1160904"/>
                    <a:pt x="12179314" y="0"/>
                  </a:cubicBezTo>
                </a:path>
              </a:pathLst>
            </a:custGeom>
            <a:noFill/>
            <a:ln w="28575" cap="flat">
              <a:solidFill>
                <a:srgbClr val="04F06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6BAEA99-B6B7-C0A7-81D8-2B72AB61E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093216" y="2372714"/>
              <a:ext cx="4093581" cy="4479703"/>
            </a:xfrm>
            <a:custGeom>
              <a:avLst/>
              <a:gdLst>
                <a:gd name="connsiteX0" fmla="*/ 4093582 w 4093581"/>
                <a:gd name="connsiteY0" fmla="*/ 0 h 4479703"/>
                <a:gd name="connsiteX1" fmla="*/ 257669 w 4093581"/>
                <a:gd name="connsiteY1" fmla="*/ 3779076 h 4479703"/>
                <a:gd name="connsiteX2" fmla="*/ 0 w 4093581"/>
                <a:gd name="connsiteY2" fmla="*/ 4479704 h 4479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93581" h="4479703">
                  <a:moveTo>
                    <a:pt x="4093582" y="0"/>
                  </a:moveTo>
                  <a:cubicBezTo>
                    <a:pt x="3611294" y="167529"/>
                    <a:pt x="1403920" y="1064612"/>
                    <a:pt x="257669" y="3779076"/>
                  </a:cubicBezTo>
                  <a:cubicBezTo>
                    <a:pt x="164231" y="4000333"/>
                    <a:pt x="77834" y="4233707"/>
                    <a:pt x="0" y="4479704"/>
                  </a:cubicBezTo>
                </a:path>
              </a:pathLst>
            </a:custGeom>
            <a:noFill/>
            <a:ln w="28575" cap="flat" cmpd="sng" algn="ctr">
              <a:solidFill>
                <a:schemeClr val="bg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Picture Placeholder 1">
            <a:extLst>
              <a:ext uri="{FF2B5EF4-FFF2-40B4-BE49-F238E27FC236}">
                <a16:creationId xmlns:a16="http://schemas.microsoft.com/office/drawing/2014/main" id="{27DB79B2-30B9-24F2-E432-CF955CDC6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416801" y="0"/>
            <a:ext cx="4775201" cy="6858000"/>
          </a:xfrm>
          <a:custGeom>
            <a:avLst/>
            <a:gdLst>
              <a:gd name="connsiteX0" fmla="*/ 1517945 w 4775201"/>
              <a:gd name="connsiteY0" fmla="*/ 0 h 6858000"/>
              <a:gd name="connsiteX1" fmla="*/ 4775201 w 4775201"/>
              <a:gd name="connsiteY1" fmla="*/ 0 h 6858000"/>
              <a:gd name="connsiteX2" fmla="*/ 4775201 w 4775201"/>
              <a:gd name="connsiteY2" fmla="*/ 6858000 h 6858000"/>
              <a:gd name="connsiteX3" fmla="*/ 1517945 w 4775201"/>
              <a:gd name="connsiteY3" fmla="*/ 6858000 h 6858000"/>
              <a:gd name="connsiteX4" fmla="*/ 1435478 w 4775201"/>
              <a:gd name="connsiteY4" fmla="*/ 6784103 h 6858000"/>
              <a:gd name="connsiteX5" fmla="*/ 0 w 4775201"/>
              <a:gd name="connsiteY5" fmla="*/ 3429000 h 6858000"/>
              <a:gd name="connsiteX6" fmla="*/ 1435478 w 4775201"/>
              <a:gd name="connsiteY6" fmla="*/ 738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75201" h="6858000">
                <a:moveTo>
                  <a:pt x="1517945" y="0"/>
                </a:moveTo>
                <a:lnTo>
                  <a:pt x="4775201" y="0"/>
                </a:lnTo>
                <a:lnTo>
                  <a:pt x="4775201" y="6858000"/>
                </a:lnTo>
                <a:lnTo>
                  <a:pt x="1517945" y="6858000"/>
                </a:lnTo>
                <a:lnTo>
                  <a:pt x="1435478" y="6784103"/>
                </a:lnTo>
                <a:cubicBezTo>
                  <a:pt x="553634" y="5954966"/>
                  <a:pt x="0" y="4758867"/>
                  <a:pt x="0" y="3429000"/>
                </a:cubicBezTo>
                <a:cubicBezTo>
                  <a:pt x="0" y="2099134"/>
                  <a:pt x="553634" y="903034"/>
                  <a:pt x="1435478" y="73898"/>
                </a:cubicBezTo>
                <a:close/>
              </a:path>
            </a:pathLst>
          </a:custGeom>
        </p:spPr>
        <p:txBody>
          <a:bodyPr wrap="square" lIns="108000" tIns="0" rIns="108000" bIns="0" anchor="ctr">
            <a:noAutofit/>
          </a:bodyPr>
          <a:lstStyle>
            <a:lvl1pPr>
              <a:defRPr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r>
              <a:rPr lang="fr-FR"/>
              <a:t>Insert image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2FD9D35-5265-AC61-DA20-E908CED92E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404663"/>
            <a:ext cx="6815016" cy="1704711"/>
          </a:xfrm>
        </p:spPr>
        <p:txBody>
          <a:bodyPr/>
          <a:lstStyle>
            <a:lvl1pPr>
              <a:defRPr sz="3400"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pPr lvl="0"/>
            <a:r>
              <a:rPr lang="fr-FR"/>
              <a:t>Complete here with the title of your presentation</a:t>
            </a:r>
            <a:r>
              <a:rPr lang="fr-FR" noProof="0"/>
              <a:t> of maximum 3 lines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54454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full blue without picture">
    <p:bg>
      <p:bgPr>
        <a:gradFill flip="none" rotWithShape="1">
          <a:gsLst>
            <a:gs pos="100000">
              <a:schemeClr val="accent3"/>
            </a:gs>
            <a:gs pos="0">
              <a:schemeClr val="bg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8E7C07B8-761D-5B0A-BBA4-2509B93128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23863" y="2116003"/>
            <a:ext cx="6815137" cy="49510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 noProof="0"/>
              <a:t>Placeholder for your sub headline</a:t>
            </a:r>
          </a:p>
        </p:txBody>
      </p:sp>
      <p:sp>
        <p:nvSpPr>
          <p:cNvPr id="15" name="Client logo placeholder">
            <a:extLst>
              <a:ext uri="{FF2B5EF4-FFF2-40B4-BE49-F238E27FC236}">
                <a16:creationId xmlns:a16="http://schemas.microsoft.com/office/drawing/2014/main" id="{0E0467A6-A3B4-56CE-4A41-A359642DF55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3862" y="3448559"/>
            <a:ext cx="2627312" cy="782638"/>
          </a:xfrm>
        </p:spPr>
        <p:txBody>
          <a:bodyPr lIns="0" tIns="0" rIns="0" bIns="0"/>
          <a:lstStyle>
            <a:lvl1pPr>
              <a:defRPr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r>
              <a:rPr lang="fr-FR"/>
              <a:t>Insert logo client</a:t>
            </a:r>
          </a:p>
        </p:txBody>
      </p:sp>
      <p:sp>
        <p:nvSpPr>
          <p:cNvPr id="7" name="Date Author Internal placeholer">
            <a:extLst>
              <a:ext uri="{FF2B5EF4-FFF2-40B4-BE49-F238E27FC236}">
                <a16:creationId xmlns:a16="http://schemas.microsoft.com/office/drawing/2014/main" id="{5D7C9DCD-FBB0-1A0D-19DB-017C19EFBAC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863" y="2617739"/>
            <a:ext cx="6815137" cy="481013"/>
          </a:xfrm>
        </p:spPr>
        <p:txBody>
          <a:bodyPr lIns="0" tIns="0" rIns="0" bIns="0"/>
          <a:lstStyle>
            <a:lvl1pPr>
              <a:defRPr sz="1200">
                <a:solidFill>
                  <a:schemeClr val="bg1">
                    <a:lumMod val="100000"/>
                  </a:schemeClr>
                </a:solidFill>
                <a:latin typeface="Aptos Light" panose="020B0004020202020204" pitchFamily="34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fr-FR"/>
              <a:t>Date | Author | Internal</a:t>
            </a:r>
          </a:p>
        </p:txBody>
      </p:sp>
      <p:grpSp>
        <p:nvGrpSpPr>
          <p:cNvPr id="9" name="Strokes">
            <a:extLst>
              <a:ext uri="{FF2B5EF4-FFF2-40B4-BE49-F238E27FC236}">
                <a16:creationId xmlns:a16="http://schemas.microsoft.com/office/drawing/2014/main" id="{E65E3B24-C0B4-8C53-E4AC-190D0A39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1100" y="2374901"/>
            <a:ext cx="12236484" cy="4500730"/>
            <a:chOff x="7485" y="2372714"/>
            <a:chExt cx="12179313" cy="447970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A32A3AB-4385-E96C-6A06-A57A3095A459}"/>
                </a:ext>
              </a:extLst>
            </p:cNvPr>
            <p:cNvSpPr/>
            <p:nvPr/>
          </p:nvSpPr>
          <p:spPr>
            <a:xfrm>
              <a:off x="7485" y="3916442"/>
              <a:ext cx="12179313" cy="2600047"/>
            </a:xfrm>
            <a:custGeom>
              <a:avLst/>
              <a:gdLst>
                <a:gd name="connsiteX0" fmla="*/ 0 w 12179313"/>
                <a:gd name="connsiteY0" fmla="*/ 341972 h 2600047"/>
                <a:gd name="connsiteX1" fmla="*/ 8343401 w 12179313"/>
                <a:gd name="connsiteY1" fmla="*/ 2235348 h 2600047"/>
                <a:gd name="connsiteX2" fmla="*/ 12179314 w 12179313"/>
                <a:gd name="connsiteY2" fmla="*/ 0 h 260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79313" h="2600047">
                  <a:moveTo>
                    <a:pt x="0" y="341972"/>
                  </a:moveTo>
                  <a:cubicBezTo>
                    <a:pt x="593424" y="835996"/>
                    <a:pt x="4005852" y="3573297"/>
                    <a:pt x="8343401" y="2235348"/>
                  </a:cubicBezTo>
                  <a:cubicBezTo>
                    <a:pt x="9562981" y="1859185"/>
                    <a:pt x="10855574" y="1160904"/>
                    <a:pt x="12179314" y="0"/>
                  </a:cubicBezTo>
                </a:path>
              </a:pathLst>
            </a:custGeom>
            <a:noFill/>
            <a:ln w="28575" cap="flat">
              <a:solidFill>
                <a:srgbClr val="04F06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1E8959A-D255-2D9E-6E80-07ECD5223A99}"/>
                </a:ext>
              </a:extLst>
            </p:cNvPr>
            <p:cNvSpPr/>
            <p:nvPr/>
          </p:nvSpPr>
          <p:spPr>
            <a:xfrm>
              <a:off x="8093216" y="2372714"/>
              <a:ext cx="4093581" cy="4479703"/>
            </a:xfrm>
            <a:custGeom>
              <a:avLst/>
              <a:gdLst>
                <a:gd name="connsiteX0" fmla="*/ 4093582 w 4093581"/>
                <a:gd name="connsiteY0" fmla="*/ 0 h 4479703"/>
                <a:gd name="connsiteX1" fmla="*/ 257669 w 4093581"/>
                <a:gd name="connsiteY1" fmla="*/ 3779076 h 4479703"/>
                <a:gd name="connsiteX2" fmla="*/ 0 w 4093581"/>
                <a:gd name="connsiteY2" fmla="*/ 4479704 h 4479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93581" h="4479703">
                  <a:moveTo>
                    <a:pt x="4093582" y="0"/>
                  </a:moveTo>
                  <a:cubicBezTo>
                    <a:pt x="3611294" y="167529"/>
                    <a:pt x="1403920" y="1064612"/>
                    <a:pt x="257669" y="3779076"/>
                  </a:cubicBezTo>
                  <a:cubicBezTo>
                    <a:pt x="164231" y="4000333"/>
                    <a:pt x="77834" y="4233707"/>
                    <a:pt x="0" y="4479704"/>
                  </a:cubicBezTo>
                </a:path>
              </a:pathLst>
            </a:custGeom>
            <a:noFill/>
            <a:ln w="28575" cap="flat" cmpd="sng" algn="ctr">
              <a:solidFill>
                <a:schemeClr val="bg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Blue Wavestone logo">
            <a:extLst>
              <a:ext uri="{FF2B5EF4-FFF2-40B4-BE49-F238E27FC236}">
                <a16:creationId xmlns:a16="http://schemas.microsoft.com/office/drawing/2014/main" id="{BCD57857-FD15-E832-C433-88A51E793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5789" y="6071526"/>
            <a:ext cx="2743199" cy="684590"/>
          </a:xfrm>
          <a:prstGeom prst="rect">
            <a:avLst/>
          </a:prstGeom>
        </p:spPr>
      </p:pic>
      <p:pic>
        <p:nvPicPr>
          <p:cNvPr id="6" name="White Wavestone logo" descr="Wavestone logo">
            <a:extLst>
              <a:ext uri="{FF2B5EF4-FFF2-40B4-BE49-F238E27FC236}">
                <a16:creationId xmlns:a16="http://schemas.microsoft.com/office/drawing/2014/main" id="{4EBE1307-FB4C-A2FF-CA0D-F617893B60B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95789" y="6071526"/>
            <a:ext cx="2743200" cy="684590"/>
          </a:xfrm>
          <a:prstGeom prst="rect">
            <a:avLst/>
          </a:prstGeom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A3A45817-C259-069B-BA15-B25640BF55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404663"/>
            <a:ext cx="6815016" cy="1704711"/>
          </a:xfrm>
        </p:spPr>
        <p:txBody>
          <a:bodyPr/>
          <a:lstStyle>
            <a:lvl1pPr>
              <a:defRPr sz="3400"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pPr lvl="0"/>
            <a:r>
              <a:rPr lang="fr-FR"/>
              <a:t>Complete here with the title of your presentation</a:t>
            </a:r>
            <a:r>
              <a:rPr lang="fr-FR" noProof="0"/>
              <a:t> of maximum 3 lines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1331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56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full white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1">
            <a:extLst>
              <a:ext uri="{FF2B5EF4-FFF2-40B4-BE49-F238E27FC236}">
                <a16:creationId xmlns:a16="http://schemas.microsoft.com/office/drawing/2014/main" id="{B7D66CE5-36E9-C7E5-4F66-BDDB24BC13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23863" y="2116003"/>
            <a:ext cx="6815137" cy="49510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i="0">
                <a:solidFill>
                  <a:schemeClr val="bg2">
                    <a:lumMod val="10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fr-FR" noProof="0"/>
              <a:t>Placeholder for your sub headline</a:t>
            </a:r>
          </a:p>
        </p:txBody>
      </p:sp>
      <p:sp>
        <p:nvSpPr>
          <p:cNvPr id="7" name="Client logo placeholder">
            <a:extLst>
              <a:ext uri="{FF2B5EF4-FFF2-40B4-BE49-F238E27FC236}">
                <a16:creationId xmlns:a16="http://schemas.microsoft.com/office/drawing/2014/main" id="{28E92DB5-23F6-F411-855C-998B6CA674E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3862" y="3448559"/>
            <a:ext cx="2627312" cy="782638"/>
          </a:xfrm>
        </p:spPr>
        <p:txBody>
          <a:bodyPr lIns="0" tIns="0" rIns="0" bIns="0"/>
          <a:lstStyle>
            <a:lvl1pPr>
              <a:defRPr>
                <a:solidFill>
                  <a:schemeClr val="bg2">
                    <a:lumMod val="100000"/>
                  </a:schemeClr>
                </a:solidFill>
              </a:defRPr>
            </a:lvl1pPr>
          </a:lstStyle>
          <a:p>
            <a:r>
              <a:rPr lang="fr-FR"/>
              <a:t>Insert logo client</a:t>
            </a:r>
          </a:p>
        </p:txBody>
      </p:sp>
      <p:sp>
        <p:nvSpPr>
          <p:cNvPr id="9" name="Date Author Internal placeholer">
            <a:extLst>
              <a:ext uri="{FF2B5EF4-FFF2-40B4-BE49-F238E27FC236}">
                <a16:creationId xmlns:a16="http://schemas.microsoft.com/office/drawing/2014/main" id="{2A49AA8B-4F27-FEFD-A529-F87B23E929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863" y="2617739"/>
            <a:ext cx="6815137" cy="481013"/>
          </a:xfrm>
        </p:spPr>
        <p:txBody>
          <a:bodyPr lIns="0" tIns="0" rIns="0" bIns="0"/>
          <a:lstStyle>
            <a:lvl1pPr>
              <a:defRPr sz="1200">
                <a:solidFill>
                  <a:schemeClr val="bg2">
                    <a:lumMod val="100000"/>
                  </a:schemeClr>
                </a:solidFill>
                <a:latin typeface="Aptos Light" panose="020B0004020202020204" pitchFamily="34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fr-FR"/>
              <a:t>Date | Author | Internal</a:t>
            </a:r>
          </a:p>
        </p:txBody>
      </p:sp>
      <p:grpSp>
        <p:nvGrpSpPr>
          <p:cNvPr id="3" name="Strokes">
            <a:extLst>
              <a:ext uri="{FF2B5EF4-FFF2-40B4-BE49-F238E27FC236}">
                <a16:creationId xmlns:a16="http://schemas.microsoft.com/office/drawing/2014/main" id="{6CE86B2F-AA39-FBBD-3275-520B0823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1100" y="2374901"/>
            <a:ext cx="12236484" cy="4500730"/>
            <a:chOff x="7485" y="2372714"/>
            <a:chExt cx="12179313" cy="447970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BBFE9AE4-9EAB-7FD2-CBF2-EEE30A3C480C}"/>
                </a:ext>
              </a:extLst>
            </p:cNvPr>
            <p:cNvSpPr/>
            <p:nvPr/>
          </p:nvSpPr>
          <p:spPr>
            <a:xfrm>
              <a:off x="7485" y="3916442"/>
              <a:ext cx="12179313" cy="2600047"/>
            </a:xfrm>
            <a:custGeom>
              <a:avLst/>
              <a:gdLst>
                <a:gd name="connsiteX0" fmla="*/ 0 w 12179313"/>
                <a:gd name="connsiteY0" fmla="*/ 341972 h 2600047"/>
                <a:gd name="connsiteX1" fmla="*/ 8343401 w 12179313"/>
                <a:gd name="connsiteY1" fmla="*/ 2235348 h 2600047"/>
                <a:gd name="connsiteX2" fmla="*/ 12179314 w 12179313"/>
                <a:gd name="connsiteY2" fmla="*/ 0 h 260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79313" h="2600047">
                  <a:moveTo>
                    <a:pt x="0" y="341972"/>
                  </a:moveTo>
                  <a:cubicBezTo>
                    <a:pt x="593424" y="835996"/>
                    <a:pt x="4005852" y="3573297"/>
                    <a:pt x="8343401" y="2235348"/>
                  </a:cubicBezTo>
                  <a:cubicBezTo>
                    <a:pt x="9562981" y="1859185"/>
                    <a:pt x="10855574" y="1160904"/>
                    <a:pt x="12179314" y="0"/>
                  </a:cubicBezTo>
                </a:path>
              </a:pathLst>
            </a:custGeom>
            <a:noFill/>
            <a:ln w="28575" cap="flat">
              <a:solidFill>
                <a:srgbClr val="04F06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72BACA7-13B3-D8B4-5AF8-1AA0B0A91ACC}"/>
                </a:ext>
              </a:extLst>
            </p:cNvPr>
            <p:cNvSpPr/>
            <p:nvPr/>
          </p:nvSpPr>
          <p:spPr>
            <a:xfrm>
              <a:off x="8093216" y="2372714"/>
              <a:ext cx="4093581" cy="4479703"/>
            </a:xfrm>
            <a:custGeom>
              <a:avLst/>
              <a:gdLst>
                <a:gd name="connsiteX0" fmla="*/ 4093582 w 4093581"/>
                <a:gd name="connsiteY0" fmla="*/ 0 h 4479703"/>
                <a:gd name="connsiteX1" fmla="*/ 257669 w 4093581"/>
                <a:gd name="connsiteY1" fmla="*/ 3779076 h 4479703"/>
                <a:gd name="connsiteX2" fmla="*/ 0 w 4093581"/>
                <a:gd name="connsiteY2" fmla="*/ 4479704 h 4479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93581" h="4479703">
                  <a:moveTo>
                    <a:pt x="4093582" y="0"/>
                  </a:moveTo>
                  <a:cubicBezTo>
                    <a:pt x="3611294" y="167529"/>
                    <a:pt x="1403920" y="1064612"/>
                    <a:pt x="257669" y="3779076"/>
                  </a:cubicBezTo>
                  <a:cubicBezTo>
                    <a:pt x="164231" y="4000333"/>
                    <a:pt x="77834" y="4233707"/>
                    <a:pt x="0" y="4479704"/>
                  </a:cubicBezTo>
                </a:path>
              </a:pathLst>
            </a:custGeom>
            <a:noFill/>
            <a:ln w="28575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Picture Placeholder">
            <a:extLst>
              <a:ext uri="{FF2B5EF4-FFF2-40B4-BE49-F238E27FC236}">
                <a16:creationId xmlns:a16="http://schemas.microsoft.com/office/drawing/2014/main" id="{809333A3-CFE9-6C67-FC9A-647D210E3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416801" y="0"/>
            <a:ext cx="4775201" cy="6858000"/>
          </a:xfrm>
          <a:custGeom>
            <a:avLst/>
            <a:gdLst>
              <a:gd name="connsiteX0" fmla="*/ 1517945 w 4775201"/>
              <a:gd name="connsiteY0" fmla="*/ 0 h 6858000"/>
              <a:gd name="connsiteX1" fmla="*/ 4775201 w 4775201"/>
              <a:gd name="connsiteY1" fmla="*/ 0 h 6858000"/>
              <a:gd name="connsiteX2" fmla="*/ 4775201 w 4775201"/>
              <a:gd name="connsiteY2" fmla="*/ 6858000 h 6858000"/>
              <a:gd name="connsiteX3" fmla="*/ 1517945 w 4775201"/>
              <a:gd name="connsiteY3" fmla="*/ 6858000 h 6858000"/>
              <a:gd name="connsiteX4" fmla="*/ 1435478 w 4775201"/>
              <a:gd name="connsiteY4" fmla="*/ 6784103 h 6858000"/>
              <a:gd name="connsiteX5" fmla="*/ 0 w 4775201"/>
              <a:gd name="connsiteY5" fmla="*/ 3429000 h 6858000"/>
              <a:gd name="connsiteX6" fmla="*/ 1435478 w 4775201"/>
              <a:gd name="connsiteY6" fmla="*/ 738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75201" h="6858000">
                <a:moveTo>
                  <a:pt x="1517945" y="0"/>
                </a:moveTo>
                <a:lnTo>
                  <a:pt x="4775201" y="0"/>
                </a:lnTo>
                <a:lnTo>
                  <a:pt x="4775201" y="6858000"/>
                </a:lnTo>
                <a:lnTo>
                  <a:pt x="1517945" y="6858000"/>
                </a:lnTo>
                <a:lnTo>
                  <a:pt x="1435478" y="6784103"/>
                </a:lnTo>
                <a:cubicBezTo>
                  <a:pt x="553634" y="5954966"/>
                  <a:pt x="0" y="4758867"/>
                  <a:pt x="0" y="3429000"/>
                </a:cubicBezTo>
                <a:cubicBezTo>
                  <a:pt x="0" y="2099134"/>
                  <a:pt x="553634" y="903034"/>
                  <a:pt x="1435478" y="73898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>
              <a:defRPr>
                <a:solidFill>
                  <a:schemeClr val="tx1">
                    <a:lumMod val="100000"/>
                  </a:schemeClr>
                </a:solidFill>
              </a:defRPr>
            </a:lvl1pPr>
          </a:lstStyle>
          <a:p>
            <a:r>
              <a:rPr lang="fr-FR"/>
              <a:t>Insert image</a:t>
            </a:r>
          </a:p>
        </p:txBody>
      </p:sp>
      <p:pic>
        <p:nvPicPr>
          <p:cNvPr id="10" name="White Wavestone logo" descr="Wavestone logo">
            <a:extLst>
              <a:ext uri="{FF2B5EF4-FFF2-40B4-BE49-F238E27FC236}">
                <a16:creationId xmlns:a16="http://schemas.microsoft.com/office/drawing/2014/main" id="{C24581C9-449B-0114-E3CA-0BF0CC26CF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5789" y="6071526"/>
            <a:ext cx="2743200" cy="684590"/>
          </a:xfrm>
          <a:prstGeom prst="rect">
            <a:avLst/>
          </a:prstGeom>
        </p:spPr>
      </p:pic>
      <p:pic>
        <p:nvPicPr>
          <p:cNvPr id="8" name="Blue Wavestone logo">
            <a:extLst>
              <a:ext uri="{FF2B5EF4-FFF2-40B4-BE49-F238E27FC236}">
                <a16:creationId xmlns:a16="http://schemas.microsoft.com/office/drawing/2014/main" id="{82B939A0-F94E-A40E-D5F6-B35B28C8F3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95789" y="6071526"/>
            <a:ext cx="2743199" cy="684590"/>
          </a:xfrm>
          <a:prstGeom prst="rect">
            <a:avLst/>
          </a:prstGeom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E58CD6CB-DFCB-B190-650C-576E3B5992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404663"/>
            <a:ext cx="6815016" cy="1704711"/>
          </a:xfrm>
        </p:spPr>
        <p:txBody>
          <a:bodyPr/>
          <a:lstStyle>
            <a:lvl1pPr>
              <a:defRPr sz="3400">
                <a:solidFill>
                  <a:schemeClr val="bg2">
                    <a:lumMod val="100000"/>
                  </a:schemeClr>
                </a:solidFill>
              </a:defRPr>
            </a:lvl1pPr>
          </a:lstStyle>
          <a:p>
            <a:pPr lvl="0"/>
            <a:r>
              <a:rPr lang="fr-FR"/>
              <a:t>Complete here with the title of your presentation</a:t>
            </a:r>
            <a:r>
              <a:rPr lang="fr-FR" noProof="0"/>
              <a:t> of maximum 3 lines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9288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6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full white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1">
            <a:extLst>
              <a:ext uri="{FF2B5EF4-FFF2-40B4-BE49-F238E27FC236}">
                <a16:creationId xmlns:a16="http://schemas.microsoft.com/office/drawing/2014/main" id="{E12C197A-BB25-5561-74A9-9C42A88AA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23863" y="2116003"/>
            <a:ext cx="6815137" cy="49510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i="0">
                <a:solidFill>
                  <a:schemeClr val="bg2">
                    <a:lumMod val="10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fr-FR" noProof="0"/>
              <a:t>Placeholder for your sub headline</a:t>
            </a:r>
          </a:p>
        </p:txBody>
      </p:sp>
      <p:sp>
        <p:nvSpPr>
          <p:cNvPr id="6" name="Client logo placeholder">
            <a:extLst>
              <a:ext uri="{FF2B5EF4-FFF2-40B4-BE49-F238E27FC236}">
                <a16:creationId xmlns:a16="http://schemas.microsoft.com/office/drawing/2014/main" id="{FF992F39-4192-FE74-2876-6045E840AB7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3862" y="3448559"/>
            <a:ext cx="2627312" cy="782638"/>
          </a:xfrm>
        </p:spPr>
        <p:txBody>
          <a:bodyPr lIns="0" tIns="0" rIns="0" bIns="0"/>
          <a:lstStyle>
            <a:lvl1pPr>
              <a:defRPr>
                <a:solidFill>
                  <a:schemeClr val="bg2">
                    <a:lumMod val="100000"/>
                  </a:schemeClr>
                </a:solidFill>
              </a:defRPr>
            </a:lvl1pPr>
          </a:lstStyle>
          <a:p>
            <a:r>
              <a:rPr lang="fr-FR"/>
              <a:t>Insert logo client</a:t>
            </a:r>
          </a:p>
        </p:txBody>
      </p:sp>
      <p:sp>
        <p:nvSpPr>
          <p:cNvPr id="8" name="Date Author Internal placeholer">
            <a:extLst>
              <a:ext uri="{FF2B5EF4-FFF2-40B4-BE49-F238E27FC236}">
                <a16:creationId xmlns:a16="http://schemas.microsoft.com/office/drawing/2014/main" id="{B09AB756-E359-D998-331A-DDE7656530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863" y="2617739"/>
            <a:ext cx="6815137" cy="481013"/>
          </a:xfrm>
        </p:spPr>
        <p:txBody>
          <a:bodyPr lIns="0" tIns="0" rIns="0" bIns="0"/>
          <a:lstStyle>
            <a:lvl1pPr>
              <a:defRPr sz="1200">
                <a:solidFill>
                  <a:schemeClr val="bg2">
                    <a:lumMod val="100000"/>
                  </a:schemeClr>
                </a:solidFill>
                <a:latin typeface="Aptos Light" panose="020B0004020202020204" pitchFamily="34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fr-FR"/>
              <a:t>Date | Author | Internal</a:t>
            </a:r>
          </a:p>
        </p:txBody>
      </p:sp>
      <p:grpSp>
        <p:nvGrpSpPr>
          <p:cNvPr id="3" name="Strokes">
            <a:extLst>
              <a:ext uri="{FF2B5EF4-FFF2-40B4-BE49-F238E27FC236}">
                <a16:creationId xmlns:a16="http://schemas.microsoft.com/office/drawing/2014/main" id="{352F13CF-408E-154D-8F3D-D76666C5D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1100" y="2374901"/>
            <a:ext cx="12236484" cy="4500730"/>
            <a:chOff x="7485" y="2372714"/>
            <a:chExt cx="12179313" cy="4479703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ED2B5DDE-8A43-C98E-1F58-CEC636C222CD}"/>
                </a:ext>
              </a:extLst>
            </p:cNvPr>
            <p:cNvSpPr/>
            <p:nvPr/>
          </p:nvSpPr>
          <p:spPr>
            <a:xfrm>
              <a:off x="7485" y="3916442"/>
              <a:ext cx="12179313" cy="2600047"/>
            </a:xfrm>
            <a:custGeom>
              <a:avLst/>
              <a:gdLst>
                <a:gd name="connsiteX0" fmla="*/ 0 w 12179313"/>
                <a:gd name="connsiteY0" fmla="*/ 341972 h 2600047"/>
                <a:gd name="connsiteX1" fmla="*/ 8343401 w 12179313"/>
                <a:gd name="connsiteY1" fmla="*/ 2235348 h 2600047"/>
                <a:gd name="connsiteX2" fmla="*/ 12179314 w 12179313"/>
                <a:gd name="connsiteY2" fmla="*/ 0 h 260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79313" h="2600047">
                  <a:moveTo>
                    <a:pt x="0" y="341972"/>
                  </a:moveTo>
                  <a:cubicBezTo>
                    <a:pt x="593424" y="835996"/>
                    <a:pt x="4005852" y="3573297"/>
                    <a:pt x="8343401" y="2235348"/>
                  </a:cubicBezTo>
                  <a:cubicBezTo>
                    <a:pt x="9562981" y="1859185"/>
                    <a:pt x="10855574" y="1160904"/>
                    <a:pt x="12179314" y="0"/>
                  </a:cubicBezTo>
                </a:path>
              </a:pathLst>
            </a:custGeom>
            <a:noFill/>
            <a:ln w="28575" cap="flat">
              <a:solidFill>
                <a:srgbClr val="04F06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11169D3-0065-4986-0CD7-63D733769DE0}"/>
                </a:ext>
              </a:extLst>
            </p:cNvPr>
            <p:cNvSpPr/>
            <p:nvPr/>
          </p:nvSpPr>
          <p:spPr>
            <a:xfrm>
              <a:off x="8093216" y="2372714"/>
              <a:ext cx="4093581" cy="4479703"/>
            </a:xfrm>
            <a:custGeom>
              <a:avLst/>
              <a:gdLst>
                <a:gd name="connsiteX0" fmla="*/ 4093582 w 4093581"/>
                <a:gd name="connsiteY0" fmla="*/ 0 h 4479703"/>
                <a:gd name="connsiteX1" fmla="*/ 257669 w 4093581"/>
                <a:gd name="connsiteY1" fmla="*/ 3779076 h 4479703"/>
                <a:gd name="connsiteX2" fmla="*/ 0 w 4093581"/>
                <a:gd name="connsiteY2" fmla="*/ 4479704 h 4479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93581" h="4479703">
                  <a:moveTo>
                    <a:pt x="4093582" y="0"/>
                  </a:moveTo>
                  <a:cubicBezTo>
                    <a:pt x="3611294" y="167529"/>
                    <a:pt x="1403920" y="1064612"/>
                    <a:pt x="257669" y="3779076"/>
                  </a:cubicBezTo>
                  <a:cubicBezTo>
                    <a:pt x="164231" y="4000333"/>
                    <a:pt x="77834" y="4233707"/>
                    <a:pt x="0" y="4479704"/>
                  </a:cubicBezTo>
                </a:path>
              </a:pathLst>
            </a:custGeom>
            <a:noFill/>
            <a:ln w="28575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1" name="White Wavestone logo" descr="Wavestone logo">
            <a:extLst>
              <a:ext uri="{FF2B5EF4-FFF2-40B4-BE49-F238E27FC236}">
                <a16:creationId xmlns:a16="http://schemas.microsoft.com/office/drawing/2014/main" id="{48D1F763-BFE2-F09B-EE76-82FBAD2D79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5789" y="6071526"/>
            <a:ext cx="2743200" cy="684590"/>
          </a:xfrm>
          <a:prstGeom prst="rect">
            <a:avLst/>
          </a:prstGeom>
        </p:spPr>
      </p:pic>
      <p:pic>
        <p:nvPicPr>
          <p:cNvPr id="12" name="Blue Wavestone logo">
            <a:extLst>
              <a:ext uri="{FF2B5EF4-FFF2-40B4-BE49-F238E27FC236}">
                <a16:creationId xmlns:a16="http://schemas.microsoft.com/office/drawing/2014/main" id="{F3C0A1F6-8E6B-A250-8783-37D8B51A4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95789" y="6071526"/>
            <a:ext cx="2743199" cy="684590"/>
          </a:xfrm>
          <a:prstGeom prst="rect">
            <a:avLst/>
          </a:prstGeom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C0877EA9-B35D-D696-9631-3A18F66607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404663"/>
            <a:ext cx="6815016" cy="1704711"/>
          </a:xfrm>
        </p:spPr>
        <p:txBody>
          <a:bodyPr/>
          <a:lstStyle>
            <a:lvl1pPr>
              <a:defRPr sz="3400">
                <a:solidFill>
                  <a:schemeClr val="bg2">
                    <a:lumMod val="100000"/>
                  </a:schemeClr>
                </a:solidFill>
              </a:defRPr>
            </a:lvl1pPr>
          </a:lstStyle>
          <a:p>
            <a:pPr lvl="0"/>
            <a:r>
              <a:rPr lang="fr-FR"/>
              <a:t>Complete here with the title of your presentation</a:t>
            </a:r>
            <a:r>
              <a:rPr lang="fr-FR" noProof="0"/>
              <a:t> of maximum 3 lines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9341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6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content without pictur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optitle placeholder 1">
            <a:extLst>
              <a:ext uri="{FF2B5EF4-FFF2-40B4-BE49-F238E27FC236}">
                <a16:creationId xmlns:a16="http://schemas.microsoft.com/office/drawing/2014/main" id="{851225A9-B9A5-5D43-2356-907348CE5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355" y="144313"/>
            <a:ext cx="7794704" cy="260499"/>
          </a:xfrm>
          <a:prstGeom prst="rect">
            <a:avLst/>
          </a:prstGeom>
        </p:spPr>
        <p:txBody>
          <a:bodyPr lIns="0" tIns="0" rIns="0" bIns="0" anchor="b"/>
          <a:lstStyle>
            <a:lvl1pPr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fr-FR" noProof="0"/>
              <a:t>Insert a top title here - must not exceed 1 line</a:t>
            </a:r>
          </a:p>
        </p:txBody>
      </p:sp>
      <p:sp>
        <p:nvSpPr>
          <p:cNvPr id="8" name="Chapter placeholder 1">
            <a:extLst>
              <a:ext uri="{FF2B5EF4-FFF2-40B4-BE49-F238E27FC236}">
                <a16:creationId xmlns:a16="http://schemas.microsoft.com/office/drawing/2014/main" id="{AE7685B7-31BA-B763-988E-64FA2F7EC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20074" y="144166"/>
            <a:ext cx="3548064" cy="260647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fr-FR" noProof="0"/>
              <a:t>CHAPTER 1 – CHAPTER 2 – CHAPTER 3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5354" y="404667"/>
            <a:ext cx="11342769" cy="936770"/>
          </a:xfrm>
        </p:spPr>
        <p:txBody>
          <a:bodyPr lIns="0" tIns="0" rIns="0" bIns="0"/>
          <a:lstStyle>
            <a:lvl1pPr>
              <a:defRPr sz="2400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fr-FR"/>
              <a:t>Complete with a title here that carries your message on two lines at most for more </a:t>
            </a:r>
            <a:r>
              <a:rPr lang="fr-FR" noProof="0"/>
              <a:t>readability</a:t>
            </a:r>
          </a:p>
        </p:txBody>
      </p:sp>
      <p:sp>
        <p:nvSpPr>
          <p:cNvPr id="5" name="Content Placeholder 4" descr="Content placeholder: &#10;The first line is dedicated to Level 1.&#10;To move to the next level, click Alt + Shift + right arrow. 3 levels are available. ">
            <a:extLst>
              <a:ext uri="{FF2B5EF4-FFF2-40B4-BE49-F238E27FC236}">
                <a16:creationId xmlns:a16="http://schemas.microsoft.com/office/drawing/2014/main" id="{7AB6DAC7-33AA-E7F9-D829-CACCD01E64C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23863" y="1341438"/>
            <a:ext cx="11344275" cy="4895850"/>
          </a:xfrm>
        </p:spPr>
        <p:txBody>
          <a:bodyPr lIns="0" tIns="36000" rIns="0" bIns="36000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8158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title 1">
            <a:extLst>
              <a:ext uri="{FF2B5EF4-FFF2-40B4-BE49-F238E27FC236}">
                <a16:creationId xmlns:a16="http://schemas.microsoft.com/office/drawing/2014/main" id="{76849AAF-1C69-4F35-4759-ECA8DCF54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355" y="144313"/>
            <a:ext cx="7794704" cy="260499"/>
          </a:xfrm>
          <a:prstGeom prst="rect">
            <a:avLst/>
          </a:prstGeom>
        </p:spPr>
        <p:txBody>
          <a:bodyPr lIns="0" tIns="0" rIns="0" bIns="0" anchor="b"/>
          <a:lstStyle>
            <a:lvl1pPr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fr-FR" noProof="0"/>
              <a:t>Insert a top title here - must not exceed 1 line</a:t>
            </a:r>
          </a:p>
        </p:txBody>
      </p:sp>
      <p:sp>
        <p:nvSpPr>
          <p:cNvPr id="5" name="Chapter placeholder 1">
            <a:extLst>
              <a:ext uri="{FF2B5EF4-FFF2-40B4-BE49-F238E27FC236}">
                <a16:creationId xmlns:a16="http://schemas.microsoft.com/office/drawing/2014/main" id="{8BBD3644-B711-1D97-E528-4D75DCB5C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20075" y="144166"/>
            <a:ext cx="3548064" cy="260647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fr-FR" noProof="0"/>
              <a:t>CHAPTER 1 – CHAPTER 2 – CHAPTER 3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25355" y="404665"/>
            <a:ext cx="11342768" cy="936773"/>
          </a:xfrm>
        </p:spPr>
        <p:txBody>
          <a:bodyPr lIns="0" tIns="0" rIns="0" bIns="0"/>
          <a:lstStyle>
            <a:lvl1pPr>
              <a:defRPr sz="2400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fr-FR" noProof="0"/>
              <a:t>Complete with a title here that carries your message on two lines at most for more readability</a:t>
            </a:r>
          </a:p>
        </p:txBody>
      </p:sp>
    </p:spTree>
    <p:extLst>
      <p:ext uri="{BB962C8B-B14F-4D97-AF65-F5344CB8AC3E}">
        <p14:creationId xmlns:p14="http://schemas.microsoft.com/office/powerpoint/2010/main" val="1555369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at text left +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title placeholder 1">
            <a:extLst>
              <a:ext uri="{FF2B5EF4-FFF2-40B4-BE49-F238E27FC236}">
                <a16:creationId xmlns:a16="http://schemas.microsoft.com/office/drawing/2014/main" id="{C3E536A8-35FA-BE3C-96F0-8E12379D5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355" y="144313"/>
            <a:ext cx="7794704" cy="260499"/>
          </a:xfrm>
          <a:prstGeom prst="rect">
            <a:avLst/>
          </a:prstGeom>
        </p:spPr>
        <p:txBody>
          <a:bodyPr lIns="0" tIns="0" rIns="0" bIns="0" anchor="b"/>
          <a:lstStyle>
            <a:lvl1pPr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fr-FR" noProof="0"/>
              <a:t>Insert a top title here - must not exceed 1 line</a:t>
            </a:r>
          </a:p>
        </p:txBody>
      </p:sp>
      <p:sp>
        <p:nvSpPr>
          <p:cNvPr id="2" name="Chapter placeholder 1">
            <a:extLst>
              <a:ext uri="{FF2B5EF4-FFF2-40B4-BE49-F238E27FC236}">
                <a16:creationId xmlns:a16="http://schemas.microsoft.com/office/drawing/2014/main" id="{5B219629-E151-CA04-8232-A7687951C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20075" y="144166"/>
            <a:ext cx="3548064" cy="260647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fr-FR" noProof="0"/>
              <a:t>CHAPTER 1 – CHAPTER 2 – CHAPTER 3 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25354" y="404665"/>
            <a:ext cx="11342769" cy="936772"/>
          </a:xfrm>
        </p:spPr>
        <p:txBody>
          <a:bodyPr lIns="0" tIns="0" rIns="0" bIns="0">
            <a:noAutofit/>
          </a:bodyPr>
          <a:lstStyle>
            <a:lvl1pPr>
              <a:defRPr sz="2400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fr-FR"/>
              <a:t>Complete with a title here that carries your message on two lines at most for more </a:t>
            </a:r>
            <a:r>
              <a:rPr lang="fr-FR" noProof="0"/>
              <a:t>readability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F0D1A3EB-B6CB-8791-B273-427226C611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863" y="1341438"/>
            <a:ext cx="5502275" cy="4895850"/>
          </a:xfrm>
        </p:spPr>
        <p:txBody>
          <a:bodyPr lIns="0" tIns="36000" rIns="0" bIns="36000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7AA2186-6393-9722-7709-04D4D067EB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65864" y="1341438"/>
            <a:ext cx="5502275" cy="4895850"/>
          </a:xfrm>
        </p:spPr>
        <p:txBody>
          <a:bodyPr lIns="0" tIns="36000" rIns="0" bIns="36000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25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content with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optitle 1">
            <a:extLst>
              <a:ext uri="{FF2B5EF4-FFF2-40B4-BE49-F238E27FC236}">
                <a16:creationId xmlns:a16="http://schemas.microsoft.com/office/drawing/2014/main" id="{FAC3B790-990D-7E1E-EF9F-7E42C783E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355" y="144313"/>
            <a:ext cx="6823170" cy="260499"/>
          </a:xfrm>
          <a:prstGeom prst="rect">
            <a:avLst/>
          </a:prstGeom>
        </p:spPr>
        <p:txBody>
          <a:bodyPr lIns="0" tIns="0" rIns="0" bIns="0" anchor="b"/>
          <a:lstStyle>
            <a:lvl1pPr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fr-FR" noProof="0"/>
              <a:t>Insert a top title here - must not exceed 1 line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5355" y="404666"/>
            <a:ext cx="6823170" cy="936772"/>
          </a:xfrm>
        </p:spPr>
        <p:txBody>
          <a:bodyPr lIns="0" tIns="0" rIns="0" bIns="0">
            <a:noAutofit/>
          </a:bodyPr>
          <a:lstStyle>
            <a:lvl1pPr>
              <a:defRPr sz="2400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fr-FR"/>
              <a:t>Complete with a title here that carries your message on two lines at most for more </a:t>
            </a:r>
            <a:r>
              <a:rPr lang="fr-FR" noProof="0"/>
              <a:t>readability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159FE6-ADA0-40D4-21CD-E9E8F8E99B6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3863" y="1341438"/>
            <a:ext cx="6823075" cy="4894976"/>
          </a:xfrm>
        </p:spPr>
        <p:txBody>
          <a:bodyPr lIns="0" tIns="36000" rIns="0" bIns="36000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023D9650-B46E-B22A-2227-4109F258B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899402" y="0"/>
            <a:ext cx="4292599" cy="6858000"/>
          </a:xfrm>
          <a:custGeom>
            <a:avLst/>
            <a:gdLst>
              <a:gd name="connsiteX0" fmla="*/ 704485 w 4292599"/>
              <a:gd name="connsiteY0" fmla="*/ 0 h 6858000"/>
              <a:gd name="connsiteX1" fmla="*/ 4292599 w 4292599"/>
              <a:gd name="connsiteY1" fmla="*/ 0 h 6858000"/>
              <a:gd name="connsiteX2" fmla="*/ 4292599 w 4292599"/>
              <a:gd name="connsiteY2" fmla="*/ 6858000 h 6858000"/>
              <a:gd name="connsiteX3" fmla="*/ 584306 w 4292599"/>
              <a:gd name="connsiteY3" fmla="*/ 6858000 h 6858000"/>
              <a:gd name="connsiteX4" fmla="*/ 573350 w 4292599"/>
              <a:gd name="connsiteY4" fmla="*/ 6830215 h 6858000"/>
              <a:gd name="connsiteX5" fmla="*/ 0 w 4292599"/>
              <a:gd name="connsiteY5" fmla="*/ 3581400 h 6858000"/>
              <a:gd name="connsiteX6" fmla="*/ 573350 w 4292599"/>
              <a:gd name="connsiteY6" fmla="*/ 33258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92599" h="6858000">
                <a:moveTo>
                  <a:pt x="704485" y="0"/>
                </a:moveTo>
                <a:lnTo>
                  <a:pt x="4292599" y="0"/>
                </a:lnTo>
                <a:lnTo>
                  <a:pt x="4292599" y="6858000"/>
                </a:lnTo>
                <a:lnTo>
                  <a:pt x="584306" y="6858000"/>
                </a:lnTo>
                <a:lnTo>
                  <a:pt x="573350" y="6830215"/>
                </a:lnTo>
                <a:cubicBezTo>
                  <a:pt x="202430" y="5817182"/>
                  <a:pt x="0" y="4722931"/>
                  <a:pt x="0" y="3581400"/>
                </a:cubicBezTo>
                <a:cubicBezTo>
                  <a:pt x="0" y="2439869"/>
                  <a:pt x="202430" y="1345618"/>
                  <a:pt x="573350" y="332586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>
              <a:defRPr/>
            </a:lvl1pPr>
          </a:lstStyle>
          <a:p>
            <a:r>
              <a:rPr lang="fr-FR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920190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6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content with pictur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optitle 1">
            <a:extLst>
              <a:ext uri="{FF2B5EF4-FFF2-40B4-BE49-F238E27FC236}">
                <a16:creationId xmlns:a16="http://schemas.microsoft.com/office/drawing/2014/main" id="{2B79800B-FA87-9C3B-3D8E-1D09EF999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355" y="144313"/>
            <a:ext cx="7794704" cy="260499"/>
          </a:xfrm>
          <a:prstGeom prst="rect">
            <a:avLst/>
          </a:prstGeom>
        </p:spPr>
        <p:txBody>
          <a:bodyPr lIns="0" tIns="0" rIns="0" bIns="0" anchor="b"/>
          <a:lstStyle>
            <a:lvl1pPr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fr-FR" noProof="0"/>
              <a:t>Insert a top title here - must not exceed 1 line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5354" y="404666"/>
            <a:ext cx="11342769" cy="936771"/>
          </a:xfrm>
        </p:spPr>
        <p:txBody>
          <a:bodyPr lIns="0" tIns="0" rIns="0" bIns="0"/>
          <a:lstStyle>
            <a:lvl1pPr>
              <a:defRPr sz="2400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fr-FR"/>
              <a:t>Complete with a title here that carries your message on two lines at most for more </a:t>
            </a:r>
            <a:r>
              <a:rPr lang="fr-FR" noProof="0"/>
              <a:t>readability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3CF1B5-100D-FD95-AA1E-3E2F48083B0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3863" y="1341438"/>
            <a:ext cx="11342769" cy="3167062"/>
          </a:xfrm>
        </p:spPr>
        <p:txBody>
          <a:bodyPr lIns="0" tIns="36000" rIns="0" bIns="36000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29035D89-7B89-6229-706B-E4E52626A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4648200"/>
            <a:ext cx="12192000" cy="2209801"/>
          </a:xfrm>
          <a:custGeom>
            <a:avLst/>
            <a:gdLst>
              <a:gd name="connsiteX0" fmla="*/ 6019801 w 12192000"/>
              <a:gd name="connsiteY0" fmla="*/ 0 h 2209801"/>
              <a:gd name="connsiteX1" fmla="*/ 12022492 w 12192000"/>
              <a:gd name="connsiteY1" fmla="*/ 1226249 h 2209801"/>
              <a:gd name="connsiteX2" fmla="*/ 12192000 w 12192000"/>
              <a:gd name="connsiteY2" fmla="*/ 1327836 h 2209801"/>
              <a:gd name="connsiteX3" fmla="*/ 12192000 w 12192000"/>
              <a:gd name="connsiteY3" fmla="*/ 2209801 h 2209801"/>
              <a:gd name="connsiteX4" fmla="*/ 0 w 12192000"/>
              <a:gd name="connsiteY4" fmla="*/ 2209801 h 2209801"/>
              <a:gd name="connsiteX5" fmla="*/ 0 w 12192000"/>
              <a:gd name="connsiteY5" fmla="*/ 1236502 h 2209801"/>
              <a:gd name="connsiteX6" fmla="*/ 17108 w 12192000"/>
              <a:gd name="connsiteY6" fmla="*/ 1226249 h 2209801"/>
              <a:gd name="connsiteX7" fmla="*/ 6019801 w 12192000"/>
              <a:gd name="connsiteY7" fmla="*/ 0 h 2209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209801">
                <a:moveTo>
                  <a:pt x="6019801" y="0"/>
                </a:moveTo>
                <a:cubicBezTo>
                  <a:pt x="8518543" y="0"/>
                  <a:pt x="10721592" y="486418"/>
                  <a:pt x="12022492" y="1226249"/>
                </a:cubicBezTo>
                <a:lnTo>
                  <a:pt x="12192000" y="1327836"/>
                </a:lnTo>
                <a:lnTo>
                  <a:pt x="12192000" y="2209801"/>
                </a:lnTo>
                <a:lnTo>
                  <a:pt x="0" y="2209801"/>
                </a:lnTo>
                <a:lnTo>
                  <a:pt x="0" y="1236502"/>
                </a:lnTo>
                <a:lnTo>
                  <a:pt x="17108" y="1226249"/>
                </a:lnTo>
                <a:cubicBezTo>
                  <a:pt x="1318009" y="486418"/>
                  <a:pt x="3521057" y="0"/>
                  <a:pt x="601980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r>
              <a:rPr lang="fr-FR"/>
              <a:t>Insert image</a:t>
            </a:r>
          </a:p>
        </p:txBody>
      </p:sp>
      <p:sp>
        <p:nvSpPr>
          <p:cNvPr id="3" name="Chapter placeholder 1">
            <a:extLst>
              <a:ext uri="{FF2B5EF4-FFF2-40B4-BE49-F238E27FC236}">
                <a16:creationId xmlns:a16="http://schemas.microsoft.com/office/drawing/2014/main" id="{E84B0038-5254-66D7-AB07-2F18BE47D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20074" y="144166"/>
            <a:ext cx="3548064" cy="260647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fr-FR" noProof="0"/>
              <a:t>CHAPTER 1 – CHAPTER 2 – CHAPTER 3 </a:t>
            </a:r>
          </a:p>
        </p:txBody>
      </p:sp>
    </p:spTree>
    <p:extLst>
      <p:ext uri="{BB962C8B-B14F-4D97-AF65-F5344CB8AC3E}">
        <p14:creationId xmlns:p14="http://schemas.microsoft.com/office/powerpoint/2010/main" val="1844302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1 to 6 chap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4" descr="Chapter 1"/>
          <p:cNvSpPr>
            <a:spLocks noGrp="1"/>
          </p:cNvSpPr>
          <p:nvPr>
            <p:ph type="body" sz="quarter" idx="38" hasCustomPrompt="1"/>
          </p:nvPr>
        </p:nvSpPr>
        <p:spPr>
          <a:xfrm>
            <a:off x="423863" y="1341439"/>
            <a:ext cx="1329231" cy="725829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200" b="0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01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019238" y="1341439"/>
            <a:ext cx="7810561" cy="72582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>
              <a:buClr>
                <a:schemeClr val="bg2"/>
              </a:buClr>
              <a:buFontTx/>
              <a:buNone/>
              <a:defRPr sz="2200" i="0" cap="none" baseline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fr-FR" noProof="0"/>
              <a:t>Chapter 1</a:t>
            </a:r>
          </a:p>
        </p:txBody>
      </p:sp>
      <p:sp>
        <p:nvSpPr>
          <p:cNvPr id="30" name="Text Placeholder 8"/>
          <p:cNvSpPr>
            <a:spLocks noGrp="1"/>
          </p:cNvSpPr>
          <p:nvPr>
            <p:ph type="body" sz="quarter" idx="25" hasCustomPrompt="1"/>
          </p:nvPr>
        </p:nvSpPr>
        <p:spPr>
          <a:xfrm>
            <a:off x="10063445" y="1341439"/>
            <a:ext cx="1700834" cy="725829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l">
              <a:defRPr sz="1000" b="0" i="0" cap="none" baseline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45" name="Text Placeholder 4" descr="Chapter 2"/>
          <p:cNvSpPr>
            <a:spLocks noGrp="1"/>
          </p:cNvSpPr>
          <p:nvPr>
            <p:ph type="body" sz="quarter" idx="39" hasCustomPrompt="1"/>
          </p:nvPr>
        </p:nvSpPr>
        <p:spPr>
          <a:xfrm>
            <a:off x="423863" y="2175267"/>
            <a:ext cx="1329231" cy="725829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200" b="0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02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2019239" y="2175267"/>
            <a:ext cx="7810561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2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fr-FR" noProof="0"/>
              <a:t>Chapter 2</a:t>
            </a:r>
          </a:p>
        </p:txBody>
      </p:sp>
      <p:sp>
        <p:nvSpPr>
          <p:cNvPr id="35" name="Text Placeholder 8"/>
          <p:cNvSpPr>
            <a:spLocks noGrp="1"/>
          </p:cNvSpPr>
          <p:nvPr>
            <p:ph type="body" sz="quarter" idx="29" hasCustomPrompt="1"/>
          </p:nvPr>
        </p:nvSpPr>
        <p:spPr>
          <a:xfrm>
            <a:off x="10063445" y="2175267"/>
            <a:ext cx="1700834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46" name="Text Placeholder 4" descr="Chapter 3"/>
          <p:cNvSpPr>
            <a:spLocks noGrp="1"/>
          </p:cNvSpPr>
          <p:nvPr>
            <p:ph type="body" sz="quarter" idx="40" hasCustomPrompt="1"/>
          </p:nvPr>
        </p:nvSpPr>
        <p:spPr>
          <a:xfrm>
            <a:off x="423863" y="3009097"/>
            <a:ext cx="1329231" cy="725829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200" b="0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03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2019239" y="3009097"/>
            <a:ext cx="7810561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2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fr-FR" noProof="0"/>
              <a:t>Chapter 3</a:t>
            </a:r>
          </a:p>
        </p:txBody>
      </p:sp>
      <p:sp>
        <p:nvSpPr>
          <p:cNvPr id="34" name="Text Placeholder 8"/>
          <p:cNvSpPr>
            <a:spLocks noGrp="1"/>
          </p:cNvSpPr>
          <p:nvPr>
            <p:ph type="body" sz="quarter" idx="28" hasCustomPrompt="1"/>
          </p:nvPr>
        </p:nvSpPr>
        <p:spPr>
          <a:xfrm>
            <a:off x="10063445" y="3009097"/>
            <a:ext cx="1700834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47" name="Text Placeholder 4" descr="Chapter 4"/>
          <p:cNvSpPr>
            <a:spLocks noGrp="1"/>
          </p:cNvSpPr>
          <p:nvPr>
            <p:ph type="body" sz="quarter" idx="41" hasCustomPrompt="1"/>
          </p:nvPr>
        </p:nvSpPr>
        <p:spPr>
          <a:xfrm>
            <a:off x="423863" y="3842926"/>
            <a:ext cx="1329231" cy="725829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200" b="0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04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2019239" y="3842926"/>
            <a:ext cx="7810561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2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fr-FR" noProof="0"/>
              <a:t>Chapter 4</a:t>
            </a:r>
          </a:p>
        </p:txBody>
      </p:sp>
      <p:sp>
        <p:nvSpPr>
          <p:cNvPr id="33" name="Text Placeholder 8"/>
          <p:cNvSpPr>
            <a:spLocks noGrp="1"/>
          </p:cNvSpPr>
          <p:nvPr>
            <p:ph type="body" sz="quarter" idx="27" hasCustomPrompt="1"/>
          </p:nvPr>
        </p:nvSpPr>
        <p:spPr>
          <a:xfrm>
            <a:off x="10063445" y="3842926"/>
            <a:ext cx="1700834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48" name="Text Placeholder 4" descr="Chapter 5"/>
          <p:cNvSpPr>
            <a:spLocks noGrp="1"/>
          </p:cNvSpPr>
          <p:nvPr>
            <p:ph type="body" sz="quarter" idx="42" hasCustomPrompt="1"/>
          </p:nvPr>
        </p:nvSpPr>
        <p:spPr>
          <a:xfrm>
            <a:off x="423863" y="4676755"/>
            <a:ext cx="1329231" cy="725829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200" b="0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05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3" hasCustomPrompt="1"/>
          </p:nvPr>
        </p:nvSpPr>
        <p:spPr>
          <a:xfrm>
            <a:off x="2019239" y="4676755"/>
            <a:ext cx="7810561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2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fr-FR" noProof="0"/>
              <a:t>Chapter 5</a:t>
            </a:r>
          </a:p>
        </p:txBody>
      </p:sp>
      <p:sp>
        <p:nvSpPr>
          <p:cNvPr id="32" name="Text Placeholder 8"/>
          <p:cNvSpPr>
            <a:spLocks noGrp="1"/>
          </p:cNvSpPr>
          <p:nvPr>
            <p:ph type="body" sz="quarter" idx="26" hasCustomPrompt="1"/>
          </p:nvPr>
        </p:nvSpPr>
        <p:spPr>
          <a:xfrm>
            <a:off x="10063445" y="4676755"/>
            <a:ext cx="1700834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49" name="Text Placeholder 4" descr="Chapter 6"/>
          <p:cNvSpPr>
            <a:spLocks noGrp="1"/>
          </p:cNvSpPr>
          <p:nvPr>
            <p:ph type="body" sz="quarter" idx="43" hasCustomPrompt="1"/>
          </p:nvPr>
        </p:nvSpPr>
        <p:spPr>
          <a:xfrm>
            <a:off x="423863" y="5510585"/>
            <a:ext cx="1329231" cy="725829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200" b="0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06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30" hasCustomPrompt="1"/>
          </p:nvPr>
        </p:nvSpPr>
        <p:spPr>
          <a:xfrm>
            <a:off x="2019239" y="5510585"/>
            <a:ext cx="7810561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2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fr-FR" noProof="0"/>
              <a:t>Chapter 6</a:t>
            </a: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32" hasCustomPrompt="1"/>
          </p:nvPr>
        </p:nvSpPr>
        <p:spPr>
          <a:xfrm>
            <a:off x="10063445" y="5510585"/>
            <a:ext cx="1700834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236E38-5EBC-B8DE-F744-6D2A67268D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fr-FR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954037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1 to 10 chap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Placeholder 4" descr="Chapter 1"/>
          <p:cNvSpPr>
            <a:spLocks noGrp="1"/>
          </p:cNvSpPr>
          <p:nvPr>
            <p:ph type="body" sz="quarter" idx="56" hasCustomPrompt="1"/>
          </p:nvPr>
        </p:nvSpPr>
        <p:spPr>
          <a:xfrm>
            <a:off x="423985" y="1341438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01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019239" y="1341438"/>
            <a:ext cx="7962961" cy="392298"/>
          </a:xfrm>
          <a:prstGeom prst="rect">
            <a:avLst/>
          </a:prstGeom>
        </p:spPr>
        <p:txBody>
          <a:bodyPr wrap="square" tIns="0" bIns="0" anchor="ctr">
            <a:noAutofit/>
          </a:bodyPr>
          <a:lstStyle>
            <a:lvl1pPr marL="0" indent="0" algn="l">
              <a:buClr>
                <a:schemeClr val="bg2"/>
              </a:buClr>
              <a:buFontTx/>
              <a:buNone/>
              <a:defRPr sz="2000" i="0" cap="none" baseline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fr-FR" noProof="0"/>
              <a:t>Chapter 1</a:t>
            </a:r>
          </a:p>
        </p:txBody>
      </p:sp>
      <p:sp>
        <p:nvSpPr>
          <p:cNvPr id="30" name="Text Placeholder 8"/>
          <p:cNvSpPr>
            <a:spLocks noGrp="1"/>
          </p:cNvSpPr>
          <p:nvPr>
            <p:ph type="body" sz="quarter" idx="25" hasCustomPrompt="1"/>
          </p:nvPr>
        </p:nvSpPr>
        <p:spPr>
          <a:xfrm>
            <a:off x="10213096" y="1341438"/>
            <a:ext cx="1546213" cy="392298"/>
          </a:xfrm>
          <a:prstGeom prst="rect">
            <a:avLst/>
          </a:prstGeom>
        </p:spPr>
        <p:txBody>
          <a:bodyPr wrap="square" tIns="0" bIns="0" anchor="ctr">
            <a:noAutofit/>
          </a:bodyPr>
          <a:lstStyle>
            <a:lvl1pPr algn="l">
              <a:defRPr sz="1000" b="0" i="0" cap="none" baseline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43" name="Text Placeholder 4" descr="Chapter 2"/>
          <p:cNvSpPr>
            <a:spLocks noGrp="1"/>
          </p:cNvSpPr>
          <p:nvPr>
            <p:ph type="body" sz="quarter" idx="57" hasCustomPrompt="1"/>
          </p:nvPr>
        </p:nvSpPr>
        <p:spPr>
          <a:xfrm>
            <a:off x="423985" y="1841736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02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2019239" y="1841736"/>
            <a:ext cx="7962961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fr-FR" noProof="0"/>
              <a:t>Chapter 2</a:t>
            </a:r>
          </a:p>
        </p:txBody>
      </p:sp>
      <p:sp>
        <p:nvSpPr>
          <p:cNvPr id="35" name="Text Placeholder 8"/>
          <p:cNvSpPr>
            <a:spLocks noGrp="1"/>
          </p:cNvSpPr>
          <p:nvPr>
            <p:ph type="body" sz="quarter" idx="29" hasCustomPrompt="1"/>
          </p:nvPr>
        </p:nvSpPr>
        <p:spPr>
          <a:xfrm>
            <a:off x="10213095" y="1841736"/>
            <a:ext cx="1546213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48" name="Text Placeholder 4" descr="Chapter 3"/>
          <p:cNvSpPr>
            <a:spLocks noGrp="1"/>
          </p:cNvSpPr>
          <p:nvPr>
            <p:ph type="body" sz="quarter" idx="58" hasCustomPrompt="1"/>
          </p:nvPr>
        </p:nvSpPr>
        <p:spPr>
          <a:xfrm>
            <a:off x="423985" y="2342033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03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2019239" y="2342033"/>
            <a:ext cx="7962961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fr-FR" noProof="0"/>
              <a:t>Chapter 3</a:t>
            </a:r>
          </a:p>
        </p:txBody>
      </p:sp>
      <p:sp>
        <p:nvSpPr>
          <p:cNvPr id="34" name="Text Placeholder 8"/>
          <p:cNvSpPr>
            <a:spLocks noGrp="1"/>
          </p:cNvSpPr>
          <p:nvPr>
            <p:ph type="body" sz="quarter" idx="28" hasCustomPrompt="1"/>
          </p:nvPr>
        </p:nvSpPr>
        <p:spPr>
          <a:xfrm>
            <a:off x="10213095" y="2342033"/>
            <a:ext cx="1546213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59" name="Text Placeholder 4" descr="Chapter 4"/>
          <p:cNvSpPr>
            <a:spLocks noGrp="1"/>
          </p:cNvSpPr>
          <p:nvPr>
            <p:ph type="body" sz="quarter" idx="59" hasCustomPrompt="1"/>
          </p:nvPr>
        </p:nvSpPr>
        <p:spPr>
          <a:xfrm>
            <a:off x="423985" y="2842331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04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2019239" y="2842331"/>
            <a:ext cx="7962961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fr-FR" noProof="0"/>
              <a:t>Chapter 4</a:t>
            </a:r>
          </a:p>
        </p:txBody>
      </p:sp>
      <p:sp>
        <p:nvSpPr>
          <p:cNvPr id="33" name="Text Placeholder 8"/>
          <p:cNvSpPr>
            <a:spLocks noGrp="1"/>
          </p:cNvSpPr>
          <p:nvPr>
            <p:ph type="body" sz="quarter" idx="27" hasCustomPrompt="1"/>
          </p:nvPr>
        </p:nvSpPr>
        <p:spPr>
          <a:xfrm>
            <a:off x="10213095" y="2842331"/>
            <a:ext cx="1546213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60" name="Text Placeholder 4" descr="Chapter 5"/>
          <p:cNvSpPr>
            <a:spLocks noGrp="1"/>
          </p:cNvSpPr>
          <p:nvPr>
            <p:ph type="body" sz="quarter" idx="60" hasCustomPrompt="1"/>
          </p:nvPr>
        </p:nvSpPr>
        <p:spPr>
          <a:xfrm>
            <a:off x="423985" y="3342629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05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30" hasCustomPrompt="1"/>
          </p:nvPr>
        </p:nvSpPr>
        <p:spPr>
          <a:xfrm>
            <a:off x="2019239" y="3342629"/>
            <a:ext cx="7962961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fr-FR" noProof="0"/>
              <a:t>Chapter 5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32" hasCustomPrompt="1"/>
          </p:nvPr>
        </p:nvSpPr>
        <p:spPr>
          <a:xfrm>
            <a:off x="10213095" y="3342629"/>
            <a:ext cx="1546213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61" name="Text Placeholder 4" descr="Chapter 6"/>
          <p:cNvSpPr>
            <a:spLocks noGrp="1"/>
          </p:cNvSpPr>
          <p:nvPr>
            <p:ph type="body" sz="quarter" idx="61" hasCustomPrompt="1"/>
          </p:nvPr>
        </p:nvSpPr>
        <p:spPr>
          <a:xfrm>
            <a:off x="423985" y="3842926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06</a:t>
            </a:r>
          </a:p>
        </p:txBody>
      </p:sp>
      <p:sp>
        <p:nvSpPr>
          <p:cNvPr id="25" name="Text Placeholder 8"/>
          <p:cNvSpPr>
            <a:spLocks noGrp="1"/>
          </p:cNvSpPr>
          <p:nvPr>
            <p:ph type="body" sz="quarter" idx="33" hasCustomPrompt="1"/>
          </p:nvPr>
        </p:nvSpPr>
        <p:spPr>
          <a:xfrm>
            <a:off x="2019239" y="3842926"/>
            <a:ext cx="7962961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fr-FR" noProof="0"/>
              <a:t>Chapter 6</a:t>
            </a:r>
          </a:p>
        </p:txBody>
      </p:sp>
      <p:sp>
        <p:nvSpPr>
          <p:cNvPr id="31" name="Text Placeholder 8"/>
          <p:cNvSpPr>
            <a:spLocks noGrp="1"/>
          </p:cNvSpPr>
          <p:nvPr>
            <p:ph type="body" sz="quarter" idx="38" hasCustomPrompt="1"/>
          </p:nvPr>
        </p:nvSpPr>
        <p:spPr>
          <a:xfrm>
            <a:off x="10213095" y="3842926"/>
            <a:ext cx="1546213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62" name="Text Placeholder 4" descr="Chapter 7"/>
          <p:cNvSpPr>
            <a:spLocks noGrp="1"/>
          </p:cNvSpPr>
          <p:nvPr>
            <p:ph type="body" sz="quarter" idx="62" hasCustomPrompt="1"/>
          </p:nvPr>
        </p:nvSpPr>
        <p:spPr>
          <a:xfrm>
            <a:off x="423985" y="4343224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07</a:t>
            </a:r>
          </a:p>
        </p:txBody>
      </p:sp>
      <p:sp>
        <p:nvSpPr>
          <p:cNvPr id="27" name="Text Placeholder 8"/>
          <p:cNvSpPr>
            <a:spLocks noGrp="1"/>
          </p:cNvSpPr>
          <p:nvPr>
            <p:ph type="body" sz="quarter" idx="35" hasCustomPrompt="1"/>
          </p:nvPr>
        </p:nvSpPr>
        <p:spPr>
          <a:xfrm>
            <a:off x="2019239" y="4343224"/>
            <a:ext cx="7962961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fr-FR" noProof="0"/>
              <a:t>Chapter 7</a:t>
            </a:r>
          </a:p>
        </p:txBody>
      </p:sp>
      <p:sp>
        <p:nvSpPr>
          <p:cNvPr id="29" name="Text Placeholder 8"/>
          <p:cNvSpPr>
            <a:spLocks noGrp="1"/>
          </p:cNvSpPr>
          <p:nvPr>
            <p:ph type="body" sz="quarter" idx="37" hasCustomPrompt="1"/>
          </p:nvPr>
        </p:nvSpPr>
        <p:spPr>
          <a:xfrm>
            <a:off x="10213095" y="4343224"/>
            <a:ext cx="1546213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63" name="Text Placeholder 4" descr="Chapter 8"/>
          <p:cNvSpPr>
            <a:spLocks noGrp="1"/>
          </p:cNvSpPr>
          <p:nvPr>
            <p:ph type="body" sz="quarter" idx="63" hasCustomPrompt="1"/>
          </p:nvPr>
        </p:nvSpPr>
        <p:spPr>
          <a:xfrm>
            <a:off x="423985" y="4843521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08</a:t>
            </a:r>
          </a:p>
        </p:txBody>
      </p:sp>
      <p:sp>
        <p:nvSpPr>
          <p:cNvPr id="39" name="Text Placeholder 8"/>
          <p:cNvSpPr>
            <a:spLocks noGrp="1"/>
          </p:cNvSpPr>
          <p:nvPr>
            <p:ph type="body" sz="quarter" idx="39" hasCustomPrompt="1"/>
          </p:nvPr>
        </p:nvSpPr>
        <p:spPr>
          <a:xfrm>
            <a:off x="2019239" y="4843521"/>
            <a:ext cx="7962961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fr-FR" noProof="0"/>
              <a:t>Chapter 8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41" hasCustomPrompt="1"/>
          </p:nvPr>
        </p:nvSpPr>
        <p:spPr>
          <a:xfrm>
            <a:off x="10213095" y="4843521"/>
            <a:ext cx="1546213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64" name="Text Placeholder 4" descr="Chapter 9"/>
          <p:cNvSpPr>
            <a:spLocks noGrp="1"/>
          </p:cNvSpPr>
          <p:nvPr>
            <p:ph type="body" sz="quarter" idx="64" hasCustomPrompt="1"/>
          </p:nvPr>
        </p:nvSpPr>
        <p:spPr>
          <a:xfrm>
            <a:off x="423985" y="5343819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09</a:t>
            </a:r>
          </a:p>
        </p:txBody>
      </p:sp>
      <p:sp>
        <p:nvSpPr>
          <p:cNvPr id="42" name="Text Placeholder 8"/>
          <p:cNvSpPr>
            <a:spLocks noGrp="1"/>
          </p:cNvSpPr>
          <p:nvPr>
            <p:ph type="body" sz="quarter" idx="42" hasCustomPrompt="1"/>
          </p:nvPr>
        </p:nvSpPr>
        <p:spPr>
          <a:xfrm>
            <a:off x="2019239" y="5343819"/>
            <a:ext cx="7962961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fr-FR" noProof="0"/>
              <a:t>Chapter 9</a:t>
            </a:r>
          </a:p>
        </p:txBody>
      </p:sp>
      <p:sp>
        <p:nvSpPr>
          <p:cNvPr id="44" name="Text Placeholder 8"/>
          <p:cNvSpPr>
            <a:spLocks noGrp="1"/>
          </p:cNvSpPr>
          <p:nvPr>
            <p:ph type="body" sz="quarter" idx="44" hasCustomPrompt="1"/>
          </p:nvPr>
        </p:nvSpPr>
        <p:spPr>
          <a:xfrm>
            <a:off x="10213095" y="5343819"/>
            <a:ext cx="1546213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65" name="Text Placeholder 4" descr="Chapter 10"/>
          <p:cNvSpPr>
            <a:spLocks noGrp="1"/>
          </p:cNvSpPr>
          <p:nvPr>
            <p:ph type="body" sz="quarter" idx="65" hasCustomPrompt="1"/>
          </p:nvPr>
        </p:nvSpPr>
        <p:spPr>
          <a:xfrm>
            <a:off x="423985" y="5844116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10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3" hasCustomPrompt="1"/>
          </p:nvPr>
        </p:nvSpPr>
        <p:spPr>
          <a:xfrm>
            <a:off x="2019239" y="5844116"/>
            <a:ext cx="7962961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fr-FR" noProof="0"/>
              <a:t>Chapter 10</a:t>
            </a:r>
          </a:p>
        </p:txBody>
      </p:sp>
      <p:sp>
        <p:nvSpPr>
          <p:cNvPr id="32" name="Text Placeholder 8"/>
          <p:cNvSpPr>
            <a:spLocks noGrp="1"/>
          </p:cNvSpPr>
          <p:nvPr>
            <p:ph type="body" sz="quarter" idx="26" hasCustomPrompt="1"/>
          </p:nvPr>
        </p:nvSpPr>
        <p:spPr>
          <a:xfrm>
            <a:off x="10213095" y="5844116"/>
            <a:ext cx="1546213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5B47C4-F2C3-EE7D-17FA-2B6721573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4" y="404664"/>
            <a:ext cx="11342769" cy="936774"/>
          </a:xfrm>
        </p:spPr>
        <p:txBody>
          <a:bodyPr/>
          <a:lstStyle>
            <a:lvl1pPr>
              <a:defRPr sz="2400"/>
            </a:lvl1pPr>
          </a:lstStyle>
          <a:p>
            <a:r>
              <a:rPr lang="fr-FR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156034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gradi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FB919E34-A1C7-6BE5-FBE3-7C590F12DEE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423862" y="1351478"/>
            <a:ext cx="5443538" cy="1219200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None/>
              <a:defRPr sz="8800" b="0" i="0">
                <a:solidFill>
                  <a:schemeClr val="bg2">
                    <a:lumMod val="100000"/>
                  </a:schemeClr>
                </a:solidFill>
                <a:latin typeface="+mn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1.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5D24991-9593-6011-4D88-250D013FC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6600825" y="0"/>
            <a:ext cx="5591175" cy="6858000"/>
          </a:xfrm>
          <a:custGeom>
            <a:avLst/>
            <a:gdLst>
              <a:gd name="connsiteX0" fmla="*/ 705085 w 5591175"/>
              <a:gd name="connsiteY0" fmla="*/ 0 h 6858000"/>
              <a:gd name="connsiteX1" fmla="*/ 5591175 w 5591175"/>
              <a:gd name="connsiteY1" fmla="*/ 0 h 6858000"/>
              <a:gd name="connsiteX2" fmla="*/ 5591175 w 5591175"/>
              <a:gd name="connsiteY2" fmla="*/ 6858000 h 6858000"/>
              <a:gd name="connsiteX3" fmla="*/ 622198 w 5591175"/>
              <a:gd name="connsiteY3" fmla="*/ 6858000 h 6858000"/>
              <a:gd name="connsiteX4" fmla="*/ 557757 w 5591175"/>
              <a:gd name="connsiteY4" fmla="*/ 6694566 h 6858000"/>
              <a:gd name="connsiteX5" fmla="*/ 0 w 5591175"/>
              <a:gd name="connsiteY5" fmla="*/ 3534111 h 6858000"/>
              <a:gd name="connsiteX6" fmla="*/ 557757 w 5591175"/>
              <a:gd name="connsiteY6" fmla="*/ 37365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91175" h="6858000">
                <a:moveTo>
                  <a:pt x="705085" y="0"/>
                </a:moveTo>
                <a:lnTo>
                  <a:pt x="5591175" y="0"/>
                </a:lnTo>
                <a:lnTo>
                  <a:pt x="5591175" y="6858000"/>
                </a:lnTo>
                <a:lnTo>
                  <a:pt x="622198" y="6858000"/>
                </a:lnTo>
                <a:lnTo>
                  <a:pt x="557757" y="6694566"/>
                </a:lnTo>
                <a:cubicBezTo>
                  <a:pt x="196925" y="5709086"/>
                  <a:pt x="0" y="4644596"/>
                  <a:pt x="0" y="3534111"/>
                </a:cubicBezTo>
                <a:cubicBezTo>
                  <a:pt x="0" y="2423627"/>
                  <a:pt x="196925" y="1359136"/>
                  <a:pt x="557757" y="373656"/>
                </a:cubicBez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bg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2"/>
              </a:solidFill>
              <a:ea typeface="+mj-ea"/>
              <a:cs typeface="+mj-cs"/>
            </a:endParaRPr>
          </a:p>
        </p:txBody>
      </p:sp>
      <p:grpSp>
        <p:nvGrpSpPr>
          <p:cNvPr id="20" name="Strokes">
            <a:extLst>
              <a:ext uri="{FF2B5EF4-FFF2-40B4-BE49-F238E27FC236}">
                <a16:creationId xmlns:a16="http://schemas.microsoft.com/office/drawing/2014/main" id="{0B58CFC9-C855-8C8C-2C84-41B14641E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448800" y="-38315"/>
            <a:ext cx="1665950" cy="6935067"/>
            <a:chOff x="5268685" y="-38315"/>
            <a:chExt cx="1665950" cy="6935067"/>
          </a:xfrm>
        </p:grpSpPr>
        <p:sp>
          <p:nvSpPr>
            <p:cNvPr id="18" name="Graphic 2">
              <a:extLst>
                <a:ext uri="{FF2B5EF4-FFF2-40B4-BE49-F238E27FC236}">
                  <a16:creationId xmlns:a16="http://schemas.microsoft.com/office/drawing/2014/main" id="{22505BBA-9534-53A1-8A03-39AB2B1A10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268685" y="-19374"/>
              <a:ext cx="1196776" cy="6915472"/>
            </a:xfrm>
            <a:custGeom>
              <a:avLst/>
              <a:gdLst>
                <a:gd name="connsiteX0" fmla="*/ 53775 w 1196776"/>
                <a:gd name="connsiteY0" fmla="*/ 0 h 6915472"/>
                <a:gd name="connsiteX1" fmla="*/ 1196776 w 1196776"/>
                <a:gd name="connsiteY1" fmla="*/ 6915473 h 6915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6776" h="6915472">
                  <a:moveTo>
                    <a:pt x="53775" y="0"/>
                  </a:moveTo>
                  <a:cubicBezTo>
                    <a:pt x="53775" y="0"/>
                    <a:pt x="-376429" y="3291621"/>
                    <a:pt x="1196776" y="6915473"/>
                  </a:cubicBezTo>
                </a:path>
              </a:pathLst>
            </a:custGeom>
            <a:noFill/>
            <a:ln w="28575" cap="flat" cmpd="sng" algn="ctr">
              <a:solidFill>
                <a:schemeClr val="tx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Graphic 1">
              <a:extLst>
                <a:ext uri="{FF2B5EF4-FFF2-40B4-BE49-F238E27FC236}">
                  <a16:creationId xmlns:a16="http://schemas.microsoft.com/office/drawing/2014/main" id="{DB4214DF-70DF-B49D-4AC2-1DC59C982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42443" y="-38315"/>
              <a:ext cx="1492192" cy="6935067"/>
            </a:xfrm>
            <a:custGeom>
              <a:avLst/>
              <a:gdLst>
                <a:gd name="connsiteX0" fmla="*/ 1492192 w 1492192"/>
                <a:gd name="connsiteY0" fmla="*/ 0 h 6935067"/>
                <a:gd name="connsiteX1" fmla="*/ 13911 w 1492192"/>
                <a:gd name="connsiteY1" fmla="*/ 6935067 h 6935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2192" h="6935067">
                  <a:moveTo>
                    <a:pt x="1492192" y="0"/>
                  </a:moveTo>
                  <a:cubicBezTo>
                    <a:pt x="1492192" y="0"/>
                    <a:pt x="-167881" y="2988780"/>
                    <a:pt x="13911" y="6935067"/>
                  </a:cubicBezTo>
                </a:path>
              </a:pathLst>
            </a:custGeom>
            <a:noFill/>
            <a:ln w="28575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E1836B4-830D-5B1B-BD6F-E2169BA9C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2570677"/>
            <a:ext cx="5443538" cy="1219199"/>
          </a:xfrm>
        </p:spPr>
        <p:txBody>
          <a:bodyPr/>
          <a:lstStyle>
            <a:lvl1pPr>
              <a:defRPr sz="3600">
                <a:latin typeface="+mn-lt"/>
              </a:defRPr>
            </a:lvl1pPr>
          </a:lstStyle>
          <a:p>
            <a:pPr lvl="0"/>
            <a:r>
              <a:rPr lang="fr-FR" noProof="0"/>
              <a:t>Chapter</a:t>
            </a:r>
            <a:br>
              <a:rPr lang="fr-FR" noProof="0"/>
            </a:br>
            <a:r>
              <a:rPr lang="fr-FR" noProof="0"/>
              <a:t>divider</a:t>
            </a:r>
          </a:p>
        </p:txBody>
      </p:sp>
    </p:spTree>
    <p:extLst>
      <p:ext uri="{BB962C8B-B14F-4D97-AF65-F5344CB8AC3E}">
        <p14:creationId xmlns:p14="http://schemas.microsoft.com/office/powerpoint/2010/main" val="60883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ibra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423862" y="1351478"/>
            <a:ext cx="5443538" cy="1219200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None/>
              <a:defRPr sz="8800" b="0" i="0">
                <a:solidFill>
                  <a:schemeClr val="bg2">
                    <a:lumMod val="100000"/>
                  </a:schemeClr>
                </a:solidFill>
                <a:latin typeface="+mn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1.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1CDD358-1B24-A515-51A2-F0CEB125A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6600825" y="0"/>
            <a:ext cx="5591175" cy="6858000"/>
          </a:xfrm>
          <a:custGeom>
            <a:avLst/>
            <a:gdLst>
              <a:gd name="connsiteX0" fmla="*/ 705085 w 5591175"/>
              <a:gd name="connsiteY0" fmla="*/ 0 h 6858000"/>
              <a:gd name="connsiteX1" fmla="*/ 5591175 w 5591175"/>
              <a:gd name="connsiteY1" fmla="*/ 0 h 6858000"/>
              <a:gd name="connsiteX2" fmla="*/ 5591175 w 5591175"/>
              <a:gd name="connsiteY2" fmla="*/ 6858000 h 6858000"/>
              <a:gd name="connsiteX3" fmla="*/ 622198 w 5591175"/>
              <a:gd name="connsiteY3" fmla="*/ 6858000 h 6858000"/>
              <a:gd name="connsiteX4" fmla="*/ 557757 w 5591175"/>
              <a:gd name="connsiteY4" fmla="*/ 6694566 h 6858000"/>
              <a:gd name="connsiteX5" fmla="*/ 0 w 5591175"/>
              <a:gd name="connsiteY5" fmla="*/ 3534111 h 6858000"/>
              <a:gd name="connsiteX6" fmla="*/ 557757 w 5591175"/>
              <a:gd name="connsiteY6" fmla="*/ 37365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91175" h="6858000">
                <a:moveTo>
                  <a:pt x="705085" y="0"/>
                </a:moveTo>
                <a:lnTo>
                  <a:pt x="5591175" y="0"/>
                </a:lnTo>
                <a:lnTo>
                  <a:pt x="5591175" y="6858000"/>
                </a:lnTo>
                <a:lnTo>
                  <a:pt x="622198" y="6858000"/>
                </a:lnTo>
                <a:lnTo>
                  <a:pt x="557757" y="6694566"/>
                </a:lnTo>
                <a:cubicBezTo>
                  <a:pt x="196925" y="5709086"/>
                  <a:pt x="0" y="4644596"/>
                  <a:pt x="0" y="3534111"/>
                </a:cubicBezTo>
                <a:cubicBezTo>
                  <a:pt x="0" y="2423627"/>
                  <a:pt x="196925" y="1359136"/>
                  <a:pt x="557757" y="373656"/>
                </a:cubicBezTo>
                <a:close/>
              </a:path>
            </a:pathLst>
          </a:custGeom>
          <a:solidFill>
            <a:schemeClr val="bg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2"/>
              </a:solidFill>
              <a:ea typeface="+mj-ea"/>
              <a:cs typeface="+mj-cs"/>
            </a:endParaRPr>
          </a:p>
        </p:txBody>
      </p:sp>
      <p:grpSp>
        <p:nvGrpSpPr>
          <p:cNvPr id="20" name="Strokes">
            <a:extLst>
              <a:ext uri="{FF2B5EF4-FFF2-40B4-BE49-F238E27FC236}">
                <a16:creationId xmlns:a16="http://schemas.microsoft.com/office/drawing/2014/main" id="{0B58CFC9-C855-8C8C-2C84-41B14641E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448800" y="-38315"/>
            <a:ext cx="1665950" cy="6935067"/>
            <a:chOff x="5268685" y="-38315"/>
            <a:chExt cx="1665950" cy="6935067"/>
          </a:xfrm>
        </p:grpSpPr>
        <p:sp>
          <p:nvSpPr>
            <p:cNvPr id="18" name="Graphic 2">
              <a:extLst>
                <a:ext uri="{FF2B5EF4-FFF2-40B4-BE49-F238E27FC236}">
                  <a16:creationId xmlns:a16="http://schemas.microsoft.com/office/drawing/2014/main" id="{22505BBA-9534-53A1-8A03-39AB2B1A10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268685" y="-19374"/>
              <a:ext cx="1196776" cy="6915472"/>
            </a:xfrm>
            <a:custGeom>
              <a:avLst/>
              <a:gdLst>
                <a:gd name="connsiteX0" fmla="*/ 53775 w 1196776"/>
                <a:gd name="connsiteY0" fmla="*/ 0 h 6915472"/>
                <a:gd name="connsiteX1" fmla="*/ 1196776 w 1196776"/>
                <a:gd name="connsiteY1" fmla="*/ 6915473 h 6915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6776" h="6915472">
                  <a:moveTo>
                    <a:pt x="53775" y="0"/>
                  </a:moveTo>
                  <a:cubicBezTo>
                    <a:pt x="53775" y="0"/>
                    <a:pt x="-376429" y="3291621"/>
                    <a:pt x="1196776" y="6915473"/>
                  </a:cubicBezTo>
                </a:path>
              </a:pathLst>
            </a:custGeom>
            <a:noFill/>
            <a:ln w="28575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Graphic 1">
              <a:extLst>
                <a:ext uri="{FF2B5EF4-FFF2-40B4-BE49-F238E27FC236}">
                  <a16:creationId xmlns:a16="http://schemas.microsoft.com/office/drawing/2014/main" id="{DB4214DF-70DF-B49D-4AC2-1DC59C982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42443" y="-38315"/>
              <a:ext cx="1492192" cy="6935067"/>
            </a:xfrm>
            <a:custGeom>
              <a:avLst/>
              <a:gdLst>
                <a:gd name="connsiteX0" fmla="*/ 1492192 w 1492192"/>
                <a:gd name="connsiteY0" fmla="*/ 0 h 6935067"/>
                <a:gd name="connsiteX1" fmla="*/ 13911 w 1492192"/>
                <a:gd name="connsiteY1" fmla="*/ 6935067 h 6935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2192" h="6935067">
                  <a:moveTo>
                    <a:pt x="1492192" y="0"/>
                  </a:moveTo>
                  <a:cubicBezTo>
                    <a:pt x="1492192" y="0"/>
                    <a:pt x="-167881" y="2988780"/>
                    <a:pt x="13911" y="6935067"/>
                  </a:cubicBezTo>
                </a:path>
              </a:pathLst>
            </a:custGeom>
            <a:noFill/>
            <a:ln w="28575" cap="flat" cmpd="sng" algn="ctr">
              <a:solidFill>
                <a:schemeClr val="bg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78A0290B-3051-1D42-DD53-7F86983E1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2570677"/>
            <a:ext cx="5443538" cy="1219199"/>
          </a:xfrm>
        </p:spPr>
        <p:txBody>
          <a:bodyPr/>
          <a:lstStyle>
            <a:lvl1pPr>
              <a:defRPr sz="3600">
                <a:latin typeface="+mn-lt"/>
              </a:defRPr>
            </a:lvl1pPr>
          </a:lstStyle>
          <a:p>
            <a:pPr lvl="0"/>
            <a:r>
              <a:rPr lang="fr-FR" noProof="0"/>
              <a:t>Chapter</a:t>
            </a:r>
            <a:br>
              <a:rPr lang="fr-FR" noProof="0"/>
            </a:br>
            <a:r>
              <a:rPr lang="fr-FR" noProof="0"/>
              <a:t>divider</a:t>
            </a:r>
          </a:p>
        </p:txBody>
      </p:sp>
    </p:spTree>
    <p:extLst>
      <p:ext uri="{BB962C8B-B14F-4D97-AF65-F5344CB8AC3E}">
        <p14:creationId xmlns:p14="http://schemas.microsoft.com/office/powerpoint/2010/main" val="28516281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eep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423862" y="1351478"/>
            <a:ext cx="5443538" cy="1219200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None/>
              <a:defRPr sz="8800" b="0" i="0">
                <a:solidFill>
                  <a:schemeClr val="bg2">
                    <a:lumMod val="100000"/>
                  </a:schemeClr>
                </a:solidFill>
                <a:latin typeface="+mn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1.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3FC7270-1DEF-7AE3-DFB3-5C02ABBD4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6600825" y="0"/>
            <a:ext cx="5591175" cy="6858000"/>
          </a:xfrm>
          <a:custGeom>
            <a:avLst/>
            <a:gdLst>
              <a:gd name="connsiteX0" fmla="*/ 705085 w 5591175"/>
              <a:gd name="connsiteY0" fmla="*/ 0 h 6858000"/>
              <a:gd name="connsiteX1" fmla="*/ 5591175 w 5591175"/>
              <a:gd name="connsiteY1" fmla="*/ 0 h 6858000"/>
              <a:gd name="connsiteX2" fmla="*/ 5591175 w 5591175"/>
              <a:gd name="connsiteY2" fmla="*/ 6858000 h 6858000"/>
              <a:gd name="connsiteX3" fmla="*/ 622198 w 5591175"/>
              <a:gd name="connsiteY3" fmla="*/ 6858000 h 6858000"/>
              <a:gd name="connsiteX4" fmla="*/ 557757 w 5591175"/>
              <a:gd name="connsiteY4" fmla="*/ 6694566 h 6858000"/>
              <a:gd name="connsiteX5" fmla="*/ 0 w 5591175"/>
              <a:gd name="connsiteY5" fmla="*/ 3534111 h 6858000"/>
              <a:gd name="connsiteX6" fmla="*/ 557757 w 5591175"/>
              <a:gd name="connsiteY6" fmla="*/ 37365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91175" h="6858000">
                <a:moveTo>
                  <a:pt x="705085" y="0"/>
                </a:moveTo>
                <a:lnTo>
                  <a:pt x="5591175" y="0"/>
                </a:lnTo>
                <a:lnTo>
                  <a:pt x="5591175" y="6858000"/>
                </a:lnTo>
                <a:lnTo>
                  <a:pt x="622198" y="6858000"/>
                </a:lnTo>
                <a:lnTo>
                  <a:pt x="557757" y="6694566"/>
                </a:lnTo>
                <a:cubicBezTo>
                  <a:pt x="196925" y="5709086"/>
                  <a:pt x="0" y="4644596"/>
                  <a:pt x="0" y="3534111"/>
                </a:cubicBezTo>
                <a:cubicBezTo>
                  <a:pt x="0" y="2423627"/>
                  <a:pt x="196925" y="1359136"/>
                  <a:pt x="557757" y="373656"/>
                </a:cubicBezTo>
                <a:close/>
              </a:path>
            </a:pathLst>
          </a:custGeom>
          <a:solidFill>
            <a:schemeClr val="accent3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2"/>
              </a:solidFill>
              <a:ea typeface="+mj-ea"/>
              <a:cs typeface="+mj-cs"/>
            </a:endParaRPr>
          </a:p>
        </p:txBody>
      </p:sp>
      <p:grpSp>
        <p:nvGrpSpPr>
          <p:cNvPr id="20" name="Strokes">
            <a:extLst>
              <a:ext uri="{FF2B5EF4-FFF2-40B4-BE49-F238E27FC236}">
                <a16:creationId xmlns:a16="http://schemas.microsoft.com/office/drawing/2014/main" id="{0B58CFC9-C855-8C8C-2C84-41B14641E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448800" y="-38315"/>
            <a:ext cx="1665950" cy="6935067"/>
            <a:chOff x="5268685" y="-38315"/>
            <a:chExt cx="1665950" cy="6935067"/>
          </a:xfrm>
        </p:grpSpPr>
        <p:sp>
          <p:nvSpPr>
            <p:cNvPr id="18" name="Graphic 2">
              <a:extLst>
                <a:ext uri="{FF2B5EF4-FFF2-40B4-BE49-F238E27FC236}">
                  <a16:creationId xmlns:a16="http://schemas.microsoft.com/office/drawing/2014/main" id="{22505BBA-9534-53A1-8A03-39AB2B1A10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268685" y="-19374"/>
              <a:ext cx="1196776" cy="6915472"/>
            </a:xfrm>
            <a:custGeom>
              <a:avLst/>
              <a:gdLst>
                <a:gd name="connsiteX0" fmla="*/ 53775 w 1196776"/>
                <a:gd name="connsiteY0" fmla="*/ 0 h 6915472"/>
                <a:gd name="connsiteX1" fmla="*/ 1196776 w 1196776"/>
                <a:gd name="connsiteY1" fmla="*/ 6915473 h 6915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6776" h="6915472">
                  <a:moveTo>
                    <a:pt x="53775" y="0"/>
                  </a:moveTo>
                  <a:cubicBezTo>
                    <a:pt x="53775" y="0"/>
                    <a:pt x="-376429" y="3291621"/>
                    <a:pt x="1196776" y="6915473"/>
                  </a:cubicBezTo>
                </a:path>
              </a:pathLst>
            </a:custGeom>
            <a:noFill/>
            <a:ln w="28575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Graphic 1">
              <a:extLst>
                <a:ext uri="{FF2B5EF4-FFF2-40B4-BE49-F238E27FC236}">
                  <a16:creationId xmlns:a16="http://schemas.microsoft.com/office/drawing/2014/main" id="{DB4214DF-70DF-B49D-4AC2-1DC59C982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42443" y="-38315"/>
              <a:ext cx="1492192" cy="6935067"/>
            </a:xfrm>
            <a:custGeom>
              <a:avLst/>
              <a:gdLst>
                <a:gd name="connsiteX0" fmla="*/ 1492192 w 1492192"/>
                <a:gd name="connsiteY0" fmla="*/ 0 h 6935067"/>
                <a:gd name="connsiteX1" fmla="*/ 13911 w 1492192"/>
                <a:gd name="connsiteY1" fmla="*/ 6935067 h 6935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2192" h="6935067">
                  <a:moveTo>
                    <a:pt x="1492192" y="0"/>
                  </a:moveTo>
                  <a:cubicBezTo>
                    <a:pt x="1492192" y="0"/>
                    <a:pt x="-167881" y="2988780"/>
                    <a:pt x="13911" y="6935067"/>
                  </a:cubicBezTo>
                </a:path>
              </a:pathLst>
            </a:custGeom>
            <a:noFill/>
            <a:ln w="28575" cap="flat" cmpd="sng" algn="ctr">
              <a:solidFill>
                <a:schemeClr val="bg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348DA029-BA70-021C-A4EF-12082A2D5F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2570678"/>
            <a:ext cx="5443538" cy="1219200"/>
          </a:xfrm>
        </p:spPr>
        <p:txBody>
          <a:bodyPr/>
          <a:lstStyle>
            <a:lvl1pPr>
              <a:defRPr sz="3600">
                <a:latin typeface="+mn-lt"/>
              </a:defRPr>
            </a:lvl1pPr>
          </a:lstStyle>
          <a:p>
            <a:pPr lvl="0"/>
            <a:r>
              <a:rPr lang="fr-FR" noProof="0"/>
              <a:t>Chapter</a:t>
            </a:r>
            <a:br>
              <a:rPr lang="fr-FR" noProof="0"/>
            </a:br>
            <a:r>
              <a:rPr lang="fr-FR" noProof="0"/>
              <a:t>divider</a:t>
            </a:r>
          </a:p>
        </p:txBody>
      </p:sp>
    </p:spTree>
    <p:extLst>
      <p:ext uri="{BB962C8B-B14F-4D97-AF65-F5344CB8AC3E}">
        <p14:creationId xmlns:p14="http://schemas.microsoft.com/office/powerpoint/2010/main" val="157076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8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whit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423862" y="1344719"/>
            <a:ext cx="5443538" cy="1219200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None/>
              <a:defRPr sz="8800" b="0" i="0">
                <a:solidFill>
                  <a:schemeClr val="bg2">
                    <a:lumMod val="100000"/>
                  </a:schemeClr>
                </a:solidFill>
                <a:latin typeface="+mn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1.</a:t>
            </a:r>
          </a:p>
        </p:txBody>
      </p:sp>
      <p:sp>
        <p:nvSpPr>
          <p:cNvPr id="24" name="Picture placeholder">
            <a:extLst>
              <a:ext uri="{FF2B5EF4-FFF2-40B4-BE49-F238E27FC236}">
                <a16:creationId xmlns:a16="http://schemas.microsoft.com/office/drawing/2014/main" id="{262EFC9A-FD0B-AFEC-332F-B9C4A3A4E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7603094" y="0"/>
            <a:ext cx="4590494" cy="6858000"/>
          </a:xfrm>
          <a:custGeom>
            <a:avLst/>
            <a:gdLst>
              <a:gd name="connsiteX0" fmla="*/ 1589671 w 4590494"/>
              <a:gd name="connsiteY0" fmla="*/ 0 h 6858000"/>
              <a:gd name="connsiteX1" fmla="*/ 4590494 w 4590494"/>
              <a:gd name="connsiteY1" fmla="*/ 0 h 6858000"/>
              <a:gd name="connsiteX2" fmla="*/ 4590494 w 4590494"/>
              <a:gd name="connsiteY2" fmla="*/ 6858000 h 6858000"/>
              <a:gd name="connsiteX3" fmla="*/ 1589671 w 4590494"/>
              <a:gd name="connsiteY3" fmla="*/ 6858000 h 6858000"/>
              <a:gd name="connsiteX4" fmla="*/ 1472926 w 4590494"/>
              <a:gd name="connsiteY4" fmla="*/ 6756873 h 6858000"/>
              <a:gd name="connsiteX5" fmla="*/ 0 w 4590494"/>
              <a:gd name="connsiteY5" fmla="*/ 3429000 h 6858000"/>
              <a:gd name="connsiteX6" fmla="*/ 1472926 w 4590494"/>
              <a:gd name="connsiteY6" fmla="*/ 1011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90494" h="6858000">
                <a:moveTo>
                  <a:pt x="1589671" y="0"/>
                </a:moveTo>
                <a:lnTo>
                  <a:pt x="4590494" y="0"/>
                </a:lnTo>
                <a:lnTo>
                  <a:pt x="4590494" y="6858000"/>
                </a:lnTo>
                <a:lnTo>
                  <a:pt x="1589671" y="6858000"/>
                </a:lnTo>
                <a:lnTo>
                  <a:pt x="1472926" y="6756873"/>
                </a:lnTo>
                <a:cubicBezTo>
                  <a:pt x="568077" y="5934466"/>
                  <a:pt x="0" y="4748074"/>
                  <a:pt x="0" y="3429000"/>
                </a:cubicBezTo>
                <a:cubicBezTo>
                  <a:pt x="0" y="2109927"/>
                  <a:pt x="568077" y="923534"/>
                  <a:pt x="1472926" y="101127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>
              <a:defRPr/>
            </a:lvl1pPr>
          </a:lstStyle>
          <a:p>
            <a:r>
              <a:rPr lang="fr-FR"/>
              <a:t>Insert image</a:t>
            </a:r>
          </a:p>
        </p:txBody>
      </p:sp>
      <p:grpSp>
        <p:nvGrpSpPr>
          <p:cNvPr id="14" name="Strokes">
            <a:extLst>
              <a:ext uri="{FF2B5EF4-FFF2-40B4-BE49-F238E27FC236}">
                <a16:creationId xmlns:a16="http://schemas.microsoft.com/office/drawing/2014/main" id="{601CE935-C356-500C-F5A7-58C9E3487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3454940"/>
            <a:ext cx="12192863" cy="3429232"/>
            <a:chOff x="0" y="1716074"/>
            <a:chExt cx="12192863" cy="3429232"/>
          </a:xfrm>
        </p:grpSpPr>
        <p:sp>
          <p:nvSpPr>
            <p:cNvPr id="12" name="Graphic 2">
              <a:extLst>
                <a:ext uri="{FF2B5EF4-FFF2-40B4-BE49-F238E27FC236}">
                  <a16:creationId xmlns:a16="http://schemas.microsoft.com/office/drawing/2014/main" id="{0DC83FE4-0D2A-A00F-80EE-8F10E86B8B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1716074"/>
              <a:ext cx="12192863" cy="2183025"/>
            </a:xfrm>
            <a:custGeom>
              <a:avLst/>
              <a:gdLst>
                <a:gd name="connsiteX0" fmla="*/ 0 w 12192863"/>
                <a:gd name="connsiteY0" fmla="*/ 1435691 h 2183025"/>
                <a:gd name="connsiteX1" fmla="*/ 12192864 w 12192863"/>
                <a:gd name="connsiteY1" fmla="*/ 0 h 2183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92863" h="2183025">
                  <a:moveTo>
                    <a:pt x="0" y="1435691"/>
                  </a:moveTo>
                  <a:cubicBezTo>
                    <a:pt x="0" y="1435691"/>
                    <a:pt x="6346390" y="3849908"/>
                    <a:pt x="12192864" y="0"/>
                  </a:cubicBezTo>
                </a:path>
              </a:pathLst>
            </a:custGeom>
            <a:noFill/>
            <a:ln w="28575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1">
              <a:extLst>
                <a:ext uri="{FF2B5EF4-FFF2-40B4-BE49-F238E27FC236}">
                  <a16:creationId xmlns:a16="http://schemas.microsoft.com/office/drawing/2014/main" id="{6CD1389A-3900-85CF-BD33-2ED1A4EE5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74851" y="2876302"/>
              <a:ext cx="8218012" cy="2269004"/>
            </a:xfrm>
            <a:custGeom>
              <a:avLst/>
              <a:gdLst>
                <a:gd name="connsiteX0" fmla="*/ 0 w 8218012"/>
                <a:gd name="connsiteY0" fmla="*/ 2269005 h 2269004"/>
                <a:gd name="connsiteX1" fmla="*/ 8218013 w 8218012"/>
                <a:gd name="connsiteY1" fmla="*/ 220620 h 226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18012" h="2269004">
                  <a:moveTo>
                    <a:pt x="0" y="2269005"/>
                  </a:moveTo>
                  <a:cubicBezTo>
                    <a:pt x="0" y="2269005"/>
                    <a:pt x="2755579" y="-840171"/>
                    <a:pt x="8218013" y="220620"/>
                  </a:cubicBezTo>
                </a:path>
              </a:pathLst>
            </a:custGeom>
            <a:noFill/>
            <a:ln w="28575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AB9EC2DB-6BBB-CDD5-13FF-7115D2EBF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2570678"/>
            <a:ext cx="5443538" cy="1218686"/>
          </a:xfrm>
        </p:spPr>
        <p:txBody>
          <a:bodyPr/>
          <a:lstStyle>
            <a:lvl1pPr>
              <a:defRPr sz="3600">
                <a:latin typeface="+mn-lt"/>
              </a:defRPr>
            </a:lvl1pPr>
          </a:lstStyle>
          <a:p>
            <a:pPr lvl="0"/>
            <a:r>
              <a:rPr lang="fr-FR" noProof="0"/>
              <a:t>Chapter</a:t>
            </a:r>
            <a:br>
              <a:rPr lang="fr-FR" noProof="0"/>
            </a:br>
            <a:r>
              <a:rPr lang="fr-FR" noProof="0"/>
              <a:t>divider</a:t>
            </a:r>
          </a:p>
        </p:txBody>
      </p:sp>
    </p:spTree>
    <p:extLst>
      <p:ext uri="{BB962C8B-B14F-4D97-AF65-F5344CB8AC3E}">
        <p14:creationId xmlns:p14="http://schemas.microsoft.com/office/powerpoint/2010/main" val="13705437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icture left">
    <p:bg>
      <p:bgPr>
        <a:gradFill flip="none" rotWithShape="1">
          <a:gsLst>
            <a:gs pos="0">
              <a:schemeClr val="bg2"/>
            </a:gs>
            <a:gs pos="100000">
              <a:schemeClr val="accent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trokes">
            <a:extLst>
              <a:ext uri="{FF2B5EF4-FFF2-40B4-BE49-F238E27FC236}">
                <a16:creationId xmlns:a16="http://schemas.microsoft.com/office/drawing/2014/main" id="{4A45B4E5-2874-9EDA-B7B4-648956357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3454940"/>
            <a:ext cx="12192863" cy="3429232"/>
            <a:chOff x="0" y="1716074"/>
            <a:chExt cx="12192863" cy="3429232"/>
          </a:xfrm>
        </p:grpSpPr>
        <p:sp>
          <p:nvSpPr>
            <p:cNvPr id="10" name="Graphic 2">
              <a:extLst>
                <a:ext uri="{FF2B5EF4-FFF2-40B4-BE49-F238E27FC236}">
                  <a16:creationId xmlns:a16="http://schemas.microsoft.com/office/drawing/2014/main" id="{BF8F9DEC-A229-615F-A903-BDDFE7A4B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1716074"/>
              <a:ext cx="12192863" cy="2183025"/>
            </a:xfrm>
            <a:custGeom>
              <a:avLst/>
              <a:gdLst>
                <a:gd name="connsiteX0" fmla="*/ 0 w 12192863"/>
                <a:gd name="connsiteY0" fmla="*/ 1435691 h 2183025"/>
                <a:gd name="connsiteX1" fmla="*/ 12192864 w 12192863"/>
                <a:gd name="connsiteY1" fmla="*/ 0 h 2183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92863" h="2183025">
                  <a:moveTo>
                    <a:pt x="0" y="1435691"/>
                  </a:moveTo>
                  <a:cubicBezTo>
                    <a:pt x="0" y="1435691"/>
                    <a:pt x="6346390" y="3849908"/>
                    <a:pt x="12192864" y="0"/>
                  </a:cubicBezTo>
                </a:path>
              </a:pathLst>
            </a:custGeom>
            <a:noFill/>
            <a:ln w="28575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Graphic 1">
              <a:extLst>
                <a:ext uri="{FF2B5EF4-FFF2-40B4-BE49-F238E27FC236}">
                  <a16:creationId xmlns:a16="http://schemas.microsoft.com/office/drawing/2014/main" id="{3A3AE033-F28A-D2FA-6A12-D5CBCA821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74851" y="2876302"/>
              <a:ext cx="8218012" cy="2269004"/>
            </a:xfrm>
            <a:custGeom>
              <a:avLst/>
              <a:gdLst>
                <a:gd name="connsiteX0" fmla="*/ 0 w 8218012"/>
                <a:gd name="connsiteY0" fmla="*/ 2269005 h 2269004"/>
                <a:gd name="connsiteX1" fmla="*/ 8218013 w 8218012"/>
                <a:gd name="connsiteY1" fmla="*/ 220620 h 226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18012" h="2269004">
                  <a:moveTo>
                    <a:pt x="0" y="2269005"/>
                  </a:moveTo>
                  <a:cubicBezTo>
                    <a:pt x="0" y="2269005"/>
                    <a:pt x="2755579" y="-840171"/>
                    <a:pt x="8218013" y="220620"/>
                  </a:cubicBezTo>
                </a:path>
              </a:pathLst>
            </a:custGeom>
            <a:noFill/>
            <a:ln w="28575" cap="flat" cmpd="sng" algn="ctr">
              <a:solidFill>
                <a:schemeClr val="bg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974FFEB3-ED51-39BE-50EE-0CB5A1C293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76851" y="1367004"/>
            <a:ext cx="6491288" cy="4203534"/>
          </a:xfrm>
        </p:spPr>
        <p:txBody>
          <a:bodyPr anchor="ctr"/>
          <a:lstStyle>
            <a:lvl1pPr algn="l">
              <a:defRPr sz="28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>
              <a:defRPr sz="2800">
                <a:solidFill>
                  <a:schemeClr val="bg1">
                    <a:lumMod val="100000"/>
                  </a:schemeClr>
                </a:solidFill>
              </a:defRPr>
            </a:lvl2pPr>
            <a:lvl3pPr>
              <a:defRPr sz="2800">
                <a:solidFill>
                  <a:schemeClr val="bg1">
                    <a:lumMod val="100000"/>
                  </a:schemeClr>
                </a:solidFill>
              </a:defRPr>
            </a:lvl3pPr>
            <a:lvl4pPr>
              <a:defRPr sz="2800">
                <a:solidFill>
                  <a:schemeClr val="bg1">
                    <a:lumMod val="100000"/>
                  </a:schemeClr>
                </a:solidFill>
              </a:defRPr>
            </a:lvl4pPr>
            <a:lvl5pPr>
              <a:defRPr sz="2800">
                <a:solidFill>
                  <a:schemeClr val="bg1">
                    <a:lumMod val="100000"/>
                  </a:schemeClr>
                </a:solidFill>
              </a:defRPr>
            </a:lvl5pPr>
          </a:lstStyle>
          <a:p>
            <a:pPr lvl="0"/>
            <a:r>
              <a:rPr lang="fr-FR"/>
              <a:t>“Insert a quote here.”</a:t>
            </a:r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C67FAC2F-9E8E-BBCF-CE7C-761A5D718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622564" cy="6858000"/>
          </a:xfrm>
          <a:custGeom>
            <a:avLst/>
            <a:gdLst>
              <a:gd name="connsiteX0" fmla="*/ 0 w 4622564"/>
              <a:gd name="connsiteY0" fmla="*/ 0 h 6858000"/>
              <a:gd name="connsiteX1" fmla="*/ 3111089 w 4622564"/>
              <a:gd name="connsiteY1" fmla="*/ 0 h 6858000"/>
              <a:gd name="connsiteX2" fmla="*/ 3242020 w 4622564"/>
              <a:gd name="connsiteY2" fmla="*/ 124831 h 6858000"/>
              <a:gd name="connsiteX3" fmla="*/ 4622564 w 4622564"/>
              <a:gd name="connsiteY3" fmla="*/ 3457760 h 6858000"/>
              <a:gd name="connsiteX4" fmla="*/ 3242020 w 4622564"/>
              <a:gd name="connsiteY4" fmla="*/ 6790690 h 6858000"/>
              <a:gd name="connsiteX5" fmla="*/ 3171420 w 4622564"/>
              <a:gd name="connsiteY5" fmla="*/ 6858000 h 6858000"/>
              <a:gd name="connsiteX6" fmla="*/ 0 w 462256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22564" h="6858000">
                <a:moveTo>
                  <a:pt x="0" y="0"/>
                </a:moveTo>
                <a:lnTo>
                  <a:pt x="3111089" y="0"/>
                </a:lnTo>
                <a:lnTo>
                  <a:pt x="3242020" y="124831"/>
                </a:lnTo>
                <a:cubicBezTo>
                  <a:pt x="4094991" y="977802"/>
                  <a:pt x="4622564" y="2156170"/>
                  <a:pt x="4622564" y="3457760"/>
                </a:cubicBezTo>
                <a:cubicBezTo>
                  <a:pt x="4622564" y="4759350"/>
                  <a:pt x="4094991" y="5937719"/>
                  <a:pt x="3242020" y="6790690"/>
                </a:cubicBezTo>
                <a:lnTo>
                  <a:pt x="317142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>
              <a:defRPr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r>
              <a:rPr lang="fr-FR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3129273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eople picture">
    <p:bg>
      <p:bgPr>
        <a:gradFill flip="none" rotWithShape="1">
          <a:gsLst>
            <a:gs pos="0">
              <a:schemeClr val="bg2"/>
            </a:gs>
            <a:gs pos="100000">
              <a:schemeClr val="accent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trokes">
            <a:extLst>
              <a:ext uri="{FF2B5EF4-FFF2-40B4-BE49-F238E27FC236}">
                <a16:creationId xmlns:a16="http://schemas.microsoft.com/office/drawing/2014/main" id="{4A45B4E5-2874-9EDA-B7B4-648956357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3454940"/>
            <a:ext cx="12192863" cy="3429232"/>
            <a:chOff x="0" y="1716074"/>
            <a:chExt cx="12192863" cy="3429232"/>
          </a:xfrm>
        </p:grpSpPr>
        <p:sp>
          <p:nvSpPr>
            <p:cNvPr id="10" name="Graphic 2">
              <a:extLst>
                <a:ext uri="{FF2B5EF4-FFF2-40B4-BE49-F238E27FC236}">
                  <a16:creationId xmlns:a16="http://schemas.microsoft.com/office/drawing/2014/main" id="{BF8F9DEC-A229-615F-A903-BDDFE7A4B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1716074"/>
              <a:ext cx="12192863" cy="2183025"/>
            </a:xfrm>
            <a:custGeom>
              <a:avLst/>
              <a:gdLst>
                <a:gd name="connsiteX0" fmla="*/ 0 w 12192863"/>
                <a:gd name="connsiteY0" fmla="*/ 1435691 h 2183025"/>
                <a:gd name="connsiteX1" fmla="*/ 12192864 w 12192863"/>
                <a:gd name="connsiteY1" fmla="*/ 0 h 2183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92863" h="2183025">
                  <a:moveTo>
                    <a:pt x="0" y="1435691"/>
                  </a:moveTo>
                  <a:cubicBezTo>
                    <a:pt x="0" y="1435691"/>
                    <a:pt x="6346390" y="3849908"/>
                    <a:pt x="12192864" y="0"/>
                  </a:cubicBezTo>
                </a:path>
              </a:pathLst>
            </a:custGeom>
            <a:noFill/>
            <a:ln w="28575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Graphic 1">
              <a:extLst>
                <a:ext uri="{FF2B5EF4-FFF2-40B4-BE49-F238E27FC236}">
                  <a16:creationId xmlns:a16="http://schemas.microsoft.com/office/drawing/2014/main" id="{3A3AE033-F28A-D2FA-6A12-D5CBCA821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74851" y="2876302"/>
              <a:ext cx="8218012" cy="2269004"/>
            </a:xfrm>
            <a:custGeom>
              <a:avLst/>
              <a:gdLst>
                <a:gd name="connsiteX0" fmla="*/ 0 w 8218012"/>
                <a:gd name="connsiteY0" fmla="*/ 2269005 h 2269004"/>
                <a:gd name="connsiteX1" fmla="*/ 8218013 w 8218012"/>
                <a:gd name="connsiteY1" fmla="*/ 220620 h 226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18012" h="2269004">
                  <a:moveTo>
                    <a:pt x="0" y="2269005"/>
                  </a:moveTo>
                  <a:cubicBezTo>
                    <a:pt x="0" y="2269005"/>
                    <a:pt x="2755579" y="-840171"/>
                    <a:pt x="8218013" y="220620"/>
                  </a:cubicBezTo>
                </a:path>
              </a:pathLst>
            </a:custGeom>
            <a:noFill/>
            <a:ln w="28575" cap="flat" cmpd="sng" algn="ctr">
              <a:solidFill>
                <a:schemeClr val="bg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Text Placeholder 1" descr="Quote placeholder">
            <a:extLst>
              <a:ext uri="{FF2B5EF4-FFF2-40B4-BE49-F238E27FC236}">
                <a16:creationId xmlns:a16="http://schemas.microsoft.com/office/drawing/2014/main" id="{974FFEB3-ED51-39BE-50EE-0CB5A1C293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3864" y="2473541"/>
            <a:ext cx="11342769" cy="2487389"/>
          </a:xfrm>
        </p:spPr>
        <p:txBody>
          <a:bodyPr anchor="t"/>
          <a:lstStyle>
            <a:lvl1pPr algn="ctr">
              <a:defRPr sz="28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>
              <a:defRPr sz="2800">
                <a:solidFill>
                  <a:schemeClr val="bg1">
                    <a:lumMod val="100000"/>
                  </a:schemeClr>
                </a:solidFill>
              </a:defRPr>
            </a:lvl2pPr>
            <a:lvl3pPr>
              <a:defRPr sz="2800">
                <a:solidFill>
                  <a:schemeClr val="bg1">
                    <a:lumMod val="100000"/>
                  </a:schemeClr>
                </a:solidFill>
              </a:defRPr>
            </a:lvl3pPr>
            <a:lvl4pPr>
              <a:defRPr sz="2800">
                <a:solidFill>
                  <a:schemeClr val="bg1">
                    <a:lumMod val="100000"/>
                  </a:schemeClr>
                </a:solidFill>
              </a:defRPr>
            </a:lvl4pPr>
            <a:lvl5pPr>
              <a:defRPr sz="2800">
                <a:solidFill>
                  <a:schemeClr val="bg1">
                    <a:lumMod val="100000"/>
                  </a:schemeClr>
                </a:solidFill>
              </a:defRPr>
            </a:lvl5pPr>
          </a:lstStyle>
          <a:p>
            <a:pPr lvl="0"/>
            <a:r>
              <a:rPr lang="fr-FR"/>
              <a:t>“Insert a quote here.”</a:t>
            </a:r>
          </a:p>
        </p:txBody>
      </p:sp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2DACCEA3-ADB0-F7A2-A3BB-B9052EE3C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362643" y="742019"/>
            <a:ext cx="1466714" cy="1466714"/>
          </a:xfrm>
          <a:prstGeom prst="ellipse">
            <a:avLst/>
          </a:prstGeom>
        </p:spPr>
        <p:txBody>
          <a:bodyPr/>
          <a:lstStyle>
            <a:lvl1pPr algn="ctr">
              <a:defRPr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r>
              <a:rPr lang="fr-FR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6360204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64423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served text space 20">
            <a:extLst>
              <a:ext uri="{FF2B5EF4-FFF2-40B4-BE49-F238E27FC236}">
                <a16:creationId xmlns:a16="http://schemas.microsoft.com/office/drawing/2014/main" id="{396A1B03-6D53-7126-70B1-8B5190F8AE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05200" y="2530870"/>
            <a:ext cx="3200400" cy="216428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fr-FR"/>
              <a:t>First Name LAST NAME</a:t>
            </a:r>
          </a:p>
        </p:txBody>
      </p:sp>
      <p:sp>
        <p:nvSpPr>
          <p:cNvPr id="33" name="Reserved text space 32">
            <a:extLst>
              <a:ext uri="{FF2B5EF4-FFF2-40B4-BE49-F238E27FC236}">
                <a16:creationId xmlns:a16="http://schemas.microsoft.com/office/drawing/2014/main" id="{AB8D343A-8010-C989-7C3E-07E4FA5193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05200" y="2749164"/>
            <a:ext cx="3200400" cy="216428"/>
          </a:xfrm>
        </p:spPr>
        <p:txBody>
          <a:bodyPr lIns="0" tIns="0" rIns="0" bIns="0"/>
          <a:lstStyle>
            <a:lvl1pPr>
              <a:defRPr sz="1200"/>
            </a:lvl1pPr>
          </a:lstStyle>
          <a:p>
            <a:pPr lvl="0"/>
            <a:r>
              <a:rPr lang="fr-FR"/>
              <a:t>Level (Partner…)</a:t>
            </a:r>
          </a:p>
        </p:txBody>
      </p:sp>
      <p:sp>
        <p:nvSpPr>
          <p:cNvPr id="24" name="Reserved text space 20">
            <a:extLst>
              <a:ext uri="{FF2B5EF4-FFF2-40B4-BE49-F238E27FC236}">
                <a16:creationId xmlns:a16="http://schemas.microsoft.com/office/drawing/2014/main" id="{A6F19060-472B-3A97-DA56-AFE14384F7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04353" y="2530870"/>
            <a:ext cx="3962400" cy="216427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latin typeface="+mj-lt"/>
              </a:defRPr>
            </a:lvl1pPr>
            <a:lvl2pPr marL="0" indent="0" algn="r">
              <a:spcBef>
                <a:spcPts val="0"/>
              </a:spcBef>
              <a:buNone/>
              <a:defRPr sz="1200"/>
            </a:lvl2pPr>
          </a:lstStyle>
          <a:p>
            <a:pPr lvl="1" algn="r" defTabSz="179388"/>
            <a:r>
              <a:rPr lang="fr-FR" sz="1200" b="1">
                <a:solidFill>
                  <a:schemeClr val="tx1">
                    <a:lumMod val="100000"/>
                  </a:schemeClr>
                </a:solidFill>
              </a:rPr>
              <a:t>M</a:t>
            </a:r>
            <a:r>
              <a:rPr lang="fr-FR" sz="1200">
                <a:solidFill>
                  <a:schemeClr val="tx1">
                    <a:lumMod val="100000"/>
                  </a:schemeClr>
                </a:solidFill>
              </a:rPr>
              <a:t>	+33 (0)6 00 00 00 00</a:t>
            </a:r>
          </a:p>
        </p:txBody>
      </p:sp>
      <p:sp>
        <p:nvSpPr>
          <p:cNvPr id="38" name="Reserved text space 20">
            <a:extLst>
              <a:ext uri="{FF2B5EF4-FFF2-40B4-BE49-F238E27FC236}">
                <a16:creationId xmlns:a16="http://schemas.microsoft.com/office/drawing/2014/main" id="{F3EFAFAA-F278-C8EA-70C2-EFEB16B5A3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04353" y="2749164"/>
            <a:ext cx="3962400" cy="225809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latin typeface="+mj-lt"/>
              </a:defRPr>
            </a:lvl1pPr>
            <a:lvl2pPr marL="0" indent="0" algn="r">
              <a:spcBef>
                <a:spcPts val="0"/>
              </a:spcBef>
              <a:buNone/>
              <a:defRPr sz="1200"/>
            </a:lvl2pPr>
          </a:lstStyle>
          <a:p>
            <a:pPr lvl="1" algn="r" defTabSz="179388"/>
            <a:r>
              <a:rPr lang="fr-FR" sz="1200">
                <a:solidFill>
                  <a:schemeClr val="tx1">
                    <a:lumMod val="100000"/>
                  </a:schemeClr>
                </a:solidFill>
              </a:rPr>
              <a:t>firstname.lastname@wavestone.com</a:t>
            </a:r>
          </a:p>
        </p:txBody>
      </p:sp>
      <p:sp>
        <p:nvSpPr>
          <p:cNvPr id="4" name="Reserved text space 20">
            <a:extLst>
              <a:ext uri="{FF2B5EF4-FFF2-40B4-BE49-F238E27FC236}">
                <a16:creationId xmlns:a16="http://schemas.microsoft.com/office/drawing/2014/main" id="{381898D0-F078-0CA7-60A4-D73CC734B6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05200" y="3210706"/>
            <a:ext cx="3200400" cy="216428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fr-FR"/>
              <a:t>First Name LAST NAME</a:t>
            </a:r>
          </a:p>
        </p:txBody>
      </p:sp>
      <p:sp>
        <p:nvSpPr>
          <p:cNvPr id="7" name="Reserved text space 32">
            <a:extLst>
              <a:ext uri="{FF2B5EF4-FFF2-40B4-BE49-F238E27FC236}">
                <a16:creationId xmlns:a16="http://schemas.microsoft.com/office/drawing/2014/main" id="{5C995286-76E9-14D8-4B8E-875087AF5A5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05200" y="3429000"/>
            <a:ext cx="3200400" cy="216428"/>
          </a:xfrm>
        </p:spPr>
        <p:txBody>
          <a:bodyPr lIns="0" tIns="0" rIns="0" bIns="0"/>
          <a:lstStyle>
            <a:lvl1pPr>
              <a:defRPr sz="1200"/>
            </a:lvl1pPr>
          </a:lstStyle>
          <a:p>
            <a:pPr lvl="0"/>
            <a:r>
              <a:rPr lang="fr-FR"/>
              <a:t>Level (Partner…)</a:t>
            </a:r>
          </a:p>
        </p:txBody>
      </p:sp>
      <p:sp>
        <p:nvSpPr>
          <p:cNvPr id="8" name="Reserved text space 20">
            <a:extLst>
              <a:ext uri="{FF2B5EF4-FFF2-40B4-BE49-F238E27FC236}">
                <a16:creationId xmlns:a16="http://schemas.microsoft.com/office/drawing/2014/main" id="{F5C910A0-BC9B-2798-D968-DEA1BA49724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04353" y="3212573"/>
            <a:ext cx="3962400" cy="216427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latin typeface="+mj-lt"/>
              </a:defRPr>
            </a:lvl1pPr>
            <a:lvl2pPr marL="0" indent="0" algn="r">
              <a:spcBef>
                <a:spcPts val="0"/>
              </a:spcBef>
              <a:buNone/>
              <a:defRPr sz="1200"/>
            </a:lvl2pPr>
          </a:lstStyle>
          <a:p>
            <a:pPr lvl="1" algn="r" defTabSz="179388"/>
            <a:r>
              <a:rPr lang="fr-FR" sz="1200" b="1">
                <a:solidFill>
                  <a:schemeClr val="tx1">
                    <a:lumMod val="100000"/>
                  </a:schemeClr>
                </a:solidFill>
              </a:rPr>
              <a:t>M</a:t>
            </a:r>
            <a:r>
              <a:rPr lang="fr-FR" sz="1200">
                <a:solidFill>
                  <a:schemeClr val="tx1">
                    <a:lumMod val="100000"/>
                  </a:schemeClr>
                </a:solidFill>
              </a:rPr>
              <a:t>	+33 (0)6 00 00 00 00</a:t>
            </a:r>
          </a:p>
        </p:txBody>
      </p:sp>
      <p:sp>
        <p:nvSpPr>
          <p:cNvPr id="9" name="Reserved text space 20">
            <a:extLst>
              <a:ext uri="{FF2B5EF4-FFF2-40B4-BE49-F238E27FC236}">
                <a16:creationId xmlns:a16="http://schemas.microsoft.com/office/drawing/2014/main" id="{5AD130FA-73DD-2EE7-1F80-237A42EA919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04353" y="3429000"/>
            <a:ext cx="3962400" cy="225809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latin typeface="+mj-lt"/>
              </a:defRPr>
            </a:lvl1pPr>
            <a:lvl2pPr marL="0" indent="0" algn="r">
              <a:spcBef>
                <a:spcPts val="0"/>
              </a:spcBef>
              <a:buNone/>
              <a:defRPr sz="1200"/>
            </a:lvl2pPr>
          </a:lstStyle>
          <a:p>
            <a:pPr lvl="1" algn="r" defTabSz="179388"/>
            <a:r>
              <a:rPr lang="fr-FR" sz="1200">
                <a:solidFill>
                  <a:schemeClr val="tx1">
                    <a:lumMod val="100000"/>
                  </a:schemeClr>
                </a:solidFill>
              </a:rPr>
              <a:t>firstname.lastname@wavestone.com</a:t>
            </a:r>
          </a:p>
        </p:txBody>
      </p:sp>
      <p:sp>
        <p:nvSpPr>
          <p:cNvPr id="10" name="Reserved text space 20">
            <a:extLst>
              <a:ext uri="{FF2B5EF4-FFF2-40B4-BE49-F238E27FC236}">
                <a16:creationId xmlns:a16="http://schemas.microsoft.com/office/drawing/2014/main" id="{279F3D57-43B5-0E02-5058-DEBD40BB207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505200" y="3894276"/>
            <a:ext cx="3200400" cy="216428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fr-FR"/>
              <a:t>First Name LAST NAME</a:t>
            </a:r>
          </a:p>
        </p:txBody>
      </p:sp>
      <p:sp>
        <p:nvSpPr>
          <p:cNvPr id="11" name="Reserved text space32">
            <a:extLst>
              <a:ext uri="{FF2B5EF4-FFF2-40B4-BE49-F238E27FC236}">
                <a16:creationId xmlns:a16="http://schemas.microsoft.com/office/drawing/2014/main" id="{0B76E3CE-54EF-68A4-2915-B0236215FF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505200" y="4112570"/>
            <a:ext cx="3200400" cy="216428"/>
          </a:xfrm>
        </p:spPr>
        <p:txBody>
          <a:bodyPr lIns="0" tIns="0" rIns="0" bIns="0"/>
          <a:lstStyle>
            <a:lvl1pPr>
              <a:defRPr sz="1200"/>
            </a:lvl1pPr>
          </a:lstStyle>
          <a:p>
            <a:pPr lvl="0"/>
            <a:r>
              <a:rPr lang="fr-FR"/>
              <a:t>Level (Partner…)</a:t>
            </a:r>
          </a:p>
        </p:txBody>
      </p:sp>
      <p:sp>
        <p:nvSpPr>
          <p:cNvPr id="12" name="Reserved text space 20">
            <a:extLst>
              <a:ext uri="{FF2B5EF4-FFF2-40B4-BE49-F238E27FC236}">
                <a16:creationId xmlns:a16="http://schemas.microsoft.com/office/drawing/2014/main" id="{3CB87AAF-3CA5-3453-6CC8-6325F5E2B23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804353" y="3894276"/>
            <a:ext cx="3962400" cy="216427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latin typeface="+mj-lt"/>
              </a:defRPr>
            </a:lvl1pPr>
            <a:lvl2pPr marL="0" indent="0" algn="r">
              <a:spcBef>
                <a:spcPts val="0"/>
              </a:spcBef>
              <a:buNone/>
              <a:defRPr sz="1200"/>
            </a:lvl2pPr>
          </a:lstStyle>
          <a:p>
            <a:pPr lvl="1" algn="r" defTabSz="179388"/>
            <a:r>
              <a:rPr lang="fr-FR" sz="1200" b="1">
                <a:solidFill>
                  <a:schemeClr val="tx1">
                    <a:lumMod val="100000"/>
                  </a:schemeClr>
                </a:solidFill>
              </a:rPr>
              <a:t>M</a:t>
            </a:r>
            <a:r>
              <a:rPr lang="fr-FR" sz="1200">
                <a:solidFill>
                  <a:schemeClr val="tx1">
                    <a:lumMod val="100000"/>
                  </a:schemeClr>
                </a:solidFill>
              </a:rPr>
              <a:t>	+33 (0)6 00 00 00 00</a:t>
            </a:r>
          </a:p>
        </p:txBody>
      </p:sp>
      <p:sp>
        <p:nvSpPr>
          <p:cNvPr id="13" name="Reserved text space 20">
            <a:extLst>
              <a:ext uri="{FF2B5EF4-FFF2-40B4-BE49-F238E27FC236}">
                <a16:creationId xmlns:a16="http://schemas.microsoft.com/office/drawing/2014/main" id="{5BB75A27-FAB3-78D0-A920-3EB504C917A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04353" y="4112570"/>
            <a:ext cx="3962400" cy="225809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latin typeface="+mj-lt"/>
              </a:defRPr>
            </a:lvl1pPr>
            <a:lvl2pPr marL="0" indent="0" algn="r">
              <a:spcBef>
                <a:spcPts val="0"/>
              </a:spcBef>
              <a:buNone/>
              <a:defRPr sz="1200"/>
            </a:lvl2pPr>
          </a:lstStyle>
          <a:p>
            <a:pPr lvl="1" algn="r" defTabSz="179388"/>
            <a:r>
              <a:rPr lang="fr-FR" sz="1200">
                <a:solidFill>
                  <a:schemeClr val="tx1">
                    <a:lumMod val="100000"/>
                  </a:schemeClr>
                </a:solidFill>
              </a:rPr>
              <a:t>firstname.lastname@wavestone.com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6D669B-CCDE-C66A-D502-1A770EBF63F1}"/>
              </a:ext>
            </a:extLst>
          </p:cNvPr>
          <p:cNvSpPr txBox="1">
            <a:spLocks/>
          </p:cNvSpPr>
          <p:nvPr userDrawn="1"/>
        </p:nvSpPr>
        <p:spPr>
          <a:xfrm>
            <a:off x="9713363" y="5444294"/>
            <a:ext cx="2053390" cy="468000"/>
          </a:xfrm>
          <a:prstGeom prst="rect">
            <a:avLst/>
          </a:prstGeom>
          <a:grpFill/>
        </p:spPr>
        <p:txBody>
          <a:bodyPr wrap="square" lIns="144000" tIns="0" rIns="0" bIns="0" anchor="b">
            <a:noAutofit/>
          </a:bodyPr>
          <a:lstStyle>
            <a:defPPr>
              <a:defRPr lang="en-US"/>
            </a:defPPr>
            <a:lvl1pPr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100" b="0" baseline="0">
                <a:solidFill>
                  <a:schemeClr val="bg1"/>
                </a:solidFill>
              </a:defRPr>
            </a:lvl1pPr>
            <a:lvl2pPr marL="0" indent="0">
              <a:spcBef>
                <a:spcPts val="500"/>
              </a:spcBef>
              <a:buClr>
                <a:schemeClr val="tx2"/>
              </a:buClr>
              <a:buSzPct val="105000"/>
              <a:buFontTx/>
              <a:buNone/>
              <a:defRPr>
                <a:solidFill>
                  <a:srgbClr val="6D6D6D"/>
                </a:solidFill>
              </a:defRPr>
            </a:lvl2pPr>
            <a:lvl3pPr marL="180000" indent="-180000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›"/>
              <a:defRPr sz="1600">
                <a:solidFill>
                  <a:srgbClr val="6D6D6D"/>
                </a:solidFill>
              </a:defRPr>
            </a:lvl3pPr>
            <a:lvl4pPr marL="367200" indent="-187200">
              <a:spcBef>
                <a:spcPts val="500"/>
              </a:spcBef>
              <a:buFont typeface="Symbol" panose="05050102010706020507" pitchFamily="18" charset="2"/>
              <a:buChar char="-"/>
              <a:defRPr sz="1600">
                <a:solidFill>
                  <a:srgbClr val="6D6D6D"/>
                </a:solidFill>
              </a:defRPr>
            </a:lvl4pPr>
            <a:lvl5pPr marL="576000" indent="-187200">
              <a:spcBef>
                <a:spcPts val="5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400">
                <a:solidFill>
                  <a:srgbClr val="6D6D6D"/>
                </a:solidFill>
              </a:defRPr>
            </a:lvl5pPr>
            <a:lvl6pPr marL="766763" indent="-185738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»"/>
              <a:defRPr sz="1400">
                <a:solidFill>
                  <a:srgbClr val="6D6D6D"/>
                </a:solidFill>
              </a:defRPr>
            </a:lvl6pPr>
            <a:lvl7pPr marL="766800" indent="-187200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»"/>
              <a:defRPr sz="1400" baseline="0">
                <a:solidFill>
                  <a:srgbClr val="6D6D6D"/>
                </a:solidFill>
              </a:defRPr>
            </a:lvl7pPr>
            <a:lvl8pPr marL="766800" indent="-187200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»"/>
              <a:defRPr sz="1400" baseline="0">
                <a:solidFill>
                  <a:srgbClr val="6D6D6D"/>
                </a:solidFill>
              </a:defRPr>
            </a:lvl8pPr>
            <a:lvl9pPr marL="766800" indent="-187200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»"/>
              <a:defRPr sz="1400" baseline="0">
                <a:solidFill>
                  <a:srgbClr val="6D6D6D"/>
                </a:solidFill>
              </a:defRPr>
            </a:lvl9pPr>
          </a:lstStyle>
          <a:p>
            <a:pPr algn="r"/>
            <a:r>
              <a:rPr lang="fr-FR">
                <a:solidFill>
                  <a:schemeClr val="tx1">
                    <a:lumMod val="100000"/>
                  </a:schemeClr>
                </a:solidFill>
                <a:hlinkClick r:id="rId2"/>
              </a:rPr>
              <a:t>Wavestone.com </a:t>
            </a:r>
            <a:endParaRPr lang="fr-FR">
              <a:solidFill>
                <a:schemeClr val="tx1">
                  <a:lumMod val="100000"/>
                </a:schemeClr>
              </a:solidFill>
            </a:endParaRPr>
          </a:p>
        </p:txBody>
      </p:sp>
      <p:pic>
        <p:nvPicPr>
          <p:cNvPr id="6" name="White Wavestone logo">
            <a:extLst>
              <a:ext uri="{FF2B5EF4-FFF2-40B4-BE49-F238E27FC236}">
                <a16:creationId xmlns:a16="http://schemas.microsoft.com/office/drawing/2014/main" id="{EB4D8A06-BCAF-64B9-E7EE-FBCC5A1C8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257009" y="257698"/>
            <a:ext cx="2743200" cy="684590"/>
          </a:xfrm>
          <a:prstGeom prst="rect">
            <a:avLst/>
          </a:prstGeom>
        </p:spPr>
      </p:pic>
      <p:pic>
        <p:nvPicPr>
          <p:cNvPr id="3" name="Wavestone logo">
            <a:extLst>
              <a:ext uri="{FF2B5EF4-FFF2-40B4-BE49-F238E27FC236}">
                <a16:creationId xmlns:a16="http://schemas.microsoft.com/office/drawing/2014/main" id="{1F33C6DA-9B69-52AA-7949-A0C3364B0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257009" y="257698"/>
            <a:ext cx="2743199" cy="68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0963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s blue">
    <p:bg>
      <p:bgPr>
        <a:gradFill flip="none" rotWithShape="1">
          <a:gsLst>
            <a:gs pos="0">
              <a:schemeClr val="bg2"/>
            </a:gs>
            <a:gs pos="100000">
              <a:schemeClr val="accent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Wavestone logo">
            <a:extLst>
              <a:ext uri="{FF2B5EF4-FFF2-40B4-BE49-F238E27FC236}">
                <a16:creationId xmlns:a16="http://schemas.microsoft.com/office/drawing/2014/main" id="{2AC6A881-F430-4E14-2709-04CEA7BDD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257009" y="257698"/>
            <a:ext cx="2743199" cy="684590"/>
          </a:xfrm>
          <a:prstGeom prst="rect">
            <a:avLst/>
          </a:prstGeom>
        </p:spPr>
      </p:pic>
      <p:pic>
        <p:nvPicPr>
          <p:cNvPr id="38" name="White Wavestone logo">
            <a:extLst>
              <a:ext uri="{FF2B5EF4-FFF2-40B4-BE49-F238E27FC236}">
                <a16:creationId xmlns:a16="http://schemas.microsoft.com/office/drawing/2014/main" id="{6BC8D46B-7DDC-DF45-9C36-074A672FC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257009" y="257698"/>
            <a:ext cx="2743200" cy="684590"/>
          </a:xfrm>
          <a:prstGeom prst="rect">
            <a:avLst/>
          </a:prstGeom>
        </p:spPr>
      </p:pic>
      <p:sp>
        <p:nvSpPr>
          <p:cNvPr id="21" name="Reserved text space 20">
            <a:extLst>
              <a:ext uri="{FF2B5EF4-FFF2-40B4-BE49-F238E27FC236}">
                <a16:creationId xmlns:a16="http://schemas.microsoft.com/office/drawing/2014/main" id="{396A1B03-6D53-7126-70B1-8B5190F8AE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05200" y="2530870"/>
            <a:ext cx="3200400" cy="216428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fr-FR"/>
              <a:t>First Name LAST NAME</a:t>
            </a:r>
          </a:p>
        </p:txBody>
      </p:sp>
      <p:sp>
        <p:nvSpPr>
          <p:cNvPr id="33" name="Reserved text space 32">
            <a:extLst>
              <a:ext uri="{FF2B5EF4-FFF2-40B4-BE49-F238E27FC236}">
                <a16:creationId xmlns:a16="http://schemas.microsoft.com/office/drawing/2014/main" id="{AB8D343A-8010-C989-7C3E-07E4FA5193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05200" y="2750473"/>
            <a:ext cx="3200400" cy="216428"/>
          </a:xfrm>
        </p:spPr>
        <p:txBody>
          <a:bodyPr lIns="0" tIns="0" rIns="0" bIns="0"/>
          <a:lstStyle>
            <a:lvl1pPr>
              <a:defRPr sz="1200"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pPr lvl="0"/>
            <a:r>
              <a:rPr lang="fr-FR"/>
              <a:t>Level (Partner…)</a:t>
            </a:r>
          </a:p>
        </p:txBody>
      </p:sp>
      <p:sp>
        <p:nvSpPr>
          <p:cNvPr id="6" name="Reserved text space 20" descr=" ">
            <a:extLst>
              <a:ext uri="{FF2B5EF4-FFF2-40B4-BE49-F238E27FC236}">
                <a16:creationId xmlns:a16="http://schemas.microsoft.com/office/drawing/2014/main" id="{BCFD5F1C-FF20-A968-4161-E1E51A81C19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04355" y="2530870"/>
            <a:ext cx="3962399" cy="216428"/>
          </a:xfrm>
        </p:spPr>
        <p:txBody>
          <a:bodyPr lIns="0" tIns="0" rIns="0" bIns="0"/>
          <a:lstStyle>
            <a:lvl1pPr algn="r">
              <a:spcBef>
                <a:spcPts val="0"/>
              </a:spcBef>
              <a:defRPr sz="12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fr-FR"/>
              <a:t>M +33 (0)6 00 00 00 00</a:t>
            </a:r>
          </a:p>
        </p:txBody>
      </p:sp>
      <p:sp>
        <p:nvSpPr>
          <p:cNvPr id="7" name="Reserved text space 20">
            <a:extLst>
              <a:ext uri="{FF2B5EF4-FFF2-40B4-BE49-F238E27FC236}">
                <a16:creationId xmlns:a16="http://schemas.microsoft.com/office/drawing/2014/main" id="{362E9999-54D0-9609-C250-6C47FCB0D35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804355" y="2750473"/>
            <a:ext cx="3962399" cy="216428"/>
          </a:xfrm>
        </p:spPr>
        <p:txBody>
          <a:bodyPr lIns="0" tIns="0" rIns="0" bIns="0"/>
          <a:lstStyle>
            <a:lvl1pPr algn="r">
              <a:spcBef>
                <a:spcPts val="0"/>
              </a:spcBef>
              <a:defRPr sz="12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fr-FR"/>
              <a:t>firstname.lastname@wavestone.com</a:t>
            </a:r>
          </a:p>
        </p:txBody>
      </p:sp>
      <p:sp>
        <p:nvSpPr>
          <p:cNvPr id="25" name="Reserved text space 20">
            <a:extLst>
              <a:ext uri="{FF2B5EF4-FFF2-40B4-BE49-F238E27FC236}">
                <a16:creationId xmlns:a16="http://schemas.microsoft.com/office/drawing/2014/main" id="{73274A50-E871-4BB3-341F-B175B1EDCE1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05200" y="3203254"/>
            <a:ext cx="3200400" cy="216428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fr-FR"/>
              <a:t>First Name LAST NAME</a:t>
            </a:r>
          </a:p>
        </p:txBody>
      </p:sp>
      <p:sp>
        <p:nvSpPr>
          <p:cNvPr id="26" name="Reserved text space 32">
            <a:extLst>
              <a:ext uri="{FF2B5EF4-FFF2-40B4-BE49-F238E27FC236}">
                <a16:creationId xmlns:a16="http://schemas.microsoft.com/office/drawing/2014/main" id="{49EBBC22-6A9A-EC69-F46C-1D7F3D42D25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05200" y="3422857"/>
            <a:ext cx="3200400" cy="216428"/>
          </a:xfrm>
        </p:spPr>
        <p:txBody>
          <a:bodyPr lIns="0" tIns="0" rIns="0" bIns="0"/>
          <a:lstStyle>
            <a:lvl1pPr>
              <a:defRPr sz="1200"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pPr lvl="0"/>
            <a:r>
              <a:rPr lang="fr-FR"/>
              <a:t>Level (Partner…)</a:t>
            </a:r>
          </a:p>
        </p:txBody>
      </p:sp>
      <p:sp>
        <p:nvSpPr>
          <p:cNvPr id="27" name="Reserved text space 20">
            <a:extLst>
              <a:ext uri="{FF2B5EF4-FFF2-40B4-BE49-F238E27FC236}">
                <a16:creationId xmlns:a16="http://schemas.microsoft.com/office/drawing/2014/main" id="{6EC1B314-6584-C535-82A8-96CCA873EA8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04355" y="3203254"/>
            <a:ext cx="3962399" cy="216428"/>
          </a:xfrm>
        </p:spPr>
        <p:txBody>
          <a:bodyPr lIns="0" tIns="0" rIns="0" bIns="0"/>
          <a:lstStyle>
            <a:lvl1pPr algn="r">
              <a:spcBef>
                <a:spcPts val="0"/>
              </a:spcBef>
              <a:defRPr sz="12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fr-FR"/>
              <a:t>M +33 (0)6 00 00 00 00</a:t>
            </a:r>
          </a:p>
        </p:txBody>
      </p:sp>
      <p:sp>
        <p:nvSpPr>
          <p:cNvPr id="28" name="Reserved text space 20">
            <a:extLst>
              <a:ext uri="{FF2B5EF4-FFF2-40B4-BE49-F238E27FC236}">
                <a16:creationId xmlns:a16="http://schemas.microsoft.com/office/drawing/2014/main" id="{B0666091-54E8-E6F8-3E84-62F367E8F89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04355" y="3422857"/>
            <a:ext cx="3962399" cy="216428"/>
          </a:xfrm>
        </p:spPr>
        <p:txBody>
          <a:bodyPr lIns="0" tIns="0" rIns="0" bIns="0"/>
          <a:lstStyle>
            <a:lvl1pPr algn="r">
              <a:spcBef>
                <a:spcPts val="0"/>
              </a:spcBef>
              <a:defRPr sz="12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fr-FR"/>
              <a:t>firstname.lastname@wavestone.com</a:t>
            </a:r>
          </a:p>
        </p:txBody>
      </p:sp>
      <p:sp>
        <p:nvSpPr>
          <p:cNvPr id="29" name="Reserved text space 20">
            <a:extLst>
              <a:ext uri="{FF2B5EF4-FFF2-40B4-BE49-F238E27FC236}">
                <a16:creationId xmlns:a16="http://schemas.microsoft.com/office/drawing/2014/main" id="{D5487482-8BA9-F55C-36B8-4F51D8B779A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05200" y="3894275"/>
            <a:ext cx="3200400" cy="216428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fr-FR"/>
              <a:t>First Name LAST NAME</a:t>
            </a:r>
          </a:p>
        </p:txBody>
      </p:sp>
      <p:sp>
        <p:nvSpPr>
          <p:cNvPr id="30" name="Reserved text space 32">
            <a:extLst>
              <a:ext uri="{FF2B5EF4-FFF2-40B4-BE49-F238E27FC236}">
                <a16:creationId xmlns:a16="http://schemas.microsoft.com/office/drawing/2014/main" id="{8D168342-CD64-D367-CA11-A7F115E8DFF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505200" y="4113878"/>
            <a:ext cx="3200400" cy="216428"/>
          </a:xfrm>
        </p:spPr>
        <p:txBody>
          <a:bodyPr lIns="0" tIns="0" rIns="0" bIns="0"/>
          <a:lstStyle>
            <a:lvl1pPr>
              <a:defRPr sz="1200"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pPr lvl="0"/>
            <a:r>
              <a:rPr lang="fr-FR"/>
              <a:t>Level (Partner…)</a:t>
            </a:r>
          </a:p>
        </p:txBody>
      </p:sp>
      <p:sp>
        <p:nvSpPr>
          <p:cNvPr id="31" name="Reserved text space 20" descr=" ">
            <a:extLst>
              <a:ext uri="{FF2B5EF4-FFF2-40B4-BE49-F238E27FC236}">
                <a16:creationId xmlns:a16="http://schemas.microsoft.com/office/drawing/2014/main" id="{57D61A6F-4D7C-F9CC-B398-A3EACFDA967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04355" y="3894275"/>
            <a:ext cx="3962399" cy="216428"/>
          </a:xfrm>
        </p:spPr>
        <p:txBody>
          <a:bodyPr lIns="0" tIns="0" rIns="0" bIns="0"/>
          <a:lstStyle>
            <a:lvl1pPr algn="r">
              <a:spcBef>
                <a:spcPts val="0"/>
              </a:spcBef>
              <a:defRPr sz="12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fr-FR"/>
              <a:t>M +33 (0)6 00 00 00 00</a:t>
            </a:r>
          </a:p>
        </p:txBody>
      </p:sp>
      <p:sp>
        <p:nvSpPr>
          <p:cNvPr id="32" name="Reserved text space 20">
            <a:extLst>
              <a:ext uri="{FF2B5EF4-FFF2-40B4-BE49-F238E27FC236}">
                <a16:creationId xmlns:a16="http://schemas.microsoft.com/office/drawing/2014/main" id="{A43BC210-A7CF-7751-2002-CF662CD9EC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04355" y="4113878"/>
            <a:ext cx="3962399" cy="216428"/>
          </a:xfrm>
        </p:spPr>
        <p:txBody>
          <a:bodyPr lIns="0" tIns="0" rIns="0" bIns="0"/>
          <a:lstStyle>
            <a:lvl1pPr algn="r">
              <a:spcBef>
                <a:spcPts val="0"/>
              </a:spcBef>
              <a:defRPr sz="12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fr-FR"/>
              <a:t>firstname.lastname@wavestone.com</a:t>
            </a:r>
          </a:p>
        </p:txBody>
      </p:sp>
      <p:sp>
        <p:nvSpPr>
          <p:cNvPr id="2" name="TextBox 1" descr="Link of Wavestone website">
            <a:extLst>
              <a:ext uri="{FF2B5EF4-FFF2-40B4-BE49-F238E27FC236}">
                <a16:creationId xmlns:a16="http://schemas.microsoft.com/office/drawing/2014/main" id="{506D669B-CCDE-C66A-D502-1A770EBF63F1}"/>
              </a:ext>
            </a:extLst>
          </p:cNvPr>
          <p:cNvSpPr txBox="1">
            <a:spLocks/>
          </p:cNvSpPr>
          <p:nvPr userDrawn="1"/>
        </p:nvSpPr>
        <p:spPr>
          <a:xfrm>
            <a:off x="9713363" y="5444294"/>
            <a:ext cx="2053390" cy="468000"/>
          </a:xfrm>
          <a:prstGeom prst="rect">
            <a:avLst/>
          </a:prstGeom>
          <a:grpFill/>
        </p:spPr>
        <p:txBody>
          <a:bodyPr wrap="square" lIns="144000" tIns="0" rIns="0" bIns="0" anchor="b">
            <a:noAutofit/>
          </a:bodyPr>
          <a:lstStyle>
            <a:defPPr>
              <a:defRPr lang="en-US"/>
            </a:defPPr>
            <a:lvl1pPr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100" b="0" baseline="0">
                <a:solidFill>
                  <a:schemeClr val="bg1"/>
                </a:solidFill>
              </a:defRPr>
            </a:lvl1pPr>
            <a:lvl2pPr marL="0" indent="0">
              <a:spcBef>
                <a:spcPts val="500"/>
              </a:spcBef>
              <a:buClr>
                <a:schemeClr val="tx2"/>
              </a:buClr>
              <a:buSzPct val="105000"/>
              <a:buFontTx/>
              <a:buNone/>
              <a:defRPr>
                <a:solidFill>
                  <a:srgbClr val="6D6D6D"/>
                </a:solidFill>
              </a:defRPr>
            </a:lvl2pPr>
            <a:lvl3pPr marL="180000" indent="-180000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›"/>
              <a:defRPr sz="1600">
                <a:solidFill>
                  <a:srgbClr val="6D6D6D"/>
                </a:solidFill>
              </a:defRPr>
            </a:lvl3pPr>
            <a:lvl4pPr marL="367200" indent="-187200">
              <a:spcBef>
                <a:spcPts val="500"/>
              </a:spcBef>
              <a:buFont typeface="Symbol" panose="05050102010706020507" pitchFamily="18" charset="2"/>
              <a:buChar char="-"/>
              <a:defRPr sz="1600">
                <a:solidFill>
                  <a:srgbClr val="6D6D6D"/>
                </a:solidFill>
              </a:defRPr>
            </a:lvl4pPr>
            <a:lvl5pPr marL="576000" indent="-187200">
              <a:spcBef>
                <a:spcPts val="5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400">
                <a:solidFill>
                  <a:srgbClr val="6D6D6D"/>
                </a:solidFill>
              </a:defRPr>
            </a:lvl5pPr>
            <a:lvl6pPr marL="766763" indent="-185738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»"/>
              <a:defRPr sz="1400">
                <a:solidFill>
                  <a:srgbClr val="6D6D6D"/>
                </a:solidFill>
              </a:defRPr>
            </a:lvl6pPr>
            <a:lvl7pPr marL="766800" indent="-187200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»"/>
              <a:defRPr sz="1400" baseline="0">
                <a:solidFill>
                  <a:srgbClr val="6D6D6D"/>
                </a:solidFill>
              </a:defRPr>
            </a:lvl7pPr>
            <a:lvl8pPr marL="766800" indent="-187200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»"/>
              <a:defRPr sz="1400" baseline="0">
                <a:solidFill>
                  <a:srgbClr val="6D6D6D"/>
                </a:solidFill>
              </a:defRPr>
            </a:lvl8pPr>
            <a:lvl9pPr marL="766800" indent="-187200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»"/>
              <a:defRPr sz="1400" baseline="0">
                <a:solidFill>
                  <a:srgbClr val="6D6D6D"/>
                </a:solidFill>
              </a:defRPr>
            </a:lvl9pPr>
          </a:lstStyle>
          <a:p>
            <a:pPr algn="r"/>
            <a:r>
              <a:rPr lang="fr-FR">
                <a:solidFill>
                  <a:schemeClr val="bg1">
                    <a:lumMod val="10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Wavestone.com </a:t>
            </a:r>
            <a:endParaRPr lang="fr-FR">
              <a:solidFill>
                <a:schemeClr val="bg1">
                  <a:lumMod val="10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2840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p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Strokes">
            <a:extLst>
              <a:ext uri="{FF2B5EF4-FFF2-40B4-BE49-F238E27FC236}">
                <a16:creationId xmlns:a16="http://schemas.microsoft.com/office/drawing/2014/main" id="{36158397-7922-7808-3EBB-40FF3BD47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3454940"/>
            <a:ext cx="12192863" cy="3429232"/>
            <a:chOff x="0" y="1716074"/>
            <a:chExt cx="12192863" cy="3429232"/>
          </a:xfrm>
        </p:grpSpPr>
        <p:sp>
          <p:nvSpPr>
            <p:cNvPr id="11" name="Graphic 2">
              <a:extLst>
                <a:ext uri="{FF2B5EF4-FFF2-40B4-BE49-F238E27FC236}">
                  <a16:creationId xmlns:a16="http://schemas.microsoft.com/office/drawing/2014/main" id="{655EDE39-E769-AEDF-3462-0F941FB35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1716074"/>
              <a:ext cx="12192863" cy="2183025"/>
            </a:xfrm>
            <a:custGeom>
              <a:avLst/>
              <a:gdLst>
                <a:gd name="connsiteX0" fmla="*/ 0 w 12192863"/>
                <a:gd name="connsiteY0" fmla="*/ 1435691 h 2183025"/>
                <a:gd name="connsiteX1" fmla="*/ 12192864 w 12192863"/>
                <a:gd name="connsiteY1" fmla="*/ 0 h 2183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92863" h="2183025">
                  <a:moveTo>
                    <a:pt x="0" y="1435691"/>
                  </a:moveTo>
                  <a:cubicBezTo>
                    <a:pt x="0" y="1435691"/>
                    <a:pt x="6346390" y="3849908"/>
                    <a:pt x="12192864" y="0"/>
                  </a:cubicBezTo>
                </a:path>
              </a:pathLst>
            </a:custGeom>
            <a:noFill/>
            <a:ln w="28575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Graphic 1">
              <a:extLst>
                <a:ext uri="{FF2B5EF4-FFF2-40B4-BE49-F238E27FC236}">
                  <a16:creationId xmlns:a16="http://schemas.microsoft.com/office/drawing/2014/main" id="{86159E8B-F7C4-AF3D-7CC5-8086F546F9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74851" y="2876302"/>
              <a:ext cx="8218012" cy="2269004"/>
            </a:xfrm>
            <a:custGeom>
              <a:avLst/>
              <a:gdLst>
                <a:gd name="connsiteX0" fmla="*/ 0 w 8218012"/>
                <a:gd name="connsiteY0" fmla="*/ 2269005 h 2269004"/>
                <a:gd name="connsiteX1" fmla="*/ 8218013 w 8218012"/>
                <a:gd name="connsiteY1" fmla="*/ 220620 h 226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18012" h="2269004">
                  <a:moveTo>
                    <a:pt x="0" y="2269005"/>
                  </a:moveTo>
                  <a:cubicBezTo>
                    <a:pt x="0" y="2269005"/>
                    <a:pt x="2755579" y="-840171"/>
                    <a:pt x="8218013" y="220620"/>
                  </a:cubicBezTo>
                </a:path>
              </a:pathLst>
            </a:custGeom>
            <a:noFill/>
            <a:ln w="28575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3" name="Wavestone logo">
            <a:extLst>
              <a:ext uri="{FF2B5EF4-FFF2-40B4-BE49-F238E27FC236}">
                <a16:creationId xmlns:a16="http://schemas.microsoft.com/office/drawing/2014/main" id="{FCE59BC8-8DCF-C998-920E-2153958C030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24990" y="2473051"/>
            <a:ext cx="2740755" cy="1911898"/>
          </a:xfrm>
          <a:prstGeom prst="rect">
            <a:avLst/>
          </a:prstGeom>
        </p:spPr>
      </p:pic>
      <p:pic>
        <p:nvPicPr>
          <p:cNvPr id="2" name="Wavestone logo">
            <a:extLst>
              <a:ext uri="{FF2B5EF4-FFF2-40B4-BE49-F238E27FC236}">
                <a16:creationId xmlns:a16="http://schemas.microsoft.com/office/drawing/2014/main" id="{5A854C3D-F8B2-9131-091B-C497D2FE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24990" y="2473051"/>
            <a:ext cx="2740754" cy="191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732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page blue">
    <p:bg>
      <p:bgPr>
        <a:gradFill>
          <a:gsLst>
            <a:gs pos="0">
              <a:schemeClr val="bg2"/>
            </a:gs>
            <a:gs pos="100000">
              <a:schemeClr val="accent3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Strokes">
            <a:extLst>
              <a:ext uri="{FF2B5EF4-FFF2-40B4-BE49-F238E27FC236}">
                <a16:creationId xmlns:a16="http://schemas.microsoft.com/office/drawing/2014/main" id="{36158397-7922-7808-3EBB-40FF3BD47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3454940"/>
            <a:ext cx="12192863" cy="3429232"/>
            <a:chOff x="0" y="1716074"/>
            <a:chExt cx="12192863" cy="3429232"/>
          </a:xfrm>
        </p:grpSpPr>
        <p:sp>
          <p:nvSpPr>
            <p:cNvPr id="11" name="Graphic 2">
              <a:extLst>
                <a:ext uri="{FF2B5EF4-FFF2-40B4-BE49-F238E27FC236}">
                  <a16:creationId xmlns:a16="http://schemas.microsoft.com/office/drawing/2014/main" id="{655EDE39-E769-AEDF-3462-0F941FB35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1716074"/>
              <a:ext cx="12192863" cy="2183025"/>
            </a:xfrm>
            <a:custGeom>
              <a:avLst/>
              <a:gdLst>
                <a:gd name="connsiteX0" fmla="*/ 0 w 12192863"/>
                <a:gd name="connsiteY0" fmla="*/ 1435691 h 2183025"/>
                <a:gd name="connsiteX1" fmla="*/ 12192864 w 12192863"/>
                <a:gd name="connsiteY1" fmla="*/ 0 h 2183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92863" h="2183025">
                  <a:moveTo>
                    <a:pt x="0" y="1435691"/>
                  </a:moveTo>
                  <a:cubicBezTo>
                    <a:pt x="0" y="1435691"/>
                    <a:pt x="6346390" y="3849908"/>
                    <a:pt x="12192864" y="0"/>
                  </a:cubicBezTo>
                </a:path>
              </a:pathLst>
            </a:custGeom>
            <a:noFill/>
            <a:ln w="28575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Graphic 1">
              <a:extLst>
                <a:ext uri="{FF2B5EF4-FFF2-40B4-BE49-F238E27FC236}">
                  <a16:creationId xmlns:a16="http://schemas.microsoft.com/office/drawing/2014/main" id="{86159E8B-F7C4-AF3D-7CC5-8086F546F9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74851" y="2876302"/>
              <a:ext cx="8218012" cy="2269004"/>
            </a:xfrm>
            <a:custGeom>
              <a:avLst/>
              <a:gdLst>
                <a:gd name="connsiteX0" fmla="*/ 0 w 8218012"/>
                <a:gd name="connsiteY0" fmla="*/ 2269005 h 2269004"/>
                <a:gd name="connsiteX1" fmla="*/ 8218013 w 8218012"/>
                <a:gd name="connsiteY1" fmla="*/ 220620 h 226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18012" h="2269004">
                  <a:moveTo>
                    <a:pt x="0" y="2269005"/>
                  </a:moveTo>
                  <a:cubicBezTo>
                    <a:pt x="0" y="2269005"/>
                    <a:pt x="2755579" y="-840171"/>
                    <a:pt x="8218013" y="220620"/>
                  </a:cubicBezTo>
                </a:path>
              </a:pathLst>
            </a:custGeom>
            <a:noFill/>
            <a:ln w="28575" cap="flat" cmpd="sng" algn="ctr">
              <a:solidFill>
                <a:schemeClr val="bg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2" name="Wavestone logo">
            <a:extLst>
              <a:ext uri="{FF2B5EF4-FFF2-40B4-BE49-F238E27FC236}">
                <a16:creationId xmlns:a16="http://schemas.microsoft.com/office/drawing/2014/main" id="{18A26B22-0010-124F-9D10-6168ECB23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24990" y="2473051"/>
            <a:ext cx="2740754" cy="1911897"/>
          </a:xfrm>
          <a:prstGeom prst="rect">
            <a:avLst/>
          </a:prstGeom>
        </p:spPr>
      </p:pic>
      <p:pic>
        <p:nvPicPr>
          <p:cNvPr id="9" name="Wavestone logo">
            <a:extLst>
              <a:ext uri="{FF2B5EF4-FFF2-40B4-BE49-F238E27FC236}">
                <a16:creationId xmlns:a16="http://schemas.microsoft.com/office/drawing/2014/main" id="{ECB92486-172C-3288-900C-9E56B3D04EB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24990" y="2473051"/>
            <a:ext cx="2740755" cy="191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907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SP Agenda Section" hidden="1">
            <a:extLst>
              <a:ext uri="{FF2B5EF4-FFF2-40B4-BE49-F238E27FC236}">
                <a16:creationId xmlns:a16="http://schemas.microsoft.com/office/drawing/2014/main" id="{F2857B72-76E8-416F-990A-0E465F5B54C7}"/>
              </a:ext>
            </a:extLst>
          </p:cNvPr>
          <p:cNvGrpSpPr>
            <a:grpSpLocks/>
          </p:cNvGrpSpPr>
          <p:nvPr userDrawn="1"/>
        </p:nvGrpSpPr>
        <p:grpSpPr>
          <a:xfrm>
            <a:off x="466609" y="1295400"/>
            <a:ext cx="11258782" cy="552002"/>
            <a:chOff x="350973" y="1196307"/>
            <a:chExt cx="6173651" cy="552002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1FB3B8E-CCCB-4799-86AC-E6E1C7DEB80B}"/>
                </a:ext>
              </a:extLst>
            </p:cNvPr>
            <p:cNvSpPr>
              <a:spLocks/>
            </p:cNvSpPr>
            <p:nvPr userDrawn="1"/>
          </p:nvSpPr>
          <p:spPr>
            <a:xfrm>
              <a:off x="350973" y="1196307"/>
              <a:ext cx="79200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53129" marR="0" lvl="0" indent="-28575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fr-FR" sz="1600" b="1" i="0" kern="1200" cap="none" baseline="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&lt;N&gt;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9B50CB9-7FA6-4B89-BE45-50C8B85C7E72}"/>
                </a:ext>
              </a:extLst>
            </p:cNvPr>
            <p:cNvSpPr>
              <a:spLocks/>
            </p:cNvSpPr>
            <p:nvPr userDrawn="1"/>
          </p:nvSpPr>
          <p:spPr>
            <a:xfrm>
              <a:off x="887873" y="1196308"/>
              <a:ext cx="449871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160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&lt;TEXT&gt;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14E5980-B6EF-4F21-8788-F077C72B0FF0}"/>
                </a:ext>
              </a:extLst>
            </p:cNvPr>
            <p:cNvSpPr>
              <a:spLocks/>
            </p:cNvSpPr>
            <p:nvPr userDrawn="1"/>
          </p:nvSpPr>
          <p:spPr>
            <a:xfrm>
              <a:off x="6009095" y="1196308"/>
              <a:ext cx="515529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923" b="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Page &lt;P&gt;</a:t>
              </a:r>
            </a:p>
          </p:txBody>
        </p:sp>
      </p:grpSp>
      <p:grpSp>
        <p:nvGrpSpPr>
          <p:cNvPr id="55" name="SP Agenda Section Highlight" hidden="1">
            <a:extLst>
              <a:ext uri="{FF2B5EF4-FFF2-40B4-BE49-F238E27FC236}">
                <a16:creationId xmlns:a16="http://schemas.microsoft.com/office/drawing/2014/main" id="{AF096DB6-BE40-42C7-B292-AB2B0E3628DC}"/>
              </a:ext>
            </a:extLst>
          </p:cNvPr>
          <p:cNvGrpSpPr>
            <a:grpSpLocks/>
          </p:cNvGrpSpPr>
          <p:nvPr userDrawn="1"/>
        </p:nvGrpSpPr>
        <p:grpSpPr>
          <a:xfrm>
            <a:off x="466610" y="1828800"/>
            <a:ext cx="11258783" cy="552002"/>
            <a:chOff x="350973" y="1196307"/>
            <a:chExt cx="6173652" cy="552002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88DDC6B-5ECF-498B-8DBA-366E2A3A0B1D}"/>
                </a:ext>
              </a:extLst>
            </p:cNvPr>
            <p:cNvSpPr>
              <a:spLocks/>
            </p:cNvSpPr>
            <p:nvPr userDrawn="1"/>
          </p:nvSpPr>
          <p:spPr>
            <a:xfrm>
              <a:off x="350973" y="1196307"/>
              <a:ext cx="79200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53129" marR="0" lvl="0" indent="-28575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fr-FR" sz="1600" b="1" i="0" kern="1200" cap="none" baseline="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&lt;N&gt;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CCAC344-1E2F-48B9-95CE-33982A7D3EFB}"/>
                </a:ext>
              </a:extLst>
            </p:cNvPr>
            <p:cNvSpPr>
              <a:spLocks/>
            </p:cNvSpPr>
            <p:nvPr userDrawn="1"/>
          </p:nvSpPr>
          <p:spPr>
            <a:xfrm>
              <a:off x="892008" y="1196308"/>
              <a:ext cx="449871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1600" b="1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&lt;TEXT&gt;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A7C46F4-B4A6-461C-AAB6-CCDBCD1DCB81}"/>
                </a:ext>
              </a:extLst>
            </p:cNvPr>
            <p:cNvSpPr>
              <a:spLocks/>
            </p:cNvSpPr>
            <p:nvPr userDrawn="1"/>
          </p:nvSpPr>
          <p:spPr>
            <a:xfrm>
              <a:off x="6009095" y="1196308"/>
              <a:ext cx="51553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923" b="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Page &lt;P&gt;</a:t>
              </a:r>
            </a:p>
          </p:txBody>
        </p:sp>
      </p:grpSp>
      <p:grpSp>
        <p:nvGrpSpPr>
          <p:cNvPr id="59" name="SP Agenda Subsection" hidden="1">
            <a:extLst>
              <a:ext uri="{FF2B5EF4-FFF2-40B4-BE49-F238E27FC236}">
                <a16:creationId xmlns:a16="http://schemas.microsoft.com/office/drawing/2014/main" id="{A68D29B9-A522-4D76-9EEA-80D6DB90932E}"/>
              </a:ext>
            </a:extLst>
          </p:cNvPr>
          <p:cNvGrpSpPr>
            <a:grpSpLocks/>
          </p:cNvGrpSpPr>
          <p:nvPr userDrawn="1"/>
        </p:nvGrpSpPr>
        <p:grpSpPr>
          <a:xfrm>
            <a:off x="1655395" y="2356260"/>
            <a:ext cx="10052532" cy="552002"/>
            <a:chOff x="350973" y="1196307"/>
            <a:chExt cx="5512215" cy="552002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B4CD365-D4A9-4D87-8F1A-E7CBEE002C65}"/>
                </a:ext>
              </a:extLst>
            </p:cNvPr>
            <p:cNvSpPr>
              <a:spLocks/>
            </p:cNvSpPr>
            <p:nvPr userDrawn="1"/>
          </p:nvSpPr>
          <p:spPr>
            <a:xfrm>
              <a:off x="350973" y="1196307"/>
              <a:ext cx="79200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fr-FR" sz="1400" b="1" i="0" kern="1200" cap="none" baseline="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&lt;N&gt;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59E57C0-7D15-4D42-99B0-388B0AD38040}"/>
                </a:ext>
              </a:extLst>
            </p:cNvPr>
            <p:cNvSpPr>
              <a:spLocks/>
            </p:cNvSpPr>
            <p:nvPr userDrawn="1"/>
          </p:nvSpPr>
          <p:spPr>
            <a:xfrm>
              <a:off x="685464" y="1196308"/>
              <a:ext cx="449871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140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&lt;TEXT&gt;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90BE66A-B31C-40B5-8209-60FA2F2E0D99}"/>
                </a:ext>
              </a:extLst>
            </p:cNvPr>
            <p:cNvSpPr>
              <a:spLocks/>
            </p:cNvSpPr>
            <p:nvPr userDrawn="1"/>
          </p:nvSpPr>
          <p:spPr>
            <a:xfrm>
              <a:off x="5347657" y="1196308"/>
              <a:ext cx="51553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923" b="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Page &lt;P&gt;</a:t>
              </a:r>
            </a:p>
          </p:txBody>
        </p:sp>
      </p:grpSp>
      <p:grpSp>
        <p:nvGrpSpPr>
          <p:cNvPr id="63" name="SP Agenda Subsection Highlight" hidden="1">
            <a:extLst>
              <a:ext uri="{FF2B5EF4-FFF2-40B4-BE49-F238E27FC236}">
                <a16:creationId xmlns:a16="http://schemas.microsoft.com/office/drawing/2014/main" id="{0AC8024E-800F-4D27-81F5-31D2DEC50AB7}"/>
              </a:ext>
            </a:extLst>
          </p:cNvPr>
          <p:cNvGrpSpPr>
            <a:grpSpLocks/>
          </p:cNvGrpSpPr>
          <p:nvPr userDrawn="1"/>
        </p:nvGrpSpPr>
        <p:grpSpPr>
          <a:xfrm>
            <a:off x="1655395" y="2908261"/>
            <a:ext cx="10069996" cy="552002"/>
            <a:chOff x="746973" y="1196307"/>
            <a:chExt cx="5521791" cy="552002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0B5CDE7-2CF2-495E-81C2-BBB8131B9DBC}"/>
                </a:ext>
              </a:extLst>
            </p:cNvPr>
            <p:cNvSpPr>
              <a:spLocks/>
            </p:cNvSpPr>
            <p:nvPr userDrawn="1"/>
          </p:nvSpPr>
          <p:spPr>
            <a:xfrm>
              <a:off x="746973" y="1196307"/>
              <a:ext cx="79200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fr-FR" sz="1400" b="1" i="0" kern="1200" cap="none" baseline="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&lt;N&gt;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27B3B1A-DD17-4FB3-8083-0E50D87656B3}"/>
                </a:ext>
              </a:extLst>
            </p:cNvPr>
            <p:cNvSpPr>
              <a:spLocks/>
            </p:cNvSpPr>
            <p:nvPr userDrawn="1"/>
          </p:nvSpPr>
          <p:spPr>
            <a:xfrm>
              <a:off x="1084075" y="1196308"/>
              <a:ext cx="449871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1400" b="1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&lt;TEXT&gt;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8399873-18C4-49BB-9AC4-3A8655D4B77C}"/>
                </a:ext>
              </a:extLst>
            </p:cNvPr>
            <p:cNvSpPr>
              <a:spLocks/>
            </p:cNvSpPr>
            <p:nvPr userDrawn="1"/>
          </p:nvSpPr>
          <p:spPr>
            <a:xfrm>
              <a:off x="5753232" y="1196308"/>
              <a:ext cx="515532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920" b="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Page &lt;P&gt;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3AFF9E-7AF4-00F6-F416-A6EC779451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4" y="404664"/>
            <a:ext cx="11342769" cy="936774"/>
          </a:xfrm>
        </p:spPr>
        <p:txBody>
          <a:bodyPr/>
          <a:lstStyle>
            <a:lvl1pPr>
              <a:defRPr sz="2400"/>
            </a:lvl1pPr>
          </a:lstStyle>
          <a:p>
            <a:r>
              <a:rPr lang="fr-FR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81816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SP Agenda Section" hidden="1">
            <a:extLst>
              <a:ext uri="{FF2B5EF4-FFF2-40B4-BE49-F238E27FC236}">
                <a16:creationId xmlns:a16="http://schemas.microsoft.com/office/drawing/2014/main" id="{F2857B72-76E8-416F-990A-0E465F5B54C7}"/>
              </a:ext>
            </a:extLst>
          </p:cNvPr>
          <p:cNvGrpSpPr>
            <a:grpSpLocks/>
          </p:cNvGrpSpPr>
          <p:nvPr userDrawn="1"/>
        </p:nvGrpSpPr>
        <p:grpSpPr>
          <a:xfrm>
            <a:off x="466609" y="1295400"/>
            <a:ext cx="11258782" cy="552002"/>
            <a:chOff x="350973" y="1196307"/>
            <a:chExt cx="6173651" cy="552002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1FB3B8E-CCCB-4799-86AC-E6E1C7DEB80B}"/>
                </a:ext>
              </a:extLst>
            </p:cNvPr>
            <p:cNvSpPr>
              <a:spLocks/>
            </p:cNvSpPr>
            <p:nvPr userDrawn="1"/>
          </p:nvSpPr>
          <p:spPr>
            <a:xfrm>
              <a:off x="350973" y="1196307"/>
              <a:ext cx="79200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53129" marR="0" lvl="0" indent="-28575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fr-FR" sz="1600" b="1" i="0" kern="1200" cap="none" baseline="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&lt;N&gt;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9B50CB9-7FA6-4B89-BE45-50C8B85C7E72}"/>
                </a:ext>
              </a:extLst>
            </p:cNvPr>
            <p:cNvSpPr>
              <a:spLocks/>
            </p:cNvSpPr>
            <p:nvPr userDrawn="1"/>
          </p:nvSpPr>
          <p:spPr>
            <a:xfrm>
              <a:off x="887928" y="1196308"/>
              <a:ext cx="449871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160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&lt;TEXT&gt;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14E5980-B6EF-4F21-8788-F077C72B0FF0}"/>
                </a:ext>
              </a:extLst>
            </p:cNvPr>
            <p:cNvSpPr>
              <a:spLocks/>
            </p:cNvSpPr>
            <p:nvPr userDrawn="1"/>
          </p:nvSpPr>
          <p:spPr>
            <a:xfrm>
              <a:off x="6009095" y="1196308"/>
              <a:ext cx="515529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923" b="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Page &lt;P&gt;</a:t>
              </a:r>
            </a:p>
          </p:txBody>
        </p:sp>
      </p:grpSp>
      <p:grpSp>
        <p:nvGrpSpPr>
          <p:cNvPr id="55" name="SP Agenda Section Highlight" hidden="1">
            <a:extLst>
              <a:ext uri="{FF2B5EF4-FFF2-40B4-BE49-F238E27FC236}">
                <a16:creationId xmlns:a16="http://schemas.microsoft.com/office/drawing/2014/main" id="{AF096DB6-BE40-42C7-B292-AB2B0E3628DC}"/>
              </a:ext>
            </a:extLst>
          </p:cNvPr>
          <p:cNvGrpSpPr>
            <a:grpSpLocks/>
          </p:cNvGrpSpPr>
          <p:nvPr userDrawn="1"/>
        </p:nvGrpSpPr>
        <p:grpSpPr>
          <a:xfrm>
            <a:off x="466610" y="1828800"/>
            <a:ext cx="11258783" cy="552002"/>
            <a:chOff x="350973" y="1196307"/>
            <a:chExt cx="6173652" cy="552002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88DDC6B-5ECF-498B-8DBA-366E2A3A0B1D}"/>
                </a:ext>
              </a:extLst>
            </p:cNvPr>
            <p:cNvSpPr>
              <a:spLocks/>
            </p:cNvSpPr>
            <p:nvPr userDrawn="1"/>
          </p:nvSpPr>
          <p:spPr>
            <a:xfrm>
              <a:off x="350973" y="1196307"/>
              <a:ext cx="79200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53129" marR="0" lvl="0" indent="-28575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fr-FR" sz="1600" b="1" i="0" kern="1200" cap="none" baseline="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&lt;N&gt;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CCAC344-1E2F-48B9-95CE-33982A7D3EFB}"/>
                </a:ext>
              </a:extLst>
            </p:cNvPr>
            <p:cNvSpPr>
              <a:spLocks/>
            </p:cNvSpPr>
            <p:nvPr userDrawn="1"/>
          </p:nvSpPr>
          <p:spPr>
            <a:xfrm>
              <a:off x="891565" y="1196308"/>
              <a:ext cx="449871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1600" b="1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&lt;TEXT&gt;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A7C46F4-B4A6-461C-AAB6-CCDBCD1DCB81}"/>
                </a:ext>
              </a:extLst>
            </p:cNvPr>
            <p:cNvSpPr>
              <a:spLocks/>
            </p:cNvSpPr>
            <p:nvPr userDrawn="1"/>
          </p:nvSpPr>
          <p:spPr>
            <a:xfrm>
              <a:off x="6009095" y="1196308"/>
              <a:ext cx="51553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923" b="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Page &lt;P&gt;</a:t>
              </a:r>
            </a:p>
          </p:txBody>
        </p:sp>
      </p:grpSp>
      <p:grpSp>
        <p:nvGrpSpPr>
          <p:cNvPr id="59" name="SP Agenda Subsection" hidden="1">
            <a:extLst>
              <a:ext uri="{FF2B5EF4-FFF2-40B4-BE49-F238E27FC236}">
                <a16:creationId xmlns:a16="http://schemas.microsoft.com/office/drawing/2014/main" id="{A68D29B9-A522-4D76-9EEA-80D6DB90932E}"/>
              </a:ext>
            </a:extLst>
          </p:cNvPr>
          <p:cNvGrpSpPr>
            <a:grpSpLocks/>
          </p:cNvGrpSpPr>
          <p:nvPr userDrawn="1"/>
        </p:nvGrpSpPr>
        <p:grpSpPr>
          <a:xfrm>
            <a:off x="1655388" y="2356260"/>
            <a:ext cx="10073477" cy="552002"/>
            <a:chOff x="746969" y="1196307"/>
            <a:chExt cx="5523700" cy="552002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B4CD365-D4A9-4D87-8F1A-E7CBEE002C65}"/>
                </a:ext>
              </a:extLst>
            </p:cNvPr>
            <p:cNvSpPr>
              <a:spLocks/>
            </p:cNvSpPr>
            <p:nvPr userDrawn="1"/>
          </p:nvSpPr>
          <p:spPr>
            <a:xfrm>
              <a:off x="746969" y="1196307"/>
              <a:ext cx="79200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fr-FR" sz="1400" b="1" i="0" kern="1200" cap="none" baseline="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&lt;N&gt;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59E57C0-7D15-4D42-99B0-388B0AD38040}"/>
                </a:ext>
              </a:extLst>
            </p:cNvPr>
            <p:cNvSpPr>
              <a:spLocks/>
            </p:cNvSpPr>
            <p:nvPr userDrawn="1"/>
          </p:nvSpPr>
          <p:spPr>
            <a:xfrm>
              <a:off x="1082549" y="1196307"/>
              <a:ext cx="449871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140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&lt;TEXT&gt;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90BE66A-B31C-40B5-8209-60FA2F2E0D99}"/>
                </a:ext>
              </a:extLst>
            </p:cNvPr>
            <p:cNvSpPr>
              <a:spLocks/>
            </p:cNvSpPr>
            <p:nvPr userDrawn="1"/>
          </p:nvSpPr>
          <p:spPr>
            <a:xfrm>
              <a:off x="5755138" y="1196308"/>
              <a:ext cx="51553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920" b="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Page &lt;P&gt;</a:t>
              </a:r>
            </a:p>
          </p:txBody>
        </p:sp>
      </p:grpSp>
      <p:grpSp>
        <p:nvGrpSpPr>
          <p:cNvPr id="63" name="SP Agenda Subsection Highlight" hidden="1">
            <a:extLst>
              <a:ext uri="{FF2B5EF4-FFF2-40B4-BE49-F238E27FC236}">
                <a16:creationId xmlns:a16="http://schemas.microsoft.com/office/drawing/2014/main" id="{0AC8024E-800F-4D27-81F5-31D2DEC50AB7}"/>
              </a:ext>
            </a:extLst>
          </p:cNvPr>
          <p:cNvGrpSpPr>
            <a:grpSpLocks/>
          </p:cNvGrpSpPr>
          <p:nvPr userDrawn="1"/>
        </p:nvGrpSpPr>
        <p:grpSpPr>
          <a:xfrm>
            <a:off x="1655388" y="2908261"/>
            <a:ext cx="10070003" cy="552002"/>
            <a:chOff x="746969" y="1196307"/>
            <a:chExt cx="5521795" cy="552002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0B5CDE7-2CF2-495E-81C2-BBB8131B9DBC}"/>
                </a:ext>
              </a:extLst>
            </p:cNvPr>
            <p:cNvSpPr>
              <a:spLocks/>
            </p:cNvSpPr>
            <p:nvPr userDrawn="1"/>
          </p:nvSpPr>
          <p:spPr>
            <a:xfrm>
              <a:off x="746969" y="1196307"/>
              <a:ext cx="79200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fr-FR" sz="1400" b="1" i="0" kern="1200" cap="none" baseline="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&lt;N&gt;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27B3B1A-DD17-4FB3-8083-0E50D87656B3}"/>
                </a:ext>
              </a:extLst>
            </p:cNvPr>
            <p:cNvSpPr>
              <a:spLocks/>
            </p:cNvSpPr>
            <p:nvPr userDrawn="1"/>
          </p:nvSpPr>
          <p:spPr>
            <a:xfrm>
              <a:off x="1084287" y="1196308"/>
              <a:ext cx="449871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1400" b="1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&lt;TEXT&gt;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8399873-18C4-49BB-9AC4-3A8655D4B77C}"/>
                </a:ext>
              </a:extLst>
            </p:cNvPr>
            <p:cNvSpPr>
              <a:spLocks/>
            </p:cNvSpPr>
            <p:nvPr userDrawn="1"/>
          </p:nvSpPr>
          <p:spPr>
            <a:xfrm>
              <a:off x="5753232" y="1196308"/>
              <a:ext cx="515532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920" b="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Page &lt;P&gt;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0AE165A-1031-B297-11E7-059175CA5C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4" y="404664"/>
            <a:ext cx="11342769" cy="936774"/>
          </a:xfrm>
        </p:spPr>
        <p:txBody>
          <a:bodyPr/>
          <a:lstStyle>
            <a:lvl1pPr>
              <a:defRPr sz="2400"/>
            </a:lvl1pPr>
          </a:lstStyle>
          <a:p>
            <a:r>
              <a:rPr lang="fr-FR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249239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, Color &amp; Font 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title placeholder 1">
            <a:extLst>
              <a:ext uri="{FF2B5EF4-FFF2-40B4-BE49-F238E27FC236}">
                <a16:creationId xmlns:a16="http://schemas.microsoft.com/office/drawing/2014/main" id="{D1B40373-C58F-9D2F-924E-36B7D28F88E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355" y="144313"/>
            <a:ext cx="11342769" cy="260499"/>
          </a:xfrm>
          <a:prstGeom prst="rect">
            <a:avLst/>
          </a:prstGeom>
        </p:spPr>
        <p:txBody>
          <a:bodyPr lIns="0" tIns="0" rIns="0" bIns="0" anchor="b"/>
          <a:lstStyle>
            <a:lvl1pPr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fr-FR" sz="1000" noProof="0">
                <a:solidFill>
                  <a:schemeClr val="accent3"/>
                </a:solidFill>
                <a:latin typeface="+mn-lt"/>
              </a:rPr>
              <a:t>How to use the Wavestone ppt template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964B1C5-C358-871B-CA19-F74DB0D2D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404664"/>
            <a:ext cx="2440268" cy="936774"/>
          </a:xfrm>
        </p:spPr>
        <p:txBody>
          <a:bodyPr/>
          <a:lstStyle>
            <a:lvl1pPr>
              <a:defRPr sz="2400"/>
            </a:lvl1pPr>
          </a:lstStyle>
          <a:p>
            <a:r>
              <a:rPr lang="fr-FR"/>
              <a:t>Text, Color</a:t>
            </a:r>
            <a:br>
              <a:rPr lang="fr-FR"/>
            </a:br>
            <a:r>
              <a:rPr lang="fr-FR"/>
              <a:t>&amp; Font guidelines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23097D7-D7BA-9E25-0878-05A17731E689}"/>
              </a:ext>
            </a:extLst>
          </p:cNvPr>
          <p:cNvSpPr txBox="1">
            <a:spLocks/>
          </p:cNvSpPr>
          <p:nvPr userDrawn="1"/>
        </p:nvSpPr>
        <p:spPr>
          <a:xfrm>
            <a:off x="423984" y="1491910"/>
            <a:ext cx="11344276" cy="257369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200">
                <a:solidFill>
                  <a:schemeClr val="bg2"/>
                </a:solidFill>
                <a:latin typeface="+mj-lt"/>
              </a:rPr>
              <a:t>Colors of Wavestone Powerpoint Slide Master and associated hexadecimal &amp; RGB color codes </a:t>
            </a:r>
          </a:p>
        </p:txBody>
      </p:sp>
      <p:graphicFrame>
        <p:nvGraphicFramePr>
          <p:cNvPr id="7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7311639"/>
              </p:ext>
            </p:extLst>
          </p:nvPr>
        </p:nvGraphicFramePr>
        <p:xfrm>
          <a:off x="423982" y="1491910"/>
          <a:ext cx="7365350" cy="161686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40280">
                  <a:extLst>
                    <a:ext uri="{9D8B030D-6E8A-4147-A177-3AD203B41FA5}">
                      <a16:colId xmlns:a16="http://schemas.microsoft.com/office/drawing/2014/main" val="509387146"/>
                    </a:ext>
                  </a:extLst>
                </a:gridCol>
                <a:gridCol w="874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7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7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76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76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1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01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fr-FR" sz="900" b="1" kern="1200" noProof="0">
                        <a:solidFill>
                          <a:schemeClr val="tx1">
                            <a:lumMod val="10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fr-FR" sz="900" b="1" kern="1200" noProof="0">
                        <a:solidFill>
                          <a:schemeClr val="tx1">
                            <a:lumMod val="10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de-DE" sz="800" b="0" i="1" u="none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108000" marT="72000" marB="72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de-DE" sz="800" b="0" i="1" u="none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108000" marT="72000" marB="72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de-DE" sz="800" b="0" i="1" u="none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108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de-DE" sz="800" b="0" i="1" u="none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108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de-DE" sz="800" b="0" i="1" u="none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108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de-DE" sz="800" b="0" i="1" u="none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108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94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900" b="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Codes</a:t>
                      </a:r>
                    </a:p>
                  </a:txBody>
                  <a:tcPr marL="88615" marR="0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900" b="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Background 1</a:t>
                      </a:r>
                    </a:p>
                  </a:txBody>
                  <a:tcPr marL="88615" marR="0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900" b="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1</a:t>
                      </a:r>
                    </a:p>
                  </a:txBody>
                  <a:tcPr marL="88615" marR="132923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900" b="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Background 2</a:t>
                      </a:r>
                    </a:p>
                  </a:txBody>
                  <a:tcPr marL="88615" marR="132923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900" b="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2</a:t>
                      </a:r>
                    </a:p>
                  </a:txBody>
                  <a:tcPr marL="88615" marR="132923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900" b="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Accent 1</a:t>
                      </a:r>
                    </a:p>
                  </a:txBody>
                  <a:tcPr marL="88615" marR="132923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900" b="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Accent 2</a:t>
                      </a:r>
                    </a:p>
                  </a:txBody>
                  <a:tcPr marL="88615" marR="132923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900" b="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Accent 3</a:t>
                      </a:r>
                    </a:p>
                  </a:txBody>
                  <a:tcPr marL="88615" marR="132923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5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1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Hexadecimal</a:t>
                      </a:r>
                    </a:p>
                  </a:txBody>
                  <a:tcPr marL="88615" marR="0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1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#FFFFFF</a:t>
                      </a:r>
                    </a:p>
                  </a:txBody>
                  <a:tcPr marL="88615" marR="0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1" u="none" noProof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#000000</a:t>
                      </a:r>
                    </a:p>
                  </a:txBody>
                  <a:tcPr marL="88615" marR="132923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1" u="none" noProof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#451DC7</a:t>
                      </a:r>
                    </a:p>
                  </a:txBody>
                  <a:tcPr marL="88615" marR="132923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1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#000000</a:t>
                      </a:r>
                    </a:p>
                  </a:txBody>
                  <a:tcPr marL="88615" marR="132923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1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#04F06A</a:t>
                      </a:r>
                    </a:p>
                  </a:txBody>
                  <a:tcPr marL="88615" marR="132923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1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#CAFEE0</a:t>
                      </a:r>
                    </a:p>
                  </a:txBody>
                  <a:tcPr marL="88615" marR="132923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1" u="none" noProof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#250F6B</a:t>
                      </a:r>
                    </a:p>
                  </a:txBody>
                  <a:tcPr marL="88615" marR="132923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91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R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G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B</a:t>
                      </a:r>
                    </a:p>
                  </a:txBody>
                  <a:tcPr marL="88615" marR="88615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255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255</a:t>
                      </a:r>
                      <a:br>
                        <a:rPr lang="fr-FR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</a:br>
                      <a:r>
                        <a:rPr lang="fr-FR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255</a:t>
                      </a:r>
                    </a:p>
                  </a:txBody>
                  <a:tcPr marL="88615" marR="88615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0</a:t>
                      </a:r>
                    </a:p>
                  </a:txBody>
                  <a:tcPr marL="88615" marR="88615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69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29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199</a:t>
                      </a:r>
                    </a:p>
                  </a:txBody>
                  <a:tcPr marL="88615" marR="88615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255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255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255</a:t>
                      </a:r>
                    </a:p>
                  </a:txBody>
                  <a:tcPr marL="88615" marR="88615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4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240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106</a:t>
                      </a:r>
                    </a:p>
                  </a:txBody>
                  <a:tcPr marL="88615" marR="88615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202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254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224</a:t>
                      </a:r>
                    </a:p>
                  </a:txBody>
                  <a:tcPr marL="88615" marR="88615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37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15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107</a:t>
                      </a:r>
                    </a:p>
                  </a:txBody>
                  <a:tcPr marL="88615" marR="88615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ZoneTexte 14">
            <a:extLst>
              <a:ext uri="{FF2B5EF4-FFF2-40B4-BE49-F238E27FC236}">
                <a16:creationId xmlns:a16="http://schemas.microsoft.com/office/drawing/2014/main" id="{4D38D55F-3717-1DE7-C634-D1E90CF429B3}"/>
              </a:ext>
            </a:extLst>
          </p:cNvPr>
          <p:cNvSpPr txBox="1">
            <a:spLocks/>
          </p:cNvSpPr>
          <p:nvPr userDrawn="1"/>
        </p:nvSpPr>
        <p:spPr>
          <a:xfrm>
            <a:off x="423984" y="3255083"/>
            <a:ext cx="11344276" cy="257369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200">
                <a:solidFill>
                  <a:schemeClr val="bg2"/>
                </a:solidFill>
                <a:latin typeface="+mj-lt"/>
              </a:rPr>
              <a:t>Text levels and bullet lists</a:t>
            </a:r>
          </a:p>
        </p:txBody>
      </p:sp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FD91C57F-EE59-4C6C-AD72-1954FFCD87D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46860918"/>
              </p:ext>
            </p:extLst>
          </p:nvPr>
        </p:nvGraphicFramePr>
        <p:xfrm>
          <a:off x="423863" y="3528889"/>
          <a:ext cx="11342770" cy="2708399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456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8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36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98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387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4424">
                <a:tc>
                  <a:txBody>
                    <a:bodyPr/>
                    <a:lstStyle/>
                    <a:p>
                      <a:r>
                        <a:rPr lang="fr-FR" sz="900" b="1" noProof="0"/>
                        <a:t>Level</a:t>
                      </a:r>
                    </a:p>
                  </a:txBody>
                  <a:tcPr marL="112542" marR="112542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b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Font</a:t>
                      </a:r>
                    </a:p>
                  </a:txBody>
                  <a:tcPr marL="112542" marR="112542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b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Color</a:t>
                      </a:r>
                    </a:p>
                  </a:txBody>
                  <a:tcPr marL="112542" marR="112542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b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Font Size</a:t>
                      </a:r>
                    </a:p>
                  </a:txBody>
                  <a:tcPr marL="112542" marR="112542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b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Effect</a:t>
                      </a:r>
                    </a:p>
                  </a:txBody>
                  <a:tcPr marL="112542" marR="112542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b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Bullet </a:t>
                      </a:r>
                    </a:p>
                  </a:txBody>
                  <a:tcPr marL="112542" marR="112542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900" b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Paragraph Indentation</a:t>
                      </a:r>
                    </a:p>
                  </a:txBody>
                  <a:tcPr marL="112542" marR="112542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900" b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Paragraph Spacing</a:t>
                      </a:r>
                    </a:p>
                  </a:txBody>
                  <a:tcPr marL="112542" marR="112542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tabLst>
                          <a:tab pos="355600" algn="l"/>
                        </a:tabLst>
                      </a:pPr>
                      <a:r>
                        <a:rPr lang="fr-FR" sz="1000" i="0" kern="1200" cap="none" baseline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Subtitle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i="0" u="none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Aptos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i="0" kern="1200" cap="all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 / 15 / 107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i="0" kern="1200" cap="all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i="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  <a:endParaRPr lang="fr-FR" sz="1000" i="0" kern="1200" cap="all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 text = 0 cm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 pt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line spacing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fr-FR" sz="2400" kern="1200" baseline="0">
                          <a:solidFill>
                            <a:schemeClr val="bg2">
                              <a:lumMod val="100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Title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i="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Aptos SemiBold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i="0" kern="1200" cap="all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69 / 29 / 199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i="0" kern="1200" cap="all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fr-F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  <a:endParaRPr lang="fr-FR" sz="1000" i="0" kern="1200" cap="all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 text = 0 cm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 pt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line spacing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lvl="0"/>
                      <a:r>
                        <a:rPr lang="fr-FR" sz="1600" i="0" kern="1200" cap="none" baseline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Level 1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i="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Aptos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i="0" kern="1200" cap="all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 / 0 / 0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i="0" kern="1200" cap="all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fr-F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  <a:endParaRPr lang="fr-FR" sz="1000" i="0" kern="1200" cap="all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 text </a:t>
                      </a:r>
                      <a:r>
                        <a:rPr lang="fr-FR" sz="10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0 cm</a:t>
                      </a:r>
                      <a:endParaRPr lang="fr-FR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 pt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Single line spacing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269875" indent="-269875">
                        <a:buClr>
                          <a:schemeClr val="bg2"/>
                        </a:buClr>
                        <a:buFont typeface="Avenir Next LT Pro" panose="020B0504020202020204" pitchFamily="34" charset="0"/>
                        <a:buChar char="•"/>
                        <a:tabLst/>
                      </a:pPr>
                      <a:r>
                        <a:rPr lang="fr-FR" sz="1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Level 2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i="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Aptos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i="0" kern="1200" cap="all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 / 0 / 0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code 2022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 text </a:t>
                      </a:r>
                      <a:r>
                        <a:rPr lang="fr-FR" sz="10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0,5 cm</a:t>
                      </a:r>
                      <a:endParaRPr lang="fr-FR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 pt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Single line spacing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285750" lvl="1" indent="-285750" defTabSz="271463">
                        <a:buClr>
                          <a:schemeClr val="bg2"/>
                        </a:buClr>
                        <a:buFont typeface="Poppins" panose="00000500000000000000" pitchFamily="2" charset="0"/>
                        <a:buChar char="–"/>
                      </a:pPr>
                      <a:r>
                        <a:rPr lang="fr-FR"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Level 3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i="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Aptos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i="0" kern="1200" cap="all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 / 0 / 0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code 2013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 text </a:t>
                      </a:r>
                      <a:r>
                        <a:rPr lang="fr-FR" sz="10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0,5 cm</a:t>
                      </a:r>
                      <a:endParaRPr lang="fr-FR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 pt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Single line spacing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815"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bg2"/>
                        </a:buClr>
                        <a:buFont typeface="Courier New" panose="02070309020205020404" pitchFamily="49" charset="0"/>
                        <a:buChar char="o"/>
                      </a:pPr>
                      <a:r>
                        <a:rPr lang="fr-FR" sz="120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Level 4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i="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Aptos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i="0" kern="1200" cap="all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 / 0 / 0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Tahoma" panose="020B0604030504040204" pitchFamily="34" charset="0"/>
                        <a:buNone/>
                      </a:pPr>
                      <a:r>
                        <a:rPr lang="fr-FR" sz="100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Hollow round bullet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 text </a:t>
                      </a:r>
                      <a:r>
                        <a:rPr lang="fr-FR" sz="10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0,5 cm</a:t>
                      </a:r>
                      <a:endParaRPr lang="fr-FR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 pt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Single line </a:t>
                      </a:r>
                      <a:r>
                        <a:rPr lang="fr-FR" sz="1000" kern="1200" noProof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spacing</a:t>
                      </a:r>
                      <a:endParaRPr lang="fr-FR" sz="1000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ectangle: Rounded Corners 10" descr="&#10;"/>
          <p:cNvSpPr>
            <a:spLocks/>
          </p:cNvSpPr>
          <p:nvPr/>
        </p:nvSpPr>
        <p:spPr>
          <a:xfrm>
            <a:off x="4049414" y="404813"/>
            <a:ext cx="1316765" cy="822103"/>
          </a:xfrm>
          <a:prstGeom prst="roundRect">
            <a:avLst>
              <a:gd name="adj" fmla="val 8171"/>
            </a:avLst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fr-FR" sz="1200" b="1" noProof="0">
                <a:solidFill>
                  <a:schemeClr val="bg2"/>
                </a:solidFill>
                <a:latin typeface="+mj-lt"/>
              </a:rPr>
              <a:t>Shortcut: </a:t>
            </a:r>
            <a:r>
              <a:rPr lang="fr-FR" sz="1200" b="0" noProof="0">
                <a:solidFill>
                  <a:schemeClr val="tx1">
                    <a:lumMod val="100000"/>
                  </a:schemeClr>
                </a:solidFill>
              </a:rPr>
              <a:t>to switch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</a:rPr>
              <a:t> text level, </a:t>
            </a:r>
            <a:r>
              <a:rPr lang="fr-FR" sz="1200" b="0" noProof="0">
                <a:solidFill>
                  <a:schemeClr val="tx1">
                    <a:lumMod val="100000"/>
                  </a:schemeClr>
                </a:solidFill>
              </a:rPr>
              <a:t>Shift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</a:rPr>
              <a:t> + Alt + Right/Left arrow</a:t>
            </a:r>
            <a:endParaRPr lang="fr-FR" sz="1200" b="0" noProof="0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C95A61F-EC45-5E68-4890-DAC7521393E4}"/>
              </a:ext>
            </a:extLst>
          </p:cNvPr>
          <p:cNvSpPr>
            <a:spLocks/>
          </p:cNvSpPr>
          <p:nvPr userDrawn="1"/>
        </p:nvSpPr>
        <p:spPr>
          <a:xfrm>
            <a:off x="5439356" y="404814"/>
            <a:ext cx="1440495" cy="822103"/>
          </a:xfrm>
          <a:prstGeom prst="roundRect">
            <a:avLst>
              <a:gd name="adj" fmla="val 5853"/>
            </a:avLst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fr-FR" sz="1200" b="1" baseline="0" noProof="0">
                <a:solidFill>
                  <a:schemeClr val="bg2"/>
                </a:solidFill>
                <a:latin typeface="+mj-lt"/>
              </a:rPr>
              <a:t>Design Tip I</a:t>
            </a:r>
            <a:r>
              <a:rPr lang="fr-FR" sz="1200" b="1" baseline="0" noProof="0">
                <a:solidFill>
                  <a:schemeClr val="bg2">
                    <a:lumMod val="100000"/>
                  </a:schemeClr>
                </a:solidFill>
                <a:latin typeface="+mj-lt"/>
              </a:rPr>
              <a:t>:</a:t>
            </a:r>
            <a:r>
              <a:rPr lang="fr-FR" sz="1200" b="1" baseline="0" noProof="0">
                <a:solidFill>
                  <a:schemeClr val="tx1">
                    <a:lumMod val="100000"/>
                  </a:schemeClr>
                </a:solidFill>
                <a:latin typeface="+mj-lt"/>
              </a:rPr>
              <a:t> </a:t>
            </a:r>
            <a:r>
              <a:rPr lang="fr-FR" sz="120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To add </a:t>
            </a:r>
            <a:r>
              <a:rPr lang="fr-FR" sz="1200" baseline="0" noProof="0">
                <a:solidFill>
                  <a:schemeClr val="bg2">
                    <a:lumMod val="100000"/>
                  </a:schemeClr>
                </a:solidFill>
                <a:latin typeface="+mj-lt"/>
              </a:rPr>
              <a:t>bold</a:t>
            </a:r>
            <a:r>
              <a:rPr lang="fr-FR" sz="120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 to your words, use the shortcut Ctrl + B</a:t>
            </a:r>
          </a:p>
        </p:txBody>
      </p:sp>
      <p:sp>
        <p:nvSpPr>
          <p:cNvPr id="5" name="Rectangle 27" descr="&#10;">
            <a:extLst>
              <a:ext uri="{FF2B5EF4-FFF2-40B4-BE49-F238E27FC236}">
                <a16:creationId xmlns:a16="http://schemas.microsoft.com/office/drawing/2014/main" id="{678DE402-D98D-965C-D69C-9BE7F0604740}"/>
              </a:ext>
            </a:extLst>
          </p:cNvPr>
          <p:cNvSpPr>
            <a:spLocks/>
          </p:cNvSpPr>
          <p:nvPr userDrawn="1"/>
        </p:nvSpPr>
        <p:spPr>
          <a:xfrm>
            <a:off x="6953027" y="404814"/>
            <a:ext cx="1704559" cy="822103"/>
          </a:xfrm>
          <a:prstGeom prst="roundRect">
            <a:avLst>
              <a:gd name="adj" fmla="val 8171"/>
            </a:avLst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noProof="0">
                <a:solidFill>
                  <a:schemeClr val="bg2">
                    <a:lumMod val="100000"/>
                  </a:schemeClr>
                </a:solidFill>
                <a:latin typeface="+mj-lt"/>
              </a:rPr>
              <a:t>Design Tip II: </a:t>
            </a:r>
            <a:r>
              <a:rPr lang="fr-FR" sz="1200" b="0" baseline="0" noProof="0">
                <a:solidFill>
                  <a:schemeClr val="bg2">
                    <a:lumMod val="100000"/>
                  </a:schemeClr>
                </a:solidFill>
                <a:latin typeface="+mj-lt"/>
              </a:rPr>
              <a:t> 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Use Text 1 with Background 1 and Text 2 with Background 2</a:t>
            </a: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D65FEDDE-873B-9B40-695F-E5C636F38088}"/>
              </a:ext>
            </a:extLst>
          </p:cNvPr>
          <p:cNvSpPr>
            <a:spLocks/>
          </p:cNvSpPr>
          <p:nvPr userDrawn="1"/>
        </p:nvSpPr>
        <p:spPr>
          <a:xfrm>
            <a:off x="8730764" y="404814"/>
            <a:ext cx="1770007" cy="822103"/>
          </a:xfrm>
          <a:prstGeom prst="roundRect">
            <a:avLst>
              <a:gd name="adj" fmla="val 7592"/>
            </a:avLst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noProof="0">
                <a:solidFill>
                  <a:schemeClr val="bg2">
                    <a:lumMod val="100000"/>
                  </a:schemeClr>
                </a:solidFill>
                <a:latin typeface="+mj-lt"/>
              </a:rPr>
              <a:t>Design Tip III: </a:t>
            </a:r>
            <a:r>
              <a:rPr lang="fr-FR" sz="1200" b="0" baseline="0" noProof="0">
                <a:solidFill>
                  <a:schemeClr val="bg2">
                    <a:lumMod val="100000"/>
                  </a:schemeClr>
                </a:solidFill>
                <a:latin typeface="+mj-lt"/>
              </a:rPr>
              <a:t> 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Accent 1 and 2 are accentuation colors (≈ 5% maximum of the slide)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baseline="0" noProof="0">
              <a:solidFill>
                <a:schemeClr val="tx1">
                  <a:lumMod val="100000"/>
                </a:schemeClr>
              </a:solidFill>
              <a:latin typeface="+mn-lt"/>
            </a:endParaRPr>
          </a:p>
        </p:txBody>
      </p:sp>
      <p:sp>
        <p:nvSpPr>
          <p:cNvPr id="23" name="Rectangle 27" descr="&#10;">
            <a:extLst>
              <a:ext uri="{FF2B5EF4-FFF2-40B4-BE49-F238E27FC236}">
                <a16:creationId xmlns:a16="http://schemas.microsoft.com/office/drawing/2014/main" id="{436C0024-6E90-3550-F961-BC95CE964A5B}"/>
              </a:ext>
            </a:extLst>
          </p:cNvPr>
          <p:cNvSpPr>
            <a:spLocks/>
          </p:cNvSpPr>
          <p:nvPr userDrawn="1"/>
        </p:nvSpPr>
        <p:spPr>
          <a:xfrm>
            <a:off x="8730764" y="1819774"/>
            <a:ext cx="1770006" cy="1049552"/>
          </a:xfrm>
          <a:prstGeom prst="roundRect">
            <a:avLst>
              <a:gd name="adj" fmla="val 8171"/>
            </a:avLst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noProof="0">
                <a:solidFill>
                  <a:schemeClr val="bg2">
                    <a:lumMod val="100000"/>
                  </a:schemeClr>
                </a:solidFill>
                <a:latin typeface="+mj-lt"/>
              </a:rPr>
              <a:t>Design Tip IV: </a:t>
            </a:r>
            <a:r>
              <a:rPr lang="fr-FR" sz="1200" b="0" baseline="0" noProof="0">
                <a:solidFill>
                  <a:schemeClr val="bg2">
                    <a:lumMod val="100000"/>
                  </a:schemeClr>
                </a:solidFill>
                <a:latin typeface="+mj-lt"/>
              </a:rPr>
              <a:t> 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Do not forget to check the guides box, and do not add text out of them (View &gt; Guides)</a:t>
            </a:r>
          </a:p>
        </p:txBody>
      </p:sp>
      <p:cxnSp>
        <p:nvCxnSpPr>
          <p:cNvPr id="31" name="Straight Arrow Connector 30" descr="The arrow points to the red guides that must not be crossed.">
            <a:extLst>
              <a:ext uri="{FF2B5EF4-FFF2-40B4-BE49-F238E27FC236}">
                <a16:creationId xmlns:a16="http://schemas.microsoft.com/office/drawing/2014/main" id="{B8105ABC-EE01-6DE2-22A4-B0F0E49BE7A1}"/>
              </a:ext>
            </a:extLst>
          </p:cNvPr>
          <p:cNvCxnSpPr>
            <a:cxnSpLocks/>
            <a:stCxn id="23" idx="3"/>
          </p:cNvCxnSpPr>
          <p:nvPr userDrawn="1"/>
        </p:nvCxnSpPr>
        <p:spPr>
          <a:xfrm>
            <a:off x="10500770" y="2344550"/>
            <a:ext cx="1224766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e 5" descr="The red guides run around the slide and indicate the margins to be respected between the text and the edge of the slide.">
            <a:extLst>
              <a:ext uri="{FF2B5EF4-FFF2-40B4-BE49-F238E27FC236}">
                <a16:creationId xmlns:a16="http://schemas.microsoft.com/office/drawing/2014/main" id="{B26AABCE-812A-78C1-D5C6-37586E260207}"/>
              </a:ext>
            </a:extLst>
          </p:cNvPr>
          <p:cNvGrpSpPr/>
          <p:nvPr userDrawn="1"/>
        </p:nvGrpSpPr>
        <p:grpSpPr>
          <a:xfrm>
            <a:off x="0" y="-14436"/>
            <a:ext cx="12192000" cy="6872436"/>
            <a:chOff x="0" y="-14436"/>
            <a:chExt cx="12192000" cy="6872436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F52B62F-247D-A984-5491-170990F3B5B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404813"/>
              <a:ext cx="12192000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B1422B7-9F37-DF59-E9C2-1A5997F90A8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66753" y="-14436"/>
              <a:ext cx="0" cy="6872436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D347D3D-7539-E3E5-46E9-DBBBF10BAC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3984" y="-14436"/>
              <a:ext cx="0" cy="6872436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2DCAAC5-CF53-1E9A-16A9-9E948CD46F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236414"/>
              <a:ext cx="12192000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DFFE58-DCEB-BE9E-4D43-AD8C276484CB}"/>
              </a:ext>
            </a:extLst>
          </p:cNvPr>
          <p:cNvSpPr/>
          <p:nvPr userDrawn="1"/>
        </p:nvSpPr>
        <p:spPr>
          <a:xfrm rot="2411869">
            <a:off x="9618578" y="453897"/>
            <a:ext cx="3151694" cy="638614"/>
          </a:xfrm>
          <a:custGeom>
            <a:avLst/>
            <a:gdLst>
              <a:gd name="connsiteX0" fmla="*/ 0 w 3151694"/>
              <a:gd name="connsiteY0" fmla="*/ 638614 h 638614"/>
              <a:gd name="connsiteX1" fmla="*/ 755756 w 3151694"/>
              <a:gd name="connsiteY1" fmla="*/ 0 h 638614"/>
              <a:gd name="connsiteX2" fmla="*/ 2612065 w 3151694"/>
              <a:gd name="connsiteY2" fmla="*/ 0 h 638614"/>
              <a:gd name="connsiteX3" fmla="*/ 3151694 w 3151694"/>
              <a:gd name="connsiteY3" fmla="*/ 638614 h 63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1694" h="638614">
                <a:moveTo>
                  <a:pt x="0" y="638614"/>
                </a:moveTo>
                <a:lnTo>
                  <a:pt x="755756" y="0"/>
                </a:lnTo>
                <a:lnTo>
                  <a:pt x="2612065" y="0"/>
                </a:lnTo>
                <a:lnTo>
                  <a:pt x="3151694" y="638614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>
                <a:solidFill>
                  <a:schemeClr val="bg1">
                    <a:lumMod val="100000"/>
                  </a:schemeClr>
                </a:solidFill>
                <a:ea typeface="+mj-ea"/>
                <a:cs typeface="+mj-cs"/>
              </a:rPr>
              <a:t>To be deleted</a:t>
            </a:r>
          </a:p>
        </p:txBody>
      </p:sp>
      <p:sp>
        <p:nvSpPr>
          <p:cNvPr id="4" name="Copyright Wavestone and page 4">
            <a:extLst>
              <a:ext uri="{FF2B5EF4-FFF2-40B4-BE49-F238E27FC236}">
                <a16:creationId xmlns:a16="http://schemas.microsoft.com/office/drawing/2014/main" id="{59F3967A-8196-D78B-8AC8-7BE6285CE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 bwMode="ltGray">
          <a:xfrm>
            <a:off x="10591800" y="6578600"/>
            <a:ext cx="1189038" cy="239774"/>
          </a:xfrm>
          <a:prstGeom prst="rect">
            <a:avLst/>
          </a:prstGeom>
        </p:spPr>
        <p:txBody>
          <a:bodyPr lIns="0" r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173C6A"/>
              </a:buClr>
              <a:buSzTx/>
              <a:buFontTx/>
              <a:buNone/>
              <a:tabLst/>
              <a:defRPr/>
            </a:pPr>
            <a:r>
              <a:rPr lang="fr-FR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</a:rPr>
              <a:t>© </a:t>
            </a:r>
            <a:r>
              <a:rPr lang="fr-FR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  <a:cs typeface="Poppins" panose="00000500000000000000" pitchFamily="2" charset="0"/>
              </a:rPr>
              <a:t>WAVESTONE</a:t>
            </a:r>
            <a:r>
              <a:rPr lang="fr-FR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</a:rPr>
              <a:t> | </a:t>
            </a:r>
            <a:fld id="{55EE84F1-812F-F440-AFF9-6DD93A744E0D}" type="slidenum">
              <a:rPr lang="fr-FR" sz="700" smtClean="0">
                <a:solidFill>
                  <a:schemeClr val="bg2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173C6A"/>
                </a:buClr>
                <a:buSzTx/>
                <a:buFontTx/>
                <a:buNone/>
                <a:tabLst/>
                <a:defRPr/>
              </a:pPr>
              <a:t>‹N°›</a:t>
            </a:fld>
            <a:endParaRPr lang="fr-FR" sz="700">
              <a:solidFill>
                <a:schemeClr val="bg2">
                  <a:lumMod val="100000"/>
                </a:schemeClr>
              </a:solidFill>
              <a:latin typeface="+mn-lt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5604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ography 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raphic  23" descr="Orange athletics track seen from above with a touch of green (grass). Clean, graphic photography.">
            <a:extLst>
              <a:ext uri="{FF2B5EF4-FFF2-40B4-BE49-F238E27FC236}">
                <a16:creationId xmlns:a16="http://schemas.microsoft.com/office/drawing/2014/main" id="{F16D04EB-8937-1B76-D220-95B4775384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>
          <a:xfrm>
            <a:off x="7101270" y="3230899"/>
            <a:ext cx="1556230" cy="1035369"/>
          </a:xfrm>
          <a:prstGeom prst="rect">
            <a:avLst/>
          </a:prstGeom>
        </p:spPr>
      </p:pic>
      <p:pic>
        <p:nvPicPr>
          <p:cNvPr id="63" name="Graphic  14" descr="Group of unidentifiable people working at a table, seen from above. ">
            <a:extLst>
              <a:ext uri="{FF2B5EF4-FFF2-40B4-BE49-F238E27FC236}">
                <a16:creationId xmlns:a16="http://schemas.microsoft.com/office/drawing/2014/main" id="{A6295D0F-B256-4661-E38E-64F5039A5E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99" r="3358"/>
          <a:stretch/>
        </p:blipFill>
        <p:spPr>
          <a:xfrm>
            <a:off x="7101269" y="4190065"/>
            <a:ext cx="1556230" cy="1055296"/>
          </a:xfrm>
          <a:prstGeom prst="rect">
            <a:avLst/>
          </a:prstGeom>
        </p:spPr>
      </p:pic>
      <p:pic>
        <p:nvPicPr>
          <p:cNvPr id="59" name="Graphic 6" descr="View from above of a square crossed by people. ">
            <a:extLst>
              <a:ext uri="{FF2B5EF4-FFF2-40B4-BE49-F238E27FC236}">
                <a16:creationId xmlns:a16="http://schemas.microsoft.com/office/drawing/2014/main" id="{23FBA323-355E-C962-B914-BE010ADD9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01270" y="5201045"/>
            <a:ext cx="1556230" cy="1035369"/>
          </a:xfrm>
          <a:prstGeom prst="rect">
            <a:avLst/>
          </a:prstGeom>
        </p:spPr>
      </p:pic>
      <p:pic>
        <p:nvPicPr>
          <p:cNvPr id="60" name="Graphic  8" descr="Rowing boat crossing the image diagonally, seen from above. Clean, graphic photography.">
            <a:extLst>
              <a:ext uri="{FF2B5EF4-FFF2-40B4-BE49-F238E27FC236}">
                <a16:creationId xmlns:a16="http://schemas.microsoft.com/office/drawing/2014/main" id="{BF4334E0-0106-7C5C-30DC-8B062C916E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51466" y="3230899"/>
            <a:ext cx="1558172" cy="1035369"/>
          </a:xfrm>
          <a:prstGeom prst="rect">
            <a:avLst/>
          </a:prstGeom>
        </p:spPr>
      </p:pic>
      <p:pic>
        <p:nvPicPr>
          <p:cNvPr id="62" name="Graphic  12" descr="Top view of a moored container ship. Graphic effect of rectangular, brightly-colored containers.">
            <a:extLst>
              <a:ext uri="{FF2B5EF4-FFF2-40B4-BE49-F238E27FC236}">
                <a16:creationId xmlns:a16="http://schemas.microsoft.com/office/drawing/2014/main" id="{4C5D95D2-1081-1361-0F67-EA49D586A9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765"/>
          <a:stretch/>
        </p:blipFill>
        <p:spPr>
          <a:xfrm>
            <a:off x="8651466" y="4190065"/>
            <a:ext cx="1558172" cy="1053975"/>
          </a:xfrm>
          <a:prstGeom prst="rect">
            <a:avLst/>
          </a:prstGeom>
        </p:spPr>
      </p:pic>
      <p:pic>
        <p:nvPicPr>
          <p:cNvPr id="58" name="Graphic  4" descr="Close view of an unidentifiable oarsman seen from above. ">
            <a:extLst>
              <a:ext uri="{FF2B5EF4-FFF2-40B4-BE49-F238E27FC236}">
                <a16:creationId xmlns:a16="http://schemas.microsoft.com/office/drawing/2014/main" id="{958FE77D-7021-15EA-6E44-757C58E001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97" t="1519" r="1178"/>
          <a:stretch/>
        </p:blipFill>
        <p:spPr>
          <a:xfrm>
            <a:off x="8651465" y="5201044"/>
            <a:ext cx="1558172" cy="1039126"/>
          </a:xfrm>
          <a:prstGeom prst="rect">
            <a:avLst/>
          </a:prstGeom>
        </p:spPr>
      </p:pic>
      <p:sp>
        <p:nvSpPr>
          <p:cNvPr id="3" name="Toptitle placeholder 1">
            <a:extLst>
              <a:ext uri="{FF2B5EF4-FFF2-40B4-BE49-F238E27FC236}">
                <a16:creationId xmlns:a16="http://schemas.microsoft.com/office/drawing/2014/main" id="{48424323-0C71-4544-CBF6-1C93EF1ECB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355" y="144313"/>
            <a:ext cx="11342769" cy="260499"/>
          </a:xfrm>
          <a:prstGeom prst="rect">
            <a:avLst/>
          </a:prstGeom>
        </p:spPr>
        <p:txBody>
          <a:bodyPr lIns="0" tIns="0" rIns="0" bIns="0" anchor="b"/>
          <a:lstStyle>
            <a:lvl1pPr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fr-FR" sz="1000" noProof="0">
                <a:solidFill>
                  <a:schemeClr val="accent3"/>
                </a:solidFill>
                <a:latin typeface="+mn-lt"/>
              </a:rPr>
              <a:t>How to use the Wavestone ppt template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CCB7FA-E880-8FB2-26C1-5B89F73ABE6B}"/>
              </a:ext>
            </a:extLst>
          </p:cNvPr>
          <p:cNvSpPr txBox="1"/>
          <p:nvPr userDrawn="1"/>
        </p:nvSpPr>
        <p:spPr>
          <a:xfrm>
            <a:off x="423984" y="822120"/>
            <a:ext cx="11344154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With the rebranding of our corporate design, we will also define a new look and feel for our iconography.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images we use must be 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authentic, clean (not overloaded) and modern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604518-1748-2D15-2E33-15456C9EFFC2}"/>
              </a:ext>
            </a:extLst>
          </p:cNvPr>
          <p:cNvSpPr txBox="1"/>
          <p:nvPr userDrawn="1"/>
        </p:nvSpPr>
        <p:spPr>
          <a:xfrm>
            <a:off x="423984" y="1593191"/>
            <a:ext cx="5428176" cy="1396142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600" b="1">
                <a:solidFill>
                  <a:schemeClr val="accent3">
                    <a:lumMod val="100000"/>
                  </a:schemeClr>
                </a:solidFill>
              </a:rPr>
              <a:t>1. People</a:t>
            </a:r>
          </a:p>
          <a:p>
            <a:r>
              <a:rPr lang="fr-FR" sz="1200"/>
              <a:t>We are a people-centred company. So we should use lots of images of people. </a:t>
            </a:r>
            <a:br>
              <a:rPr lang="fr-FR" sz="1200"/>
            </a:br>
            <a:r>
              <a:rPr lang="fr-FR" sz="1200"/>
              <a:t>The people we show must express our values: </a:t>
            </a:r>
            <a:r>
              <a:rPr lang="fr-FR" sz="1200" b="1">
                <a:solidFill>
                  <a:schemeClr val="accent3">
                    <a:lumMod val="100000"/>
                  </a:schemeClr>
                </a:solidFill>
              </a:rPr>
              <a:t>Energetic, Responsible, Together.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fr-FR" sz="1200" b="1"/>
              <a:t>The pictures of people used must be images of our employees. </a:t>
            </a:r>
            <a:r>
              <a:rPr lang="fr-FR" sz="1200" b="0"/>
              <a:t>They must represent </a:t>
            </a:r>
            <a:r>
              <a:rPr lang="fr-FR" sz="1200"/>
              <a:t>positive, authentic and diverse people in focus with blurred foreground or background or eye level.</a:t>
            </a:r>
          </a:p>
        </p:txBody>
      </p:sp>
      <p:pic>
        <p:nvPicPr>
          <p:cNvPr id="38" name="Graphic  9" descr="The picture is a portrait of a smiling woman looking at the camera. A few plant stems appear in the foreground in a blurred effect. The window in the background brings brightness. ">
            <a:extLst>
              <a:ext uri="{FF2B5EF4-FFF2-40B4-BE49-F238E27FC236}">
                <a16:creationId xmlns:a16="http://schemas.microsoft.com/office/drawing/2014/main" id="{AE03EFC9-DF8F-5794-2BBD-1B73A54C1025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05" y="3230900"/>
            <a:ext cx="1464532" cy="2196246"/>
          </a:xfrm>
          <a:prstGeom prst="rect">
            <a:avLst/>
          </a:prstGeom>
        </p:spPr>
      </p:pic>
      <p:pic>
        <p:nvPicPr>
          <p:cNvPr id="39" name="Graphic  13" descr="The picture is a portrait of a smiling woman looking off into the distance. Blurred effect in the foreground. The window in the background brings brightness. ">
            <a:extLst>
              <a:ext uri="{FF2B5EF4-FFF2-40B4-BE49-F238E27FC236}">
                <a16:creationId xmlns:a16="http://schemas.microsoft.com/office/drawing/2014/main" id="{C1687472-C80B-BF3B-957A-DF0C78942B17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370" y="3230901"/>
            <a:ext cx="1462268" cy="2192257"/>
          </a:xfrm>
          <a:prstGeom prst="rect">
            <a:avLst/>
          </a:prstGeom>
        </p:spPr>
      </p:pic>
      <p:pic>
        <p:nvPicPr>
          <p:cNvPr id="42" name="Graphic 28" descr="Close-up of a woman looking into the distance, blurred effect and brightness from the window in the foreground.&#10;">
            <a:extLst>
              <a:ext uri="{FF2B5EF4-FFF2-40B4-BE49-F238E27FC236}">
                <a16:creationId xmlns:a16="http://schemas.microsoft.com/office/drawing/2014/main" id="{9489508A-2310-65BD-E654-1663212491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4890" r="2904" b="17564"/>
          <a:stretch/>
        </p:blipFill>
        <p:spPr>
          <a:xfrm>
            <a:off x="3344214" y="3234665"/>
            <a:ext cx="2530407" cy="1347609"/>
          </a:xfrm>
          <a:prstGeom prst="rect">
            <a:avLst/>
          </a:prstGeom>
        </p:spPr>
      </p:pic>
      <p:pic>
        <p:nvPicPr>
          <p:cNvPr id="43" name="Graphic  30" descr="A picture of 3 persons chatting outside, background vegetation. Trees and brightness in the background. Blurred effect at bottom left. ">
            <a:extLst>
              <a:ext uri="{FF2B5EF4-FFF2-40B4-BE49-F238E27FC236}">
                <a16:creationId xmlns:a16="http://schemas.microsoft.com/office/drawing/2014/main" id="{FB68DDAF-A6A5-F466-6103-CC57F842A2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" t="2120" r="-427" b="11149"/>
          <a:stretch/>
        </p:blipFill>
        <p:spPr>
          <a:xfrm>
            <a:off x="425705" y="5377259"/>
            <a:ext cx="1464532" cy="860029"/>
          </a:xfrm>
          <a:prstGeom prst="rect">
            <a:avLst/>
          </a:prstGeom>
        </p:spPr>
      </p:pic>
      <p:pic>
        <p:nvPicPr>
          <p:cNvPr id="7" name="Image 6" descr="A photo of 2 people sitting on an orange sofa, chatting and smiling. Wearing neutral colors (black) in contrast with the orange. ">
            <a:extLst>
              <a:ext uri="{FF2B5EF4-FFF2-40B4-BE49-F238E27FC236}">
                <a16:creationId xmlns:a16="http://schemas.microsoft.com/office/drawing/2014/main" id="{C1C25169-6C15-1F86-B8AA-BBFB6FA01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0" b="11271"/>
          <a:stretch/>
        </p:blipFill>
        <p:spPr>
          <a:xfrm>
            <a:off x="1883370" y="5376384"/>
            <a:ext cx="1462268" cy="860030"/>
          </a:xfrm>
          <a:prstGeom prst="rect">
            <a:avLst/>
          </a:prstGeom>
        </p:spPr>
      </p:pic>
      <p:pic>
        <p:nvPicPr>
          <p:cNvPr id="5" name="Image 4" descr="3 people wearing neutral-colored clothes (blue, white) standing and talking. Window bringing brightness in the background. ">
            <a:extLst>
              <a:ext uri="{FF2B5EF4-FFF2-40B4-BE49-F238E27FC236}">
                <a16:creationId xmlns:a16="http://schemas.microsoft.com/office/drawing/2014/main" id="{8A389D86-F66E-BEAD-2F5A-AEAC02F8BB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95" t="6630" r="-1" b="13801"/>
          <a:stretch/>
        </p:blipFill>
        <p:spPr>
          <a:xfrm>
            <a:off x="3344214" y="4577321"/>
            <a:ext cx="2530407" cy="165909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23051DF-1717-5CF2-895E-7B49C40912DB}"/>
              </a:ext>
            </a:extLst>
          </p:cNvPr>
          <p:cNvSpPr txBox="1"/>
          <p:nvPr userDrawn="1"/>
        </p:nvSpPr>
        <p:spPr>
          <a:xfrm>
            <a:off x="7099325" y="1593191"/>
            <a:ext cx="4668691" cy="1323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2. Themes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We express the global and holistic approach of our company by using bird's eye view images. These images must be clean and have a graphic aesthetic. We will visualise the theme by using analogies.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/>
              <a:t>You can find pictures using those keywords:  </a:t>
            </a:r>
            <a:r>
              <a:rPr lang="fr-FR" sz="1200"/>
              <a:t>bird‘s eye view, analogies, clean, graphic aesthetic.</a:t>
            </a:r>
          </a:p>
        </p:txBody>
      </p:sp>
      <p:sp>
        <p:nvSpPr>
          <p:cNvPr id="4" name="Wavestone copyright and page 4">
            <a:extLst>
              <a:ext uri="{FF2B5EF4-FFF2-40B4-BE49-F238E27FC236}">
                <a16:creationId xmlns:a16="http://schemas.microsoft.com/office/drawing/2014/main" id="{1FF19BEE-AB21-F1FE-5F6A-83BFBAB1A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 bwMode="ltGray">
          <a:xfrm>
            <a:off x="10591800" y="6578600"/>
            <a:ext cx="1189038" cy="239774"/>
          </a:xfrm>
          <a:prstGeom prst="rect">
            <a:avLst/>
          </a:prstGeom>
        </p:spPr>
        <p:txBody>
          <a:bodyPr lIns="0" r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173C6A"/>
              </a:buClr>
              <a:buSzTx/>
              <a:buFontTx/>
              <a:buNone/>
              <a:tabLst/>
              <a:defRPr/>
            </a:pPr>
            <a:r>
              <a:rPr lang="fr-FR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</a:rPr>
              <a:t>© </a:t>
            </a:r>
            <a:r>
              <a:rPr lang="fr-FR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  <a:cs typeface="Poppins" panose="00000500000000000000" pitchFamily="2" charset="0"/>
              </a:rPr>
              <a:t>WAVESTONE</a:t>
            </a:r>
            <a:r>
              <a:rPr lang="fr-FR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</a:rPr>
              <a:t> | </a:t>
            </a:r>
            <a:fld id="{55EE84F1-812F-F440-AFF9-6DD93A744E0D}" type="slidenum">
              <a:rPr lang="fr-FR" sz="700" smtClean="0">
                <a:solidFill>
                  <a:schemeClr val="bg2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173C6A"/>
                </a:buClr>
                <a:buSzTx/>
                <a:buFontTx/>
                <a:buNone/>
                <a:tabLst/>
                <a:defRPr/>
              </a:pPr>
              <a:t>‹N°›</a:t>
            </a:fld>
            <a:endParaRPr lang="fr-FR" sz="700">
              <a:solidFill>
                <a:schemeClr val="bg2">
                  <a:lumMod val="100000"/>
                </a:schemeClr>
              </a:solidFill>
              <a:latin typeface="+mn-lt"/>
              <a:cs typeface="Poppins Light" panose="00000400000000000000" pitchFamily="2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DFFE58-DCEB-BE9E-4D43-AD8C276484CB}"/>
              </a:ext>
            </a:extLst>
          </p:cNvPr>
          <p:cNvSpPr/>
          <p:nvPr userDrawn="1"/>
        </p:nvSpPr>
        <p:spPr>
          <a:xfrm rot="2411869">
            <a:off x="9621264" y="454839"/>
            <a:ext cx="3151694" cy="638614"/>
          </a:xfrm>
          <a:custGeom>
            <a:avLst/>
            <a:gdLst>
              <a:gd name="connsiteX0" fmla="*/ 0 w 3151694"/>
              <a:gd name="connsiteY0" fmla="*/ 638614 h 638614"/>
              <a:gd name="connsiteX1" fmla="*/ 755756 w 3151694"/>
              <a:gd name="connsiteY1" fmla="*/ 0 h 638614"/>
              <a:gd name="connsiteX2" fmla="*/ 2612065 w 3151694"/>
              <a:gd name="connsiteY2" fmla="*/ 0 h 638614"/>
              <a:gd name="connsiteX3" fmla="*/ 3151694 w 3151694"/>
              <a:gd name="connsiteY3" fmla="*/ 638614 h 63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1694" h="638614">
                <a:moveTo>
                  <a:pt x="0" y="638614"/>
                </a:moveTo>
                <a:lnTo>
                  <a:pt x="755756" y="0"/>
                </a:lnTo>
                <a:lnTo>
                  <a:pt x="2612065" y="0"/>
                </a:lnTo>
                <a:lnTo>
                  <a:pt x="3151694" y="638614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>
                <a:solidFill>
                  <a:schemeClr val="bg1">
                    <a:lumMod val="100000"/>
                  </a:schemeClr>
                </a:solidFill>
                <a:ea typeface="+mj-ea"/>
                <a:cs typeface="+mj-cs"/>
              </a:rPr>
              <a:t>To be deleted</a:t>
            </a:r>
          </a:p>
        </p:txBody>
      </p:sp>
      <p:pic>
        <p:nvPicPr>
          <p:cNvPr id="64" name="Graphic  16" descr="Building and parked trucks seen from above. Graphic effect of the image as it looks like piano keys. ">
            <a:extLst>
              <a:ext uri="{FF2B5EF4-FFF2-40B4-BE49-F238E27FC236}">
                <a16:creationId xmlns:a16="http://schemas.microsoft.com/office/drawing/2014/main" id="{F50E6645-ADF8-9813-8D57-99BD057EC62A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6635" y="3230899"/>
            <a:ext cx="1560118" cy="1035369"/>
          </a:xfrm>
          <a:prstGeom prst="rect">
            <a:avLst/>
          </a:prstGeom>
        </p:spPr>
      </p:pic>
      <p:pic>
        <p:nvPicPr>
          <p:cNvPr id="61" name="Graphic  10" descr="A bird's-eye view of a winding road through nature. ">
            <a:extLst>
              <a:ext uri="{FF2B5EF4-FFF2-40B4-BE49-F238E27FC236}">
                <a16:creationId xmlns:a16="http://schemas.microsoft.com/office/drawing/2014/main" id="{9F09E55B-9B46-F82B-2926-4D5FF94DA7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274"/>
          <a:stretch/>
        </p:blipFill>
        <p:spPr>
          <a:xfrm>
            <a:off x="10206635" y="4190065"/>
            <a:ext cx="1560118" cy="1048722"/>
          </a:xfrm>
          <a:prstGeom prst="rect">
            <a:avLst/>
          </a:prstGeom>
        </p:spPr>
      </p:pic>
      <p:pic>
        <p:nvPicPr>
          <p:cNvPr id="70" name="Graphic  18" descr="Lowland landscape with several wind turbines ">
            <a:extLst>
              <a:ext uri="{FF2B5EF4-FFF2-40B4-BE49-F238E27FC236}">
                <a16:creationId xmlns:a16="http://schemas.microsoft.com/office/drawing/2014/main" id="{043A184B-7EB1-19A8-87F6-0266EEB87E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17" r="607"/>
          <a:stretch/>
        </p:blipFill>
        <p:spPr>
          <a:xfrm>
            <a:off x="10206635" y="5201043"/>
            <a:ext cx="1560118" cy="103912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06E8F8E-7ACE-6B0E-8998-99156358FA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404664"/>
            <a:ext cx="11342769" cy="346208"/>
          </a:xfrm>
        </p:spPr>
        <p:txBody>
          <a:bodyPr/>
          <a:lstStyle>
            <a:lvl1pPr>
              <a:defRPr sz="2400"/>
            </a:lvl1pPr>
          </a:lstStyle>
          <a:p>
            <a:r>
              <a:rPr lang="fr-FR"/>
              <a:t>Iconography guidelines</a:t>
            </a:r>
          </a:p>
        </p:txBody>
      </p:sp>
    </p:spTree>
    <p:extLst>
      <p:ext uri="{BB962C8B-B14F-4D97-AF65-F5344CB8AC3E}">
        <p14:creationId xmlns:p14="http://schemas.microsoft.com/office/powerpoint/2010/main" val="22212305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gital accessibility 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optitle placeholder 1">
            <a:extLst>
              <a:ext uri="{FF2B5EF4-FFF2-40B4-BE49-F238E27FC236}">
                <a16:creationId xmlns:a16="http://schemas.microsoft.com/office/drawing/2014/main" id="{7E5489D5-9567-EBF2-C236-9D5B2B1B0D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3984" y="144313"/>
            <a:ext cx="11342769" cy="260499"/>
          </a:xfrm>
          <a:prstGeom prst="rect">
            <a:avLst/>
          </a:prstGeom>
        </p:spPr>
        <p:txBody>
          <a:bodyPr lIns="0" tIns="0" rIns="0" bIns="0" anchor="b"/>
          <a:lstStyle>
            <a:lvl1pPr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fr-FR" sz="1000" noProof="0">
                <a:solidFill>
                  <a:schemeClr val="accent3"/>
                </a:solidFill>
                <a:latin typeface="+mn-lt"/>
              </a:rPr>
              <a:t>How to use the Wavestone ppt template</a:t>
            </a:r>
          </a:p>
        </p:txBody>
      </p:sp>
      <p:sp>
        <p:nvSpPr>
          <p:cNvPr id="27" name="TextBox 2">
            <a:extLst>
              <a:ext uri="{FF2B5EF4-FFF2-40B4-BE49-F238E27FC236}">
                <a16:creationId xmlns:a16="http://schemas.microsoft.com/office/drawing/2014/main" id="{85CCB7FA-E880-8FB2-26C1-5B89F73ABE6B}"/>
              </a:ext>
            </a:extLst>
          </p:cNvPr>
          <p:cNvSpPr txBox="1">
            <a:spLocks/>
          </p:cNvSpPr>
          <p:nvPr userDrawn="1"/>
        </p:nvSpPr>
        <p:spPr>
          <a:xfrm>
            <a:off x="423984" y="1341437"/>
            <a:ext cx="11344154" cy="78531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As part of its CSR* approach, Wavestone is committed to create an inclusive working environment, in particular by ensuring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digital accessibility for all. Here are a few good practices to adopt to enable everyone, and in particular people with disabilities,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to see, read and understand your documents. 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E3F9AB3F-112B-9146-AD0D-FACADBB01686}"/>
              </a:ext>
            </a:extLst>
          </p:cNvPr>
          <p:cNvSpPr txBox="1">
            <a:spLocks/>
          </p:cNvSpPr>
          <p:nvPr userDrawn="1"/>
        </p:nvSpPr>
        <p:spPr>
          <a:xfrm>
            <a:off x="423863" y="6078765"/>
            <a:ext cx="11344154" cy="1585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*Corporate Social Responsibility </a:t>
            </a:r>
          </a:p>
        </p:txBody>
      </p:sp>
      <p:sp>
        <p:nvSpPr>
          <p:cNvPr id="4" name="Rectangle 1: Rounded Corners 4">
            <a:extLst>
              <a:ext uri="{FF2B5EF4-FFF2-40B4-BE49-F238E27FC236}">
                <a16:creationId xmlns:a16="http://schemas.microsoft.com/office/drawing/2014/main" id="{3E004E1E-1B1E-9886-2985-3C7B030AF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423984" y="2181724"/>
            <a:ext cx="2727692" cy="3855794"/>
          </a:xfrm>
          <a:prstGeom prst="roundRect">
            <a:avLst>
              <a:gd name="adj" fmla="val 4754"/>
            </a:avLst>
          </a:prstGeom>
          <a:solidFill>
            <a:schemeClr val="accent6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endParaRPr lang="fr-FR" sz="2000">
              <a:solidFill>
                <a:schemeClr val="bg2"/>
              </a:solidFill>
              <a:ea typeface="+mj-ea"/>
              <a:cs typeface="+mj-cs"/>
            </a:endParaRPr>
          </a:p>
        </p:txBody>
      </p:sp>
      <p:pic>
        <p:nvPicPr>
          <p:cNvPr id="57" name="Arrow 1">
            <a:extLst>
              <a:ext uri="{FF2B5EF4-FFF2-40B4-BE49-F238E27FC236}">
                <a16:creationId xmlns:a16="http://schemas.microsoft.com/office/drawing/2014/main" id="{32E57CFE-B807-8F2A-15E5-11D17B0B5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232" y="2445969"/>
            <a:ext cx="203991" cy="198424"/>
          </a:xfrm>
          <a:prstGeom prst="rect">
            <a:avLst/>
          </a:prstGeom>
        </p:spPr>
      </p:pic>
      <p:sp>
        <p:nvSpPr>
          <p:cNvPr id="8" name="TextBox 3">
            <a:extLst>
              <a:ext uri="{FF2B5EF4-FFF2-40B4-BE49-F238E27FC236}">
                <a16:creationId xmlns:a16="http://schemas.microsoft.com/office/drawing/2014/main" id="{127A9A04-5E18-8119-0D0A-01D79CAEB9E1}"/>
              </a:ext>
            </a:extLst>
          </p:cNvPr>
          <p:cNvSpPr txBox="1">
            <a:spLocks/>
          </p:cNvSpPr>
          <p:nvPr/>
        </p:nvSpPr>
        <p:spPr>
          <a:xfrm>
            <a:off x="825737" y="2422071"/>
            <a:ext cx="1534691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lvl="0" defTabSz="914400" rtl="0" eaLnBrk="1" latinLnBrk="0" hangingPunct="1"/>
            <a:r>
              <a:rPr lang="fr-FR" sz="1600" i="0" kern="1200" cap="none" baseline="0">
                <a:solidFill>
                  <a:schemeClr val="bg2"/>
                </a:solidFill>
                <a:latin typeface="+mj-lt"/>
                <a:ea typeface="+mn-ea"/>
                <a:cs typeface="+mn-cs"/>
              </a:rPr>
              <a:t>Slide Master*</a:t>
            </a:r>
          </a:p>
        </p:txBody>
      </p:sp>
      <p:cxnSp>
        <p:nvCxnSpPr>
          <p:cNvPr id="10" name="Straight Connector 1">
            <a:extLst>
              <a:ext uri="{FF2B5EF4-FFF2-40B4-BE49-F238E27FC236}">
                <a16:creationId xmlns:a16="http://schemas.microsoft.com/office/drawing/2014/main" id="{93DD30EF-F538-02FD-EDB9-825656FD1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1232" y="2758411"/>
            <a:ext cx="2354368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4">
            <a:extLst>
              <a:ext uri="{FF2B5EF4-FFF2-40B4-BE49-F238E27FC236}">
                <a16:creationId xmlns:a16="http://schemas.microsoft.com/office/drawing/2014/main" id="{EC5EC7FC-1950-94EA-5AC3-93D3812C41C1}"/>
              </a:ext>
            </a:extLst>
          </p:cNvPr>
          <p:cNvSpPr txBox="1">
            <a:spLocks/>
          </p:cNvSpPr>
          <p:nvPr/>
        </p:nvSpPr>
        <p:spPr>
          <a:xfrm>
            <a:off x="423860" y="2844843"/>
            <a:ext cx="2727595" cy="3104798"/>
          </a:xfrm>
          <a:prstGeom prst="rect">
            <a:avLst/>
          </a:prstGeom>
          <a:noFill/>
        </p:spPr>
        <p:txBody>
          <a:bodyPr wrap="square" lIns="108000" tIns="36000" rIns="108000" bIns="36000" rtlCol="0" anchor="t">
            <a:noAutofit/>
          </a:bodyPr>
          <a:lstStyle/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fr-FR" sz="1200">
                <a:solidFill>
                  <a:schemeClr val="bg2"/>
                </a:solidFill>
              </a:rPr>
              <a:t>Make maximum use of the elements provided by the Slide Master (title insert, shapes, fonts, colours)</a:t>
            </a:r>
          </a:p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fr-FR" sz="1200">
                <a:solidFill>
                  <a:schemeClr val="bg2"/>
                </a:solidFill>
              </a:rPr>
              <a:t>Only use one Slide Master per presentation (</a:t>
            </a:r>
            <a:r>
              <a:rPr lang="fr-FR" sz="1200" u="none">
                <a:solidFill>
                  <a:schemeClr val="bg2"/>
                </a:solidFill>
              </a:rPr>
              <a:t>do not import slides from old templates)</a:t>
            </a:r>
          </a:p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fr-FR" sz="1200">
                <a:solidFill>
                  <a:schemeClr val="bg2"/>
                </a:solidFill>
              </a:rPr>
              <a:t>Set document language according to content language</a:t>
            </a:r>
          </a:p>
          <a:p>
            <a:pPr marL="0" indent="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None/>
            </a:pPr>
            <a:r>
              <a:rPr lang="fr-FR" sz="1200" i="1">
                <a:solidFill>
                  <a:schemeClr val="bg2"/>
                </a:solidFill>
              </a:rPr>
              <a:t>*Slide Master (accessible via the "View" tab) controls the appearance of your presentation (background, fonts, etc.)</a:t>
            </a:r>
            <a:endParaRPr lang="fr-FR" sz="1400" i="1">
              <a:solidFill>
                <a:schemeClr val="bg2"/>
              </a:solidFill>
              <a:highlight>
                <a:srgbClr val="FFFF00"/>
              </a:highlight>
            </a:endParaRPr>
          </a:p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fr-FR" sz="1600">
              <a:solidFill>
                <a:schemeClr val="bg2"/>
              </a:solidFill>
            </a:endParaRPr>
          </a:p>
        </p:txBody>
      </p:sp>
      <p:sp>
        <p:nvSpPr>
          <p:cNvPr id="15" name="Rectangle 2: Rounded Corners 5">
            <a:extLst>
              <a:ext uri="{FF2B5EF4-FFF2-40B4-BE49-F238E27FC236}">
                <a16:creationId xmlns:a16="http://schemas.microsoft.com/office/drawing/2014/main" id="{C8A12AF9-3E0F-5FD5-F60B-6450B6DDD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3295676" y="2181724"/>
            <a:ext cx="2727692" cy="3855794"/>
          </a:xfrm>
          <a:prstGeom prst="roundRect">
            <a:avLst>
              <a:gd name="adj" fmla="val 4754"/>
            </a:avLst>
          </a:prstGeom>
          <a:solidFill>
            <a:schemeClr val="accent6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endParaRPr lang="fr-FR" sz="2000">
              <a:solidFill>
                <a:schemeClr val="bg2"/>
              </a:solidFill>
              <a:ea typeface="+mj-ea"/>
              <a:cs typeface="+mj-cs"/>
            </a:endParaRPr>
          </a:p>
        </p:txBody>
      </p:sp>
      <p:pic>
        <p:nvPicPr>
          <p:cNvPr id="9" name="Arrow 2">
            <a:extLst>
              <a:ext uri="{FF2B5EF4-FFF2-40B4-BE49-F238E27FC236}">
                <a16:creationId xmlns:a16="http://schemas.microsoft.com/office/drawing/2014/main" id="{F5B28334-A109-8EB6-02C0-44E89E092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61509" y="2445969"/>
            <a:ext cx="203991" cy="198424"/>
          </a:xfrm>
          <a:prstGeom prst="rect">
            <a:avLst/>
          </a:prstGeom>
        </p:spPr>
      </p:pic>
      <p:sp>
        <p:nvSpPr>
          <p:cNvPr id="18" name="TextBox 5">
            <a:extLst>
              <a:ext uri="{FF2B5EF4-FFF2-40B4-BE49-F238E27FC236}">
                <a16:creationId xmlns:a16="http://schemas.microsoft.com/office/drawing/2014/main" id="{41FD1FE6-0608-CE8C-A727-4B926585042C}"/>
              </a:ext>
            </a:extLst>
          </p:cNvPr>
          <p:cNvSpPr txBox="1">
            <a:spLocks/>
          </p:cNvSpPr>
          <p:nvPr/>
        </p:nvSpPr>
        <p:spPr>
          <a:xfrm>
            <a:off x="3747279" y="2422071"/>
            <a:ext cx="1501216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lvl="0" defTabSz="914400" rtl="0" eaLnBrk="1" latinLnBrk="0" hangingPunct="1"/>
            <a:r>
              <a:rPr lang="fr-FR" sz="1600" i="0" kern="1200" cap="none" baseline="0">
                <a:solidFill>
                  <a:schemeClr val="bg2"/>
                </a:solidFill>
                <a:latin typeface="+mj-lt"/>
                <a:ea typeface="+mn-ea"/>
                <a:cs typeface="+mn-cs"/>
              </a:rPr>
              <a:t>Visuals</a:t>
            </a:r>
          </a:p>
        </p:txBody>
      </p:sp>
      <p:cxnSp>
        <p:nvCxnSpPr>
          <p:cNvPr id="5" name="Straight Connector 2">
            <a:extLst>
              <a:ext uri="{FF2B5EF4-FFF2-40B4-BE49-F238E27FC236}">
                <a16:creationId xmlns:a16="http://schemas.microsoft.com/office/drawing/2014/main" id="{EEEBBC05-48CB-E11B-343C-4F3C70A58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61509" y="2758411"/>
            <a:ext cx="2354368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6">
            <a:extLst>
              <a:ext uri="{FF2B5EF4-FFF2-40B4-BE49-F238E27FC236}">
                <a16:creationId xmlns:a16="http://schemas.microsoft.com/office/drawing/2014/main" id="{02590D9C-F951-5F9E-3488-A09E98058955}"/>
              </a:ext>
            </a:extLst>
          </p:cNvPr>
          <p:cNvSpPr txBox="1">
            <a:spLocks/>
          </p:cNvSpPr>
          <p:nvPr/>
        </p:nvSpPr>
        <p:spPr>
          <a:xfrm>
            <a:off x="3294290" y="2908639"/>
            <a:ext cx="2729077" cy="2902780"/>
          </a:xfrm>
          <a:prstGeom prst="rect">
            <a:avLst/>
          </a:prstGeom>
          <a:noFill/>
        </p:spPr>
        <p:txBody>
          <a:bodyPr wrap="square" lIns="108000" tIns="36000" rIns="108000" bIns="36000" rtlCol="0" anchor="t">
            <a:noAutofit/>
          </a:bodyPr>
          <a:lstStyle/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fr-FR" sz="1200" u="none">
                <a:solidFill>
                  <a:schemeClr val="bg2"/>
                </a:solidFill>
              </a:rPr>
              <a:t>Include an "Alt Text“* when a visual has a meaning, otherwise mark it as "decorative"</a:t>
            </a:r>
          </a:p>
          <a:p>
            <a:pPr marL="0" indent="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None/>
            </a:pPr>
            <a:r>
              <a:rPr lang="fr-FR" sz="1200" i="1" u="none">
                <a:solidFill>
                  <a:schemeClr val="bg2"/>
                </a:solidFill>
              </a:rPr>
              <a:t>*The Alt Text </a:t>
            </a:r>
            <a:r>
              <a:rPr lang="fr-FR" sz="1200" i="1">
                <a:solidFill>
                  <a:schemeClr val="bg2"/>
                </a:solidFill>
              </a:rPr>
              <a:t>(≠ from a simple literal description) enables a blind or partially-sighted person to understand the meaning of the image when playing back the presentation</a:t>
            </a:r>
          </a:p>
          <a:p>
            <a:pPr marL="0" indent="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None/>
            </a:pPr>
            <a:r>
              <a:rPr lang="fr-FR" sz="1200" b="0" i="1" u="none">
                <a:solidFill>
                  <a:schemeClr val="bg2"/>
                </a:solidFill>
                <a:latin typeface="+mn-lt"/>
              </a:rPr>
              <a:t>Right-click the object and select “Edit Alt Text”, select the format menu for the object and then select “Alt text”</a:t>
            </a:r>
          </a:p>
        </p:txBody>
      </p:sp>
      <p:sp>
        <p:nvSpPr>
          <p:cNvPr id="32" name="Rectangle 3: Rounded Corners 7">
            <a:extLst>
              <a:ext uri="{FF2B5EF4-FFF2-40B4-BE49-F238E27FC236}">
                <a16:creationId xmlns:a16="http://schemas.microsoft.com/office/drawing/2014/main" id="{D1CA99AC-D120-1EDA-EB6A-D0935A651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6167369" y="2181724"/>
            <a:ext cx="2727692" cy="3855794"/>
          </a:xfrm>
          <a:prstGeom prst="roundRect">
            <a:avLst>
              <a:gd name="adj" fmla="val 4754"/>
            </a:avLst>
          </a:prstGeom>
          <a:solidFill>
            <a:schemeClr val="accent6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endParaRPr lang="fr-FR" sz="2000">
              <a:solidFill>
                <a:schemeClr val="bg2"/>
              </a:solidFill>
              <a:ea typeface="+mj-ea"/>
              <a:cs typeface="+mj-cs"/>
            </a:endParaRPr>
          </a:p>
        </p:txBody>
      </p:sp>
      <p:pic>
        <p:nvPicPr>
          <p:cNvPr id="13" name="Arrow 3">
            <a:extLst>
              <a:ext uri="{FF2B5EF4-FFF2-40B4-BE49-F238E27FC236}">
                <a16:creationId xmlns:a16="http://schemas.microsoft.com/office/drawing/2014/main" id="{88576C1B-B6ED-0530-184C-5B9EE8B81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5169" y="2445969"/>
            <a:ext cx="203991" cy="198424"/>
          </a:xfrm>
          <a:prstGeom prst="rect">
            <a:avLst/>
          </a:prstGeom>
        </p:spPr>
      </p:pic>
      <p:sp>
        <p:nvSpPr>
          <p:cNvPr id="36" name="TextBox 7">
            <a:extLst>
              <a:ext uri="{FF2B5EF4-FFF2-40B4-BE49-F238E27FC236}">
                <a16:creationId xmlns:a16="http://schemas.microsoft.com/office/drawing/2014/main" id="{6D3EE35C-80CA-DFCF-6072-EC84C1747900}"/>
              </a:ext>
            </a:extLst>
          </p:cNvPr>
          <p:cNvSpPr txBox="1">
            <a:spLocks/>
          </p:cNvSpPr>
          <p:nvPr/>
        </p:nvSpPr>
        <p:spPr>
          <a:xfrm>
            <a:off x="6658094" y="2422071"/>
            <a:ext cx="1673455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lvl="0" defTabSz="914400" rtl="0" eaLnBrk="1" latinLnBrk="0" hangingPunct="1"/>
            <a:r>
              <a:rPr lang="fr-FR" sz="1600" i="0" kern="1200" cap="none" baseline="0">
                <a:solidFill>
                  <a:schemeClr val="bg2"/>
                </a:solidFill>
                <a:latin typeface="+mj-lt"/>
                <a:ea typeface="+mn-ea"/>
                <a:cs typeface="+mn-cs"/>
              </a:rPr>
              <a:t>Fonts and text</a:t>
            </a:r>
          </a:p>
        </p:txBody>
      </p:sp>
      <p:cxnSp>
        <p:nvCxnSpPr>
          <p:cNvPr id="11" name="Straight Connector 3">
            <a:extLst>
              <a:ext uri="{FF2B5EF4-FFF2-40B4-BE49-F238E27FC236}">
                <a16:creationId xmlns:a16="http://schemas.microsoft.com/office/drawing/2014/main" id="{D2763EEF-C370-AC16-0D77-4D24F22FD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55169" y="2758411"/>
            <a:ext cx="2354368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8">
            <a:extLst>
              <a:ext uri="{FF2B5EF4-FFF2-40B4-BE49-F238E27FC236}">
                <a16:creationId xmlns:a16="http://schemas.microsoft.com/office/drawing/2014/main" id="{EB1216A2-DEAC-C074-30C8-40375AC5A0F4}"/>
              </a:ext>
            </a:extLst>
          </p:cNvPr>
          <p:cNvSpPr txBox="1">
            <a:spLocks/>
          </p:cNvSpPr>
          <p:nvPr/>
        </p:nvSpPr>
        <p:spPr>
          <a:xfrm>
            <a:off x="6165981" y="2878701"/>
            <a:ext cx="2729080" cy="1731238"/>
          </a:xfrm>
          <a:prstGeom prst="rect">
            <a:avLst/>
          </a:prstGeom>
          <a:noFill/>
        </p:spPr>
        <p:txBody>
          <a:bodyPr wrap="square" lIns="108000" tIns="36000" rIns="108000" bIns="36000" rtlCol="0" anchor="t">
            <a:noAutofit/>
          </a:bodyPr>
          <a:lstStyle/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fr-FR" sz="1200">
                <a:solidFill>
                  <a:schemeClr val="bg2"/>
                </a:solidFill>
              </a:rPr>
              <a:t>Stick to the fonts and colors suggested in the Slide Master</a:t>
            </a:r>
          </a:p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fr-FR" sz="1200">
                <a:solidFill>
                  <a:schemeClr val="bg2"/>
                </a:solidFill>
              </a:rPr>
              <a:t>Do not tone down text (e.g. image legend)</a:t>
            </a:r>
          </a:p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fr-FR" sz="1200">
                <a:solidFill>
                  <a:schemeClr val="bg2"/>
                </a:solidFill>
              </a:rPr>
              <a:t>Do not use text sizes that are too small (minimum 12</a:t>
            </a:r>
            <a:r>
              <a:rPr lang="fr-FR" sz="1200" i="1">
                <a:solidFill>
                  <a:schemeClr val="bg2"/>
                </a:solidFill>
              </a:rPr>
              <a:t>)</a:t>
            </a:r>
          </a:p>
        </p:txBody>
      </p:sp>
      <p:pic>
        <p:nvPicPr>
          <p:cNvPr id="19" name="Arrow 4">
            <a:extLst>
              <a:ext uri="{FF2B5EF4-FFF2-40B4-BE49-F238E27FC236}">
                <a16:creationId xmlns:a16="http://schemas.microsoft.com/office/drawing/2014/main" id="{6E71A842-41F8-8658-7B70-EA7DDE451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5169" y="4574237"/>
            <a:ext cx="203991" cy="198424"/>
          </a:xfrm>
          <a:prstGeom prst="rect">
            <a:avLst/>
          </a:prstGeom>
        </p:spPr>
      </p:pic>
      <p:sp>
        <p:nvSpPr>
          <p:cNvPr id="35" name="TextBox 9">
            <a:extLst>
              <a:ext uri="{FF2B5EF4-FFF2-40B4-BE49-F238E27FC236}">
                <a16:creationId xmlns:a16="http://schemas.microsoft.com/office/drawing/2014/main" id="{7CBB4A64-5DE6-715F-9079-A46AEC914F8C}"/>
              </a:ext>
            </a:extLst>
          </p:cNvPr>
          <p:cNvSpPr txBox="1">
            <a:spLocks/>
          </p:cNvSpPr>
          <p:nvPr/>
        </p:nvSpPr>
        <p:spPr>
          <a:xfrm>
            <a:off x="6658094" y="4546010"/>
            <a:ext cx="1334042" cy="251144"/>
          </a:xfrm>
          <a:prstGeom prst="rect">
            <a:avLst/>
          </a:prstGeom>
          <a:solidFill>
            <a:schemeClr val="accent6"/>
          </a:solidFill>
        </p:spPr>
        <p:txBody>
          <a:bodyPr wrap="square" lIns="0" tIns="0" rIns="0" bIns="0" rtlCol="0" anchor="b">
            <a:spAutoFit/>
          </a:bodyPr>
          <a:lstStyle/>
          <a:p>
            <a:pPr marL="0" lvl="0" defTabSz="914400" rtl="0" eaLnBrk="1" latinLnBrk="0" hangingPunct="1"/>
            <a:r>
              <a:rPr lang="fr-FR" sz="1600" i="0" kern="1200" cap="none" baseline="0">
                <a:solidFill>
                  <a:schemeClr val="bg2"/>
                </a:solidFill>
                <a:latin typeface="+mj-lt"/>
                <a:ea typeface="+mn-ea"/>
                <a:cs typeface="+mn-cs"/>
              </a:rPr>
              <a:t>Chart</a:t>
            </a:r>
          </a:p>
        </p:txBody>
      </p:sp>
      <p:cxnSp>
        <p:nvCxnSpPr>
          <p:cNvPr id="17" name="Straight Connector 13">
            <a:extLst>
              <a:ext uri="{FF2B5EF4-FFF2-40B4-BE49-F238E27FC236}">
                <a16:creationId xmlns:a16="http://schemas.microsoft.com/office/drawing/2014/main" id="{6AAE5C9C-BB86-74AB-186F-0E82AC7A1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55169" y="4886679"/>
            <a:ext cx="2354368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10">
            <a:extLst>
              <a:ext uri="{FF2B5EF4-FFF2-40B4-BE49-F238E27FC236}">
                <a16:creationId xmlns:a16="http://schemas.microsoft.com/office/drawing/2014/main" id="{DD1DD841-9CA6-6A98-A175-D9C0C3C2155A}"/>
              </a:ext>
            </a:extLst>
          </p:cNvPr>
          <p:cNvSpPr txBox="1">
            <a:spLocks/>
          </p:cNvSpPr>
          <p:nvPr/>
        </p:nvSpPr>
        <p:spPr>
          <a:xfrm>
            <a:off x="6165981" y="5031291"/>
            <a:ext cx="2729080" cy="911460"/>
          </a:xfrm>
          <a:prstGeom prst="rect">
            <a:avLst/>
          </a:prstGeom>
          <a:noFill/>
        </p:spPr>
        <p:txBody>
          <a:bodyPr wrap="square" lIns="108000" tIns="36000" rIns="108000" bIns="36000" rtlCol="0" anchor="t">
            <a:noAutofit/>
          </a:bodyPr>
          <a:lstStyle/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fr-FR" sz="1200">
                <a:solidFill>
                  <a:schemeClr val="bg2"/>
                </a:solidFill>
              </a:rPr>
              <a:t>Don't forget table and row/column titles</a:t>
            </a:r>
          </a:p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fr-FR" sz="1200">
                <a:solidFill>
                  <a:schemeClr val="bg2"/>
                </a:solidFill>
              </a:rPr>
              <a:t>Avoid merging cells</a:t>
            </a:r>
            <a:endParaRPr lang="fr-FR" sz="1600">
              <a:solidFill>
                <a:schemeClr val="bg2"/>
              </a:solidFill>
            </a:endParaRPr>
          </a:p>
        </p:txBody>
      </p:sp>
      <p:sp>
        <p:nvSpPr>
          <p:cNvPr id="45" name="Rectangle 4: Rounded Corners 6">
            <a:extLst>
              <a:ext uri="{FF2B5EF4-FFF2-40B4-BE49-F238E27FC236}">
                <a16:creationId xmlns:a16="http://schemas.microsoft.com/office/drawing/2014/main" id="{3F15B3F4-1659-C61C-4299-6A1EB07A2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9039061" y="2181724"/>
            <a:ext cx="2727692" cy="3855794"/>
          </a:xfrm>
          <a:prstGeom prst="roundRect">
            <a:avLst>
              <a:gd name="adj" fmla="val 4754"/>
            </a:avLst>
          </a:prstGeom>
          <a:solidFill>
            <a:schemeClr val="accent6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endParaRPr lang="fr-FR" sz="2000">
              <a:solidFill>
                <a:schemeClr val="bg2"/>
              </a:solidFill>
              <a:ea typeface="+mj-ea"/>
              <a:cs typeface="+mj-cs"/>
            </a:endParaRPr>
          </a:p>
        </p:txBody>
      </p:sp>
      <p:pic>
        <p:nvPicPr>
          <p:cNvPr id="23" name="Arrow 5">
            <a:extLst>
              <a:ext uri="{FF2B5EF4-FFF2-40B4-BE49-F238E27FC236}">
                <a16:creationId xmlns:a16="http://schemas.microsoft.com/office/drawing/2014/main" id="{23593776-DC33-C898-A50A-E8B87BA25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6400" y="2445969"/>
            <a:ext cx="203991" cy="198424"/>
          </a:xfrm>
          <a:prstGeom prst="rect">
            <a:avLst/>
          </a:prstGeom>
        </p:spPr>
      </p:pic>
      <p:sp>
        <p:nvSpPr>
          <p:cNvPr id="48" name="TextBox 11">
            <a:extLst>
              <a:ext uri="{FF2B5EF4-FFF2-40B4-BE49-F238E27FC236}">
                <a16:creationId xmlns:a16="http://schemas.microsoft.com/office/drawing/2014/main" id="{FA44A2C6-5770-3124-3255-4D1B4BA710C3}"/>
              </a:ext>
            </a:extLst>
          </p:cNvPr>
          <p:cNvSpPr txBox="1">
            <a:spLocks/>
          </p:cNvSpPr>
          <p:nvPr/>
        </p:nvSpPr>
        <p:spPr>
          <a:xfrm>
            <a:off x="9608606" y="2422071"/>
            <a:ext cx="1542386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lvl="0" defTabSz="914400" rtl="0" eaLnBrk="1" latinLnBrk="0" hangingPunct="1"/>
            <a:r>
              <a:rPr lang="fr-FR" sz="1600">
                <a:solidFill>
                  <a:schemeClr val="bg2"/>
                </a:solidFill>
                <a:latin typeface="+mj-lt"/>
              </a:rPr>
              <a:t>Content</a:t>
            </a:r>
            <a:endParaRPr lang="fr-FR" sz="1600" i="0" kern="1200" cap="none" baseline="0">
              <a:solidFill>
                <a:schemeClr val="bg2"/>
              </a:solidFill>
              <a:latin typeface="+mj-lt"/>
              <a:ea typeface="+mn-ea"/>
              <a:cs typeface="+mn-cs"/>
            </a:endParaRPr>
          </a:p>
        </p:txBody>
      </p:sp>
      <p:cxnSp>
        <p:nvCxnSpPr>
          <p:cNvPr id="22" name="Straight Connector 5">
            <a:extLst>
              <a:ext uri="{FF2B5EF4-FFF2-40B4-BE49-F238E27FC236}">
                <a16:creationId xmlns:a16="http://schemas.microsoft.com/office/drawing/2014/main" id="{154DFE0D-5037-5789-CEB8-BA501158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296400" y="2758411"/>
            <a:ext cx="2354368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12">
            <a:extLst>
              <a:ext uri="{FF2B5EF4-FFF2-40B4-BE49-F238E27FC236}">
                <a16:creationId xmlns:a16="http://schemas.microsoft.com/office/drawing/2014/main" id="{96A97595-DCDB-1FC1-BCF9-594999418478}"/>
              </a:ext>
            </a:extLst>
          </p:cNvPr>
          <p:cNvSpPr txBox="1">
            <a:spLocks/>
          </p:cNvSpPr>
          <p:nvPr/>
        </p:nvSpPr>
        <p:spPr>
          <a:xfrm>
            <a:off x="9037674" y="2960008"/>
            <a:ext cx="2730464" cy="3203620"/>
          </a:xfrm>
          <a:prstGeom prst="rect">
            <a:avLst/>
          </a:prstGeom>
          <a:noFill/>
        </p:spPr>
        <p:txBody>
          <a:bodyPr wrap="square" lIns="108000" tIns="36000" rIns="108000" bIns="36000" rtlCol="0" anchor="t">
            <a:noAutofit/>
          </a:bodyPr>
          <a:lstStyle/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fr-FR" sz="1200">
                <a:solidFill>
                  <a:schemeClr val="bg2"/>
                </a:solidFill>
              </a:rPr>
              <a:t>Avoid abbreviations (explain them once on 1</a:t>
            </a:r>
            <a:r>
              <a:rPr lang="fr-FR" sz="1200" baseline="30000">
                <a:solidFill>
                  <a:schemeClr val="bg2"/>
                </a:solidFill>
              </a:rPr>
              <a:t>st</a:t>
            </a:r>
            <a:r>
              <a:rPr lang="fr-FR" sz="1200">
                <a:solidFill>
                  <a:schemeClr val="bg2"/>
                </a:solidFill>
              </a:rPr>
              <a:t> use)</a:t>
            </a:r>
          </a:p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fr-FR" sz="1200">
                <a:solidFill>
                  <a:schemeClr val="bg2"/>
                </a:solidFill>
              </a:rPr>
              <a:t>Avoid overloaded slides (one strong idea per slide)</a:t>
            </a:r>
          </a:p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fr-FR" sz="1200">
                <a:solidFill>
                  <a:schemeClr val="bg2"/>
                </a:solidFill>
              </a:rPr>
              <a:t>Systematically explain the titles of links (don't just say "</a:t>
            </a:r>
            <a:r>
              <a:rPr lang="fr-FR" sz="1200" u="sng">
                <a:solidFill>
                  <a:schemeClr val="bg2"/>
                </a:solidFill>
              </a:rPr>
              <a:t>click here</a:t>
            </a:r>
            <a:r>
              <a:rPr lang="fr-FR" sz="1200">
                <a:solidFill>
                  <a:schemeClr val="bg2"/>
                </a:solidFill>
              </a:rPr>
              <a:t>")</a:t>
            </a:r>
          </a:p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fr-FR" sz="1200">
                <a:solidFill>
                  <a:schemeClr val="bg2"/>
                </a:solidFill>
              </a:rPr>
              <a:t>Avoid transforming PPTs into PDFs (degrades PPT accessibility)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200">
                <a:solidFill>
                  <a:schemeClr val="bg2"/>
                </a:solidFill>
              </a:rPr>
              <a:t>For  French speakers, avoid using anglicized French (“franglais”) or change language in the "Review" tab, then "Language"</a:t>
            </a:r>
            <a:endParaRPr lang="fr-FR" sz="1200" i="1">
              <a:solidFill>
                <a:schemeClr val="bg2"/>
              </a:solidFill>
            </a:endParaRPr>
          </a:p>
        </p:txBody>
      </p:sp>
      <p:sp>
        <p:nvSpPr>
          <p:cNvPr id="52" name="Rectangle 13" descr="&#10;">
            <a:extLst>
              <a:ext uri="{FF2B5EF4-FFF2-40B4-BE49-F238E27FC236}">
                <a16:creationId xmlns:a16="http://schemas.microsoft.com/office/drawing/2014/main" id="{6119C140-67C7-0A9B-0668-E0D88AFFB224}"/>
              </a:ext>
            </a:extLst>
          </p:cNvPr>
          <p:cNvSpPr>
            <a:spLocks/>
          </p:cNvSpPr>
          <p:nvPr userDrawn="1"/>
        </p:nvSpPr>
        <p:spPr>
          <a:xfrm>
            <a:off x="7124606" y="404814"/>
            <a:ext cx="2958957" cy="694522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noProof="0">
                <a:solidFill>
                  <a:schemeClr val="bg2">
                    <a:lumMod val="100000"/>
                  </a:schemeClr>
                </a:solidFill>
                <a:latin typeface="+mj-lt"/>
              </a:rPr>
              <a:t>Accessibility Tip: 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check  the accessibility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level of your presentation by going 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 "Review“ then "Check accessibility". </a:t>
            </a:r>
            <a:endParaRPr lang="fr-FR" sz="1400" b="0" baseline="0" noProof="0">
              <a:solidFill>
                <a:schemeClr val="tx1">
                  <a:lumMod val="100000"/>
                </a:schemeClr>
              </a:solidFill>
              <a:latin typeface="+mn-lt"/>
            </a:endParaRPr>
          </a:p>
        </p:txBody>
      </p:sp>
      <p:sp>
        <p:nvSpPr>
          <p:cNvPr id="12" name="Freeform: Shape 14">
            <a:extLst>
              <a:ext uri="{FF2B5EF4-FFF2-40B4-BE49-F238E27FC236}">
                <a16:creationId xmlns:a16="http://schemas.microsoft.com/office/drawing/2014/main" id="{83DFFE58-DCEB-BE9E-4D43-AD8C276484CB}"/>
              </a:ext>
            </a:extLst>
          </p:cNvPr>
          <p:cNvSpPr/>
          <p:nvPr/>
        </p:nvSpPr>
        <p:spPr>
          <a:xfrm rot="2411869">
            <a:off x="9621264" y="454839"/>
            <a:ext cx="3151694" cy="638614"/>
          </a:xfrm>
          <a:custGeom>
            <a:avLst/>
            <a:gdLst>
              <a:gd name="connsiteX0" fmla="*/ 0 w 3151694"/>
              <a:gd name="connsiteY0" fmla="*/ 638614 h 638614"/>
              <a:gd name="connsiteX1" fmla="*/ 755756 w 3151694"/>
              <a:gd name="connsiteY1" fmla="*/ 0 h 638614"/>
              <a:gd name="connsiteX2" fmla="*/ 2612065 w 3151694"/>
              <a:gd name="connsiteY2" fmla="*/ 0 h 638614"/>
              <a:gd name="connsiteX3" fmla="*/ 3151694 w 3151694"/>
              <a:gd name="connsiteY3" fmla="*/ 638614 h 63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1694" h="638614">
                <a:moveTo>
                  <a:pt x="0" y="638614"/>
                </a:moveTo>
                <a:lnTo>
                  <a:pt x="755756" y="0"/>
                </a:lnTo>
                <a:lnTo>
                  <a:pt x="2612065" y="0"/>
                </a:lnTo>
                <a:lnTo>
                  <a:pt x="3151694" y="638614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>
                <a:solidFill>
                  <a:schemeClr val="bg1">
                    <a:lumMod val="100000"/>
                  </a:schemeClr>
                </a:solidFill>
                <a:ea typeface="+mj-ea"/>
                <a:cs typeface="+mj-cs"/>
              </a:rPr>
              <a:t>To be deleted</a:t>
            </a:r>
          </a:p>
        </p:txBody>
      </p:sp>
      <p:sp>
        <p:nvSpPr>
          <p:cNvPr id="25" name="Copyright and page 4">
            <a:extLst>
              <a:ext uri="{FF2B5EF4-FFF2-40B4-BE49-F238E27FC236}">
                <a16:creationId xmlns:a16="http://schemas.microsoft.com/office/drawing/2014/main" id="{CAC38180-370A-0E5E-0C20-755F3DDBE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 bwMode="ltGray">
          <a:xfrm>
            <a:off x="10591800" y="6578600"/>
            <a:ext cx="1189038" cy="239774"/>
          </a:xfrm>
          <a:prstGeom prst="rect">
            <a:avLst/>
          </a:prstGeom>
        </p:spPr>
        <p:txBody>
          <a:bodyPr lIns="0" r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173C6A"/>
              </a:buClr>
              <a:buSzTx/>
              <a:buFontTx/>
              <a:buNone/>
              <a:tabLst/>
              <a:defRPr/>
            </a:pPr>
            <a:r>
              <a:rPr lang="fr-FR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</a:rPr>
              <a:t>© </a:t>
            </a:r>
            <a:r>
              <a:rPr lang="fr-FR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  <a:cs typeface="Poppins" panose="00000500000000000000" pitchFamily="2" charset="0"/>
              </a:rPr>
              <a:t>WAVESTONE</a:t>
            </a:r>
            <a:r>
              <a:rPr lang="fr-FR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</a:rPr>
              <a:t> | </a:t>
            </a:r>
            <a:fld id="{55EE84F1-812F-F440-AFF9-6DD93A744E0D}" type="slidenum">
              <a:rPr lang="fr-FR" sz="700" smtClean="0">
                <a:solidFill>
                  <a:schemeClr val="bg2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173C6A"/>
                </a:buClr>
                <a:buSzTx/>
                <a:buFontTx/>
                <a:buNone/>
                <a:tabLst/>
                <a:defRPr/>
              </a:pPr>
              <a:t>‹N°›</a:t>
            </a:fld>
            <a:endParaRPr lang="fr-FR" sz="700">
              <a:solidFill>
                <a:schemeClr val="bg2">
                  <a:lumMod val="100000"/>
                </a:schemeClr>
              </a:solidFill>
              <a:latin typeface="+mn-lt"/>
              <a:cs typeface="Poppins Light" panose="000004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1C12FEA-04FF-E765-EA1B-B3C5D77023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4" y="404664"/>
            <a:ext cx="5635503" cy="936774"/>
          </a:xfrm>
        </p:spPr>
        <p:txBody>
          <a:bodyPr/>
          <a:lstStyle>
            <a:lvl1pPr>
              <a:defRPr sz="2400"/>
            </a:lvl1pPr>
          </a:lstStyle>
          <a:p>
            <a:r>
              <a:rPr lang="fr-FR"/>
              <a:t>Digital accessibility guidelines</a:t>
            </a:r>
          </a:p>
        </p:txBody>
      </p:sp>
    </p:spTree>
    <p:extLst>
      <p:ext uri="{BB962C8B-B14F-4D97-AF65-F5344CB8AC3E}">
        <p14:creationId xmlns:p14="http://schemas.microsoft.com/office/powerpoint/2010/main" val="3270863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1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ner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5354" y="404666"/>
            <a:ext cx="11342769" cy="936773"/>
          </a:xfrm>
        </p:spPr>
        <p:txBody>
          <a:bodyPr lIns="108000" tIns="0" rIns="108000" bIns="0"/>
          <a:lstStyle>
            <a:lvl1pPr>
              <a:defRPr sz="2201" baseline="0">
                <a:solidFill>
                  <a:schemeClr val="bg2"/>
                </a:solidFill>
              </a:defRPr>
            </a:lvl1pPr>
          </a:lstStyle>
          <a:p>
            <a:r>
              <a:rPr lang="fr-FR"/>
              <a:t>Complete </a:t>
            </a:r>
            <a:r>
              <a:rPr lang="fr-FR" err="1"/>
              <a:t>with</a:t>
            </a:r>
            <a:r>
              <a:rPr lang="fr-FR"/>
              <a:t> a </a:t>
            </a:r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r>
              <a:rPr lang="fr-FR"/>
              <a:t> </a:t>
            </a:r>
            <a:r>
              <a:rPr lang="fr-FR" err="1"/>
              <a:t>that</a:t>
            </a:r>
            <a:r>
              <a:rPr lang="fr-FR"/>
              <a:t> carries </a:t>
            </a:r>
            <a:r>
              <a:rPr lang="fr-FR" err="1"/>
              <a:t>your</a:t>
            </a:r>
            <a:r>
              <a:rPr lang="fr-FR"/>
              <a:t> message on </a:t>
            </a:r>
            <a:r>
              <a:rPr lang="fr-FR" err="1"/>
              <a:t>two</a:t>
            </a:r>
            <a:r>
              <a:rPr lang="fr-FR"/>
              <a:t> </a:t>
            </a:r>
            <a:r>
              <a:rPr lang="fr-FR" err="1"/>
              <a:t>lines</a:t>
            </a:r>
            <a:r>
              <a:rPr lang="fr-FR"/>
              <a:t> at </a:t>
            </a:r>
            <a:r>
              <a:rPr lang="fr-FR" err="1"/>
              <a:t>most</a:t>
            </a:r>
            <a:r>
              <a:rPr lang="fr-FR"/>
              <a:t> for more </a:t>
            </a:r>
            <a:r>
              <a:rPr lang="fr-FR" noProof="0" err="1"/>
              <a:t>readability</a:t>
            </a:r>
            <a:endParaRPr lang="fr-FR" noProof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25354" y="144314"/>
            <a:ext cx="11342769" cy="260350"/>
          </a:xfrm>
          <a:prstGeom prst="rect">
            <a:avLst/>
          </a:prstGeom>
        </p:spPr>
        <p:txBody>
          <a:bodyPr lIns="108000" tIns="0" rIns="108000" bIns="0" anchor="b"/>
          <a:lstStyle>
            <a:lvl1pPr>
              <a:spcBef>
                <a:spcPts val="0"/>
              </a:spcBef>
              <a:defRPr sz="1001" i="0" cap="all" baseline="0">
                <a:solidFill>
                  <a:schemeClr val="accent4"/>
                </a:solidFill>
                <a:latin typeface="+mj-lt"/>
              </a:defRPr>
            </a:lvl1pPr>
            <a:lvl2pPr>
              <a:defRPr sz="1001"/>
            </a:lvl2pPr>
          </a:lstStyle>
          <a:p>
            <a:pPr lvl="0"/>
            <a:r>
              <a:rPr lang="fr-FR" noProof="0"/>
              <a:t>Insert a top </a:t>
            </a:r>
            <a:r>
              <a:rPr lang="fr-FR" noProof="0" err="1"/>
              <a:t>title</a:t>
            </a:r>
            <a:r>
              <a:rPr lang="fr-FR" noProof="0"/>
              <a:t> </a:t>
            </a:r>
            <a:r>
              <a:rPr lang="fr-FR" noProof="0" err="1"/>
              <a:t>here</a:t>
            </a:r>
            <a:r>
              <a:rPr lang="fr-FR" noProof="0"/>
              <a:t> - must not </a:t>
            </a:r>
            <a:r>
              <a:rPr lang="fr-FR" noProof="0" err="1"/>
              <a:t>exceed</a:t>
            </a:r>
            <a:r>
              <a:rPr lang="fr-FR" noProof="0"/>
              <a:t> 1 line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4" hasCustomPrompt="1"/>
          </p:nvPr>
        </p:nvSpPr>
        <p:spPr>
          <a:xfrm>
            <a:off x="425354" y="1341438"/>
            <a:ext cx="11342769" cy="4895850"/>
          </a:xfrm>
          <a:prstGeom prst="rect">
            <a:avLst/>
          </a:prstGeom>
        </p:spPr>
        <p:txBody>
          <a:bodyPr lIns="108000" tIns="108000" rIns="108000" bIns="108000"/>
          <a:lstStyle>
            <a:lvl2pPr>
              <a:defRPr>
                <a:solidFill>
                  <a:schemeClr val="tx1"/>
                </a:solidFill>
              </a:defRPr>
            </a:lvl2pPr>
            <a:lvl3pPr>
              <a:defRPr baseline="0"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 algn="just">
              <a:defRPr>
                <a:solidFill>
                  <a:schemeClr val="tx1"/>
                </a:solidFill>
              </a:defRPr>
            </a:lvl6pPr>
            <a:lvl7pPr algn="just">
              <a:defRPr>
                <a:solidFill>
                  <a:schemeClr val="tx1"/>
                </a:solidFill>
              </a:defRPr>
            </a:lvl7pPr>
            <a:lvl8pPr algn="just">
              <a:defRPr>
                <a:solidFill>
                  <a:schemeClr val="tx1"/>
                </a:solidFill>
              </a:defRPr>
            </a:lvl8pPr>
            <a:lvl9pPr algn="just"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fr-FR" err="1"/>
              <a:t>Level</a:t>
            </a:r>
            <a:r>
              <a:rPr lang="fr-FR"/>
              <a:t> 1 - </a:t>
            </a:r>
            <a:r>
              <a:rPr lang="fr-FR">
                <a:solidFill>
                  <a:srgbClr val="503078"/>
                </a:solidFill>
              </a:rPr>
              <a:t>To move to the </a:t>
            </a:r>
            <a:r>
              <a:rPr lang="fr-FR" err="1">
                <a:solidFill>
                  <a:srgbClr val="503078"/>
                </a:solidFill>
              </a:rPr>
              <a:t>next</a:t>
            </a:r>
            <a:r>
              <a:rPr lang="fr-FR">
                <a:solidFill>
                  <a:srgbClr val="503078"/>
                </a:solidFill>
              </a:rPr>
              <a:t> </a:t>
            </a:r>
            <a:r>
              <a:rPr lang="fr-FR" err="1">
                <a:solidFill>
                  <a:srgbClr val="503078"/>
                </a:solidFill>
              </a:rPr>
              <a:t>level</a:t>
            </a:r>
            <a:r>
              <a:rPr lang="fr-FR">
                <a:solidFill>
                  <a:srgbClr val="503078"/>
                </a:solidFill>
              </a:rPr>
              <a:t>, Alt + Shift + right </a:t>
            </a:r>
            <a:r>
              <a:rPr lang="fr-FR" err="1">
                <a:solidFill>
                  <a:srgbClr val="503078"/>
                </a:solidFill>
              </a:rPr>
              <a:t>arrow</a:t>
            </a:r>
            <a:endParaRPr lang="fr-FR"/>
          </a:p>
          <a:p>
            <a:pPr lvl="1"/>
            <a:r>
              <a:rPr lang="fr-FR" err="1"/>
              <a:t>Level</a:t>
            </a:r>
            <a:r>
              <a:rPr lang="fr-FR"/>
              <a:t> 2</a:t>
            </a:r>
          </a:p>
          <a:p>
            <a:pPr lvl="2"/>
            <a:r>
              <a:rPr lang="fr-FR" err="1"/>
              <a:t>Level</a:t>
            </a:r>
            <a:r>
              <a:rPr lang="fr-FR"/>
              <a:t> 3</a:t>
            </a:r>
          </a:p>
          <a:p>
            <a:pPr lvl="3"/>
            <a:r>
              <a:rPr lang="fr-FR" err="1"/>
              <a:t>Level</a:t>
            </a:r>
            <a:r>
              <a:rPr lang="fr-FR"/>
              <a:t> 4</a:t>
            </a:r>
          </a:p>
          <a:p>
            <a:pPr lvl="4"/>
            <a:r>
              <a:rPr lang="fr-FR" err="1"/>
              <a:t>Level</a:t>
            </a:r>
            <a:r>
              <a:rPr lang="fr-FR"/>
              <a:t> 5</a:t>
            </a:r>
          </a:p>
          <a:p>
            <a:pPr lvl="5"/>
            <a:r>
              <a:rPr lang="fr-FR" err="1"/>
              <a:t>Level</a:t>
            </a:r>
            <a:r>
              <a:rPr lang="fr-FR"/>
              <a:t> 6</a:t>
            </a:r>
          </a:p>
          <a:p>
            <a:pPr lvl="6"/>
            <a:r>
              <a:rPr lang="fr-FR" err="1"/>
              <a:t>Level</a:t>
            </a:r>
            <a:r>
              <a:rPr lang="fr-FR"/>
              <a:t> 7</a:t>
            </a:r>
          </a:p>
          <a:p>
            <a:pPr lvl="7"/>
            <a:r>
              <a:rPr lang="fr-FR" noProof="0" err="1"/>
              <a:t>Level</a:t>
            </a:r>
            <a:r>
              <a:rPr lang="fr-FR" noProof="0"/>
              <a:t> </a:t>
            </a:r>
            <a:r>
              <a:rPr lang="fr-FR"/>
              <a:t>8</a:t>
            </a:r>
          </a:p>
          <a:p>
            <a:pPr lvl="8"/>
            <a:r>
              <a:rPr lang="fr-FR" err="1"/>
              <a:t>Level</a:t>
            </a:r>
            <a:r>
              <a:rPr lang="fr-FR"/>
              <a:t> 9</a:t>
            </a:r>
          </a:p>
        </p:txBody>
      </p:sp>
    </p:spTree>
    <p:extLst>
      <p:ext uri="{BB962C8B-B14F-4D97-AF65-F5344CB8AC3E}">
        <p14:creationId xmlns:p14="http://schemas.microsoft.com/office/powerpoint/2010/main" val="10411199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st of 4 items with bullet point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optitle placeholder 1">
            <a:extLst>
              <a:ext uri="{FF2B5EF4-FFF2-40B4-BE49-F238E27FC236}">
                <a16:creationId xmlns:a16="http://schemas.microsoft.com/office/drawing/2014/main" id="{052E5ECB-EE23-999C-8089-6F6C5DFFC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355" y="144313"/>
            <a:ext cx="7794704" cy="260499"/>
          </a:xfrm>
          <a:prstGeom prst="rect">
            <a:avLst/>
          </a:prstGeom>
        </p:spPr>
        <p:txBody>
          <a:bodyPr lIns="0" tIns="0" rIns="0" bIns="0" anchor="b"/>
          <a:lstStyle>
            <a:lvl1pPr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en-GB" noProof="0"/>
              <a:t>Insert a top title here - must not exceed 1 line</a:t>
            </a:r>
          </a:p>
        </p:txBody>
      </p:sp>
      <p:sp>
        <p:nvSpPr>
          <p:cNvPr id="6" name="Chapter placeholder 1">
            <a:extLst>
              <a:ext uri="{FF2B5EF4-FFF2-40B4-BE49-F238E27FC236}">
                <a16:creationId xmlns:a16="http://schemas.microsoft.com/office/drawing/2014/main" id="{930294FF-6B30-BE75-A69D-F0221F795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220074" y="144166"/>
            <a:ext cx="3548064" cy="260647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en-GB" noProof="0"/>
              <a:t>CHAPTER 1 – CHAPTER 2 – CHAPTER 3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7B65E3A-D6F3-98C6-EE29-C1E2C81086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354" y="404667"/>
            <a:ext cx="11342769" cy="936770"/>
          </a:xfrm>
        </p:spPr>
        <p:txBody>
          <a:bodyPr lIns="0" tIns="0" rIns="0" bIns="0"/>
          <a:lstStyle>
            <a:lvl1pPr>
              <a:defRPr sz="2400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Complete with a title here that carries your message on two lines at most for more </a:t>
            </a:r>
            <a:r>
              <a:rPr lang="en-GB" noProof="0"/>
              <a:t>readability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A204EC-0602-7E83-92C1-68F89228E1D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23863" y="1341438"/>
            <a:ext cx="3142599" cy="1080363"/>
          </a:xfrm>
          <a:prstGeom prst="roundRect">
            <a:avLst>
              <a:gd name="adj" fmla="val 7717"/>
            </a:avLst>
          </a:prstGeom>
          <a:solidFill>
            <a:schemeClr val="accent3"/>
          </a:solidFill>
        </p:spPr>
        <p:txBody>
          <a:bodyPr anchor="ctr"/>
          <a:lstStyle>
            <a:lvl1pPr algn="ctr">
              <a:defRPr sz="2400">
                <a:solidFill>
                  <a:schemeClr val="bg1"/>
                </a:solidFill>
                <a:latin typeface="+mj-lt"/>
              </a:defRPr>
            </a:lvl1pPr>
            <a:lvl2pPr marL="0" indent="0" algn="ctr">
              <a:buNone/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Insert text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45C811E-3B0F-5247-2042-6D91CE8CF59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875088" y="1341438"/>
            <a:ext cx="7893050" cy="1080363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C458694F-B89B-5021-518C-656CA3EE4299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23862" y="2613266"/>
            <a:ext cx="3142599" cy="1080363"/>
          </a:xfrm>
          <a:prstGeom prst="roundRect">
            <a:avLst>
              <a:gd name="adj" fmla="val 7717"/>
            </a:avLst>
          </a:prstGeom>
          <a:solidFill>
            <a:schemeClr val="accent4"/>
          </a:solidFill>
        </p:spPr>
        <p:txBody>
          <a:bodyPr anchor="ctr"/>
          <a:lstStyle>
            <a:lvl1pPr algn="ctr">
              <a:defRPr sz="2400">
                <a:solidFill>
                  <a:schemeClr val="bg1"/>
                </a:solidFill>
                <a:latin typeface="+mj-lt"/>
              </a:defRPr>
            </a:lvl1pPr>
            <a:lvl2pPr marL="0" indent="0" algn="ctr">
              <a:buNone/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Insert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1AD18C15-FC82-4DE5-6C7D-3864F7DD9030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875088" y="2613266"/>
            <a:ext cx="7893050" cy="1080363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0EB24991-12F1-E14F-B188-84213D3952A1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23863" y="3885095"/>
            <a:ext cx="3142599" cy="1080364"/>
          </a:xfrm>
          <a:prstGeom prst="roundRect">
            <a:avLst>
              <a:gd name="adj" fmla="val 7717"/>
            </a:avLst>
          </a:prstGeom>
          <a:solidFill>
            <a:schemeClr val="bg2"/>
          </a:solidFill>
        </p:spPr>
        <p:txBody>
          <a:bodyPr anchor="ctr"/>
          <a:lstStyle>
            <a:lvl1pPr algn="ctr">
              <a:defRPr sz="2400">
                <a:solidFill>
                  <a:schemeClr val="bg1"/>
                </a:solidFill>
                <a:latin typeface="+mj-lt"/>
              </a:defRPr>
            </a:lvl1pPr>
            <a:lvl2pPr marL="0" indent="0" algn="ctr">
              <a:buNone/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Insert text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0C12D22-DA37-58DB-F2EB-839F45C76DC6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3875088" y="3885094"/>
            <a:ext cx="7893050" cy="1080363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F0C1FAB-17A1-3C9B-CE90-19B3B66DEB5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23863" y="5175134"/>
            <a:ext cx="3142599" cy="1080364"/>
          </a:xfrm>
          <a:prstGeom prst="roundRect">
            <a:avLst>
              <a:gd name="adj" fmla="val 7717"/>
            </a:avLst>
          </a:prstGeom>
          <a:solidFill>
            <a:schemeClr val="bg2">
              <a:lumMod val="60000"/>
              <a:lumOff val="40000"/>
            </a:schemeClr>
          </a:solidFill>
        </p:spPr>
        <p:txBody>
          <a:bodyPr anchor="ctr"/>
          <a:lstStyle>
            <a:lvl1pPr algn="ctr">
              <a:defRPr sz="2400">
                <a:solidFill>
                  <a:schemeClr val="bg1"/>
                </a:solidFill>
                <a:latin typeface="+mj-lt"/>
              </a:defRPr>
            </a:lvl1pPr>
            <a:lvl2pPr marL="0" indent="0" algn="ctr">
              <a:buNone/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Insert text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39170BBD-A7A4-67F6-3703-2CDA9E155044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3875088" y="5166701"/>
            <a:ext cx="7893050" cy="1080363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87189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ic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optitle placeholder 1">
            <a:extLst>
              <a:ext uri="{FF2B5EF4-FFF2-40B4-BE49-F238E27FC236}">
                <a16:creationId xmlns:a16="http://schemas.microsoft.com/office/drawing/2014/main" id="{052E5ECB-EE23-999C-8089-6F6C5DFFC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355" y="144313"/>
            <a:ext cx="7794704" cy="260499"/>
          </a:xfrm>
          <a:prstGeom prst="rect">
            <a:avLst/>
          </a:prstGeom>
        </p:spPr>
        <p:txBody>
          <a:bodyPr lIns="0" tIns="0" rIns="0" bIns="0" anchor="b"/>
          <a:lstStyle>
            <a:lvl1pPr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en-GB" noProof="0" dirty="0"/>
              <a:t>Insert a top title here - must not exceed 1 line</a:t>
            </a:r>
          </a:p>
        </p:txBody>
      </p:sp>
      <p:sp>
        <p:nvSpPr>
          <p:cNvPr id="6" name="Chapter placeholder 1">
            <a:extLst>
              <a:ext uri="{FF2B5EF4-FFF2-40B4-BE49-F238E27FC236}">
                <a16:creationId xmlns:a16="http://schemas.microsoft.com/office/drawing/2014/main" id="{930294FF-6B30-BE75-A69D-F0221F795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220074" y="144166"/>
            <a:ext cx="3548064" cy="260647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en-GB" noProof="0" dirty="0"/>
              <a:t>CHAPTER 1 – CHAPTER 2 – CHAPTER 3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7B65E3A-D6F3-98C6-EE29-C1E2C81086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354" y="404667"/>
            <a:ext cx="11342769" cy="936770"/>
          </a:xfrm>
        </p:spPr>
        <p:txBody>
          <a:bodyPr lIns="0" tIns="0" rIns="0" bIns="0"/>
          <a:lstStyle>
            <a:lvl1pPr>
              <a:defRPr sz="2400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en-GB" dirty="0"/>
              <a:t>Complete with a title here that carries your message on two lines at most for more </a:t>
            </a:r>
            <a:r>
              <a:rPr lang="en-GB" noProof="0" dirty="0"/>
              <a:t>readability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E2C79-95D3-19AC-B0D2-F366A623F1F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42897" y="1562100"/>
            <a:ext cx="3529044" cy="390525"/>
          </a:xfrm>
        </p:spPr>
        <p:txBody>
          <a:bodyPr lIns="216000" rIns="216000">
            <a:noAutofit/>
          </a:bodyPr>
          <a:lstStyle>
            <a:lvl1pPr algn="ctr"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Insert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2601AB4-FFCA-7487-9FA9-AA1FC79B647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42897" y="2082800"/>
            <a:ext cx="3529044" cy="626701"/>
          </a:xfrm>
        </p:spPr>
        <p:txBody>
          <a:bodyPr lIns="216000" rIns="216000">
            <a:noAutofit/>
          </a:bodyPr>
          <a:lstStyle>
            <a:lvl1pPr algn="ctr">
              <a:defRPr sz="3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$XX/month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D36CFE7-AE5D-E818-C575-BDCFB3DB9E8E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42897" y="2839676"/>
            <a:ext cx="3529044" cy="811367"/>
          </a:xfrm>
        </p:spPr>
        <p:txBody>
          <a:bodyPr lIns="216000" rIns="216000">
            <a:noAutofit/>
          </a:bodyPr>
          <a:lstStyle>
            <a:lvl1pPr algn="ctr">
              <a:defRPr/>
            </a:lvl1pPr>
          </a:lstStyle>
          <a:p>
            <a:pPr lvl="0"/>
            <a:r>
              <a:rPr lang="en-GB" dirty="0"/>
              <a:t>Keep your message short. </a:t>
            </a:r>
            <a:br>
              <a:rPr lang="en-GB" dirty="0"/>
            </a:br>
            <a:r>
              <a:rPr lang="en-GB" dirty="0"/>
              <a:t>No more than 3 lines. Insert your own text here.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1DF3088-ACAD-F9D4-1E9E-C04E508EFD9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42897" y="3811227"/>
            <a:ext cx="3529044" cy="998898"/>
          </a:xfrm>
        </p:spPr>
        <p:txBody>
          <a:bodyPr lIns="216000" rIns="216000"/>
          <a:lstStyle>
            <a:lvl1pPr marL="270000" indent="-270000">
              <a:buClr>
                <a:schemeClr val="bg2"/>
              </a:buClr>
              <a:buFont typeface="Aptos" panose="020B0004020202020204" pitchFamily="34" charset="0"/>
              <a:buChar char="☑"/>
              <a:defRPr/>
            </a:lvl1pPr>
          </a:lstStyle>
          <a:p>
            <a:pPr lvl="0"/>
            <a:r>
              <a:rPr lang="en-GB" noProof="0" dirty="0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C2F0115-B575-B1DB-1050-008072895CF8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42897" y="4970309"/>
            <a:ext cx="3529044" cy="998898"/>
          </a:xfrm>
        </p:spPr>
        <p:txBody>
          <a:bodyPr lIns="216000" rIns="216000"/>
          <a:lstStyle>
            <a:lvl1pPr marL="270000" indent="-270000">
              <a:buClr>
                <a:schemeClr val="tx1">
                  <a:lumMod val="50000"/>
                  <a:lumOff val="50000"/>
                </a:schemeClr>
              </a:buClr>
              <a:buFont typeface="Aptos" panose="020B0004020202020204" pitchFamily="34" charset="0"/>
              <a:buChar char="⮽"/>
              <a:defRPr/>
            </a:lvl1pPr>
          </a:lstStyle>
          <a:p>
            <a:pPr lvl="0"/>
            <a:r>
              <a:rPr lang="en-GB" noProof="0" dirty="0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059F58E9-FD59-5160-06A7-D7C946AA1B9F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331478" y="1562100"/>
            <a:ext cx="3529044" cy="390525"/>
          </a:xfrm>
        </p:spPr>
        <p:txBody>
          <a:bodyPr lIns="216000" rIns="216000">
            <a:noAutofit/>
          </a:bodyPr>
          <a:lstStyle>
            <a:lvl1pPr algn="ctr"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Insert title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2BF12D02-56B1-20A9-1EE6-50D9672CD54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331478" y="2082800"/>
            <a:ext cx="3529044" cy="626701"/>
          </a:xfrm>
        </p:spPr>
        <p:txBody>
          <a:bodyPr lIns="216000" rIns="216000">
            <a:noAutofit/>
          </a:bodyPr>
          <a:lstStyle>
            <a:lvl1pPr algn="ctr">
              <a:defRPr sz="3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$XX/month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ADF0E37-DF39-68BD-5F0F-28201E08E25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4331478" y="2839676"/>
            <a:ext cx="3529044" cy="811367"/>
          </a:xfrm>
        </p:spPr>
        <p:txBody>
          <a:bodyPr lIns="216000" rIns="216000">
            <a:noAutofit/>
          </a:bodyPr>
          <a:lstStyle>
            <a:lvl1pPr algn="ctr">
              <a:defRPr/>
            </a:lvl1pPr>
          </a:lstStyle>
          <a:p>
            <a:pPr lvl="0"/>
            <a:r>
              <a:rPr lang="en-GB" dirty="0"/>
              <a:t>Keep your message short. </a:t>
            </a:r>
            <a:br>
              <a:rPr lang="en-GB" dirty="0"/>
            </a:br>
            <a:r>
              <a:rPr lang="en-GB" dirty="0"/>
              <a:t>No more than 3 lines. Insert your own text here. 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8EBEA91D-10C2-E9E8-3599-F7D81E21A0A8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331478" y="3811227"/>
            <a:ext cx="3529044" cy="998898"/>
          </a:xfrm>
        </p:spPr>
        <p:txBody>
          <a:bodyPr lIns="216000" rIns="216000"/>
          <a:lstStyle>
            <a:lvl1pPr marL="270000" indent="-270000">
              <a:buClr>
                <a:schemeClr val="bg2"/>
              </a:buClr>
              <a:buFont typeface="Aptos" panose="020B0004020202020204" pitchFamily="34" charset="0"/>
              <a:buChar char="☑"/>
              <a:defRPr/>
            </a:lvl1pPr>
          </a:lstStyle>
          <a:p>
            <a:pPr lvl="0"/>
            <a:r>
              <a:rPr lang="en-GB" noProof="0" dirty="0"/>
              <a:t>Click to edit Master text styles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E0E162AC-F146-9CA1-1085-6D45696F52EA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331478" y="4970309"/>
            <a:ext cx="3529044" cy="998898"/>
          </a:xfrm>
        </p:spPr>
        <p:txBody>
          <a:bodyPr lIns="216000" rIns="216000"/>
          <a:lstStyle>
            <a:lvl1pPr marL="270000" indent="-270000">
              <a:buClr>
                <a:schemeClr val="tx1">
                  <a:lumMod val="50000"/>
                  <a:lumOff val="50000"/>
                </a:schemeClr>
              </a:buClr>
              <a:buFont typeface="Aptos" panose="020B0004020202020204" pitchFamily="34" charset="0"/>
              <a:buChar char="⮽"/>
              <a:defRPr/>
            </a:lvl1pPr>
          </a:lstStyle>
          <a:p>
            <a:pPr lvl="0"/>
            <a:r>
              <a:rPr lang="en-GB" noProof="0" dirty="0"/>
              <a:t>Click to edit Master text styles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04CB5BA-213D-F440-F80A-932C826DE554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8220059" y="1562100"/>
            <a:ext cx="3529044" cy="390525"/>
          </a:xfrm>
        </p:spPr>
        <p:txBody>
          <a:bodyPr lIns="216000" rIns="216000">
            <a:noAutofit/>
          </a:bodyPr>
          <a:lstStyle>
            <a:lvl1pPr algn="ctr">
              <a:defRPr sz="2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Insert title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66D8355B-B93D-7DCD-33E3-6C772A0786D3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220059" y="2082800"/>
            <a:ext cx="3529044" cy="626701"/>
          </a:xfrm>
        </p:spPr>
        <p:txBody>
          <a:bodyPr lIns="216000" rIns="216000">
            <a:noAutofit/>
          </a:bodyPr>
          <a:lstStyle>
            <a:lvl1pPr algn="ctr">
              <a:defRPr sz="3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$XX/month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C8D5BD14-69C8-5E6C-1562-38ED1146D2F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220059" y="2839676"/>
            <a:ext cx="3529044" cy="811367"/>
          </a:xfrm>
        </p:spPr>
        <p:txBody>
          <a:bodyPr lIns="216000" rIns="216000">
            <a:noAutofit/>
          </a:bodyPr>
          <a:lstStyle>
            <a:lvl1pPr algn="ctr">
              <a:defRPr/>
            </a:lvl1pPr>
          </a:lstStyle>
          <a:p>
            <a:pPr lvl="0"/>
            <a:r>
              <a:rPr lang="en-GB" dirty="0"/>
              <a:t>Keep your message short. </a:t>
            </a:r>
            <a:br>
              <a:rPr lang="en-GB" dirty="0"/>
            </a:br>
            <a:r>
              <a:rPr lang="en-GB" dirty="0"/>
              <a:t>No more than 3 lines. Insert your own text here. 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61B1A061-C230-53BD-1ABA-AA695E2C4DD2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220059" y="3811227"/>
            <a:ext cx="3529044" cy="998898"/>
          </a:xfrm>
        </p:spPr>
        <p:txBody>
          <a:bodyPr lIns="216000" rIns="216000"/>
          <a:lstStyle>
            <a:lvl1pPr marL="270000" indent="-270000">
              <a:buClr>
                <a:schemeClr val="bg2"/>
              </a:buClr>
              <a:buFont typeface="Aptos" panose="020B0004020202020204" pitchFamily="34" charset="0"/>
              <a:buChar char="☑"/>
              <a:defRPr/>
            </a:lvl1pPr>
          </a:lstStyle>
          <a:p>
            <a:pPr lvl="0"/>
            <a:r>
              <a:rPr lang="en-GB" noProof="0" dirty="0"/>
              <a:t>Click to edit Master text styles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A5609047-153A-ECB5-EF19-E047E86559E1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8220059" y="4970309"/>
            <a:ext cx="3529044" cy="998898"/>
          </a:xfrm>
        </p:spPr>
        <p:txBody>
          <a:bodyPr lIns="216000" rIns="216000"/>
          <a:lstStyle>
            <a:lvl1pPr marL="270000" indent="-270000">
              <a:buClr>
                <a:schemeClr val="tx1">
                  <a:lumMod val="50000"/>
                  <a:lumOff val="50000"/>
                </a:schemeClr>
              </a:buClr>
              <a:buFont typeface="Aptos" panose="020B0004020202020204" pitchFamily="34" charset="0"/>
              <a:buChar char="⮽"/>
              <a:defRPr/>
            </a:lvl1pPr>
          </a:lstStyle>
          <a:p>
            <a:pPr lvl="0"/>
            <a:r>
              <a:rPr lang="en-GB" noProof="0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26436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full blue with picture">
    <p:bg>
      <p:bgPr>
        <a:gradFill flip="none" rotWithShape="1">
          <a:gsLst>
            <a:gs pos="100000">
              <a:schemeClr val="accent3"/>
            </a:gs>
            <a:gs pos="0">
              <a:schemeClr val="bg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ubtitle 1" descr="&#10;">
            <a:extLst>
              <a:ext uri="{FF2B5EF4-FFF2-40B4-BE49-F238E27FC236}">
                <a16:creationId xmlns:a16="http://schemas.microsoft.com/office/drawing/2014/main" id="{DB0B5B0D-2EF3-BA23-C0A8-42E0036711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23863" y="2116003"/>
            <a:ext cx="6815137" cy="49510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 noProof="0" err="1"/>
              <a:t>Placeholder</a:t>
            </a:r>
            <a:r>
              <a:rPr lang="fr-FR" noProof="0"/>
              <a:t> for </a:t>
            </a:r>
            <a:r>
              <a:rPr lang="fr-FR" noProof="0" err="1"/>
              <a:t>your</a:t>
            </a:r>
            <a:r>
              <a:rPr lang="fr-FR" noProof="0"/>
              <a:t> </a:t>
            </a:r>
            <a:r>
              <a:rPr lang="fr-FR" noProof="0" err="1"/>
              <a:t>sub</a:t>
            </a:r>
            <a:r>
              <a:rPr lang="fr-FR" noProof="0"/>
              <a:t> headline</a:t>
            </a:r>
          </a:p>
        </p:txBody>
      </p:sp>
      <p:sp>
        <p:nvSpPr>
          <p:cNvPr id="8" name="Client logo placeholder">
            <a:extLst>
              <a:ext uri="{FF2B5EF4-FFF2-40B4-BE49-F238E27FC236}">
                <a16:creationId xmlns:a16="http://schemas.microsoft.com/office/drawing/2014/main" id="{5CB54D1B-30FC-650C-4FB0-89F95343E7A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3862" y="3448559"/>
            <a:ext cx="2627312" cy="782638"/>
          </a:xfrm>
        </p:spPr>
        <p:txBody>
          <a:bodyPr lIns="0" tIns="0" rIns="0" bIns="0"/>
          <a:lstStyle>
            <a:lvl1pPr>
              <a:defRPr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r>
              <a:rPr lang="fr-FR"/>
              <a:t>Insert logo client</a:t>
            </a:r>
          </a:p>
        </p:txBody>
      </p:sp>
      <p:sp>
        <p:nvSpPr>
          <p:cNvPr id="4" name="Date Author Internal placeholer">
            <a:extLst>
              <a:ext uri="{FF2B5EF4-FFF2-40B4-BE49-F238E27FC236}">
                <a16:creationId xmlns:a16="http://schemas.microsoft.com/office/drawing/2014/main" id="{E64DDF60-6EAD-3BAE-1343-0BEE0FEA54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863" y="2617739"/>
            <a:ext cx="6815137" cy="481013"/>
          </a:xfrm>
        </p:spPr>
        <p:txBody>
          <a:bodyPr lIns="0" tIns="0" rIns="0" bIns="0"/>
          <a:lstStyle>
            <a:lvl1pPr>
              <a:defRPr sz="1200">
                <a:solidFill>
                  <a:schemeClr val="bg1">
                    <a:lumMod val="100000"/>
                  </a:schemeClr>
                </a:solidFill>
                <a:latin typeface="Aptos Light" panose="020B0004020202020204" pitchFamily="34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fr-FR"/>
              <a:t>Date | </a:t>
            </a:r>
            <a:r>
              <a:rPr lang="fr-FR" err="1"/>
              <a:t>Author</a:t>
            </a:r>
            <a:r>
              <a:rPr lang="fr-FR"/>
              <a:t> | </a:t>
            </a:r>
            <a:r>
              <a:rPr lang="fr-FR" err="1"/>
              <a:t>Internal</a:t>
            </a:r>
            <a:endParaRPr lang="fr-FR"/>
          </a:p>
        </p:txBody>
      </p:sp>
      <p:pic>
        <p:nvPicPr>
          <p:cNvPr id="2" name="Blue Wavestone logo">
            <a:extLst>
              <a:ext uri="{FF2B5EF4-FFF2-40B4-BE49-F238E27FC236}">
                <a16:creationId xmlns:a16="http://schemas.microsoft.com/office/drawing/2014/main" id="{BE512CCC-1695-61D7-A3AD-CD8A1F887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5789" y="6071526"/>
            <a:ext cx="2743199" cy="684590"/>
          </a:xfrm>
          <a:prstGeom prst="rect">
            <a:avLst/>
          </a:prstGeom>
        </p:spPr>
      </p:pic>
      <p:pic>
        <p:nvPicPr>
          <p:cNvPr id="3" name="White Wavestone logo" descr="Wavestone logo">
            <a:extLst>
              <a:ext uri="{FF2B5EF4-FFF2-40B4-BE49-F238E27FC236}">
                <a16:creationId xmlns:a16="http://schemas.microsoft.com/office/drawing/2014/main" id="{76ADC0A5-1067-2CB4-29A2-83253A1B98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95789" y="6071526"/>
            <a:ext cx="2743200" cy="684590"/>
          </a:xfrm>
          <a:prstGeom prst="rect">
            <a:avLst/>
          </a:prstGeom>
        </p:spPr>
      </p:pic>
      <p:grpSp>
        <p:nvGrpSpPr>
          <p:cNvPr id="19" name="Strokes">
            <a:extLst>
              <a:ext uri="{FF2B5EF4-FFF2-40B4-BE49-F238E27FC236}">
                <a16:creationId xmlns:a16="http://schemas.microsoft.com/office/drawing/2014/main" id="{9D66CEAF-5896-9678-2399-77CD601EF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1100" y="2362201"/>
            <a:ext cx="12236484" cy="4500730"/>
            <a:chOff x="7485" y="2372714"/>
            <a:chExt cx="12179313" cy="4479703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4A3BFA1-BB6F-72A8-622E-01414B797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485" y="3916442"/>
              <a:ext cx="12179313" cy="2600047"/>
            </a:xfrm>
            <a:custGeom>
              <a:avLst/>
              <a:gdLst>
                <a:gd name="connsiteX0" fmla="*/ 0 w 12179313"/>
                <a:gd name="connsiteY0" fmla="*/ 341972 h 2600047"/>
                <a:gd name="connsiteX1" fmla="*/ 8343401 w 12179313"/>
                <a:gd name="connsiteY1" fmla="*/ 2235348 h 2600047"/>
                <a:gd name="connsiteX2" fmla="*/ 12179314 w 12179313"/>
                <a:gd name="connsiteY2" fmla="*/ 0 h 260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79313" h="2600047">
                  <a:moveTo>
                    <a:pt x="0" y="341972"/>
                  </a:moveTo>
                  <a:cubicBezTo>
                    <a:pt x="593424" y="835996"/>
                    <a:pt x="4005852" y="3573297"/>
                    <a:pt x="8343401" y="2235348"/>
                  </a:cubicBezTo>
                  <a:cubicBezTo>
                    <a:pt x="9562981" y="1859185"/>
                    <a:pt x="10855574" y="1160904"/>
                    <a:pt x="12179314" y="0"/>
                  </a:cubicBezTo>
                </a:path>
              </a:pathLst>
            </a:custGeom>
            <a:noFill/>
            <a:ln w="28575" cap="flat">
              <a:solidFill>
                <a:srgbClr val="04F06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6BAEA99-B6B7-C0A7-81D8-2B72AB61E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093216" y="2372714"/>
              <a:ext cx="4093581" cy="4479703"/>
            </a:xfrm>
            <a:custGeom>
              <a:avLst/>
              <a:gdLst>
                <a:gd name="connsiteX0" fmla="*/ 4093582 w 4093581"/>
                <a:gd name="connsiteY0" fmla="*/ 0 h 4479703"/>
                <a:gd name="connsiteX1" fmla="*/ 257669 w 4093581"/>
                <a:gd name="connsiteY1" fmla="*/ 3779076 h 4479703"/>
                <a:gd name="connsiteX2" fmla="*/ 0 w 4093581"/>
                <a:gd name="connsiteY2" fmla="*/ 4479704 h 4479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93581" h="4479703">
                  <a:moveTo>
                    <a:pt x="4093582" y="0"/>
                  </a:moveTo>
                  <a:cubicBezTo>
                    <a:pt x="3611294" y="167529"/>
                    <a:pt x="1403920" y="1064612"/>
                    <a:pt x="257669" y="3779076"/>
                  </a:cubicBezTo>
                  <a:cubicBezTo>
                    <a:pt x="164231" y="4000333"/>
                    <a:pt x="77834" y="4233707"/>
                    <a:pt x="0" y="4479704"/>
                  </a:cubicBezTo>
                </a:path>
              </a:pathLst>
            </a:custGeom>
            <a:noFill/>
            <a:ln w="28575" cap="flat" cmpd="sng" algn="ctr">
              <a:solidFill>
                <a:schemeClr val="bg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Picture Placeholder 1">
            <a:extLst>
              <a:ext uri="{FF2B5EF4-FFF2-40B4-BE49-F238E27FC236}">
                <a16:creationId xmlns:a16="http://schemas.microsoft.com/office/drawing/2014/main" id="{27DB79B2-30B9-24F2-E432-CF955CDC6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416801" y="0"/>
            <a:ext cx="4775201" cy="6858000"/>
          </a:xfrm>
          <a:custGeom>
            <a:avLst/>
            <a:gdLst>
              <a:gd name="connsiteX0" fmla="*/ 1517945 w 4775201"/>
              <a:gd name="connsiteY0" fmla="*/ 0 h 6858000"/>
              <a:gd name="connsiteX1" fmla="*/ 4775201 w 4775201"/>
              <a:gd name="connsiteY1" fmla="*/ 0 h 6858000"/>
              <a:gd name="connsiteX2" fmla="*/ 4775201 w 4775201"/>
              <a:gd name="connsiteY2" fmla="*/ 6858000 h 6858000"/>
              <a:gd name="connsiteX3" fmla="*/ 1517945 w 4775201"/>
              <a:gd name="connsiteY3" fmla="*/ 6858000 h 6858000"/>
              <a:gd name="connsiteX4" fmla="*/ 1435478 w 4775201"/>
              <a:gd name="connsiteY4" fmla="*/ 6784103 h 6858000"/>
              <a:gd name="connsiteX5" fmla="*/ 0 w 4775201"/>
              <a:gd name="connsiteY5" fmla="*/ 3429000 h 6858000"/>
              <a:gd name="connsiteX6" fmla="*/ 1435478 w 4775201"/>
              <a:gd name="connsiteY6" fmla="*/ 738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75201" h="6858000">
                <a:moveTo>
                  <a:pt x="1517945" y="0"/>
                </a:moveTo>
                <a:lnTo>
                  <a:pt x="4775201" y="0"/>
                </a:lnTo>
                <a:lnTo>
                  <a:pt x="4775201" y="6858000"/>
                </a:lnTo>
                <a:lnTo>
                  <a:pt x="1517945" y="6858000"/>
                </a:lnTo>
                <a:lnTo>
                  <a:pt x="1435478" y="6784103"/>
                </a:lnTo>
                <a:cubicBezTo>
                  <a:pt x="553634" y="5954966"/>
                  <a:pt x="0" y="4758867"/>
                  <a:pt x="0" y="3429000"/>
                </a:cubicBezTo>
                <a:cubicBezTo>
                  <a:pt x="0" y="2099134"/>
                  <a:pt x="553634" y="903034"/>
                  <a:pt x="1435478" y="73898"/>
                </a:cubicBezTo>
                <a:close/>
              </a:path>
            </a:pathLst>
          </a:custGeom>
        </p:spPr>
        <p:txBody>
          <a:bodyPr wrap="square" lIns="108000" tIns="0" rIns="108000" bIns="0" anchor="ctr">
            <a:noAutofit/>
          </a:bodyPr>
          <a:lstStyle>
            <a:lvl1pPr>
              <a:defRPr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r>
              <a:rPr lang="fr-FR"/>
              <a:t>Insert image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2FD9D35-5265-AC61-DA20-E908CED92E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404663"/>
            <a:ext cx="6815016" cy="1704711"/>
          </a:xfrm>
        </p:spPr>
        <p:txBody>
          <a:bodyPr/>
          <a:lstStyle>
            <a:lvl1pPr>
              <a:defRPr sz="3400"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pPr lvl="0"/>
            <a:r>
              <a:rPr lang="fr-FR"/>
              <a:t>Complete </a:t>
            </a:r>
            <a:r>
              <a:rPr lang="fr-FR" err="1"/>
              <a:t>here</a:t>
            </a:r>
            <a:r>
              <a:rPr lang="fr-FR"/>
              <a:t> </a:t>
            </a:r>
            <a:r>
              <a:rPr lang="fr-FR" err="1"/>
              <a:t>with</a:t>
            </a:r>
            <a:r>
              <a:rPr lang="fr-FR"/>
              <a:t> the </a:t>
            </a:r>
            <a:r>
              <a:rPr lang="fr-FR" err="1"/>
              <a:t>title</a:t>
            </a:r>
            <a:r>
              <a:rPr lang="fr-FR"/>
              <a:t> of </a:t>
            </a:r>
            <a:r>
              <a:rPr lang="fr-FR" err="1"/>
              <a:t>your</a:t>
            </a:r>
            <a:r>
              <a:rPr lang="fr-FR"/>
              <a:t> </a:t>
            </a:r>
            <a:r>
              <a:rPr lang="fr-FR" err="1"/>
              <a:t>presentation</a:t>
            </a:r>
            <a:r>
              <a:rPr lang="fr-FR" noProof="0"/>
              <a:t> of maximum 3 </a:t>
            </a:r>
            <a:r>
              <a:rPr lang="fr-FR" noProof="0" err="1"/>
              <a:t>lines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18602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full blue without picture">
    <p:bg>
      <p:bgPr>
        <a:gradFill flip="none" rotWithShape="1">
          <a:gsLst>
            <a:gs pos="100000">
              <a:schemeClr val="accent3"/>
            </a:gs>
            <a:gs pos="0">
              <a:schemeClr val="bg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1">
            <a:extLst>
              <a:ext uri="{FF2B5EF4-FFF2-40B4-BE49-F238E27FC236}">
                <a16:creationId xmlns:a16="http://schemas.microsoft.com/office/drawing/2014/main" id="{8E7C07B8-761D-5B0A-BBA4-2509B93128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23863" y="2116003"/>
            <a:ext cx="6815137" cy="49510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 noProof="0" err="1"/>
              <a:t>Placeholder</a:t>
            </a:r>
            <a:r>
              <a:rPr lang="fr-FR" noProof="0"/>
              <a:t> for </a:t>
            </a:r>
            <a:r>
              <a:rPr lang="fr-FR" noProof="0" err="1"/>
              <a:t>your</a:t>
            </a:r>
            <a:r>
              <a:rPr lang="fr-FR" noProof="0"/>
              <a:t> </a:t>
            </a:r>
            <a:r>
              <a:rPr lang="fr-FR" noProof="0" err="1"/>
              <a:t>sub</a:t>
            </a:r>
            <a:r>
              <a:rPr lang="fr-FR" noProof="0"/>
              <a:t> headline</a:t>
            </a:r>
          </a:p>
        </p:txBody>
      </p:sp>
      <p:sp>
        <p:nvSpPr>
          <p:cNvPr id="15" name="Client logo placeholder">
            <a:extLst>
              <a:ext uri="{FF2B5EF4-FFF2-40B4-BE49-F238E27FC236}">
                <a16:creationId xmlns:a16="http://schemas.microsoft.com/office/drawing/2014/main" id="{0E0467A6-A3B4-56CE-4A41-A359642DF55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3862" y="3448559"/>
            <a:ext cx="2627312" cy="782638"/>
          </a:xfrm>
        </p:spPr>
        <p:txBody>
          <a:bodyPr lIns="0" tIns="0" rIns="0" bIns="0"/>
          <a:lstStyle>
            <a:lvl1pPr>
              <a:defRPr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r>
              <a:rPr lang="fr-FR"/>
              <a:t>Insert logo client</a:t>
            </a:r>
          </a:p>
        </p:txBody>
      </p:sp>
      <p:sp>
        <p:nvSpPr>
          <p:cNvPr id="7" name="Date Author Internal placeholer">
            <a:extLst>
              <a:ext uri="{FF2B5EF4-FFF2-40B4-BE49-F238E27FC236}">
                <a16:creationId xmlns:a16="http://schemas.microsoft.com/office/drawing/2014/main" id="{5D7C9DCD-FBB0-1A0D-19DB-017C19EFBAC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863" y="2617739"/>
            <a:ext cx="6815137" cy="481013"/>
          </a:xfrm>
        </p:spPr>
        <p:txBody>
          <a:bodyPr lIns="0" tIns="0" rIns="0" bIns="0"/>
          <a:lstStyle>
            <a:lvl1pPr>
              <a:defRPr sz="1200">
                <a:solidFill>
                  <a:schemeClr val="bg1">
                    <a:lumMod val="100000"/>
                  </a:schemeClr>
                </a:solidFill>
                <a:latin typeface="Aptos Light" panose="020B0004020202020204" pitchFamily="34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fr-FR"/>
              <a:t>Date | </a:t>
            </a:r>
            <a:r>
              <a:rPr lang="fr-FR" err="1"/>
              <a:t>Author</a:t>
            </a:r>
            <a:r>
              <a:rPr lang="fr-FR"/>
              <a:t> | </a:t>
            </a:r>
            <a:r>
              <a:rPr lang="fr-FR" err="1"/>
              <a:t>Internal</a:t>
            </a:r>
            <a:endParaRPr lang="fr-FR"/>
          </a:p>
        </p:txBody>
      </p:sp>
      <p:grpSp>
        <p:nvGrpSpPr>
          <p:cNvPr id="9" name="Strokes">
            <a:extLst>
              <a:ext uri="{FF2B5EF4-FFF2-40B4-BE49-F238E27FC236}">
                <a16:creationId xmlns:a16="http://schemas.microsoft.com/office/drawing/2014/main" id="{E65E3B24-C0B4-8C53-E4AC-190D0A39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1100" y="2374901"/>
            <a:ext cx="12236484" cy="4500730"/>
            <a:chOff x="7485" y="2372714"/>
            <a:chExt cx="12179313" cy="4479703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A32A3AB-4385-E96C-6A06-A57A3095A459}"/>
                </a:ext>
              </a:extLst>
            </p:cNvPr>
            <p:cNvSpPr/>
            <p:nvPr/>
          </p:nvSpPr>
          <p:spPr>
            <a:xfrm>
              <a:off x="7485" y="3916442"/>
              <a:ext cx="12179313" cy="2600047"/>
            </a:xfrm>
            <a:custGeom>
              <a:avLst/>
              <a:gdLst>
                <a:gd name="connsiteX0" fmla="*/ 0 w 12179313"/>
                <a:gd name="connsiteY0" fmla="*/ 341972 h 2600047"/>
                <a:gd name="connsiteX1" fmla="*/ 8343401 w 12179313"/>
                <a:gd name="connsiteY1" fmla="*/ 2235348 h 2600047"/>
                <a:gd name="connsiteX2" fmla="*/ 12179314 w 12179313"/>
                <a:gd name="connsiteY2" fmla="*/ 0 h 260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79313" h="2600047">
                  <a:moveTo>
                    <a:pt x="0" y="341972"/>
                  </a:moveTo>
                  <a:cubicBezTo>
                    <a:pt x="593424" y="835996"/>
                    <a:pt x="4005852" y="3573297"/>
                    <a:pt x="8343401" y="2235348"/>
                  </a:cubicBezTo>
                  <a:cubicBezTo>
                    <a:pt x="9562981" y="1859185"/>
                    <a:pt x="10855574" y="1160904"/>
                    <a:pt x="12179314" y="0"/>
                  </a:cubicBezTo>
                </a:path>
              </a:pathLst>
            </a:custGeom>
            <a:noFill/>
            <a:ln w="28575" cap="flat">
              <a:solidFill>
                <a:srgbClr val="04F06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1E8959A-D255-2D9E-6E80-07ECD5223A99}"/>
                </a:ext>
              </a:extLst>
            </p:cNvPr>
            <p:cNvSpPr/>
            <p:nvPr/>
          </p:nvSpPr>
          <p:spPr>
            <a:xfrm>
              <a:off x="8093216" y="2372714"/>
              <a:ext cx="4093581" cy="4479703"/>
            </a:xfrm>
            <a:custGeom>
              <a:avLst/>
              <a:gdLst>
                <a:gd name="connsiteX0" fmla="*/ 4093582 w 4093581"/>
                <a:gd name="connsiteY0" fmla="*/ 0 h 4479703"/>
                <a:gd name="connsiteX1" fmla="*/ 257669 w 4093581"/>
                <a:gd name="connsiteY1" fmla="*/ 3779076 h 4479703"/>
                <a:gd name="connsiteX2" fmla="*/ 0 w 4093581"/>
                <a:gd name="connsiteY2" fmla="*/ 4479704 h 4479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93581" h="4479703">
                  <a:moveTo>
                    <a:pt x="4093582" y="0"/>
                  </a:moveTo>
                  <a:cubicBezTo>
                    <a:pt x="3611294" y="167529"/>
                    <a:pt x="1403920" y="1064612"/>
                    <a:pt x="257669" y="3779076"/>
                  </a:cubicBezTo>
                  <a:cubicBezTo>
                    <a:pt x="164231" y="4000333"/>
                    <a:pt x="77834" y="4233707"/>
                    <a:pt x="0" y="4479704"/>
                  </a:cubicBezTo>
                </a:path>
              </a:pathLst>
            </a:custGeom>
            <a:noFill/>
            <a:ln w="28575" cap="flat" cmpd="sng" algn="ctr">
              <a:solidFill>
                <a:schemeClr val="bg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Blue Wavestone logo">
            <a:extLst>
              <a:ext uri="{FF2B5EF4-FFF2-40B4-BE49-F238E27FC236}">
                <a16:creationId xmlns:a16="http://schemas.microsoft.com/office/drawing/2014/main" id="{BCD57857-FD15-E832-C433-88A51E793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5789" y="6071526"/>
            <a:ext cx="2743199" cy="684590"/>
          </a:xfrm>
          <a:prstGeom prst="rect">
            <a:avLst/>
          </a:prstGeom>
        </p:spPr>
      </p:pic>
      <p:pic>
        <p:nvPicPr>
          <p:cNvPr id="6" name="White Wavestone logo" descr="Wavestone logo">
            <a:extLst>
              <a:ext uri="{FF2B5EF4-FFF2-40B4-BE49-F238E27FC236}">
                <a16:creationId xmlns:a16="http://schemas.microsoft.com/office/drawing/2014/main" id="{4EBE1307-FB4C-A2FF-CA0D-F617893B60B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95789" y="6071526"/>
            <a:ext cx="2743200" cy="684590"/>
          </a:xfrm>
          <a:prstGeom prst="rect">
            <a:avLst/>
          </a:prstGeom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A3A45817-C259-069B-BA15-B25640BF55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404663"/>
            <a:ext cx="6815016" cy="1704711"/>
          </a:xfrm>
        </p:spPr>
        <p:txBody>
          <a:bodyPr/>
          <a:lstStyle>
            <a:lvl1pPr>
              <a:defRPr sz="3400"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pPr lvl="0"/>
            <a:r>
              <a:rPr lang="fr-FR"/>
              <a:t>Complete </a:t>
            </a:r>
            <a:r>
              <a:rPr lang="fr-FR" err="1"/>
              <a:t>here</a:t>
            </a:r>
            <a:r>
              <a:rPr lang="fr-FR"/>
              <a:t> </a:t>
            </a:r>
            <a:r>
              <a:rPr lang="fr-FR" err="1"/>
              <a:t>with</a:t>
            </a:r>
            <a:r>
              <a:rPr lang="fr-FR"/>
              <a:t> the </a:t>
            </a:r>
            <a:r>
              <a:rPr lang="fr-FR" err="1"/>
              <a:t>title</a:t>
            </a:r>
            <a:r>
              <a:rPr lang="fr-FR"/>
              <a:t> of </a:t>
            </a:r>
            <a:r>
              <a:rPr lang="fr-FR" err="1"/>
              <a:t>your</a:t>
            </a:r>
            <a:r>
              <a:rPr lang="fr-FR"/>
              <a:t> </a:t>
            </a:r>
            <a:r>
              <a:rPr lang="fr-FR" err="1"/>
              <a:t>presentation</a:t>
            </a:r>
            <a:r>
              <a:rPr lang="fr-FR" noProof="0"/>
              <a:t> of maximum 3 </a:t>
            </a:r>
            <a:r>
              <a:rPr lang="fr-FR" noProof="0" err="1"/>
              <a:t>lines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9400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56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full white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1">
            <a:extLst>
              <a:ext uri="{FF2B5EF4-FFF2-40B4-BE49-F238E27FC236}">
                <a16:creationId xmlns:a16="http://schemas.microsoft.com/office/drawing/2014/main" id="{B7D66CE5-36E9-C7E5-4F66-BDDB24BC13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23863" y="2116003"/>
            <a:ext cx="6815137" cy="49510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i="0">
                <a:solidFill>
                  <a:schemeClr val="bg2">
                    <a:lumMod val="10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fr-FR" noProof="0" err="1"/>
              <a:t>Placeholder</a:t>
            </a:r>
            <a:r>
              <a:rPr lang="fr-FR" noProof="0"/>
              <a:t> for </a:t>
            </a:r>
            <a:r>
              <a:rPr lang="fr-FR" noProof="0" err="1"/>
              <a:t>your</a:t>
            </a:r>
            <a:r>
              <a:rPr lang="fr-FR" noProof="0"/>
              <a:t> </a:t>
            </a:r>
            <a:r>
              <a:rPr lang="fr-FR" noProof="0" err="1"/>
              <a:t>sub</a:t>
            </a:r>
            <a:r>
              <a:rPr lang="fr-FR" noProof="0"/>
              <a:t> headline</a:t>
            </a:r>
          </a:p>
        </p:txBody>
      </p:sp>
      <p:sp>
        <p:nvSpPr>
          <p:cNvPr id="7" name="Client logo placeholder">
            <a:extLst>
              <a:ext uri="{FF2B5EF4-FFF2-40B4-BE49-F238E27FC236}">
                <a16:creationId xmlns:a16="http://schemas.microsoft.com/office/drawing/2014/main" id="{28E92DB5-23F6-F411-855C-998B6CA674E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3862" y="3448559"/>
            <a:ext cx="2627312" cy="782638"/>
          </a:xfrm>
        </p:spPr>
        <p:txBody>
          <a:bodyPr lIns="0" tIns="0" rIns="0" bIns="0"/>
          <a:lstStyle>
            <a:lvl1pPr>
              <a:defRPr>
                <a:solidFill>
                  <a:schemeClr val="bg2">
                    <a:lumMod val="100000"/>
                  </a:schemeClr>
                </a:solidFill>
              </a:defRPr>
            </a:lvl1pPr>
          </a:lstStyle>
          <a:p>
            <a:r>
              <a:rPr lang="fr-FR"/>
              <a:t>Insert logo client</a:t>
            </a:r>
          </a:p>
        </p:txBody>
      </p:sp>
      <p:sp>
        <p:nvSpPr>
          <p:cNvPr id="9" name="Date Author Internal placeholer">
            <a:extLst>
              <a:ext uri="{FF2B5EF4-FFF2-40B4-BE49-F238E27FC236}">
                <a16:creationId xmlns:a16="http://schemas.microsoft.com/office/drawing/2014/main" id="{2A49AA8B-4F27-FEFD-A529-F87B23E929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863" y="2617739"/>
            <a:ext cx="6815137" cy="481013"/>
          </a:xfrm>
        </p:spPr>
        <p:txBody>
          <a:bodyPr lIns="0" tIns="0" rIns="0" bIns="0"/>
          <a:lstStyle>
            <a:lvl1pPr>
              <a:defRPr sz="1200">
                <a:solidFill>
                  <a:schemeClr val="bg2">
                    <a:lumMod val="100000"/>
                  </a:schemeClr>
                </a:solidFill>
                <a:latin typeface="Aptos Light" panose="020B0004020202020204" pitchFamily="34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fr-FR"/>
              <a:t>Date | </a:t>
            </a:r>
            <a:r>
              <a:rPr lang="fr-FR" err="1"/>
              <a:t>Author</a:t>
            </a:r>
            <a:r>
              <a:rPr lang="fr-FR"/>
              <a:t> | </a:t>
            </a:r>
            <a:r>
              <a:rPr lang="fr-FR" err="1"/>
              <a:t>Internal</a:t>
            </a:r>
            <a:endParaRPr lang="fr-FR"/>
          </a:p>
        </p:txBody>
      </p:sp>
      <p:grpSp>
        <p:nvGrpSpPr>
          <p:cNvPr id="3" name="Strokes">
            <a:extLst>
              <a:ext uri="{FF2B5EF4-FFF2-40B4-BE49-F238E27FC236}">
                <a16:creationId xmlns:a16="http://schemas.microsoft.com/office/drawing/2014/main" id="{6CE86B2F-AA39-FBBD-3275-520B0823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1100" y="2374901"/>
            <a:ext cx="12236484" cy="4500730"/>
            <a:chOff x="7485" y="2372714"/>
            <a:chExt cx="12179313" cy="447970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BBFE9AE4-9EAB-7FD2-CBF2-EEE30A3C480C}"/>
                </a:ext>
              </a:extLst>
            </p:cNvPr>
            <p:cNvSpPr/>
            <p:nvPr/>
          </p:nvSpPr>
          <p:spPr>
            <a:xfrm>
              <a:off x="7485" y="3916442"/>
              <a:ext cx="12179313" cy="2600047"/>
            </a:xfrm>
            <a:custGeom>
              <a:avLst/>
              <a:gdLst>
                <a:gd name="connsiteX0" fmla="*/ 0 w 12179313"/>
                <a:gd name="connsiteY0" fmla="*/ 341972 h 2600047"/>
                <a:gd name="connsiteX1" fmla="*/ 8343401 w 12179313"/>
                <a:gd name="connsiteY1" fmla="*/ 2235348 h 2600047"/>
                <a:gd name="connsiteX2" fmla="*/ 12179314 w 12179313"/>
                <a:gd name="connsiteY2" fmla="*/ 0 h 260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79313" h="2600047">
                  <a:moveTo>
                    <a:pt x="0" y="341972"/>
                  </a:moveTo>
                  <a:cubicBezTo>
                    <a:pt x="593424" y="835996"/>
                    <a:pt x="4005852" y="3573297"/>
                    <a:pt x="8343401" y="2235348"/>
                  </a:cubicBezTo>
                  <a:cubicBezTo>
                    <a:pt x="9562981" y="1859185"/>
                    <a:pt x="10855574" y="1160904"/>
                    <a:pt x="12179314" y="0"/>
                  </a:cubicBezTo>
                </a:path>
              </a:pathLst>
            </a:custGeom>
            <a:noFill/>
            <a:ln w="28575" cap="flat">
              <a:solidFill>
                <a:srgbClr val="04F06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72BACA7-13B3-D8B4-5AF8-1AA0B0A91ACC}"/>
                </a:ext>
              </a:extLst>
            </p:cNvPr>
            <p:cNvSpPr/>
            <p:nvPr/>
          </p:nvSpPr>
          <p:spPr>
            <a:xfrm>
              <a:off x="8093216" y="2372714"/>
              <a:ext cx="4093581" cy="4479703"/>
            </a:xfrm>
            <a:custGeom>
              <a:avLst/>
              <a:gdLst>
                <a:gd name="connsiteX0" fmla="*/ 4093582 w 4093581"/>
                <a:gd name="connsiteY0" fmla="*/ 0 h 4479703"/>
                <a:gd name="connsiteX1" fmla="*/ 257669 w 4093581"/>
                <a:gd name="connsiteY1" fmla="*/ 3779076 h 4479703"/>
                <a:gd name="connsiteX2" fmla="*/ 0 w 4093581"/>
                <a:gd name="connsiteY2" fmla="*/ 4479704 h 4479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93581" h="4479703">
                  <a:moveTo>
                    <a:pt x="4093582" y="0"/>
                  </a:moveTo>
                  <a:cubicBezTo>
                    <a:pt x="3611294" y="167529"/>
                    <a:pt x="1403920" y="1064612"/>
                    <a:pt x="257669" y="3779076"/>
                  </a:cubicBezTo>
                  <a:cubicBezTo>
                    <a:pt x="164231" y="4000333"/>
                    <a:pt x="77834" y="4233707"/>
                    <a:pt x="0" y="4479704"/>
                  </a:cubicBezTo>
                </a:path>
              </a:pathLst>
            </a:custGeom>
            <a:noFill/>
            <a:ln w="28575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Picture Placeholder">
            <a:extLst>
              <a:ext uri="{FF2B5EF4-FFF2-40B4-BE49-F238E27FC236}">
                <a16:creationId xmlns:a16="http://schemas.microsoft.com/office/drawing/2014/main" id="{809333A3-CFE9-6C67-FC9A-647D210E3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416801" y="0"/>
            <a:ext cx="4775201" cy="6858000"/>
          </a:xfrm>
          <a:custGeom>
            <a:avLst/>
            <a:gdLst>
              <a:gd name="connsiteX0" fmla="*/ 1517945 w 4775201"/>
              <a:gd name="connsiteY0" fmla="*/ 0 h 6858000"/>
              <a:gd name="connsiteX1" fmla="*/ 4775201 w 4775201"/>
              <a:gd name="connsiteY1" fmla="*/ 0 h 6858000"/>
              <a:gd name="connsiteX2" fmla="*/ 4775201 w 4775201"/>
              <a:gd name="connsiteY2" fmla="*/ 6858000 h 6858000"/>
              <a:gd name="connsiteX3" fmla="*/ 1517945 w 4775201"/>
              <a:gd name="connsiteY3" fmla="*/ 6858000 h 6858000"/>
              <a:gd name="connsiteX4" fmla="*/ 1435478 w 4775201"/>
              <a:gd name="connsiteY4" fmla="*/ 6784103 h 6858000"/>
              <a:gd name="connsiteX5" fmla="*/ 0 w 4775201"/>
              <a:gd name="connsiteY5" fmla="*/ 3429000 h 6858000"/>
              <a:gd name="connsiteX6" fmla="*/ 1435478 w 4775201"/>
              <a:gd name="connsiteY6" fmla="*/ 738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75201" h="6858000">
                <a:moveTo>
                  <a:pt x="1517945" y="0"/>
                </a:moveTo>
                <a:lnTo>
                  <a:pt x="4775201" y="0"/>
                </a:lnTo>
                <a:lnTo>
                  <a:pt x="4775201" y="6858000"/>
                </a:lnTo>
                <a:lnTo>
                  <a:pt x="1517945" y="6858000"/>
                </a:lnTo>
                <a:lnTo>
                  <a:pt x="1435478" y="6784103"/>
                </a:lnTo>
                <a:cubicBezTo>
                  <a:pt x="553634" y="5954966"/>
                  <a:pt x="0" y="4758867"/>
                  <a:pt x="0" y="3429000"/>
                </a:cubicBezTo>
                <a:cubicBezTo>
                  <a:pt x="0" y="2099134"/>
                  <a:pt x="553634" y="903034"/>
                  <a:pt x="1435478" y="73898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>
              <a:defRPr>
                <a:solidFill>
                  <a:schemeClr val="tx1">
                    <a:lumMod val="100000"/>
                  </a:schemeClr>
                </a:solidFill>
              </a:defRPr>
            </a:lvl1pPr>
          </a:lstStyle>
          <a:p>
            <a:r>
              <a:rPr lang="fr-FR"/>
              <a:t>Insert image</a:t>
            </a:r>
          </a:p>
        </p:txBody>
      </p:sp>
      <p:pic>
        <p:nvPicPr>
          <p:cNvPr id="10" name="White Wavestone logo" descr="Wavestone logo">
            <a:extLst>
              <a:ext uri="{FF2B5EF4-FFF2-40B4-BE49-F238E27FC236}">
                <a16:creationId xmlns:a16="http://schemas.microsoft.com/office/drawing/2014/main" id="{C24581C9-449B-0114-E3CA-0BF0CC26CF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5789" y="6071526"/>
            <a:ext cx="2743200" cy="684590"/>
          </a:xfrm>
          <a:prstGeom prst="rect">
            <a:avLst/>
          </a:prstGeom>
        </p:spPr>
      </p:pic>
      <p:pic>
        <p:nvPicPr>
          <p:cNvPr id="8" name="Blue Wavestone logo">
            <a:extLst>
              <a:ext uri="{FF2B5EF4-FFF2-40B4-BE49-F238E27FC236}">
                <a16:creationId xmlns:a16="http://schemas.microsoft.com/office/drawing/2014/main" id="{82B939A0-F94E-A40E-D5F6-B35B28C8F3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95789" y="6071526"/>
            <a:ext cx="2743199" cy="684590"/>
          </a:xfrm>
          <a:prstGeom prst="rect">
            <a:avLst/>
          </a:prstGeom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E58CD6CB-DFCB-B190-650C-576E3B5992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404663"/>
            <a:ext cx="6815016" cy="1704711"/>
          </a:xfrm>
        </p:spPr>
        <p:txBody>
          <a:bodyPr/>
          <a:lstStyle>
            <a:lvl1pPr>
              <a:defRPr sz="3400">
                <a:solidFill>
                  <a:schemeClr val="bg2">
                    <a:lumMod val="100000"/>
                  </a:schemeClr>
                </a:solidFill>
              </a:defRPr>
            </a:lvl1pPr>
          </a:lstStyle>
          <a:p>
            <a:pPr lvl="0"/>
            <a:r>
              <a:rPr lang="fr-FR"/>
              <a:t>Complete </a:t>
            </a:r>
            <a:r>
              <a:rPr lang="fr-FR" err="1"/>
              <a:t>here</a:t>
            </a:r>
            <a:r>
              <a:rPr lang="fr-FR"/>
              <a:t> </a:t>
            </a:r>
            <a:r>
              <a:rPr lang="fr-FR" err="1"/>
              <a:t>with</a:t>
            </a:r>
            <a:r>
              <a:rPr lang="fr-FR"/>
              <a:t> the </a:t>
            </a:r>
            <a:r>
              <a:rPr lang="fr-FR" err="1"/>
              <a:t>title</a:t>
            </a:r>
            <a:r>
              <a:rPr lang="fr-FR"/>
              <a:t> of </a:t>
            </a:r>
            <a:r>
              <a:rPr lang="fr-FR" err="1"/>
              <a:t>your</a:t>
            </a:r>
            <a:r>
              <a:rPr lang="fr-FR"/>
              <a:t> </a:t>
            </a:r>
            <a:r>
              <a:rPr lang="fr-FR" err="1"/>
              <a:t>presentation</a:t>
            </a:r>
            <a:r>
              <a:rPr lang="fr-FR" noProof="0"/>
              <a:t> of maximum 3 </a:t>
            </a:r>
            <a:r>
              <a:rPr lang="fr-FR" noProof="0" err="1"/>
              <a:t>lines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1164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66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full white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1">
            <a:extLst>
              <a:ext uri="{FF2B5EF4-FFF2-40B4-BE49-F238E27FC236}">
                <a16:creationId xmlns:a16="http://schemas.microsoft.com/office/drawing/2014/main" id="{E12C197A-BB25-5561-74A9-9C42A88AA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23863" y="2116003"/>
            <a:ext cx="6815137" cy="49510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i="0">
                <a:solidFill>
                  <a:schemeClr val="bg2">
                    <a:lumMod val="10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fr-FR" noProof="0" err="1"/>
              <a:t>Placeholder</a:t>
            </a:r>
            <a:r>
              <a:rPr lang="fr-FR" noProof="0"/>
              <a:t> for </a:t>
            </a:r>
            <a:r>
              <a:rPr lang="fr-FR" noProof="0" err="1"/>
              <a:t>your</a:t>
            </a:r>
            <a:r>
              <a:rPr lang="fr-FR" noProof="0"/>
              <a:t> </a:t>
            </a:r>
            <a:r>
              <a:rPr lang="fr-FR" noProof="0" err="1"/>
              <a:t>sub</a:t>
            </a:r>
            <a:r>
              <a:rPr lang="fr-FR" noProof="0"/>
              <a:t> headline</a:t>
            </a:r>
          </a:p>
        </p:txBody>
      </p:sp>
      <p:sp>
        <p:nvSpPr>
          <p:cNvPr id="6" name="Client logo placeholder">
            <a:extLst>
              <a:ext uri="{FF2B5EF4-FFF2-40B4-BE49-F238E27FC236}">
                <a16:creationId xmlns:a16="http://schemas.microsoft.com/office/drawing/2014/main" id="{FF992F39-4192-FE74-2876-6045E840AB7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3862" y="3448559"/>
            <a:ext cx="2627312" cy="782638"/>
          </a:xfrm>
        </p:spPr>
        <p:txBody>
          <a:bodyPr lIns="0" tIns="0" rIns="0" bIns="0"/>
          <a:lstStyle>
            <a:lvl1pPr>
              <a:defRPr>
                <a:solidFill>
                  <a:schemeClr val="bg2">
                    <a:lumMod val="100000"/>
                  </a:schemeClr>
                </a:solidFill>
              </a:defRPr>
            </a:lvl1pPr>
          </a:lstStyle>
          <a:p>
            <a:r>
              <a:rPr lang="fr-FR"/>
              <a:t>Insert logo client</a:t>
            </a:r>
          </a:p>
        </p:txBody>
      </p:sp>
      <p:sp>
        <p:nvSpPr>
          <p:cNvPr id="8" name="Date Author Internal placeholer">
            <a:extLst>
              <a:ext uri="{FF2B5EF4-FFF2-40B4-BE49-F238E27FC236}">
                <a16:creationId xmlns:a16="http://schemas.microsoft.com/office/drawing/2014/main" id="{B09AB756-E359-D998-331A-DDE7656530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863" y="2617739"/>
            <a:ext cx="6815137" cy="481013"/>
          </a:xfrm>
        </p:spPr>
        <p:txBody>
          <a:bodyPr lIns="0" tIns="0" rIns="0" bIns="0"/>
          <a:lstStyle>
            <a:lvl1pPr>
              <a:defRPr sz="1200">
                <a:solidFill>
                  <a:schemeClr val="bg2">
                    <a:lumMod val="100000"/>
                  </a:schemeClr>
                </a:solidFill>
                <a:latin typeface="Aptos Light" panose="020B0004020202020204" pitchFamily="34" charset="0"/>
                <a:cs typeface="Poppins Light" panose="00000400000000000000" pitchFamily="2" charset="0"/>
              </a:defRPr>
            </a:lvl1pPr>
          </a:lstStyle>
          <a:p>
            <a:pPr lvl="0"/>
            <a:r>
              <a:rPr lang="fr-FR"/>
              <a:t>Date | </a:t>
            </a:r>
            <a:r>
              <a:rPr lang="fr-FR" err="1"/>
              <a:t>Author</a:t>
            </a:r>
            <a:r>
              <a:rPr lang="fr-FR"/>
              <a:t> | </a:t>
            </a:r>
            <a:r>
              <a:rPr lang="fr-FR" err="1"/>
              <a:t>Internal</a:t>
            </a:r>
            <a:endParaRPr lang="fr-FR"/>
          </a:p>
        </p:txBody>
      </p:sp>
      <p:grpSp>
        <p:nvGrpSpPr>
          <p:cNvPr id="3" name="Strokes">
            <a:extLst>
              <a:ext uri="{FF2B5EF4-FFF2-40B4-BE49-F238E27FC236}">
                <a16:creationId xmlns:a16="http://schemas.microsoft.com/office/drawing/2014/main" id="{352F13CF-408E-154D-8F3D-D76666C5D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1100" y="2374901"/>
            <a:ext cx="12236484" cy="4500730"/>
            <a:chOff x="7485" y="2372714"/>
            <a:chExt cx="12179313" cy="4479703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ED2B5DDE-8A43-C98E-1F58-CEC636C222CD}"/>
                </a:ext>
              </a:extLst>
            </p:cNvPr>
            <p:cNvSpPr/>
            <p:nvPr/>
          </p:nvSpPr>
          <p:spPr>
            <a:xfrm>
              <a:off x="7485" y="3916442"/>
              <a:ext cx="12179313" cy="2600047"/>
            </a:xfrm>
            <a:custGeom>
              <a:avLst/>
              <a:gdLst>
                <a:gd name="connsiteX0" fmla="*/ 0 w 12179313"/>
                <a:gd name="connsiteY0" fmla="*/ 341972 h 2600047"/>
                <a:gd name="connsiteX1" fmla="*/ 8343401 w 12179313"/>
                <a:gd name="connsiteY1" fmla="*/ 2235348 h 2600047"/>
                <a:gd name="connsiteX2" fmla="*/ 12179314 w 12179313"/>
                <a:gd name="connsiteY2" fmla="*/ 0 h 2600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79313" h="2600047">
                  <a:moveTo>
                    <a:pt x="0" y="341972"/>
                  </a:moveTo>
                  <a:cubicBezTo>
                    <a:pt x="593424" y="835996"/>
                    <a:pt x="4005852" y="3573297"/>
                    <a:pt x="8343401" y="2235348"/>
                  </a:cubicBezTo>
                  <a:cubicBezTo>
                    <a:pt x="9562981" y="1859185"/>
                    <a:pt x="10855574" y="1160904"/>
                    <a:pt x="12179314" y="0"/>
                  </a:cubicBezTo>
                </a:path>
              </a:pathLst>
            </a:custGeom>
            <a:noFill/>
            <a:ln w="28575" cap="flat">
              <a:solidFill>
                <a:srgbClr val="04F06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11169D3-0065-4986-0CD7-63D733769DE0}"/>
                </a:ext>
              </a:extLst>
            </p:cNvPr>
            <p:cNvSpPr/>
            <p:nvPr/>
          </p:nvSpPr>
          <p:spPr>
            <a:xfrm>
              <a:off x="8093216" y="2372714"/>
              <a:ext cx="4093581" cy="4479703"/>
            </a:xfrm>
            <a:custGeom>
              <a:avLst/>
              <a:gdLst>
                <a:gd name="connsiteX0" fmla="*/ 4093582 w 4093581"/>
                <a:gd name="connsiteY0" fmla="*/ 0 h 4479703"/>
                <a:gd name="connsiteX1" fmla="*/ 257669 w 4093581"/>
                <a:gd name="connsiteY1" fmla="*/ 3779076 h 4479703"/>
                <a:gd name="connsiteX2" fmla="*/ 0 w 4093581"/>
                <a:gd name="connsiteY2" fmla="*/ 4479704 h 4479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93581" h="4479703">
                  <a:moveTo>
                    <a:pt x="4093582" y="0"/>
                  </a:moveTo>
                  <a:cubicBezTo>
                    <a:pt x="3611294" y="167529"/>
                    <a:pt x="1403920" y="1064612"/>
                    <a:pt x="257669" y="3779076"/>
                  </a:cubicBezTo>
                  <a:cubicBezTo>
                    <a:pt x="164231" y="4000333"/>
                    <a:pt x="77834" y="4233707"/>
                    <a:pt x="0" y="4479704"/>
                  </a:cubicBezTo>
                </a:path>
              </a:pathLst>
            </a:custGeom>
            <a:noFill/>
            <a:ln w="28575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1" name="White Wavestone logo" descr="Wavestone logo">
            <a:extLst>
              <a:ext uri="{FF2B5EF4-FFF2-40B4-BE49-F238E27FC236}">
                <a16:creationId xmlns:a16="http://schemas.microsoft.com/office/drawing/2014/main" id="{48D1F763-BFE2-F09B-EE76-82FBAD2D79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5789" y="6071526"/>
            <a:ext cx="2743200" cy="684590"/>
          </a:xfrm>
          <a:prstGeom prst="rect">
            <a:avLst/>
          </a:prstGeom>
        </p:spPr>
      </p:pic>
      <p:pic>
        <p:nvPicPr>
          <p:cNvPr id="12" name="Blue Wavestone logo">
            <a:extLst>
              <a:ext uri="{FF2B5EF4-FFF2-40B4-BE49-F238E27FC236}">
                <a16:creationId xmlns:a16="http://schemas.microsoft.com/office/drawing/2014/main" id="{F3C0A1F6-8E6B-A250-8783-37D8B51A4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95789" y="6071526"/>
            <a:ext cx="2743199" cy="684590"/>
          </a:xfrm>
          <a:prstGeom prst="rect">
            <a:avLst/>
          </a:prstGeom>
        </p:spPr>
      </p:pic>
      <p:sp>
        <p:nvSpPr>
          <p:cNvPr id="2" name="Title 9">
            <a:extLst>
              <a:ext uri="{FF2B5EF4-FFF2-40B4-BE49-F238E27FC236}">
                <a16:creationId xmlns:a16="http://schemas.microsoft.com/office/drawing/2014/main" id="{C0877EA9-B35D-D696-9631-3A18F66607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404663"/>
            <a:ext cx="6815016" cy="1704711"/>
          </a:xfrm>
        </p:spPr>
        <p:txBody>
          <a:bodyPr/>
          <a:lstStyle>
            <a:lvl1pPr>
              <a:defRPr sz="3400">
                <a:solidFill>
                  <a:schemeClr val="bg2">
                    <a:lumMod val="100000"/>
                  </a:schemeClr>
                </a:solidFill>
              </a:defRPr>
            </a:lvl1pPr>
          </a:lstStyle>
          <a:p>
            <a:pPr lvl="0"/>
            <a:r>
              <a:rPr lang="fr-FR"/>
              <a:t>Complete </a:t>
            </a:r>
            <a:r>
              <a:rPr lang="fr-FR" err="1"/>
              <a:t>here</a:t>
            </a:r>
            <a:r>
              <a:rPr lang="fr-FR"/>
              <a:t> </a:t>
            </a:r>
            <a:r>
              <a:rPr lang="fr-FR" err="1"/>
              <a:t>with</a:t>
            </a:r>
            <a:r>
              <a:rPr lang="fr-FR"/>
              <a:t> the </a:t>
            </a:r>
            <a:r>
              <a:rPr lang="fr-FR" err="1"/>
              <a:t>title</a:t>
            </a:r>
            <a:r>
              <a:rPr lang="fr-FR"/>
              <a:t> of </a:t>
            </a:r>
            <a:r>
              <a:rPr lang="fr-FR" err="1"/>
              <a:t>your</a:t>
            </a:r>
            <a:r>
              <a:rPr lang="fr-FR"/>
              <a:t> </a:t>
            </a:r>
            <a:r>
              <a:rPr lang="fr-FR" err="1"/>
              <a:t>presentation</a:t>
            </a:r>
            <a:r>
              <a:rPr lang="fr-FR" noProof="0"/>
              <a:t> of maximum 3 </a:t>
            </a:r>
            <a:r>
              <a:rPr lang="fr-FR" noProof="0" err="1"/>
              <a:t>lines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229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66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content without pictur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optitle placeholder 1">
            <a:extLst>
              <a:ext uri="{FF2B5EF4-FFF2-40B4-BE49-F238E27FC236}">
                <a16:creationId xmlns:a16="http://schemas.microsoft.com/office/drawing/2014/main" id="{851225A9-B9A5-5D43-2356-907348CE5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355" y="144313"/>
            <a:ext cx="7794704" cy="260499"/>
          </a:xfrm>
          <a:prstGeom prst="rect">
            <a:avLst/>
          </a:prstGeom>
        </p:spPr>
        <p:txBody>
          <a:bodyPr lIns="0" tIns="0" rIns="0" bIns="0" anchor="b"/>
          <a:lstStyle>
            <a:lvl1pPr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fr-FR" noProof="0"/>
              <a:t>Insert a top </a:t>
            </a:r>
            <a:r>
              <a:rPr lang="fr-FR" noProof="0" err="1"/>
              <a:t>title</a:t>
            </a:r>
            <a:r>
              <a:rPr lang="fr-FR" noProof="0"/>
              <a:t> </a:t>
            </a:r>
            <a:r>
              <a:rPr lang="fr-FR" noProof="0" err="1"/>
              <a:t>here</a:t>
            </a:r>
            <a:r>
              <a:rPr lang="fr-FR" noProof="0"/>
              <a:t> - must not </a:t>
            </a:r>
            <a:r>
              <a:rPr lang="fr-FR" noProof="0" err="1"/>
              <a:t>exceed</a:t>
            </a:r>
            <a:r>
              <a:rPr lang="fr-FR" noProof="0"/>
              <a:t> 1 line</a:t>
            </a:r>
          </a:p>
        </p:txBody>
      </p:sp>
      <p:sp>
        <p:nvSpPr>
          <p:cNvPr id="8" name="Chapter placeholder 1">
            <a:extLst>
              <a:ext uri="{FF2B5EF4-FFF2-40B4-BE49-F238E27FC236}">
                <a16:creationId xmlns:a16="http://schemas.microsoft.com/office/drawing/2014/main" id="{AE7685B7-31BA-B763-988E-64FA2F7EC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20074" y="144166"/>
            <a:ext cx="3548064" cy="260647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fr-FR" noProof="0"/>
              <a:t>CHAPTER 1 – CHAPTER 2 – CHAPTER 3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5354" y="404667"/>
            <a:ext cx="11342769" cy="936770"/>
          </a:xfrm>
        </p:spPr>
        <p:txBody>
          <a:bodyPr lIns="0" tIns="0" rIns="0" bIns="0"/>
          <a:lstStyle>
            <a:lvl1pPr>
              <a:defRPr sz="2400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fr-FR"/>
              <a:t>Complete </a:t>
            </a:r>
            <a:r>
              <a:rPr lang="fr-FR" err="1"/>
              <a:t>with</a:t>
            </a:r>
            <a:r>
              <a:rPr lang="fr-FR"/>
              <a:t> a </a:t>
            </a:r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r>
              <a:rPr lang="fr-FR"/>
              <a:t> </a:t>
            </a:r>
            <a:r>
              <a:rPr lang="fr-FR" err="1"/>
              <a:t>that</a:t>
            </a:r>
            <a:r>
              <a:rPr lang="fr-FR"/>
              <a:t> carries </a:t>
            </a:r>
            <a:r>
              <a:rPr lang="fr-FR" err="1"/>
              <a:t>your</a:t>
            </a:r>
            <a:r>
              <a:rPr lang="fr-FR"/>
              <a:t> message on </a:t>
            </a:r>
            <a:r>
              <a:rPr lang="fr-FR" err="1"/>
              <a:t>two</a:t>
            </a:r>
            <a:r>
              <a:rPr lang="fr-FR"/>
              <a:t> </a:t>
            </a:r>
            <a:r>
              <a:rPr lang="fr-FR" err="1"/>
              <a:t>lines</a:t>
            </a:r>
            <a:r>
              <a:rPr lang="fr-FR"/>
              <a:t> at </a:t>
            </a:r>
            <a:r>
              <a:rPr lang="fr-FR" err="1"/>
              <a:t>most</a:t>
            </a:r>
            <a:r>
              <a:rPr lang="fr-FR"/>
              <a:t> for more </a:t>
            </a:r>
            <a:r>
              <a:rPr lang="fr-FR" noProof="0" err="1"/>
              <a:t>readability</a:t>
            </a:r>
            <a:endParaRPr lang="fr-FR" noProof="0"/>
          </a:p>
        </p:txBody>
      </p:sp>
      <p:sp>
        <p:nvSpPr>
          <p:cNvPr id="5" name="Content Placeholder 4" descr="Content placeholder: &#10;The first line is dedicated to Level 1.&#10;To move to the next level, click Alt + Shift + right arrow. 3 levels are available. ">
            <a:extLst>
              <a:ext uri="{FF2B5EF4-FFF2-40B4-BE49-F238E27FC236}">
                <a16:creationId xmlns:a16="http://schemas.microsoft.com/office/drawing/2014/main" id="{7AB6DAC7-33AA-E7F9-D829-CACCD01E64C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3863" y="1341438"/>
            <a:ext cx="11344275" cy="4895850"/>
          </a:xfrm>
        </p:spPr>
        <p:txBody>
          <a:bodyPr lIns="0" tIns="36000" rIns="0" bIns="36000"/>
          <a:lstStyle/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text</a:t>
            </a:r>
            <a:r>
              <a:rPr lang="fr-FR"/>
              <a:t> styles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967737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title 1">
            <a:extLst>
              <a:ext uri="{FF2B5EF4-FFF2-40B4-BE49-F238E27FC236}">
                <a16:creationId xmlns:a16="http://schemas.microsoft.com/office/drawing/2014/main" id="{76849AAF-1C69-4F35-4759-ECA8DCF54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355" y="144313"/>
            <a:ext cx="7794704" cy="260499"/>
          </a:xfrm>
          <a:prstGeom prst="rect">
            <a:avLst/>
          </a:prstGeom>
        </p:spPr>
        <p:txBody>
          <a:bodyPr lIns="0" tIns="0" rIns="0" bIns="0" anchor="b"/>
          <a:lstStyle>
            <a:lvl1pPr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fr-FR" noProof="0"/>
              <a:t>Insert a top </a:t>
            </a:r>
            <a:r>
              <a:rPr lang="fr-FR" noProof="0" err="1"/>
              <a:t>title</a:t>
            </a:r>
            <a:r>
              <a:rPr lang="fr-FR" noProof="0"/>
              <a:t> </a:t>
            </a:r>
            <a:r>
              <a:rPr lang="fr-FR" noProof="0" err="1"/>
              <a:t>here</a:t>
            </a:r>
            <a:r>
              <a:rPr lang="fr-FR" noProof="0"/>
              <a:t> - must not </a:t>
            </a:r>
            <a:r>
              <a:rPr lang="fr-FR" noProof="0" err="1"/>
              <a:t>exceed</a:t>
            </a:r>
            <a:r>
              <a:rPr lang="fr-FR" noProof="0"/>
              <a:t> 1 line</a:t>
            </a:r>
          </a:p>
        </p:txBody>
      </p:sp>
      <p:sp>
        <p:nvSpPr>
          <p:cNvPr id="5" name="Chapter placeholder 1">
            <a:extLst>
              <a:ext uri="{FF2B5EF4-FFF2-40B4-BE49-F238E27FC236}">
                <a16:creationId xmlns:a16="http://schemas.microsoft.com/office/drawing/2014/main" id="{8BBD3644-B711-1D97-E528-4D75DCB5C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20075" y="144166"/>
            <a:ext cx="3548064" cy="260647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fr-FR" noProof="0"/>
              <a:t>CHAPTER 1 – CHAPTER 2 – CHAPTER 3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25355" y="404665"/>
            <a:ext cx="11342768" cy="936773"/>
          </a:xfrm>
        </p:spPr>
        <p:txBody>
          <a:bodyPr lIns="0" tIns="0" rIns="0" bIns="0"/>
          <a:lstStyle>
            <a:lvl1pPr>
              <a:defRPr sz="2400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fr-FR" noProof="0"/>
              <a:t>Complete </a:t>
            </a:r>
            <a:r>
              <a:rPr lang="fr-FR" noProof="0" err="1"/>
              <a:t>with</a:t>
            </a:r>
            <a:r>
              <a:rPr lang="fr-FR" noProof="0"/>
              <a:t> a </a:t>
            </a:r>
            <a:r>
              <a:rPr lang="fr-FR" noProof="0" err="1"/>
              <a:t>title</a:t>
            </a:r>
            <a:r>
              <a:rPr lang="fr-FR" noProof="0"/>
              <a:t> </a:t>
            </a:r>
            <a:r>
              <a:rPr lang="fr-FR" noProof="0" err="1"/>
              <a:t>here</a:t>
            </a:r>
            <a:r>
              <a:rPr lang="fr-FR" noProof="0"/>
              <a:t> </a:t>
            </a:r>
            <a:r>
              <a:rPr lang="fr-FR" noProof="0" err="1"/>
              <a:t>that</a:t>
            </a:r>
            <a:r>
              <a:rPr lang="fr-FR" noProof="0"/>
              <a:t> carries </a:t>
            </a:r>
            <a:r>
              <a:rPr lang="fr-FR" noProof="0" err="1"/>
              <a:t>your</a:t>
            </a:r>
            <a:r>
              <a:rPr lang="fr-FR" noProof="0"/>
              <a:t> message on </a:t>
            </a:r>
            <a:r>
              <a:rPr lang="fr-FR" noProof="0" err="1"/>
              <a:t>two</a:t>
            </a:r>
            <a:r>
              <a:rPr lang="fr-FR" noProof="0"/>
              <a:t> </a:t>
            </a:r>
            <a:r>
              <a:rPr lang="fr-FR" noProof="0" err="1"/>
              <a:t>lines</a:t>
            </a:r>
            <a:r>
              <a:rPr lang="fr-FR" noProof="0"/>
              <a:t> at </a:t>
            </a:r>
            <a:r>
              <a:rPr lang="fr-FR" noProof="0" err="1"/>
              <a:t>most</a:t>
            </a:r>
            <a:r>
              <a:rPr lang="fr-FR" noProof="0"/>
              <a:t> for more </a:t>
            </a:r>
            <a:r>
              <a:rPr lang="fr-FR" noProof="0" err="1"/>
              <a:t>readability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9533510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at text left +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title placeholder 1">
            <a:extLst>
              <a:ext uri="{FF2B5EF4-FFF2-40B4-BE49-F238E27FC236}">
                <a16:creationId xmlns:a16="http://schemas.microsoft.com/office/drawing/2014/main" id="{C3E536A8-35FA-BE3C-96F0-8E12379D5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355" y="144313"/>
            <a:ext cx="7794704" cy="260499"/>
          </a:xfrm>
          <a:prstGeom prst="rect">
            <a:avLst/>
          </a:prstGeom>
        </p:spPr>
        <p:txBody>
          <a:bodyPr lIns="0" tIns="0" rIns="0" bIns="0" anchor="b"/>
          <a:lstStyle>
            <a:lvl1pPr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fr-FR" noProof="0"/>
              <a:t>Insert a top </a:t>
            </a:r>
            <a:r>
              <a:rPr lang="fr-FR" noProof="0" err="1"/>
              <a:t>title</a:t>
            </a:r>
            <a:r>
              <a:rPr lang="fr-FR" noProof="0"/>
              <a:t> </a:t>
            </a:r>
            <a:r>
              <a:rPr lang="fr-FR" noProof="0" err="1"/>
              <a:t>here</a:t>
            </a:r>
            <a:r>
              <a:rPr lang="fr-FR" noProof="0"/>
              <a:t> - must not </a:t>
            </a:r>
            <a:r>
              <a:rPr lang="fr-FR" noProof="0" err="1"/>
              <a:t>exceed</a:t>
            </a:r>
            <a:r>
              <a:rPr lang="fr-FR" noProof="0"/>
              <a:t> 1 line</a:t>
            </a:r>
          </a:p>
        </p:txBody>
      </p:sp>
      <p:sp>
        <p:nvSpPr>
          <p:cNvPr id="2" name="Chapter placeholder 1">
            <a:extLst>
              <a:ext uri="{FF2B5EF4-FFF2-40B4-BE49-F238E27FC236}">
                <a16:creationId xmlns:a16="http://schemas.microsoft.com/office/drawing/2014/main" id="{5B219629-E151-CA04-8232-A7687951C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20075" y="144166"/>
            <a:ext cx="3548064" cy="260647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fr-FR" noProof="0"/>
              <a:t>CHAPTER 1 – CHAPTER 2 – CHAPTER 3 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25354" y="404665"/>
            <a:ext cx="11342769" cy="936772"/>
          </a:xfrm>
        </p:spPr>
        <p:txBody>
          <a:bodyPr lIns="0" tIns="0" rIns="0" bIns="0">
            <a:noAutofit/>
          </a:bodyPr>
          <a:lstStyle>
            <a:lvl1pPr>
              <a:defRPr sz="2400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fr-FR"/>
              <a:t>Complete </a:t>
            </a:r>
            <a:r>
              <a:rPr lang="fr-FR" err="1"/>
              <a:t>with</a:t>
            </a:r>
            <a:r>
              <a:rPr lang="fr-FR"/>
              <a:t> a </a:t>
            </a:r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r>
              <a:rPr lang="fr-FR"/>
              <a:t> </a:t>
            </a:r>
            <a:r>
              <a:rPr lang="fr-FR" err="1"/>
              <a:t>that</a:t>
            </a:r>
            <a:r>
              <a:rPr lang="fr-FR"/>
              <a:t> carries </a:t>
            </a:r>
            <a:r>
              <a:rPr lang="fr-FR" err="1"/>
              <a:t>your</a:t>
            </a:r>
            <a:r>
              <a:rPr lang="fr-FR"/>
              <a:t> message on </a:t>
            </a:r>
            <a:r>
              <a:rPr lang="fr-FR" err="1"/>
              <a:t>two</a:t>
            </a:r>
            <a:r>
              <a:rPr lang="fr-FR"/>
              <a:t> </a:t>
            </a:r>
            <a:r>
              <a:rPr lang="fr-FR" err="1"/>
              <a:t>lines</a:t>
            </a:r>
            <a:r>
              <a:rPr lang="fr-FR"/>
              <a:t> at </a:t>
            </a:r>
            <a:r>
              <a:rPr lang="fr-FR" err="1"/>
              <a:t>most</a:t>
            </a:r>
            <a:r>
              <a:rPr lang="fr-FR"/>
              <a:t> for more </a:t>
            </a:r>
            <a:r>
              <a:rPr lang="fr-FR" noProof="0" err="1"/>
              <a:t>readability</a:t>
            </a:r>
            <a:endParaRPr lang="fr-FR" noProof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F0D1A3EB-B6CB-8791-B273-427226C6115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3863" y="1341438"/>
            <a:ext cx="5502275" cy="4895850"/>
          </a:xfrm>
        </p:spPr>
        <p:txBody>
          <a:bodyPr lIns="0" tIns="36000" rIns="0" bIns="36000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text</a:t>
            </a:r>
            <a:r>
              <a:rPr lang="fr-FR"/>
              <a:t> styles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7AA2186-6393-9722-7709-04D4D067EB8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5864" y="1341438"/>
            <a:ext cx="5502275" cy="4895850"/>
          </a:xfrm>
        </p:spPr>
        <p:txBody>
          <a:bodyPr lIns="0" tIns="36000" rIns="0" bIns="36000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text</a:t>
            </a:r>
            <a:r>
              <a:rPr lang="fr-FR"/>
              <a:t> styles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22909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content with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optitle 1">
            <a:extLst>
              <a:ext uri="{FF2B5EF4-FFF2-40B4-BE49-F238E27FC236}">
                <a16:creationId xmlns:a16="http://schemas.microsoft.com/office/drawing/2014/main" id="{FAC3B790-990D-7E1E-EF9F-7E42C783E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355" y="144313"/>
            <a:ext cx="6823170" cy="260499"/>
          </a:xfrm>
          <a:prstGeom prst="rect">
            <a:avLst/>
          </a:prstGeom>
        </p:spPr>
        <p:txBody>
          <a:bodyPr lIns="0" tIns="0" rIns="0" bIns="0" anchor="b"/>
          <a:lstStyle>
            <a:lvl1pPr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fr-FR" noProof="0"/>
              <a:t>Insert a top </a:t>
            </a:r>
            <a:r>
              <a:rPr lang="fr-FR" noProof="0" err="1"/>
              <a:t>title</a:t>
            </a:r>
            <a:r>
              <a:rPr lang="fr-FR" noProof="0"/>
              <a:t> </a:t>
            </a:r>
            <a:r>
              <a:rPr lang="fr-FR" noProof="0" err="1"/>
              <a:t>here</a:t>
            </a:r>
            <a:r>
              <a:rPr lang="fr-FR" noProof="0"/>
              <a:t> - must not </a:t>
            </a:r>
            <a:r>
              <a:rPr lang="fr-FR" noProof="0" err="1"/>
              <a:t>exceed</a:t>
            </a:r>
            <a:r>
              <a:rPr lang="fr-FR" noProof="0"/>
              <a:t> 1 line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5355" y="404666"/>
            <a:ext cx="6823170" cy="936772"/>
          </a:xfrm>
        </p:spPr>
        <p:txBody>
          <a:bodyPr lIns="0" tIns="0" rIns="0" bIns="0">
            <a:noAutofit/>
          </a:bodyPr>
          <a:lstStyle>
            <a:lvl1pPr>
              <a:defRPr sz="2400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fr-FR"/>
              <a:t>Complete </a:t>
            </a:r>
            <a:r>
              <a:rPr lang="fr-FR" err="1"/>
              <a:t>with</a:t>
            </a:r>
            <a:r>
              <a:rPr lang="fr-FR"/>
              <a:t> a </a:t>
            </a:r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r>
              <a:rPr lang="fr-FR"/>
              <a:t> </a:t>
            </a:r>
            <a:r>
              <a:rPr lang="fr-FR" err="1"/>
              <a:t>that</a:t>
            </a:r>
            <a:r>
              <a:rPr lang="fr-FR"/>
              <a:t> carries </a:t>
            </a:r>
            <a:r>
              <a:rPr lang="fr-FR" err="1"/>
              <a:t>your</a:t>
            </a:r>
            <a:r>
              <a:rPr lang="fr-FR"/>
              <a:t> message on </a:t>
            </a:r>
            <a:r>
              <a:rPr lang="fr-FR" err="1"/>
              <a:t>two</a:t>
            </a:r>
            <a:r>
              <a:rPr lang="fr-FR"/>
              <a:t> </a:t>
            </a:r>
            <a:r>
              <a:rPr lang="fr-FR" err="1"/>
              <a:t>lines</a:t>
            </a:r>
            <a:r>
              <a:rPr lang="fr-FR"/>
              <a:t> at </a:t>
            </a:r>
            <a:r>
              <a:rPr lang="fr-FR" err="1"/>
              <a:t>most</a:t>
            </a:r>
            <a:r>
              <a:rPr lang="fr-FR"/>
              <a:t> for more </a:t>
            </a:r>
            <a:r>
              <a:rPr lang="fr-FR" noProof="0" err="1"/>
              <a:t>readability</a:t>
            </a:r>
            <a:endParaRPr lang="fr-FR" noProof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159FE6-ADA0-40D4-21CD-E9E8F8E99B6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23863" y="1341438"/>
            <a:ext cx="6823075" cy="4894976"/>
          </a:xfrm>
        </p:spPr>
        <p:txBody>
          <a:bodyPr lIns="0" tIns="36000" rIns="0" bIns="36000"/>
          <a:lstStyle/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text</a:t>
            </a:r>
            <a:r>
              <a:rPr lang="fr-FR"/>
              <a:t> styles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023D9650-B46E-B22A-2227-4109F258B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899402" y="0"/>
            <a:ext cx="4292599" cy="6858000"/>
          </a:xfrm>
          <a:custGeom>
            <a:avLst/>
            <a:gdLst>
              <a:gd name="connsiteX0" fmla="*/ 704485 w 4292599"/>
              <a:gd name="connsiteY0" fmla="*/ 0 h 6858000"/>
              <a:gd name="connsiteX1" fmla="*/ 4292599 w 4292599"/>
              <a:gd name="connsiteY1" fmla="*/ 0 h 6858000"/>
              <a:gd name="connsiteX2" fmla="*/ 4292599 w 4292599"/>
              <a:gd name="connsiteY2" fmla="*/ 6858000 h 6858000"/>
              <a:gd name="connsiteX3" fmla="*/ 584306 w 4292599"/>
              <a:gd name="connsiteY3" fmla="*/ 6858000 h 6858000"/>
              <a:gd name="connsiteX4" fmla="*/ 573350 w 4292599"/>
              <a:gd name="connsiteY4" fmla="*/ 6830215 h 6858000"/>
              <a:gd name="connsiteX5" fmla="*/ 0 w 4292599"/>
              <a:gd name="connsiteY5" fmla="*/ 3581400 h 6858000"/>
              <a:gd name="connsiteX6" fmla="*/ 573350 w 4292599"/>
              <a:gd name="connsiteY6" fmla="*/ 33258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92599" h="6858000">
                <a:moveTo>
                  <a:pt x="704485" y="0"/>
                </a:moveTo>
                <a:lnTo>
                  <a:pt x="4292599" y="0"/>
                </a:lnTo>
                <a:lnTo>
                  <a:pt x="4292599" y="6858000"/>
                </a:lnTo>
                <a:lnTo>
                  <a:pt x="584306" y="6858000"/>
                </a:lnTo>
                <a:lnTo>
                  <a:pt x="573350" y="6830215"/>
                </a:lnTo>
                <a:cubicBezTo>
                  <a:pt x="202430" y="5817182"/>
                  <a:pt x="0" y="4722931"/>
                  <a:pt x="0" y="3581400"/>
                </a:cubicBezTo>
                <a:cubicBezTo>
                  <a:pt x="0" y="2439869"/>
                  <a:pt x="202430" y="1345618"/>
                  <a:pt x="573350" y="332586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>
              <a:defRPr/>
            </a:lvl1pPr>
          </a:lstStyle>
          <a:p>
            <a:r>
              <a:rPr lang="fr-FR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783923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66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content with pictur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optitle 1">
            <a:extLst>
              <a:ext uri="{FF2B5EF4-FFF2-40B4-BE49-F238E27FC236}">
                <a16:creationId xmlns:a16="http://schemas.microsoft.com/office/drawing/2014/main" id="{2B79800B-FA87-9C3B-3D8E-1D09EF999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355" y="144313"/>
            <a:ext cx="7794704" cy="260499"/>
          </a:xfrm>
          <a:prstGeom prst="rect">
            <a:avLst/>
          </a:prstGeom>
        </p:spPr>
        <p:txBody>
          <a:bodyPr lIns="0" tIns="0" rIns="0" bIns="0" anchor="b"/>
          <a:lstStyle>
            <a:lvl1pPr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fr-FR" noProof="0"/>
              <a:t>Insert a top </a:t>
            </a:r>
            <a:r>
              <a:rPr lang="fr-FR" noProof="0" err="1"/>
              <a:t>title</a:t>
            </a:r>
            <a:r>
              <a:rPr lang="fr-FR" noProof="0"/>
              <a:t> </a:t>
            </a:r>
            <a:r>
              <a:rPr lang="fr-FR" noProof="0" err="1"/>
              <a:t>here</a:t>
            </a:r>
            <a:r>
              <a:rPr lang="fr-FR" noProof="0"/>
              <a:t> - must not </a:t>
            </a:r>
            <a:r>
              <a:rPr lang="fr-FR" noProof="0" err="1"/>
              <a:t>exceed</a:t>
            </a:r>
            <a:r>
              <a:rPr lang="fr-FR" noProof="0"/>
              <a:t> 1 line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5354" y="404666"/>
            <a:ext cx="11342769" cy="936771"/>
          </a:xfrm>
        </p:spPr>
        <p:txBody>
          <a:bodyPr lIns="0" tIns="0" rIns="0" bIns="0"/>
          <a:lstStyle>
            <a:lvl1pPr>
              <a:defRPr sz="2400" baseline="0">
                <a:solidFill>
                  <a:schemeClr val="bg2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fr-FR"/>
              <a:t>Complete </a:t>
            </a:r>
            <a:r>
              <a:rPr lang="fr-FR" err="1"/>
              <a:t>with</a:t>
            </a:r>
            <a:r>
              <a:rPr lang="fr-FR"/>
              <a:t> a </a:t>
            </a:r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r>
              <a:rPr lang="fr-FR"/>
              <a:t> </a:t>
            </a:r>
            <a:r>
              <a:rPr lang="fr-FR" err="1"/>
              <a:t>that</a:t>
            </a:r>
            <a:r>
              <a:rPr lang="fr-FR"/>
              <a:t> carries </a:t>
            </a:r>
            <a:r>
              <a:rPr lang="fr-FR" err="1"/>
              <a:t>your</a:t>
            </a:r>
            <a:r>
              <a:rPr lang="fr-FR"/>
              <a:t> message on </a:t>
            </a:r>
            <a:r>
              <a:rPr lang="fr-FR" err="1"/>
              <a:t>two</a:t>
            </a:r>
            <a:r>
              <a:rPr lang="fr-FR"/>
              <a:t> </a:t>
            </a:r>
            <a:r>
              <a:rPr lang="fr-FR" err="1"/>
              <a:t>lines</a:t>
            </a:r>
            <a:r>
              <a:rPr lang="fr-FR"/>
              <a:t> at </a:t>
            </a:r>
            <a:r>
              <a:rPr lang="fr-FR" err="1"/>
              <a:t>most</a:t>
            </a:r>
            <a:r>
              <a:rPr lang="fr-FR"/>
              <a:t> for more </a:t>
            </a:r>
            <a:r>
              <a:rPr lang="fr-FR" noProof="0" err="1"/>
              <a:t>readability</a:t>
            </a:r>
            <a:endParaRPr lang="fr-FR" noProof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3CF1B5-100D-FD95-AA1E-3E2F48083B03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23863" y="1341438"/>
            <a:ext cx="11342769" cy="3167062"/>
          </a:xfrm>
        </p:spPr>
        <p:txBody>
          <a:bodyPr lIns="0" tIns="36000" rIns="0" bIns="36000"/>
          <a:lstStyle/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text</a:t>
            </a:r>
            <a:r>
              <a:rPr lang="fr-FR"/>
              <a:t> styles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29035D89-7B89-6229-706B-E4E52626A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4648200"/>
            <a:ext cx="12192000" cy="2209801"/>
          </a:xfrm>
          <a:custGeom>
            <a:avLst/>
            <a:gdLst>
              <a:gd name="connsiteX0" fmla="*/ 6019801 w 12192000"/>
              <a:gd name="connsiteY0" fmla="*/ 0 h 2209801"/>
              <a:gd name="connsiteX1" fmla="*/ 12022492 w 12192000"/>
              <a:gd name="connsiteY1" fmla="*/ 1226249 h 2209801"/>
              <a:gd name="connsiteX2" fmla="*/ 12192000 w 12192000"/>
              <a:gd name="connsiteY2" fmla="*/ 1327836 h 2209801"/>
              <a:gd name="connsiteX3" fmla="*/ 12192000 w 12192000"/>
              <a:gd name="connsiteY3" fmla="*/ 2209801 h 2209801"/>
              <a:gd name="connsiteX4" fmla="*/ 0 w 12192000"/>
              <a:gd name="connsiteY4" fmla="*/ 2209801 h 2209801"/>
              <a:gd name="connsiteX5" fmla="*/ 0 w 12192000"/>
              <a:gd name="connsiteY5" fmla="*/ 1236502 h 2209801"/>
              <a:gd name="connsiteX6" fmla="*/ 17108 w 12192000"/>
              <a:gd name="connsiteY6" fmla="*/ 1226249 h 2209801"/>
              <a:gd name="connsiteX7" fmla="*/ 6019801 w 12192000"/>
              <a:gd name="connsiteY7" fmla="*/ 0 h 2209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209801">
                <a:moveTo>
                  <a:pt x="6019801" y="0"/>
                </a:moveTo>
                <a:cubicBezTo>
                  <a:pt x="8518543" y="0"/>
                  <a:pt x="10721592" y="486418"/>
                  <a:pt x="12022492" y="1226249"/>
                </a:cubicBezTo>
                <a:lnTo>
                  <a:pt x="12192000" y="1327836"/>
                </a:lnTo>
                <a:lnTo>
                  <a:pt x="12192000" y="2209801"/>
                </a:lnTo>
                <a:lnTo>
                  <a:pt x="0" y="2209801"/>
                </a:lnTo>
                <a:lnTo>
                  <a:pt x="0" y="1236502"/>
                </a:lnTo>
                <a:lnTo>
                  <a:pt x="17108" y="1226249"/>
                </a:lnTo>
                <a:cubicBezTo>
                  <a:pt x="1318009" y="486418"/>
                  <a:pt x="3521057" y="0"/>
                  <a:pt x="601980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r>
              <a:rPr lang="fr-FR"/>
              <a:t>Insert image</a:t>
            </a:r>
          </a:p>
        </p:txBody>
      </p:sp>
      <p:sp>
        <p:nvSpPr>
          <p:cNvPr id="3" name="Chapter placeholder 1">
            <a:extLst>
              <a:ext uri="{FF2B5EF4-FFF2-40B4-BE49-F238E27FC236}">
                <a16:creationId xmlns:a16="http://schemas.microsoft.com/office/drawing/2014/main" id="{8054FE66-D5E9-AAC6-DDAC-3CEB3CC4B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20075" y="144166"/>
            <a:ext cx="3548064" cy="260647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fr-FR" noProof="0"/>
              <a:t>CHAPTER 1 – CHAPTER 2 – CHAPTER 3 </a:t>
            </a:r>
          </a:p>
        </p:txBody>
      </p:sp>
    </p:spTree>
    <p:extLst>
      <p:ext uri="{BB962C8B-B14F-4D97-AF65-F5344CB8AC3E}">
        <p14:creationId xmlns:p14="http://schemas.microsoft.com/office/powerpoint/2010/main" val="16085031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1 to 6 chap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4" descr="Chapter 1"/>
          <p:cNvSpPr>
            <a:spLocks noGrp="1"/>
          </p:cNvSpPr>
          <p:nvPr>
            <p:ph type="body" sz="quarter" idx="38" hasCustomPrompt="1"/>
          </p:nvPr>
        </p:nvSpPr>
        <p:spPr>
          <a:xfrm>
            <a:off x="423863" y="1341439"/>
            <a:ext cx="1329231" cy="725829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200" b="0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01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019238" y="1341439"/>
            <a:ext cx="7810561" cy="725829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>
              <a:buClr>
                <a:schemeClr val="bg2"/>
              </a:buClr>
              <a:buFontTx/>
              <a:buNone/>
              <a:defRPr sz="2200" i="0" cap="none" baseline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fr-FR" noProof="0" err="1"/>
              <a:t>Chapter</a:t>
            </a:r>
            <a:r>
              <a:rPr lang="fr-FR" noProof="0"/>
              <a:t> 1</a:t>
            </a:r>
          </a:p>
        </p:txBody>
      </p:sp>
      <p:sp>
        <p:nvSpPr>
          <p:cNvPr id="30" name="Text Placeholder 8"/>
          <p:cNvSpPr>
            <a:spLocks noGrp="1"/>
          </p:cNvSpPr>
          <p:nvPr>
            <p:ph type="body" sz="quarter" idx="25" hasCustomPrompt="1"/>
          </p:nvPr>
        </p:nvSpPr>
        <p:spPr>
          <a:xfrm>
            <a:off x="10063445" y="1341439"/>
            <a:ext cx="1700834" cy="725829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l">
              <a:defRPr sz="1000" b="0" i="0" cap="none" baseline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45" name="Text Placeholder 4" descr="Chapter 2"/>
          <p:cNvSpPr>
            <a:spLocks noGrp="1"/>
          </p:cNvSpPr>
          <p:nvPr>
            <p:ph type="body" sz="quarter" idx="39" hasCustomPrompt="1"/>
          </p:nvPr>
        </p:nvSpPr>
        <p:spPr>
          <a:xfrm>
            <a:off x="423863" y="2175267"/>
            <a:ext cx="1329231" cy="725829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200" b="0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02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2019239" y="2175267"/>
            <a:ext cx="7810561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2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fr-FR" noProof="0" err="1"/>
              <a:t>Chapter</a:t>
            </a:r>
            <a:r>
              <a:rPr lang="fr-FR" noProof="0"/>
              <a:t> 2</a:t>
            </a:r>
          </a:p>
        </p:txBody>
      </p:sp>
      <p:sp>
        <p:nvSpPr>
          <p:cNvPr id="35" name="Text Placeholder 8"/>
          <p:cNvSpPr>
            <a:spLocks noGrp="1"/>
          </p:cNvSpPr>
          <p:nvPr>
            <p:ph type="body" sz="quarter" idx="29" hasCustomPrompt="1"/>
          </p:nvPr>
        </p:nvSpPr>
        <p:spPr>
          <a:xfrm>
            <a:off x="10063445" y="2175267"/>
            <a:ext cx="1700834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46" name="Text Placeholder 4" descr="Chapter 3"/>
          <p:cNvSpPr>
            <a:spLocks noGrp="1"/>
          </p:cNvSpPr>
          <p:nvPr>
            <p:ph type="body" sz="quarter" idx="40" hasCustomPrompt="1"/>
          </p:nvPr>
        </p:nvSpPr>
        <p:spPr>
          <a:xfrm>
            <a:off x="423863" y="3009097"/>
            <a:ext cx="1329231" cy="725829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200" b="0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03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2019239" y="3009097"/>
            <a:ext cx="7810561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2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fr-FR" noProof="0" err="1"/>
              <a:t>Chapter</a:t>
            </a:r>
            <a:r>
              <a:rPr lang="fr-FR" noProof="0"/>
              <a:t> 3</a:t>
            </a:r>
          </a:p>
        </p:txBody>
      </p:sp>
      <p:sp>
        <p:nvSpPr>
          <p:cNvPr id="34" name="Text Placeholder 8"/>
          <p:cNvSpPr>
            <a:spLocks noGrp="1"/>
          </p:cNvSpPr>
          <p:nvPr>
            <p:ph type="body" sz="quarter" idx="28" hasCustomPrompt="1"/>
          </p:nvPr>
        </p:nvSpPr>
        <p:spPr>
          <a:xfrm>
            <a:off x="10063445" y="3009097"/>
            <a:ext cx="1700834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47" name="Text Placeholder 4" descr="Chapter 4"/>
          <p:cNvSpPr>
            <a:spLocks noGrp="1"/>
          </p:cNvSpPr>
          <p:nvPr>
            <p:ph type="body" sz="quarter" idx="41" hasCustomPrompt="1"/>
          </p:nvPr>
        </p:nvSpPr>
        <p:spPr>
          <a:xfrm>
            <a:off x="423863" y="3842926"/>
            <a:ext cx="1329231" cy="725829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200" b="0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04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2019239" y="3842926"/>
            <a:ext cx="7810561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2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fr-FR" noProof="0" err="1"/>
              <a:t>Chapter</a:t>
            </a:r>
            <a:r>
              <a:rPr lang="fr-FR" noProof="0"/>
              <a:t> 4</a:t>
            </a:r>
          </a:p>
        </p:txBody>
      </p:sp>
      <p:sp>
        <p:nvSpPr>
          <p:cNvPr id="33" name="Text Placeholder 8"/>
          <p:cNvSpPr>
            <a:spLocks noGrp="1"/>
          </p:cNvSpPr>
          <p:nvPr>
            <p:ph type="body" sz="quarter" idx="27" hasCustomPrompt="1"/>
          </p:nvPr>
        </p:nvSpPr>
        <p:spPr>
          <a:xfrm>
            <a:off x="10063445" y="3842926"/>
            <a:ext cx="1700834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48" name="Text Placeholder 4" descr="Chapter 5"/>
          <p:cNvSpPr>
            <a:spLocks noGrp="1"/>
          </p:cNvSpPr>
          <p:nvPr>
            <p:ph type="body" sz="quarter" idx="42" hasCustomPrompt="1"/>
          </p:nvPr>
        </p:nvSpPr>
        <p:spPr>
          <a:xfrm>
            <a:off x="423863" y="4676755"/>
            <a:ext cx="1329231" cy="725829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200" b="0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05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3" hasCustomPrompt="1"/>
          </p:nvPr>
        </p:nvSpPr>
        <p:spPr>
          <a:xfrm>
            <a:off x="2019239" y="4676755"/>
            <a:ext cx="7810561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2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fr-FR" noProof="0" err="1"/>
              <a:t>Chapter</a:t>
            </a:r>
            <a:r>
              <a:rPr lang="fr-FR" noProof="0"/>
              <a:t> 5</a:t>
            </a:r>
          </a:p>
        </p:txBody>
      </p:sp>
      <p:sp>
        <p:nvSpPr>
          <p:cNvPr id="32" name="Text Placeholder 8"/>
          <p:cNvSpPr>
            <a:spLocks noGrp="1"/>
          </p:cNvSpPr>
          <p:nvPr>
            <p:ph type="body" sz="quarter" idx="26" hasCustomPrompt="1"/>
          </p:nvPr>
        </p:nvSpPr>
        <p:spPr>
          <a:xfrm>
            <a:off x="10063445" y="4676755"/>
            <a:ext cx="1700834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49" name="Text Placeholder 4" descr="Chapter 6"/>
          <p:cNvSpPr>
            <a:spLocks noGrp="1"/>
          </p:cNvSpPr>
          <p:nvPr>
            <p:ph type="body" sz="quarter" idx="43" hasCustomPrompt="1"/>
          </p:nvPr>
        </p:nvSpPr>
        <p:spPr>
          <a:xfrm>
            <a:off x="423863" y="5510585"/>
            <a:ext cx="1329231" cy="725829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200" b="0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06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30" hasCustomPrompt="1"/>
          </p:nvPr>
        </p:nvSpPr>
        <p:spPr>
          <a:xfrm>
            <a:off x="2019239" y="5510585"/>
            <a:ext cx="7810561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2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fr-FR" noProof="0" err="1"/>
              <a:t>Chapter</a:t>
            </a:r>
            <a:r>
              <a:rPr lang="fr-FR" noProof="0"/>
              <a:t> 6</a:t>
            </a: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32" hasCustomPrompt="1"/>
          </p:nvPr>
        </p:nvSpPr>
        <p:spPr>
          <a:xfrm>
            <a:off x="10063445" y="5510585"/>
            <a:ext cx="1700834" cy="7258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236E38-5EBC-B8DE-F744-6D2A67268D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fr-FR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1155586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1 to 10 chap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Placeholder 4" descr="Chapter 1"/>
          <p:cNvSpPr>
            <a:spLocks noGrp="1"/>
          </p:cNvSpPr>
          <p:nvPr>
            <p:ph type="body" sz="quarter" idx="56" hasCustomPrompt="1"/>
          </p:nvPr>
        </p:nvSpPr>
        <p:spPr>
          <a:xfrm>
            <a:off x="423985" y="1341438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01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2019239" y="1341438"/>
            <a:ext cx="7962961" cy="392298"/>
          </a:xfrm>
          <a:prstGeom prst="rect">
            <a:avLst/>
          </a:prstGeom>
        </p:spPr>
        <p:txBody>
          <a:bodyPr wrap="square" tIns="0" bIns="0" anchor="ctr">
            <a:noAutofit/>
          </a:bodyPr>
          <a:lstStyle>
            <a:lvl1pPr marL="0" indent="0" algn="l">
              <a:buClr>
                <a:schemeClr val="bg2"/>
              </a:buClr>
              <a:buFontTx/>
              <a:buNone/>
              <a:defRPr sz="2000" i="0" cap="none" baseline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fr-FR" noProof="0" err="1"/>
              <a:t>Chapter</a:t>
            </a:r>
            <a:r>
              <a:rPr lang="fr-FR" noProof="0"/>
              <a:t> 1</a:t>
            </a:r>
          </a:p>
        </p:txBody>
      </p:sp>
      <p:sp>
        <p:nvSpPr>
          <p:cNvPr id="30" name="Text Placeholder 8"/>
          <p:cNvSpPr>
            <a:spLocks noGrp="1"/>
          </p:cNvSpPr>
          <p:nvPr>
            <p:ph type="body" sz="quarter" idx="25" hasCustomPrompt="1"/>
          </p:nvPr>
        </p:nvSpPr>
        <p:spPr>
          <a:xfrm>
            <a:off x="10213096" y="1341438"/>
            <a:ext cx="1546213" cy="392298"/>
          </a:xfrm>
          <a:prstGeom prst="rect">
            <a:avLst/>
          </a:prstGeom>
        </p:spPr>
        <p:txBody>
          <a:bodyPr wrap="square" tIns="0" bIns="0" anchor="ctr">
            <a:noAutofit/>
          </a:bodyPr>
          <a:lstStyle>
            <a:lvl1pPr algn="l">
              <a:defRPr sz="1000" b="0" i="0" cap="none" baseline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43" name="Text Placeholder 4" descr="Chapter 2"/>
          <p:cNvSpPr>
            <a:spLocks noGrp="1"/>
          </p:cNvSpPr>
          <p:nvPr>
            <p:ph type="body" sz="quarter" idx="57" hasCustomPrompt="1"/>
          </p:nvPr>
        </p:nvSpPr>
        <p:spPr>
          <a:xfrm>
            <a:off x="423985" y="1841736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02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2019239" y="1841736"/>
            <a:ext cx="7962961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fr-FR" noProof="0" err="1"/>
              <a:t>Chapter</a:t>
            </a:r>
            <a:r>
              <a:rPr lang="fr-FR" noProof="0"/>
              <a:t> 2</a:t>
            </a:r>
          </a:p>
        </p:txBody>
      </p:sp>
      <p:sp>
        <p:nvSpPr>
          <p:cNvPr id="35" name="Text Placeholder 8"/>
          <p:cNvSpPr>
            <a:spLocks noGrp="1"/>
          </p:cNvSpPr>
          <p:nvPr>
            <p:ph type="body" sz="quarter" idx="29" hasCustomPrompt="1"/>
          </p:nvPr>
        </p:nvSpPr>
        <p:spPr>
          <a:xfrm>
            <a:off x="10213095" y="1841736"/>
            <a:ext cx="1546213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48" name="Text Placeholder 4" descr="Chapter 3"/>
          <p:cNvSpPr>
            <a:spLocks noGrp="1"/>
          </p:cNvSpPr>
          <p:nvPr>
            <p:ph type="body" sz="quarter" idx="58" hasCustomPrompt="1"/>
          </p:nvPr>
        </p:nvSpPr>
        <p:spPr>
          <a:xfrm>
            <a:off x="423985" y="2342033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03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2019239" y="2342033"/>
            <a:ext cx="7962961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fr-FR" noProof="0" err="1"/>
              <a:t>Chapter</a:t>
            </a:r>
            <a:r>
              <a:rPr lang="fr-FR" noProof="0"/>
              <a:t> 3</a:t>
            </a:r>
          </a:p>
        </p:txBody>
      </p:sp>
      <p:sp>
        <p:nvSpPr>
          <p:cNvPr id="34" name="Text Placeholder 8"/>
          <p:cNvSpPr>
            <a:spLocks noGrp="1"/>
          </p:cNvSpPr>
          <p:nvPr>
            <p:ph type="body" sz="quarter" idx="28" hasCustomPrompt="1"/>
          </p:nvPr>
        </p:nvSpPr>
        <p:spPr>
          <a:xfrm>
            <a:off x="10213095" y="2342033"/>
            <a:ext cx="1546213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59" name="Text Placeholder 4" descr="Chapter 4"/>
          <p:cNvSpPr>
            <a:spLocks noGrp="1"/>
          </p:cNvSpPr>
          <p:nvPr>
            <p:ph type="body" sz="quarter" idx="59" hasCustomPrompt="1"/>
          </p:nvPr>
        </p:nvSpPr>
        <p:spPr>
          <a:xfrm>
            <a:off x="423985" y="2842331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04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2019239" y="2842331"/>
            <a:ext cx="7962961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fr-FR" noProof="0" err="1"/>
              <a:t>Chapter</a:t>
            </a:r>
            <a:r>
              <a:rPr lang="fr-FR" noProof="0"/>
              <a:t> 4</a:t>
            </a:r>
          </a:p>
        </p:txBody>
      </p:sp>
      <p:sp>
        <p:nvSpPr>
          <p:cNvPr id="33" name="Text Placeholder 8"/>
          <p:cNvSpPr>
            <a:spLocks noGrp="1"/>
          </p:cNvSpPr>
          <p:nvPr>
            <p:ph type="body" sz="quarter" idx="27" hasCustomPrompt="1"/>
          </p:nvPr>
        </p:nvSpPr>
        <p:spPr>
          <a:xfrm>
            <a:off x="10213095" y="2842331"/>
            <a:ext cx="1546213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60" name="Text Placeholder 4" descr="Chapter 5"/>
          <p:cNvSpPr>
            <a:spLocks noGrp="1"/>
          </p:cNvSpPr>
          <p:nvPr>
            <p:ph type="body" sz="quarter" idx="60" hasCustomPrompt="1"/>
          </p:nvPr>
        </p:nvSpPr>
        <p:spPr>
          <a:xfrm>
            <a:off x="423985" y="3342629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05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30" hasCustomPrompt="1"/>
          </p:nvPr>
        </p:nvSpPr>
        <p:spPr>
          <a:xfrm>
            <a:off x="2019239" y="3342629"/>
            <a:ext cx="7962961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fr-FR" noProof="0" err="1"/>
              <a:t>Chapter</a:t>
            </a:r>
            <a:r>
              <a:rPr lang="fr-FR" noProof="0"/>
              <a:t> 5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32" hasCustomPrompt="1"/>
          </p:nvPr>
        </p:nvSpPr>
        <p:spPr>
          <a:xfrm>
            <a:off x="10213095" y="3342629"/>
            <a:ext cx="1546213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61" name="Text Placeholder 4" descr="Chapter 6"/>
          <p:cNvSpPr>
            <a:spLocks noGrp="1"/>
          </p:cNvSpPr>
          <p:nvPr>
            <p:ph type="body" sz="quarter" idx="61" hasCustomPrompt="1"/>
          </p:nvPr>
        </p:nvSpPr>
        <p:spPr>
          <a:xfrm>
            <a:off x="423985" y="3842926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06</a:t>
            </a:r>
          </a:p>
        </p:txBody>
      </p:sp>
      <p:sp>
        <p:nvSpPr>
          <p:cNvPr id="25" name="Text Placeholder 8"/>
          <p:cNvSpPr>
            <a:spLocks noGrp="1"/>
          </p:cNvSpPr>
          <p:nvPr>
            <p:ph type="body" sz="quarter" idx="33" hasCustomPrompt="1"/>
          </p:nvPr>
        </p:nvSpPr>
        <p:spPr>
          <a:xfrm>
            <a:off x="2019239" y="3842926"/>
            <a:ext cx="7962961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fr-FR" noProof="0" err="1"/>
              <a:t>Chapter</a:t>
            </a:r>
            <a:r>
              <a:rPr lang="fr-FR" noProof="0"/>
              <a:t> 6</a:t>
            </a:r>
          </a:p>
        </p:txBody>
      </p:sp>
      <p:sp>
        <p:nvSpPr>
          <p:cNvPr id="31" name="Text Placeholder 8"/>
          <p:cNvSpPr>
            <a:spLocks noGrp="1"/>
          </p:cNvSpPr>
          <p:nvPr>
            <p:ph type="body" sz="quarter" idx="38" hasCustomPrompt="1"/>
          </p:nvPr>
        </p:nvSpPr>
        <p:spPr>
          <a:xfrm>
            <a:off x="10213095" y="3842926"/>
            <a:ext cx="1546213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62" name="Text Placeholder 4" descr="Chapter 7"/>
          <p:cNvSpPr>
            <a:spLocks noGrp="1"/>
          </p:cNvSpPr>
          <p:nvPr>
            <p:ph type="body" sz="quarter" idx="62" hasCustomPrompt="1"/>
          </p:nvPr>
        </p:nvSpPr>
        <p:spPr>
          <a:xfrm>
            <a:off x="423985" y="4343224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07</a:t>
            </a:r>
          </a:p>
        </p:txBody>
      </p:sp>
      <p:sp>
        <p:nvSpPr>
          <p:cNvPr id="27" name="Text Placeholder 8"/>
          <p:cNvSpPr>
            <a:spLocks noGrp="1"/>
          </p:cNvSpPr>
          <p:nvPr>
            <p:ph type="body" sz="quarter" idx="35" hasCustomPrompt="1"/>
          </p:nvPr>
        </p:nvSpPr>
        <p:spPr>
          <a:xfrm>
            <a:off x="2019239" y="4343224"/>
            <a:ext cx="7962961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fr-FR" noProof="0" err="1"/>
              <a:t>Chapter</a:t>
            </a:r>
            <a:r>
              <a:rPr lang="fr-FR" noProof="0"/>
              <a:t> 7</a:t>
            </a:r>
          </a:p>
        </p:txBody>
      </p:sp>
      <p:sp>
        <p:nvSpPr>
          <p:cNvPr id="29" name="Text Placeholder 8"/>
          <p:cNvSpPr>
            <a:spLocks noGrp="1"/>
          </p:cNvSpPr>
          <p:nvPr>
            <p:ph type="body" sz="quarter" idx="37" hasCustomPrompt="1"/>
          </p:nvPr>
        </p:nvSpPr>
        <p:spPr>
          <a:xfrm>
            <a:off x="10213095" y="4343224"/>
            <a:ext cx="1546213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63" name="Text Placeholder 4" descr="Chapter 8"/>
          <p:cNvSpPr>
            <a:spLocks noGrp="1"/>
          </p:cNvSpPr>
          <p:nvPr>
            <p:ph type="body" sz="quarter" idx="63" hasCustomPrompt="1"/>
          </p:nvPr>
        </p:nvSpPr>
        <p:spPr>
          <a:xfrm>
            <a:off x="423985" y="4843521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08</a:t>
            </a:r>
          </a:p>
        </p:txBody>
      </p:sp>
      <p:sp>
        <p:nvSpPr>
          <p:cNvPr id="39" name="Text Placeholder 8"/>
          <p:cNvSpPr>
            <a:spLocks noGrp="1"/>
          </p:cNvSpPr>
          <p:nvPr>
            <p:ph type="body" sz="quarter" idx="39" hasCustomPrompt="1"/>
          </p:nvPr>
        </p:nvSpPr>
        <p:spPr>
          <a:xfrm>
            <a:off x="2019239" y="4843521"/>
            <a:ext cx="7962961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fr-FR" noProof="0" err="1"/>
              <a:t>Chapter</a:t>
            </a:r>
            <a:r>
              <a:rPr lang="fr-FR" noProof="0"/>
              <a:t> 8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41" hasCustomPrompt="1"/>
          </p:nvPr>
        </p:nvSpPr>
        <p:spPr>
          <a:xfrm>
            <a:off x="10213095" y="4843521"/>
            <a:ext cx="1546213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64" name="Text Placeholder 4" descr="Chapter 9"/>
          <p:cNvSpPr>
            <a:spLocks noGrp="1"/>
          </p:cNvSpPr>
          <p:nvPr>
            <p:ph type="body" sz="quarter" idx="64" hasCustomPrompt="1"/>
          </p:nvPr>
        </p:nvSpPr>
        <p:spPr>
          <a:xfrm>
            <a:off x="423985" y="5343819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09</a:t>
            </a:r>
          </a:p>
        </p:txBody>
      </p:sp>
      <p:sp>
        <p:nvSpPr>
          <p:cNvPr id="42" name="Text Placeholder 8"/>
          <p:cNvSpPr>
            <a:spLocks noGrp="1"/>
          </p:cNvSpPr>
          <p:nvPr>
            <p:ph type="body" sz="quarter" idx="42" hasCustomPrompt="1"/>
          </p:nvPr>
        </p:nvSpPr>
        <p:spPr>
          <a:xfrm>
            <a:off x="2019239" y="5343819"/>
            <a:ext cx="7962961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fr-FR" noProof="0" err="1"/>
              <a:t>Chapter</a:t>
            </a:r>
            <a:r>
              <a:rPr lang="fr-FR" noProof="0"/>
              <a:t> 9</a:t>
            </a:r>
          </a:p>
        </p:txBody>
      </p:sp>
      <p:sp>
        <p:nvSpPr>
          <p:cNvPr id="44" name="Text Placeholder 8"/>
          <p:cNvSpPr>
            <a:spLocks noGrp="1"/>
          </p:cNvSpPr>
          <p:nvPr>
            <p:ph type="body" sz="quarter" idx="44" hasCustomPrompt="1"/>
          </p:nvPr>
        </p:nvSpPr>
        <p:spPr>
          <a:xfrm>
            <a:off x="10213095" y="5343819"/>
            <a:ext cx="1546213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65" name="Text Placeholder 4" descr="Chapter 10"/>
          <p:cNvSpPr>
            <a:spLocks noGrp="1"/>
          </p:cNvSpPr>
          <p:nvPr>
            <p:ph type="body" sz="quarter" idx="65" hasCustomPrompt="1"/>
          </p:nvPr>
        </p:nvSpPr>
        <p:spPr>
          <a:xfrm>
            <a:off x="423985" y="5844116"/>
            <a:ext cx="1329231" cy="392298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empus Sans ITC" panose="04020404030D07020202" pitchFamily="82" charset="0"/>
              <a:buNone/>
              <a:defRPr sz="2000" b="1" i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10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3" hasCustomPrompt="1"/>
          </p:nvPr>
        </p:nvSpPr>
        <p:spPr>
          <a:xfrm>
            <a:off x="2019239" y="5844116"/>
            <a:ext cx="7962961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>
              <a:buClr>
                <a:schemeClr val="bg2"/>
              </a:buClr>
            </a:pPr>
            <a:r>
              <a:rPr lang="fr-FR" noProof="0" err="1"/>
              <a:t>Chapter</a:t>
            </a:r>
            <a:r>
              <a:rPr lang="fr-FR" noProof="0"/>
              <a:t> 10</a:t>
            </a:r>
          </a:p>
        </p:txBody>
      </p:sp>
      <p:sp>
        <p:nvSpPr>
          <p:cNvPr id="32" name="Text Placeholder 8"/>
          <p:cNvSpPr>
            <a:spLocks noGrp="1"/>
          </p:cNvSpPr>
          <p:nvPr>
            <p:ph type="body" sz="quarter" idx="26" hasCustomPrompt="1"/>
          </p:nvPr>
        </p:nvSpPr>
        <p:spPr>
          <a:xfrm>
            <a:off x="10213095" y="5844116"/>
            <a:ext cx="1546213" cy="39229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tx1">
                    <a:lumMod val="10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fr-FR" noProof="0"/>
              <a:t>Page 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5B47C4-F2C3-EE7D-17FA-2B6721573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4" y="404664"/>
            <a:ext cx="11342769" cy="936774"/>
          </a:xfrm>
        </p:spPr>
        <p:txBody>
          <a:bodyPr/>
          <a:lstStyle>
            <a:lvl1pPr>
              <a:defRPr sz="2400"/>
            </a:lvl1pPr>
          </a:lstStyle>
          <a:p>
            <a:r>
              <a:rPr lang="fr-FR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04012111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gradi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FB919E34-A1C7-6BE5-FBE3-7C590F12DEE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423862" y="1351478"/>
            <a:ext cx="5443538" cy="1219200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None/>
              <a:defRPr sz="8800" b="0" i="0">
                <a:solidFill>
                  <a:schemeClr val="bg2">
                    <a:lumMod val="100000"/>
                  </a:schemeClr>
                </a:solidFill>
                <a:latin typeface="+mn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1.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5D24991-9593-6011-4D88-250D013FC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6600825" y="0"/>
            <a:ext cx="5591175" cy="6858000"/>
          </a:xfrm>
          <a:custGeom>
            <a:avLst/>
            <a:gdLst>
              <a:gd name="connsiteX0" fmla="*/ 705085 w 5591175"/>
              <a:gd name="connsiteY0" fmla="*/ 0 h 6858000"/>
              <a:gd name="connsiteX1" fmla="*/ 5591175 w 5591175"/>
              <a:gd name="connsiteY1" fmla="*/ 0 h 6858000"/>
              <a:gd name="connsiteX2" fmla="*/ 5591175 w 5591175"/>
              <a:gd name="connsiteY2" fmla="*/ 6858000 h 6858000"/>
              <a:gd name="connsiteX3" fmla="*/ 622198 w 5591175"/>
              <a:gd name="connsiteY3" fmla="*/ 6858000 h 6858000"/>
              <a:gd name="connsiteX4" fmla="*/ 557757 w 5591175"/>
              <a:gd name="connsiteY4" fmla="*/ 6694566 h 6858000"/>
              <a:gd name="connsiteX5" fmla="*/ 0 w 5591175"/>
              <a:gd name="connsiteY5" fmla="*/ 3534111 h 6858000"/>
              <a:gd name="connsiteX6" fmla="*/ 557757 w 5591175"/>
              <a:gd name="connsiteY6" fmla="*/ 37365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91175" h="6858000">
                <a:moveTo>
                  <a:pt x="705085" y="0"/>
                </a:moveTo>
                <a:lnTo>
                  <a:pt x="5591175" y="0"/>
                </a:lnTo>
                <a:lnTo>
                  <a:pt x="5591175" y="6858000"/>
                </a:lnTo>
                <a:lnTo>
                  <a:pt x="622198" y="6858000"/>
                </a:lnTo>
                <a:lnTo>
                  <a:pt x="557757" y="6694566"/>
                </a:lnTo>
                <a:cubicBezTo>
                  <a:pt x="196925" y="5709086"/>
                  <a:pt x="0" y="4644596"/>
                  <a:pt x="0" y="3534111"/>
                </a:cubicBezTo>
                <a:cubicBezTo>
                  <a:pt x="0" y="2423627"/>
                  <a:pt x="196925" y="1359136"/>
                  <a:pt x="557757" y="373656"/>
                </a:cubicBezTo>
                <a:close/>
              </a:path>
            </a:pathLst>
          </a:custGeom>
          <a:gradFill>
            <a:gsLst>
              <a:gs pos="100000">
                <a:schemeClr val="accent3"/>
              </a:gs>
              <a:gs pos="0">
                <a:schemeClr val="bg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2"/>
              </a:solidFill>
              <a:ea typeface="+mj-ea"/>
              <a:cs typeface="+mj-cs"/>
            </a:endParaRPr>
          </a:p>
        </p:txBody>
      </p:sp>
      <p:grpSp>
        <p:nvGrpSpPr>
          <p:cNvPr id="20" name="Strokes">
            <a:extLst>
              <a:ext uri="{FF2B5EF4-FFF2-40B4-BE49-F238E27FC236}">
                <a16:creationId xmlns:a16="http://schemas.microsoft.com/office/drawing/2014/main" id="{0B58CFC9-C855-8C8C-2C84-41B14641E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448800" y="-38315"/>
            <a:ext cx="1665950" cy="6935067"/>
            <a:chOff x="5268685" y="-38315"/>
            <a:chExt cx="1665950" cy="6935067"/>
          </a:xfrm>
        </p:grpSpPr>
        <p:sp>
          <p:nvSpPr>
            <p:cNvPr id="18" name="Graphic 2">
              <a:extLst>
                <a:ext uri="{FF2B5EF4-FFF2-40B4-BE49-F238E27FC236}">
                  <a16:creationId xmlns:a16="http://schemas.microsoft.com/office/drawing/2014/main" id="{22505BBA-9534-53A1-8A03-39AB2B1A10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268685" y="-19374"/>
              <a:ext cx="1196776" cy="6915472"/>
            </a:xfrm>
            <a:custGeom>
              <a:avLst/>
              <a:gdLst>
                <a:gd name="connsiteX0" fmla="*/ 53775 w 1196776"/>
                <a:gd name="connsiteY0" fmla="*/ 0 h 6915472"/>
                <a:gd name="connsiteX1" fmla="*/ 1196776 w 1196776"/>
                <a:gd name="connsiteY1" fmla="*/ 6915473 h 6915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6776" h="6915472">
                  <a:moveTo>
                    <a:pt x="53775" y="0"/>
                  </a:moveTo>
                  <a:cubicBezTo>
                    <a:pt x="53775" y="0"/>
                    <a:pt x="-376429" y="3291621"/>
                    <a:pt x="1196776" y="6915473"/>
                  </a:cubicBezTo>
                </a:path>
              </a:pathLst>
            </a:custGeom>
            <a:noFill/>
            <a:ln w="28575" cap="flat" cmpd="sng" algn="ctr">
              <a:solidFill>
                <a:schemeClr val="tx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Graphic 1">
              <a:extLst>
                <a:ext uri="{FF2B5EF4-FFF2-40B4-BE49-F238E27FC236}">
                  <a16:creationId xmlns:a16="http://schemas.microsoft.com/office/drawing/2014/main" id="{DB4214DF-70DF-B49D-4AC2-1DC59C982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42443" y="-38315"/>
              <a:ext cx="1492192" cy="6935067"/>
            </a:xfrm>
            <a:custGeom>
              <a:avLst/>
              <a:gdLst>
                <a:gd name="connsiteX0" fmla="*/ 1492192 w 1492192"/>
                <a:gd name="connsiteY0" fmla="*/ 0 h 6935067"/>
                <a:gd name="connsiteX1" fmla="*/ 13911 w 1492192"/>
                <a:gd name="connsiteY1" fmla="*/ 6935067 h 6935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2192" h="6935067">
                  <a:moveTo>
                    <a:pt x="1492192" y="0"/>
                  </a:moveTo>
                  <a:cubicBezTo>
                    <a:pt x="1492192" y="0"/>
                    <a:pt x="-167881" y="2988780"/>
                    <a:pt x="13911" y="6935067"/>
                  </a:cubicBezTo>
                </a:path>
              </a:pathLst>
            </a:custGeom>
            <a:noFill/>
            <a:ln w="28575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E1836B4-830D-5B1B-BD6F-E2169BA9C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2570677"/>
            <a:ext cx="5443538" cy="1219199"/>
          </a:xfrm>
        </p:spPr>
        <p:txBody>
          <a:bodyPr/>
          <a:lstStyle>
            <a:lvl1pPr>
              <a:defRPr sz="3600">
                <a:latin typeface="+mn-lt"/>
              </a:defRPr>
            </a:lvl1pPr>
          </a:lstStyle>
          <a:p>
            <a:pPr lvl="0"/>
            <a:r>
              <a:rPr lang="fr-FR" noProof="0" err="1"/>
              <a:t>Chapter</a:t>
            </a:r>
            <a:br>
              <a:rPr lang="fr-FR" noProof="0"/>
            </a:br>
            <a:r>
              <a:rPr lang="fr-FR" noProof="0" err="1"/>
              <a:t>divider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547759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8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ibra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423862" y="1351478"/>
            <a:ext cx="5443538" cy="1219200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None/>
              <a:defRPr sz="8800" b="0" i="0">
                <a:solidFill>
                  <a:schemeClr val="bg2">
                    <a:lumMod val="100000"/>
                  </a:schemeClr>
                </a:solidFill>
                <a:latin typeface="+mn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1.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1CDD358-1B24-A515-51A2-F0CEB125A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6600825" y="0"/>
            <a:ext cx="5591175" cy="6858000"/>
          </a:xfrm>
          <a:custGeom>
            <a:avLst/>
            <a:gdLst>
              <a:gd name="connsiteX0" fmla="*/ 705085 w 5591175"/>
              <a:gd name="connsiteY0" fmla="*/ 0 h 6858000"/>
              <a:gd name="connsiteX1" fmla="*/ 5591175 w 5591175"/>
              <a:gd name="connsiteY1" fmla="*/ 0 h 6858000"/>
              <a:gd name="connsiteX2" fmla="*/ 5591175 w 5591175"/>
              <a:gd name="connsiteY2" fmla="*/ 6858000 h 6858000"/>
              <a:gd name="connsiteX3" fmla="*/ 622198 w 5591175"/>
              <a:gd name="connsiteY3" fmla="*/ 6858000 h 6858000"/>
              <a:gd name="connsiteX4" fmla="*/ 557757 w 5591175"/>
              <a:gd name="connsiteY4" fmla="*/ 6694566 h 6858000"/>
              <a:gd name="connsiteX5" fmla="*/ 0 w 5591175"/>
              <a:gd name="connsiteY5" fmla="*/ 3534111 h 6858000"/>
              <a:gd name="connsiteX6" fmla="*/ 557757 w 5591175"/>
              <a:gd name="connsiteY6" fmla="*/ 37365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91175" h="6858000">
                <a:moveTo>
                  <a:pt x="705085" y="0"/>
                </a:moveTo>
                <a:lnTo>
                  <a:pt x="5591175" y="0"/>
                </a:lnTo>
                <a:lnTo>
                  <a:pt x="5591175" y="6858000"/>
                </a:lnTo>
                <a:lnTo>
                  <a:pt x="622198" y="6858000"/>
                </a:lnTo>
                <a:lnTo>
                  <a:pt x="557757" y="6694566"/>
                </a:lnTo>
                <a:cubicBezTo>
                  <a:pt x="196925" y="5709086"/>
                  <a:pt x="0" y="4644596"/>
                  <a:pt x="0" y="3534111"/>
                </a:cubicBezTo>
                <a:cubicBezTo>
                  <a:pt x="0" y="2423627"/>
                  <a:pt x="196925" y="1359136"/>
                  <a:pt x="557757" y="373656"/>
                </a:cubicBezTo>
                <a:close/>
              </a:path>
            </a:pathLst>
          </a:custGeom>
          <a:solidFill>
            <a:schemeClr val="bg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2"/>
              </a:solidFill>
              <a:ea typeface="+mj-ea"/>
              <a:cs typeface="+mj-cs"/>
            </a:endParaRPr>
          </a:p>
        </p:txBody>
      </p:sp>
      <p:grpSp>
        <p:nvGrpSpPr>
          <p:cNvPr id="20" name="Strokes">
            <a:extLst>
              <a:ext uri="{FF2B5EF4-FFF2-40B4-BE49-F238E27FC236}">
                <a16:creationId xmlns:a16="http://schemas.microsoft.com/office/drawing/2014/main" id="{0B58CFC9-C855-8C8C-2C84-41B14641E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448800" y="-38315"/>
            <a:ext cx="1665950" cy="6935067"/>
            <a:chOff x="5268685" y="-38315"/>
            <a:chExt cx="1665950" cy="6935067"/>
          </a:xfrm>
        </p:grpSpPr>
        <p:sp>
          <p:nvSpPr>
            <p:cNvPr id="18" name="Graphic 2">
              <a:extLst>
                <a:ext uri="{FF2B5EF4-FFF2-40B4-BE49-F238E27FC236}">
                  <a16:creationId xmlns:a16="http://schemas.microsoft.com/office/drawing/2014/main" id="{22505BBA-9534-53A1-8A03-39AB2B1A10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268685" y="-19374"/>
              <a:ext cx="1196776" cy="6915472"/>
            </a:xfrm>
            <a:custGeom>
              <a:avLst/>
              <a:gdLst>
                <a:gd name="connsiteX0" fmla="*/ 53775 w 1196776"/>
                <a:gd name="connsiteY0" fmla="*/ 0 h 6915472"/>
                <a:gd name="connsiteX1" fmla="*/ 1196776 w 1196776"/>
                <a:gd name="connsiteY1" fmla="*/ 6915473 h 6915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6776" h="6915472">
                  <a:moveTo>
                    <a:pt x="53775" y="0"/>
                  </a:moveTo>
                  <a:cubicBezTo>
                    <a:pt x="53775" y="0"/>
                    <a:pt x="-376429" y="3291621"/>
                    <a:pt x="1196776" y="6915473"/>
                  </a:cubicBezTo>
                </a:path>
              </a:pathLst>
            </a:custGeom>
            <a:noFill/>
            <a:ln w="28575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Graphic 1">
              <a:extLst>
                <a:ext uri="{FF2B5EF4-FFF2-40B4-BE49-F238E27FC236}">
                  <a16:creationId xmlns:a16="http://schemas.microsoft.com/office/drawing/2014/main" id="{DB4214DF-70DF-B49D-4AC2-1DC59C982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42443" y="-38315"/>
              <a:ext cx="1492192" cy="6935067"/>
            </a:xfrm>
            <a:custGeom>
              <a:avLst/>
              <a:gdLst>
                <a:gd name="connsiteX0" fmla="*/ 1492192 w 1492192"/>
                <a:gd name="connsiteY0" fmla="*/ 0 h 6935067"/>
                <a:gd name="connsiteX1" fmla="*/ 13911 w 1492192"/>
                <a:gd name="connsiteY1" fmla="*/ 6935067 h 6935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2192" h="6935067">
                  <a:moveTo>
                    <a:pt x="1492192" y="0"/>
                  </a:moveTo>
                  <a:cubicBezTo>
                    <a:pt x="1492192" y="0"/>
                    <a:pt x="-167881" y="2988780"/>
                    <a:pt x="13911" y="6935067"/>
                  </a:cubicBezTo>
                </a:path>
              </a:pathLst>
            </a:custGeom>
            <a:noFill/>
            <a:ln w="28575" cap="flat" cmpd="sng" algn="ctr">
              <a:solidFill>
                <a:schemeClr val="bg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78A0290B-3051-1D42-DD53-7F86983E1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2570677"/>
            <a:ext cx="5443538" cy="1219199"/>
          </a:xfrm>
        </p:spPr>
        <p:txBody>
          <a:bodyPr/>
          <a:lstStyle>
            <a:lvl1pPr>
              <a:defRPr sz="3600">
                <a:latin typeface="+mn-lt"/>
              </a:defRPr>
            </a:lvl1pPr>
          </a:lstStyle>
          <a:p>
            <a:pPr lvl="0"/>
            <a:r>
              <a:rPr lang="fr-FR" noProof="0" err="1"/>
              <a:t>Chapter</a:t>
            </a:r>
            <a:br>
              <a:rPr lang="fr-FR" noProof="0"/>
            </a:br>
            <a:r>
              <a:rPr lang="fr-FR" noProof="0" err="1"/>
              <a:t>divider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874946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eep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423862" y="1351478"/>
            <a:ext cx="5443538" cy="1219200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None/>
              <a:defRPr sz="8800" b="0" i="0">
                <a:solidFill>
                  <a:schemeClr val="bg2">
                    <a:lumMod val="100000"/>
                  </a:schemeClr>
                </a:solidFill>
                <a:latin typeface="+mn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1.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3FC7270-1DEF-7AE3-DFB3-5C02ABBD4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6600825" y="0"/>
            <a:ext cx="5591175" cy="6858000"/>
          </a:xfrm>
          <a:custGeom>
            <a:avLst/>
            <a:gdLst>
              <a:gd name="connsiteX0" fmla="*/ 705085 w 5591175"/>
              <a:gd name="connsiteY0" fmla="*/ 0 h 6858000"/>
              <a:gd name="connsiteX1" fmla="*/ 5591175 w 5591175"/>
              <a:gd name="connsiteY1" fmla="*/ 0 h 6858000"/>
              <a:gd name="connsiteX2" fmla="*/ 5591175 w 5591175"/>
              <a:gd name="connsiteY2" fmla="*/ 6858000 h 6858000"/>
              <a:gd name="connsiteX3" fmla="*/ 622198 w 5591175"/>
              <a:gd name="connsiteY3" fmla="*/ 6858000 h 6858000"/>
              <a:gd name="connsiteX4" fmla="*/ 557757 w 5591175"/>
              <a:gd name="connsiteY4" fmla="*/ 6694566 h 6858000"/>
              <a:gd name="connsiteX5" fmla="*/ 0 w 5591175"/>
              <a:gd name="connsiteY5" fmla="*/ 3534111 h 6858000"/>
              <a:gd name="connsiteX6" fmla="*/ 557757 w 5591175"/>
              <a:gd name="connsiteY6" fmla="*/ 37365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91175" h="6858000">
                <a:moveTo>
                  <a:pt x="705085" y="0"/>
                </a:moveTo>
                <a:lnTo>
                  <a:pt x="5591175" y="0"/>
                </a:lnTo>
                <a:lnTo>
                  <a:pt x="5591175" y="6858000"/>
                </a:lnTo>
                <a:lnTo>
                  <a:pt x="622198" y="6858000"/>
                </a:lnTo>
                <a:lnTo>
                  <a:pt x="557757" y="6694566"/>
                </a:lnTo>
                <a:cubicBezTo>
                  <a:pt x="196925" y="5709086"/>
                  <a:pt x="0" y="4644596"/>
                  <a:pt x="0" y="3534111"/>
                </a:cubicBezTo>
                <a:cubicBezTo>
                  <a:pt x="0" y="2423627"/>
                  <a:pt x="196925" y="1359136"/>
                  <a:pt x="557757" y="373656"/>
                </a:cubicBezTo>
                <a:close/>
              </a:path>
            </a:pathLst>
          </a:custGeom>
          <a:solidFill>
            <a:schemeClr val="accent3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schemeClr val="bg2"/>
              </a:solidFill>
              <a:ea typeface="+mj-ea"/>
              <a:cs typeface="+mj-cs"/>
            </a:endParaRPr>
          </a:p>
        </p:txBody>
      </p:sp>
      <p:grpSp>
        <p:nvGrpSpPr>
          <p:cNvPr id="20" name="Strokes">
            <a:extLst>
              <a:ext uri="{FF2B5EF4-FFF2-40B4-BE49-F238E27FC236}">
                <a16:creationId xmlns:a16="http://schemas.microsoft.com/office/drawing/2014/main" id="{0B58CFC9-C855-8C8C-2C84-41B14641E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448800" y="-38315"/>
            <a:ext cx="1665950" cy="6935067"/>
            <a:chOff x="5268685" y="-38315"/>
            <a:chExt cx="1665950" cy="6935067"/>
          </a:xfrm>
        </p:grpSpPr>
        <p:sp>
          <p:nvSpPr>
            <p:cNvPr id="18" name="Graphic 2">
              <a:extLst>
                <a:ext uri="{FF2B5EF4-FFF2-40B4-BE49-F238E27FC236}">
                  <a16:creationId xmlns:a16="http://schemas.microsoft.com/office/drawing/2014/main" id="{22505BBA-9534-53A1-8A03-39AB2B1A10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268685" y="-19374"/>
              <a:ext cx="1196776" cy="6915472"/>
            </a:xfrm>
            <a:custGeom>
              <a:avLst/>
              <a:gdLst>
                <a:gd name="connsiteX0" fmla="*/ 53775 w 1196776"/>
                <a:gd name="connsiteY0" fmla="*/ 0 h 6915472"/>
                <a:gd name="connsiteX1" fmla="*/ 1196776 w 1196776"/>
                <a:gd name="connsiteY1" fmla="*/ 6915473 h 6915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96776" h="6915472">
                  <a:moveTo>
                    <a:pt x="53775" y="0"/>
                  </a:moveTo>
                  <a:cubicBezTo>
                    <a:pt x="53775" y="0"/>
                    <a:pt x="-376429" y="3291621"/>
                    <a:pt x="1196776" y="6915473"/>
                  </a:cubicBezTo>
                </a:path>
              </a:pathLst>
            </a:custGeom>
            <a:noFill/>
            <a:ln w="28575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Graphic 1">
              <a:extLst>
                <a:ext uri="{FF2B5EF4-FFF2-40B4-BE49-F238E27FC236}">
                  <a16:creationId xmlns:a16="http://schemas.microsoft.com/office/drawing/2014/main" id="{DB4214DF-70DF-B49D-4AC2-1DC59C982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42443" y="-38315"/>
              <a:ext cx="1492192" cy="6935067"/>
            </a:xfrm>
            <a:custGeom>
              <a:avLst/>
              <a:gdLst>
                <a:gd name="connsiteX0" fmla="*/ 1492192 w 1492192"/>
                <a:gd name="connsiteY0" fmla="*/ 0 h 6935067"/>
                <a:gd name="connsiteX1" fmla="*/ 13911 w 1492192"/>
                <a:gd name="connsiteY1" fmla="*/ 6935067 h 6935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2192" h="6935067">
                  <a:moveTo>
                    <a:pt x="1492192" y="0"/>
                  </a:moveTo>
                  <a:cubicBezTo>
                    <a:pt x="1492192" y="0"/>
                    <a:pt x="-167881" y="2988780"/>
                    <a:pt x="13911" y="6935067"/>
                  </a:cubicBezTo>
                </a:path>
              </a:pathLst>
            </a:custGeom>
            <a:noFill/>
            <a:ln w="28575" cap="flat" cmpd="sng" algn="ctr">
              <a:solidFill>
                <a:schemeClr val="bg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348DA029-BA70-021C-A4EF-12082A2D5F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2570678"/>
            <a:ext cx="5443538" cy="1219200"/>
          </a:xfrm>
        </p:spPr>
        <p:txBody>
          <a:bodyPr/>
          <a:lstStyle>
            <a:lvl1pPr>
              <a:defRPr sz="3600">
                <a:latin typeface="+mn-lt"/>
              </a:defRPr>
            </a:lvl1pPr>
          </a:lstStyle>
          <a:p>
            <a:pPr lvl="0"/>
            <a:r>
              <a:rPr lang="fr-FR" noProof="0" err="1"/>
              <a:t>Chapter</a:t>
            </a:r>
            <a:br>
              <a:rPr lang="fr-FR" noProof="0"/>
            </a:br>
            <a:r>
              <a:rPr lang="fr-FR" noProof="0" err="1"/>
              <a:t>divider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757304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8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whit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423862" y="1344719"/>
            <a:ext cx="5443538" cy="1219200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None/>
              <a:defRPr sz="8800" b="0" i="0">
                <a:solidFill>
                  <a:schemeClr val="bg2">
                    <a:lumMod val="100000"/>
                  </a:schemeClr>
                </a:solidFill>
                <a:latin typeface="+mn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noProof="0"/>
              <a:t>1.</a:t>
            </a:r>
          </a:p>
        </p:txBody>
      </p:sp>
      <p:sp>
        <p:nvSpPr>
          <p:cNvPr id="24" name="Picture placeholder">
            <a:extLst>
              <a:ext uri="{FF2B5EF4-FFF2-40B4-BE49-F238E27FC236}">
                <a16:creationId xmlns:a16="http://schemas.microsoft.com/office/drawing/2014/main" id="{262EFC9A-FD0B-AFEC-332F-B9C4A3A4E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7603094" y="0"/>
            <a:ext cx="4590494" cy="6858000"/>
          </a:xfrm>
          <a:custGeom>
            <a:avLst/>
            <a:gdLst>
              <a:gd name="connsiteX0" fmla="*/ 1589671 w 4590494"/>
              <a:gd name="connsiteY0" fmla="*/ 0 h 6858000"/>
              <a:gd name="connsiteX1" fmla="*/ 4590494 w 4590494"/>
              <a:gd name="connsiteY1" fmla="*/ 0 h 6858000"/>
              <a:gd name="connsiteX2" fmla="*/ 4590494 w 4590494"/>
              <a:gd name="connsiteY2" fmla="*/ 6858000 h 6858000"/>
              <a:gd name="connsiteX3" fmla="*/ 1589671 w 4590494"/>
              <a:gd name="connsiteY3" fmla="*/ 6858000 h 6858000"/>
              <a:gd name="connsiteX4" fmla="*/ 1472926 w 4590494"/>
              <a:gd name="connsiteY4" fmla="*/ 6756873 h 6858000"/>
              <a:gd name="connsiteX5" fmla="*/ 0 w 4590494"/>
              <a:gd name="connsiteY5" fmla="*/ 3429000 h 6858000"/>
              <a:gd name="connsiteX6" fmla="*/ 1472926 w 4590494"/>
              <a:gd name="connsiteY6" fmla="*/ 10112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90494" h="6858000">
                <a:moveTo>
                  <a:pt x="1589671" y="0"/>
                </a:moveTo>
                <a:lnTo>
                  <a:pt x="4590494" y="0"/>
                </a:lnTo>
                <a:lnTo>
                  <a:pt x="4590494" y="6858000"/>
                </a:lnTo>
                <a:lnTo>
                  <a:pt x="1589671" y="6858000"/>
                </a:lnTo>
                <a:lnTo>
                  <a:pt x="1472926" y="6756873"/>
                </a:lnTo>
                <a:cubicBezTo>
                  <a:pt x="568077" y="5934466"/>
                  <a:pt x="0" y="4748074"/>
                  <a:pt x="0" y="3429000"/>
                </a:cubicBezTo>
                <a:cubicBezTo>
                  <a:pt x="0" y="2109927"/>
                  <a:pt x="568077" y="923534"/>
                  <a:pt x="1472926" y="101127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>
              <a:defRPr/>
            </a:lvl1pPr>
          </a:lstStyle>
          <a:p>
            <a:r>
              <a:rPr lang="fr-FR"/>
              <a:t>Insert image</a:t>
            </a:r>
          </a:p>
        </p:txBody>
      </p:sp>
      <p:grpSp>
        <p:nvGrpSpPr>
          <p:cNvPr id="14" name="Strokes">
            <a:extLst>
              <a:ext uri="{FF2B5EF4-FFF2-40B4-BE49-F238E27FC236}">
                <a16:creationId xmlns:a16="http://schemas.microsoft.com/office/drawing/2014/main" id="{601CE935-C356-500C-F5A7-58C9E3487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3454940"/>
            <a:ext cx="12192863" cy="3429232"/>
            <a:chOff x="0" y="1716074"/>
            <a:chExt cx="12192863" cy="3429232"/>
          </a:xfrm>
        </p:grpSpPr>
        <p:sp>
          <p:nvSpPr>
            <p:cNvPr id="12" name="Graphic 2">
              <a:extLst>
                <a:ext uri="{FF2B5EF4-FFF2-40B4-BE49-F238E27FC236}">
                  <a16:creationId xmlns:a16="http://schemas.microsoft.com/office/drawing/2014/main" id="{0DC83FE4-0D2A-A00F-80EE-8F10E86B8B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1716074"/>
              <a:ext cx="12192863" cy="2183025"/>
            </a:xfrm>
            <a:custGeom>
              <a:avLst/>
              <a:gdLst>
                <a:gd name="connsiteX0" fmla="*/ 0 w 12192863"/>
                <a:gd name="connsiteY0" fmla="*/ 1435691 h 2183025"/>
                <a:gd name="connsiteX1" fmla="*/ 12192864 w 12192863"/>
                <a:gd name="connsiteY1" fmla="*/ 0 h 2183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92863" h="2183025">
                  <a:moveTo>
                    <a:pt x="0" y="1435691"/>
                  </a:moveTo>
                  <a:cubicBezTo>
                    <a:pt x="0" y="1435691"/>
                    <a:pt x="6346390" y="3849908"/>
                    <a:pt x="12192864" y="0"/>
                  </a:cubicBezTo>
                </a:path>
              </a:pathLst>
            </a:custGeom>
            <a:noFill/>
            <a:ln w="28575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Graphic 1">
              <a:extLst>
                <a:ext uri="{FF2B5EF4-FFF2-40B4-BE49-F238E27FC236}">
                  <a16:creationId xmlns:a16="http://schemas.microsoft.com/office/drawing/2014/main" id="{6CD1389A-3900-85CF-BD33-2ED1A4EE5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74851" y="2876302"/>
              <a:ext cx="8218012" cy="2269004"/>
            </a:xfrm>
            <a:custGeom>
              <a:avLst/>
              <a:gdLst>
                <a:gd name="connsiteX0" fmla="*/ 0 w 8218012"/>
                <a:gd name="connsiteY0" fmla="*/ 2269005 h 2269004"/>
                <a:gd name="connsiteX1" fmla="*/ 8218013 w 8218012"/>
                <a:gd name="connsiteY1" fmla="*/ 220620 h 226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18012" h="2269004">
                  <a:moveTo>
                    <a:pt x="0" y="2269005"/>
                  </a:moveTo>
                  <a:cubicBezTo>
                    <a:pt x="0" y="2269005"/>
                    <a:pt x="2755579" y="-840171"/>
                    <a:pt x="8218013" y="220620"/>
                  </a:cubicBezTo>
                </a:path>
              </a:pathLst>
            </a:custGeom>
            <a:noFill/>
            <a:ln w="28575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AB9EC2DB-6BBB-CDD5-13FF-7115D2EBFD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2570678"/>
            <a:ext cx="5443538" cy="1218686"/>
          </a:xfrm>
        </p:spPr>
        <p:txBody>
          <a:bodyPr/>
          <a:lstStyle>
            <a:lvl1pPr>
              <a:defRPr sz="3600">
                <a:latin typeface="+mn-lt"/>
              </a:defRPr>
            </a:lvl1pPr>
          </a:lstStyle>
          <a:p>
            <a:pPr lvl="0"/>
            <a:r>
              <a:rPr lang="fr-FR" noProof="0" err="1"/>
              <a:t>Chapter</a:t>
            </a:r>
            <a:br>
              <a:rPr lang="fr-FR" noProof="0"/>
            </a:br>
            <a:r>
              <a:rPr lang="fr-FR" noProof="0" err="1"/>
              <a:t>divider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2039800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icture left">
    <p:bg>
      <p:bgPr>
        <a:gradFill flip="none" rotWithShape="1">
          <a:gsLst>
            <a:gs pos="0">
              <a:schemeClr val="bg2"/>
            </a:gs>
            <a:gs pos="100000">
              <a:schemeClr val="accent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trokes">
            <a:extLst>
              <a:ext uri="{FF2B5EF4-FFF2-40B4-BE49-F238E27FC236}">
                <a16:creationId xmlns:a16="http://schemas.microsoft.com/office/drawing/2014/main" id="{4A45B4E5-2874-9EDA-B7B4-648956357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3454940"/>
            <a:ext cx="12192863" cy="3429232"/>
            <a:chOff x="0" y="1716074"/>
            <a:chExt cx="12192863" cy="3429232"/>
          </a:xfrm>
        </p:grpSpPr>
        <p:sp>
          <p:nvSpPr>
            <p:cNvPr id="10" name="Graphic 2">
              <a:extLst>
                <a:ext uri="{FF2B5EF4-FFF2-40B4-BE49-F238E27FC236}">
                  <a16:creationId xmlns:a16="http://schemas.microsoft.com/office/drawing/2014/main" id="{BF8F9DEC-A229-615F-A903-BDDFE7A4B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1716074"/>
              <a:ext cx="12192863" cy="2183025"/>
            </a:xfrm>
            <a:custGeom>
              <a:avLst/>
              <a:gdLst>
                <a:gd name="connsiteX0" fmla="*/ 0 w 12192863"/>
                <a:gd name="connsiteY0" fmla="*/ 1435691 h 2183025"/>
                <a:gd name="connsiteX1" fmla="*/ 12192864 w 12192863"/>
                <a:gd name="connsiteY1" fmla="*/ 0 h 2183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92863" h="2183025">
                  <a:moveTo>
                    <a:pt x="0" y="1435691"/>
                  </a:moveTo>
                  <a:cubicBezTo>
                    <a:pt x="0" y="1435691"/>
                    <a:pt x="6346390" y="3849908"/>
                    <a:pt x="12192864" y="0"/>
                  </a:cubicBezTo>
                </a:path>
              </a:pathLst>
            </a:custGeom>
            <a:noFill/>
            <a:ln w="28575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Graphic 1">
              <a:extLst>
                <a:ext uri="{FF2B5EF4-FFF2-40B4-BE49-F238E27FC236}">
                  <a16:creationId xmlns:a16="http://schemas.microsoft.com/office/drawing/2014/main" id="{3A3AE033-F28A-D2FA-6A12-D5CBCA821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74851" y="2876302"/>
              <a:ext cx="8218012" cy="2269004"/>
            </a:xfrm>
            <a:custGeom>
              <a:avLst/>
              <a:gdLst>
                <a:gd name="connsiteX0" fmla="*/ 0 w 8218012"/>
                <a:gd name="connsiteY0" fmla="*/ 2269005 h 2269004"/>
                <a:gd name="connsiteX1" fmla="*/ 8218013 w 8218012"/>
                <a:gd name="connsiteY1" fmla="*/ 220620 h 226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18012" h="2269004">
                  <a:moveTo>
                    <a:pt x="0" y="2269005"/>
                  </a:moveTo>
                  <a:cubicBezTo>
                    <a:pt x="0" y="2269005"/>
                    <a:pt x="2755579" y="-840171"/>
                    <a:pt x="8218013" y="220620"/>
                  </a:cubicBezTo>
                </a:path>
              </a:pathLst>
            </a:custGeom>
            <a:noFill/>
            <a:ln w="28575" cap="flat" cmpd="sng" algn="ctr">
              <a:solidFill>
                <a:schemeClr val="bg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974FFEB3-ED51-39BE-50EE-0CB5A1C293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76851" y="1367004"/>
            <a:ext cx="6491288" cy="4203534"/>
          </a:xfrm>
        </p:spPr>
        <p:txBody>
          <a:bodyPr anchor="ctr"/>
          <a:lstStyle>
            <a:lvl1pPr algn="l">
              <a:defRPr sz="28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>
              <a:defRPr sz="2800">
                <a:solidFill>
                  <a:schemeClr val="bg1">
                    <a:lumMod val="100000"/>
                  </a:schemeClr>
                </a:solidFill>
              </a:defRPr>
            </a:lvl2pPr>
            <a:lvl3pPr>
              <a:defRPr sz="2800">
                <a:solidFill>
                  <a:schemeClr val="bg1">
                    <a:lumMod val="100000"/>
                  </a:schemeClr>
                </a:solidFill>
              </a:defRPr>
            </a:lvl3pPr>
            <a:lvl4pPr>
              <a:defRPr sz="2800">
                <a:solidFill>
                  <a:schemeClr val="bg1">
                    <a:lumMod val="100000"/>
                  </a:schemeClr>
                </a:solidFill>
              </a:defRPr>
            </a:lvl4pPr>
            <a:lvl5pPr>
              <a:defRPr sz="2800">
                <a:solidFill>
                  <a:schemeClr val="bg1">
                    <a:lumMod val="100000"/>
                  </a:schemeClr>
                </a:solidFill>
              </a:defRPr>
            </a:lvl5pPr>
          </a:lstStyle>
          <a:p>
            <a:pPr lvl="0"/>
            <a:r>
              <a:rPr lang="fr-FR"/>
              <a:t>“Insert a </a:t>
            </a:r>
            <a:r>
              <a:rPr lang="fr-FR" err="1"/>
              <a:t>quote</a:t>
            </a:r>
            <a:r>
              <a:rPr lang="fr-FR"/>
              <a:t> </a:t>
            </a:r>
            <a:r>
              <a:rPr lang="fr-FR" err="1"/>
              <a:t>here</a:t>
            </a:r>
            <a:r>
              <a:rPr lang="fr-FR"/>
              <a:t>.”</a:t>
            </a:r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C67FAC2F-9E8E-BBCF-CE7C-761A5D718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622564" cy="6858000"/>
          </a:xfrm>
          <a:custGeom>
            <a:avLst/>
            <a:gdLst>
              <a:gd name="connsiteX0" fmla="*/ 0 w 4622564"/>
              <a:gd name="connsiteY0" fmla="*/ 0 h 6858000"/>
              <a:gd name="connsiteX1" fmla="*/ 3111089 w 4622564"/>
              <a:gd name="connsiteY1" fmla="*/ 0 h 6858000"/>
              <a:gd name="connsiteX2" fmla="*/ 3242020 w 4622564"/>
              <a:gd name="connsiteY2" fmla="*/ 124831 h 6858000"/>
              <a:gd name="connsiteX3" fmla="*/ 4622564 w 4622564"/>
              <a:gd name="connsiteY3" fmla="*/ 3457760 h 6858000"/>
              <a:gd name="connsiteX4" fmla="*/ 3242020 w 4622564"/>
              <a:gd name="connsiteY4" fmla="*/ 6790690 h 6858000"/>
              <a:gd name="connsiteX5" fmla="*/ 3171420 w 4622564"/>
              <a:gd name="connsiteY5" fmla="*/ 6858000 h 6858000"/>
              <a:gd name="connsiteX6" fmla="*/ 0 w 462256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22564" h="6858000">
                <a:moveTo>
                  <a:pt x="0" y="0"/>
                </a:moveTo>
                <a:lnTo>
                  <a:pt x="3111089" y="0"/>
                </a:lnTo>
                <a:lnTo>
                  <a:pt x="3242020" y="124831"/>
                </a:lnTo>
                <a:cubicBezTo>
                  <a:pt x="4094991" y="977802"/>
                  <a:pt x="4622564" y="2156170"/>
                  <a:pt x="4622564" y="3457760"/>
                </a:cubicBezTo>
                <a:cubicBezTo>
                  <a:pt x="4622564" y="4759350"/>
                  <a:pt x="4094991" y="5937719"/>
                  <a:pt x="3242020" y="6790690"/>
                </a:cubicBezTo>
                <a:lnTo>
                  <a:pt x="317142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>
              <a:defRPr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r>
              <a:rPr lang="fr-FR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97871791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people picture">
    <p:bg>
      <p:bgPr>
        <a:gradFill flip="none" rotWithShape="1">
          <a:gsLst>
            <a:gs pos="0">
              <a:schemeClr val="bg2"/>
            </a:gs>
            <a:gs pos="100000">
              <a:schemeClr val="accent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trokes">
            <a:extLst>
              <a:ext uri="{FF2B5EF4-FFF2-40B4-BE49-F238E27FC236}">
                <a16:creationId xmlns:a16="http://schemas.microsoft.com/office/drawing/2014/main" id="{4A45B4E5-2874-9EDA-B7B4-648956357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3454940"/>
            <a:ext cx="12192863" cy="3429232"/>
            <a:chOff x="0" y="1716074"/>
            <a:chExt cx="12192863" cy="3429232"/>
          </a:xfrm>
        </p:grpSpPr>
        <p:sp>
          <p:nvSpPr>
            <p:cNvPr id="10" name="Graphic 2">
              <a:extLst>
                <a:ext uri="{FF2B5EF4-FFF2-40B4-BE49-F238E27FC236}">
                  <a16:creationId xmlns:a16="http://schemas.microsoft.com/office/drawing/2014/main" id="{BF8F9DEC-A229-615F-A903-BDDFE7A4B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1716074"/>
              <a:ext cx="12192863" cy="2183025"/>
            </a:xfrm>
            <a:custGeom>
              <a:avLst/>
              <a:gdLst>
                <a:gd name="connsiteX0" fmla="*/ 0 w 12192863"/>
                <a:gd name="connsiteY0" fmla="*/ 1435691 h 2183025"/>
                <a:gd name="connsiteX1" fmla="*/ 12192864 w 12192863"/>
                <a:gd name="connsiteY1" fmla="*/ 0 h 2183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92863" h="2183025">
                  <a:moveTo>
                    <a:pt x="0" y="1435691"/>
                  </a:moveTo>
                  <a:cubicBezTo>
                    <a:pt x="0" y="1435691"/>
                    <a:pt x="6346390" y="3849908"/>
                    <a:pt x="12192864" y="0"/>
                  </a:cubicBezTo>
                </a:path>
              </a:pathLst>
            </a:custGeom>
            <a:noFill/>
            <a:ln w="28575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Graphic 1">
              <a:extLst>
                <a:ext uri="{FF2B5EF4-FFF2-40B4-BE49-F238E27FC236}">
                  <a16:creationId xmlns:a16="http://schemas.microsoft.com/office/drawing/2014/main" id="{3A3AE033-F28A-D2FA-6A12-D5CBCA821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74851" y="2876302"/>
              <a:ext cx="8218012" cy="2269004"/>
            </a:xfrm>
            <a:custGeom>
              <a:avLst/>
              <a:gdLst>
                <a:gd name="connsiteX0" fmla="*/ 0 w 8218012"/>
                <a:gd name="connsiteY0" fmla="*/ 2269005 h 2269004"/>
                <a:gd name="connsiteX1" fmla="*/ 8218013 w 8218012"/>
                <a:gd name="connsiteY1" fmla="*/ 220620 h 226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18012" h="2269004">
                  <a:moveTo>
                    <a:pt x="0" y="2269005"/>
                  </a:moveTo>
                  <a:cubicBezTo>
                    <a:pt x="0" y="2269005"/>
                    <a:pt x="2755579" y="-840171"/>
                    <a:pt x="8218013" y="220620"/>
                  </a:cubicBezTo>
                </a:path>
              </a:pathLst>
            </a:custGeom>
            <a:noFill/>
            <a:ln w="28575" cap="flat" cmpd="sng" algn="ctr">
              <a:solidFill>
                <a:schemeClr val="bg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Text Placeholder 1" descr="Quote placeholder">
            <a:extLst>
              <a:ext uri="{FF2B5EF4-FFF2-40B4-BE49-F238E27FC236}">
                <a16:creationId xmlns:a16="http://schemas.microsoft.com/office/drawing/2014/main" id="{974FFEB3-ED51-39BE-50EE-0CB5A1C293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3864" y="2473541"/>
            <a:ext cx="11342769" cy="2487389"/>
          </a:xfrm>
        </p:spPr>
        <p:txBody>
          <a:bodyPr anchor="t"/>
          <a:lstStyle>
            <a:lvl1pPr algn="ctr">
              <a:defRPr sz="28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>
              <a:defRPr sz="2800">
                <a:solidFill>
                  <a:schemeClr val="bg1">
                    <a:lumMod val="100000"/>
                  </a:schemeClr>
                </a:solidFill>
              </a:defRPr>
            </a:lvl2pPr>
            <a:lvl3pPr>
              <a:defRPr sz="2800">
                <a:solidFill>
                  <a:schemeClr val="bg1">
                    <a:lumMod val="100000"/>
                  </a:schemeClr>
                </a:solidFill>
              </a:defRPr>
            </a:lvl3pPr>
            <a:lvl4pPr>
              <a:defRPr sz="2800">
                <a:solidFill>
                  <a:schemeClr val="bg1">
                    <a:lumMod val="100000"/>
                  </a:schemeClr>
                </a:solidFill>
              </a:defRPr>
            </a:lvl4pPr>
            <a:lvl5pPr>
              <a:defRPr sz="2800">
                <a:solidFill>
                  <a:schemeClr val="bg1">
                    <a:lumMod val="100000"/>
                  </a:schemeClr>
                </a:solidFill>
              </a:defRPr>
            </a:lvl5pPr>
          </a:lstStyle>
          <a:p>
            <a:pPr lvl="0"/>
            <a:r>
              <a:rPr lang="fr-FR"/>
              <a:t>“Insert a </a:t>
            </a:r>
            <a:r>
              <a:rPr lang="fr-FR" err="1"/>
              <a:t>quote</a:t>
            </a:r>
            <a:r>
              <a:rPr lang="fr-FR"/>
              <a:t> </a:t>
            </a:r>
            <a:r>
              <a:rPr lang="fr-FR" err="1"/>
              <a:t>here</a:t>
            </a:r>
            <a:r>
              <a:rPr lang="fr-FR"/>
              <a:t>.”</a:t>
            </a:r>
          </a:p>
        </p:txBody>
      </p:sp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2DACCEA3-ADB0-F7A2-A3BB-B9052EE3C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362643" y="742019"/>
            <a:ext cx="1466714" cy="1466714"/>
          </a:xfrm>
          <a:prstGeom prst="ellipse">
            <a:avLst/>
          </a:prstGeom>
        </p:spPr>
        <p:txBody>
          <a:bodyPr/>
          <a:lstStyle>
            <a:lvl1pPr algn="ctr">
              <a:defRPr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r>
              <a:rPr lang="fr-FR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528291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423554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served text space 20">
            <a:extLst>
              <a:ext uri="{FF2B5EF4-FFF2-40B4-BE49-F238E27FC236}">
                <a16:creationId xmlns:a16="http://schemas.microsoft.com/office/drawing/2014/main" id="{396A1B03-6D53-7126-70B1-8B5190F8AE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05200" y="2530870"/>
            <a:ext cx="3200400" cy="216428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fr-FR"/>
              <a:t>First Name LAST NAME</a:t>
            </a:r>
          </a:p>
        </p:txBody>
      </p:sp>
      <p:sp>
        <p:nvSpPr>
          <p:cNvPr id="33" name="Reserved text space 32">
            <a:extLst>
              <a:ext uri="{FF2B5EF4-FFF2-40B4-BE49-F238E27FC236}">
                <a16:creationId xmlns:a16="http://schemas.microsoft.com/office/drawing/2014/main" id="{AB8D343A-8010-C989-7C3E-07E4FA5193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05200" y="2749164"/>
            <a:ext cx="3200400" cy="216428"/>
          </a:xfrm>
        </p:spPr>
        <p:txBody>
          <a:bodyPr lIns="0" tIns="0" rIns="0" bIns="0"/>
          <a:lstStyle>
            <a:lvl1pPr>
              <a:defRPr sz="1200"/>
            </a:lvl1pPr>
          </a:lstStyle>
          <a:p>
            <a:pPr lvl="0"/>
            <a:r>
              <a:rPr lang="fr-FR" err="1"/>
              <a:t>Level</a:t>
            </a:r>
            <a:r>
              <a:rPr lang="fr-FR"/>
              <a:t> (Partner…)</a:t>
            </a:r>
          </a:p>
        </p:txBody>
      </p:sp>
      <p:sp>
        <p:nvSpPr>
          <p:cNvPr id="24" name="Reserved text space 20">
            <a:extLst>
              <a:ext uri="{FF2B5EF4-FFF2-40B4-BE49-F238E27FC236}">
                <a16:creationId xmlns:a16="http://schemas.microsoft.com/office/drawing/2014/main" id="{A6F19060-472B-3A97-DA56-AFE14384F7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04353" y="2530870"/>
            <a:ext cx="3962400" cy="216427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latin typeface="+mj-lt"/>
              </a:defRPr>
            </a:lvl1pPr>
            <a:lvl2pPr marL="0" indent="0" algn="r">
              <a:spcBef>
                <a:spcPts val="0"/>
              </a:spcBef>
              <a:buNone/>
              <a:defRPr sz="1200"/>
            </a:lvl2pPr>
          </a:lstStyle>
          <a:p>
            <a:pPr lvl="1" algn="r" defTabSz="179388"/>
            <a:r>
              <a:rPr lang="fr-FR" sz="1200" b="1">
                <a:solidFill>
                  <a:schemeClr val="tx1">
                    <a:lumMod val="100000"/>
                  </a:schemeClr>
                </a:solidFill>
              </a:rPr>
              <a:t>M</a:t>
            </a:r>
            <a:r>
              <a:rPr lang="fr-FR" sz="1200">
                <a:solidFill>
                  <a:schemeClr val="tx1">
                    <a:lumMod val="100000"/>
                  </a:schemeClr>
                </a:solidFill>
              </a:rPr>
              <a:t>	+33 (0)6 00 00 00 00</a:t>
            </a:r>
          </a:p>
        </p:txBody>
      </p:sp>
      <p:sp>
        <p:nvSpPr>
          <p:cNvPr id="38" name="Reserved text space 20">
            <a:extLst>
              <a:ext uri="{FF2B5EF4-FFF2-40B4-BE49-F238E27FC236}">
                <a16:creationId xmlns:a16="http://schemas.microsoft.com/office/drawing/2014/main" id="{F3EFAFAA-F278-C8EA-70C2-EFEB16B5A3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04353" y="2749164"/>
            <a:ext cx="3962400" cy="225809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latin typeface="+mj-lt"/>
              </a:defRPr>
            </a:lvl1pPr>
            <a:lvl2pPr marL="0" indent="0" algn="r">
              <a:spcBef>
                <a:spcPts val="0"/>
              </a:spcBef>
              <a:buNone/>
              <a:defRPr sz="1200"/>
            </a:lvl2pPr>
          </a:lstStyle>
          <a:p>
            <a:pPr lvl="1" algn="r" defTabSz="179388"/>
            <a:r>
              <a:rPr lang="fr-FR" sz="1200">
                <a:solidFill>
                  <a:schemeClr val="tx1">
                    <a:lumMod val="100000"/>
                  </a:schemeClr>
                </a:solidFill>
              </a:rPr>
              <a:t>firstname.lastname@wavestone.com</a:t>
            </a:r>
          </a:p>
        </p:txBody>
      </p:sp>
      <p:sp>
        <p:nvSpPr>
          <p:cNvPr id="4" name="Reserved text space 20">
            <a:extLst>
              <a:ext uri="{FF2B5EF4-FFF2-40B4-BE49-F238E27FC236}">
                <a16:creationId xmlns:a16="http://schemas.microsoft.com/office/drawing/2014/main" id="{381898D0-F078-0CA7-60A4-D73CC734B6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05200" y="3210706"/>
            <a:ext cx="3200400" cy="216428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fr-FR"/>
              <a:t>First Name LAST NAME</a:t>
            </a:r>
          </a:p>
        </p:txBody>
      </p:sp>
      <p:sp>
        <p:nvSpPr>
          <p:cNvPr id="7" name="Reserved text space 32">
            <a:extLst>
              <a:ext uri="{FF2B5EF4-FFF2-40B4-BE49-F238E27FC236}">
                <a16:creationId xmlns:a16="http://schemas.microsoft.com/office/drawing/2014/main" id="{5C995286-76E9-14D8-4B8E-875087AF5A5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05200" y="3429000"/>
            <a:ext cx="3200400" cy="216428"/>
          </a:xfrm>
        </p:spPr>
        <p:txBody>
          <a:bodyPr lIns="0" tIns="0" rIns="0" bIns="0"/>
          <a:lstStyle>
            <a:lvl1pPr>
              <a:defRPr sz="1200"/>
            </a:lvl1pPr>
          </a:lstStyle>
          <a:p>
            <a:pPr lvl="0"/>
            <a:r>
              <a:rPr lang="fr-FR" err="1"/>
              <a:t>Level</a:t>
            </a:r>
            <a:r>
              <a:rPr lang="fr-FR"/>
              <a:t> (Partner…)</a:t>
            </a:r>
          </a:p>
        </p:txBody>
      </p:sp>
      <p:sp>
        <p:nvSpPr>
          <p:cNvPr id="8" name="Reserved text space 20">
            <a:extLst>
              <a:ext uri="{FF2B5EF4-FFF2-40B4-BE49-F238E27FC236}">
                <a16:creationId xmlns:a16="http://schemas.microsoft.com/office/drawing/2014/main" id="{F5C910A0-BC9B-2798-D968-DEA1BA49724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04353" y="3212573"/>
            <a:ext cx="3962400" cy="216427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latin typeface="+mj-lt"/>
              </a:defRPr>
            </a:lvl1pPr>
            <a:lvl2pPr marL="0" indent="0" algn="r">
              <a:spcBef>
                <a:spcPts val="0"/>
              </a:spcBef>
              <a:buNone/>
              <a:defRPr sz="1200"/>
            </a:lvl2pPr>
          </a:lstStyle>
          <a:p>
            <a:pPr lvl="1" algn="r" defTabSz="179388"/>
            <a:r>
              <a:rPr lang="fr-FR" sz="1200" b="1">
                <a:solidFill>
                  <a:schemeClr val="tx1">
                    <a:lumMod val="100000"/>
                  </a:schemeClr>
                </a:solidFill>
              </a:rPr>
              <a:t>M</a:t>
            </a:r>
            <a:r>
              <a:rPr lang="fr-FR" sz="1200">
                <a:solidFill>
                  <a:schemeClr val="tx1">
                    <a:lumMod val="100000"/>
                  </a:schemeClr>
                </a:solidFill>
              </a:rPr>
              <a:t>	+33 (0)6 00 00 00 00</a:t>
            </a:r>
          </a:p>
        </p:txBody>
      </p:sp>
      <p:sp>
        <p:nvSpPr>
          <p:cNvPr id="9" name="Reserved text space 20">
            <a:extLst>
              <a:ext uri="{FF2B5EF4-FFF2-40B4-BE49-F238E27FC236}">
                <a16:creationId xmlns:a16="http://schemas.microsoft.com/office/drawing/2014/main" id="{5AD130FA-73DD-2EE7-1F80-237A42EA919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04353" y="3429000"/>
            <a:ext cx="3962400" cy="225809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latin typeface="+mj-lt"/>
              </a:defRPr>
            </a:lvl1pPr>
            <a:lvl2pPr marL="0" indent="0" algn="r">
              <a:spcBef>
                <a:spcPts val="0"/>
              </a:spcBef>
              <a:buNone/>
              <a:defRPr sz="1200"/>
            </a:lvl2pPr>
          </a:lstStyle>
          <a:p>
            <a:pPr lvl="1" algn="r" defTabSz="179388"/>
            <a:r>
              <a:rPr lang="fr-FR" sz="1200">
                <a:solidFill>
                  <a:schemeClr val="tx1">
                    <a:lumMod val="100000"/>
                  </a:schemeClr>
                </a:solidFill>
              </a:rPr>
              <a:t>firstname.lastname@wavestone.com</a:t>
            </a:r>
          </a:p>
        </p:txBody>
      </p:sp>
      <p:sp>
        <p:nvSpPr>
          <p:cNvPr id="10" name="Reserved text space 20">
            <a:extLst>
              <a:ext uri="{FF2B5EF4-FFF2-40B4-BE49-F238E27FC236}">
                <a16:creationId xmlns:a16="http://schemas.microsoft.com/office/drawing/2014/main" id="{279F3D57-43B5-0E02-5058-DEBD40BB207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505200" y="3894276"/>
            <a:ext cx="3200400" cy="216428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fr-FR"/>
              <a:t>First Name LAST NAME</a:t>
            </a:r>
          </a:p>
        </p:txBody>
      </p:sp>
      <p:sp>
        <p:nvSpPr>
          <p:cNvPr id="11" name="Reserved text space32">
            <a:extLst>
              <a:ext uri="{FF2B5EF4-FFF2-40B4-BE49-F238E27FC236}">
                <a16:creationId xmlns:a16="http://schemas.microsoft.com/office/drawing/2014/main" id="{0B76E3CE-54EF-68A4-2915-B0236215FF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505200" y="4112570"/>
            <a:ext cx="3200400" cy="216428"/>
          </a:xfrm>
        </p:spPr>
        <p:txBody>
          <a:bodyPr lIns="0" tIns="0" rIns="0" bIns="0"/>
          <a:lstStyle>
            <a:lvl1pPr>
              <a:defRPr sz="1200"/>
            </a:lvl1pPr>
          </a:lstStyle>
          <a:p>
            <a:pPr lvl="0"/>
            <a:r>
              <a:rPr lang="fr-FR" err="1"/>
              <a:t>Level</a:t>
            </a:r>
            <a:r>
              <a:rPr lang="fr-FR"/>
              <a:t> (Partner…)</a:t>
            </a:r>
          </a:p>
        </p:txBody>
      </p:sp>
      <p:sp>
        <p:nvSpPr>
          <p:cNvPr id="12" name="Reserved text space 20">
            <a:extLst>
              <a:ext uri="{FF2B5EF4-FFF2-40B4-BE49-F238E27FC236}">
                <a16:creationId xmlns:a16="http://schemas.microsoft.com/office/drawing/2014/main" id="{3CB87AAF-3CA5-3453-6CC8-6325F5E2B23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804353" y="3894276"/>
            <a:ext cx="3962400" cy="216427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latin typeface="+mj-lt"/>
              </a:defRPr>
            </a:lvl1pPr>
            <a:lvl2pPr marL="0" indent="0" algn="r">
              <a:spcBef>
                <a:spcPts val="0"/>
              </a:spcBef>
              <a:buNone/>
              <a:defRPr sz="1200"/>
            </a:lvl2pPr>
          </a:lstStyle>
          <a:p>
            <a:pPr lvl="1" algn="r" defTabSz="179388"/>
            <a:r>
              <a:rPr lang="fr-FR" sz="1200" b="1">
                <a:solidFill>
                  <a:schemeClr val="tx1">
                    <a:lumMod val="100000"/>
                  </a:schemeClr>
                </a:solidFill>
              </a:rPr>
              <a:t>M</a:t>
            </a:r>
            <a:r>
              <a:rPr lang="fr-FR" sz="1200">
                <a:solidFill>
                  <a:schemeClr val="tx1">
                    <a:lumMod val="100000"/>
                  </a:schemeClr>
                </a:solidFill>
              </a:rPr>
              <a:t>	+33 (0)6 00 00 00 00</a:t>
            </a:r>
          </a:p>
        </p:txBody>
      </p:sp>
      <p:sp>
        <p:nvSpPr>
          <p:cNvPr id="13" name="Reserved text space 20">
            <a:extLst>
              <a:ext uri="{FF2B5EF4-FFF2-40B4-BE49-F238E27FC236}">
                <a16:creationId xmlns:a16="http://schemas.microsoft.com/office/drawing/2014/main" id="{5BB75A27-FAB3-78D0-A920-3EB504C917A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04353" y="4112570"/>
            <a:ext cx="3962400" cy="225809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latin typeface="+mj-lt"/>
              </a:defRPr>
            </a:lvl1pPr>
            <a:lvl2pPr marL="0" indent="0" algn="r">
              <a:spcBef>
                <a:spcPts val="0"/>
              </a:spcBef>
              <a:buNone/>
              <a:defRPr sz="1200"/>
            </a:lvl2pPr>
          </a:lstStyle>
          <a:p>
            <a:pPr lvl="1" algn="r" defTabSz="179388"/>
            <a:r>
              <a:rPr lang="fr-FR" sz="1200">
                <a:solidFill>
                  <a:schemeClr val="tx1">
                    <a:lumMod val="100000"/>
                  </a:schemeClr>
                </a:solidFill>
              </a:rPr>
              <a:t>firstname.lastname@wavestone.com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6D669B-CCDE-C66A-D502-1A770EBF63F1}"/>
              </a:ext>
            </a:extLst>
          </p:cNvPr>
          <p:cNvSpPr txBox="1">
            <a:spLocks/>
          </p:cNvSpPr>
          <p:nvPr userDrawn="1"/>
        </p:nvSpPr>
        <p:spPr>
          <a:xfrm>
            <a:off x="9713363" y="5444294"/>
            <a:ext cx="2053390" cy="468000"/>
          </a:xfrm>
          <a:prstGeom prst="rect">
            <a:avLst/>
          </a:prstGeom>
          <a:grpFill/>
        </p:spPr>
        <p:txBody>
          <a:bodyPr wrap="square" lIns="144000" tIns="0" rIns="0" bIns="0" anchor="b">
            <a:noAutofit/>
          </a:bodyPr>
          <a:lstStyle>
            <a:defPPr>
              <a:defRPr lang="en-US"/>
            </a:defPPr>
            <a:lvl1pPr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100" b="0" baseline="0">
                <a:solidFill>
                  <a:schemeClr val="bg1"/>
                </a:solidFill>
              </a:defRPr>
            </a:lvl1pPr>
            <a:lvl2pPr marL="0" indent="0">
              <a:spcBef>
                <a:spcPts val="500"/>
              </a:spcBef>
              <a:buClr>
                <a:schemeClr val="tx2"/>
              </a:buClr>
              <a:buSzPct val="105000"/>
              <a:buFontTx/>
              <a:buNone/>
              <a:defRPr>
                <a:solidFill>
                  <a:srgbClr val="6D6D6D"/>
                </a:solidFill>
              </a:defRPr>
            </a:lvl2pPr>
            <a:lvl3pPr marL="180000" indent="-180000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›"/>
              <a:defRPr sz="1600">
                <a:solidFill>
                  <a:srgbClr val="6D6D6D"/>
                </a:solidFill>
              </a:defRPr>
            </a:lvl3pPr>
            <a:lvl4pPr marL="367200" indent="-187200">
              <a:spcBef>
                <a:spcPts val="500"/>
              </a:spcBef>
              <a:buFont typeface="Symbol" panose="05050102010706020507" pitchFamily="18" charset="2"/>
              <a:buChar char="-"/>
              <a:defRPr sz="1600">
                <a:solidFill>
                  <a:srgbClr val="6D6D6D"/>
                </a:solidFill>
              </a:defRPr>
            </a:lvl4pPr>
            <a:lvl5pPr marL="576000" indent="-187200">
              <a:spcBef>
                <a:spcPts val="5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400">
                <a:solidFill>
                  <a:srgbClr val="6D6D6D"/>
                </a:solidFill>
              </a:defRPr>
            </a:lvl5pPr>
            <a:lvl6pPr marL="766763" indent="-185738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»"/>
              <a:defRPr sz="1400">
                <a:solidFill>
                  <a:srgbClr val="6D6D6D"/>
                </a:solidFill>
              </a:defRPr>
            </a:lvl6pPr>
            <a:lvl7pPr marL="766800" indent="-187200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»"/>
              <a:defRPr sz="1400" baseline="0">
                <a:solidFill>
                  <a:srgbClr val="6D6D6D"/>
                </a:solidFill>
              </a:defRPr>
            </a:lvl7pPr>
            <a:lvl8pPr marL="766800" indent="-187200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»"/>
              <a:defRPr sz="1400" baseline="0">
                <a:solidFill>
                  <a:srgbClr val="6D6D6D"/>
                </a:solidFill>
              </a:defRPr>
            </a:lvl8pPr>
            <a:lvl9pPr marL="766800" indent="-187200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»"/>
              <a:defRPr sz="1400" baseline="0">
                <a:solidFill>
                  <a:srgbClr val="6D6D6D"/>
                </a:solidFill>
              </a:defRPr>
            </a:lvl9pPr>
          </a:lstStyle>
          <a:p>
            <a:pPr algn="r"/>
            <a:r>
              <a:rPr lang="fr-FR">
                <a:solidFill>
                  <a:schemeClr val="tx1">
                    <a:lumMod val="100000"/>
                  </a:schemeClr>
                </a:solidFill>
                <a:hlinkClick r:id="rId2"/>
              </a:rPr>
              <a:t>Wavestone.com </a:t>
            </a:r>
            <a:endParaRPr lang="fr-FR">
              <a:solidFill>
                <a:schemeClr val="tx1">
                  <a:lumMod val="100000"/>
                </a:schemeClr>
              </a:solidFill>
            </a:endParaRPr>
          </a:p>
        </p:txBody>
      </p:sp>
      <p:pic>
        <p:nvPicPr>
          <p:cNvPr id="6" name="White Wavestone logo">
            <a:extLst>
              <a:ext uri="{FF2B5EF4-FFF2-40B4-BE49-F238E27FC236}">
                <a16:creationId xmlns:a16="http://schemas.microsoft.com/office/drawing/2014/main" id="{EB4D8A06-BCAF-64B9-E7EE-FBCC5A1C8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257009" y="257698"/>
            <a:ext cx="2743200" cy="684590"/>
          </a:xfrm>
          <a:prstGeom prst="rect">
            <a:avLst/>
          </a:prstGeom>
        </p:spPr>
      </p:pic>
      <p:pic>
        <p:nvPicPr>
          <p:cNvPr id="3" name="Wavestone logo">
            <a:extLst>
              <a:ext uri="{FF2B5EF4-FFF2-40B4-BE49-F238E27FC236}">
                <a16:creationId xmlns:a16="http://schemas.microsoft.com/office/drawing/2014/main" id="{1F33C6DA-9B69-52AA-7949-A0C3364B0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257009" y="257698"/>
            <a:ext cx="2743199" cy="68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1292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s blue">
    <p:bg>
      <p:bgPr>
        <a:gradFill flip="none" rotWithShape="1">
          <a:gsLst>
            <a:gs pos="0">
              <a:schemeClr val="bg2"/>
            </a:gs>
            <a:gs pos="100000">
              <a:schemeClr val="accent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Wavestone logo">
            <a:extLst>
              <a:ext uri="{FF2B5EF4-FFF2-40B4-BE49-F238E27FC236}">
                <a16:creationId xmlns:a16="http://schemas.microsoft.com/office/drawing/2014/main" id="{2AC6A881-F430-4E14-2709-04CEA7BDD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257009" y="257698"/>
            <a:ext cx="2743199" cy="684590"/>
          </a:xfrm>
          <a:prstGeom prst="rect">
            <a:avLst/>
          </a:prstGeom>
        </p:spPr>
      </p:pic>
      <p:pic>
        <p:nvPicPr>
          <p:cNvPr id="38" name="White Wavestone logo">
            <a:extLst>
              <a:ext uri="{FF2B5EF4-FFF2-40B4-BE49-F238E27FC236}">
                <a16:creationId xmlns:a16="http://schemas.microsoft.com/office/drawing/2014/main" id="{6BC8D46B-7DDC-DF45-9C36-074A672FC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257009" y="257698"/>
            <a:ext cx="2743200" cy="684590"/>
          </a:xfrm>
          <a:prstGeom prst="rect">
            <a:avLst/>
          </a:prstGeom>
        </p:spPr>
      </p:pic>
      <p:sp>
        <p:nvSpPr>
          <p:cNvPr id="21" name="Reserved text space 20">
            <a:extLst>
              <a:ext uri="{FF2B5EF4-FFF2-40B4-BE49-F238E27FC236}">
                <a16:creationId xmlns:a16="http://schemas.microsoft.com/office/drawing/2014/main" id="{396A1B03-6D53-7126-70B1-8B5190F8AE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05200" y="2530870"/>
            <a:ext cx="3200400" cy="216428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fr-FR"/>
              <a:t>First Name LAST NAME</a:t>
            </a:r>
          </a:p>
        </p:txBody>
      </p:sp>
      <p:sp>
        <p:nvSpPr>
          <p:cNvPr id="33" name="Reserved text space 32">
            <a:extLst>
              <a:ext uri="{FF2B5EF4-FFF2-40B4-BE49-F238E27FC236}">
                <a16:creationId xmlns:a16="http://schemas.microsoft.com/office/drawing/2014/main" id="{AB8D343A-8010-C989-7C3E-07E4FA5193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05200" y="2750473"/>
            <a:ext cx="3200400" cy="216428"/>
          </a:xfrm>
        </p:spPr>
        <p:txBody>
          <a:bodyPr lIns="0" tIns="0" rIns="0" bIns="0"/>
          <a:lstStyle>
            <a:lvl1pPr>
              <a:defRPr sz="1200"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pPr lvl="0"/>
            <a:r>
              <a:rPr lang="fr-FR" err="1"/>
              <a:t>Level</a:t>
            </a:r>
            <a:r>
              <a:rPr lang="fr-FR"/>
              <a:t> (Partner…)</a:t>
            </a:r>
          </a:p>
        </p:txBody>
      </p:sp>
      <p:sp>
        <p:nvSpPr>
          <p:cNvPr id="6" name="Reserved text space 20" descr=" ">
            <a:extLst>
              <a:ext uri="{FF2B5EF4-FFF2-40B4-BE49-F238E27FC236}">
                <a16:creationId xmlns:a16="http://schemas.microsoft.com/office/drawing/2014/main" id="{BCFD5F1C-FF20-A968-4161-E1E51A81C19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04355" y="2530870"/>
            <a:ext cx="3962399" cy="216428"/>
          </a:xfrm>
        </p:spPr>
        <p:txBody>
          <a:bodyPr lIns="0" tIns="0" rIns="0" bIns="0"/>
          <a:lstStyle>
            <a:lvl1pPr algn="r">
              <a:spcBef>
                <a:spcPts val="0"/>
              </a:spcBef>
              <a:defRPr sz="12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fr-FR"/>
              <a:t>M +33 (0)6 00 00 00 00</a:t>
            </a:r>
          </a:p>
        </p:txBody>
      </p:sp>
      <p:sp>
        <p:nvSpPr>
          <p:cNvPr id="7" name="Reserved text space 20">
            <a:extLst>
              <a:ext uri="{FF2B5EF4-FFF2-40B4-BE49-F238E27FC236}">
                <a16:creationId xmlns:a16="http://schemas.microsoft.com/office/drawing/2014/main" id="{362E9999-54D0-9609-C250-6C47FCB0D35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804355" y="2750473"/>
            <a:ext cx="3962399" cy="216428"/>
          </a:xfrm>
        </p:spPr>
        <p:txBody>
          <a:bodyPr lIns="0" tIns="0" rIns="0" bIns="0"/>
          <a:lstStyle>
            <a:lvl1pPr algn="r">
              <a:spcBef>
                <a:spcPts val="0"/>
              </a:spcBef>
              <a:defRPr sz="12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fr-FR"/>
              <a:t>firstname.lastname@wavestone.com</a:t>
            </a:r>
          </a:p>
        </p:txBody>
      </p:sp>
      <p:sp>
        <p:nvSpPr>
          <p:cNvPr id="25" name="Reserved text space 20">
            <a:extLst>
              <a:ext uri="{FF2B5EF4-FFF2-40B4-BE49-F238E27FC236}">
                <a16:creationId xmlns:a16="http://schemas.microsoft.com/office/drawing/2014/main" id="{73274A50-E871-4BB3-341F-B175B1EDCE1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05200" y="3203254"/>
            <a:ext cx="3200400" cy="216428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fr-FR"/>
              <a:t>First Name LAST NAME</a:t>
            </a:r>
          </a:p>
        </p:txBody>
      </p:sp>
      <p:sp>
        <p:nvSpPr>
          <p:cNvPr id="26" name="Reserved text space 32">
            <a:extLst>
              <a:ext uri="{FF2B5EF4-FFF2-40B4-BE49-F238E27FC236}">
                <a16:creationId xmlns:a16="http://schemas.microsoft.com/office/drawing/2014/main" id="{49EBBC22-6A9A-EC69-F46C-1D7F3D42D25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05200" y="3422857"/>
            <a:ext cx="3200400" cy="216428"/>
          </a:xfrm>
        </p:spPr>
        <p:txBody>
          <a:bodyPr lIns="0" tIns="0" rIns="0" bIns="0"/>
          <a:lstStyle>
            <a:lvl1pPr>
              <a:defRPr sz="1200"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pPr lvl="0"/>
            <a:r>
              <a:rPr lang="fr-FR" err="1"/>
              <a:t>Level</a:t>
            </a:r>
            <a:r>
              <a:rPr lang="fr-FR"/>
              <a:t> (Partner…)</a:t>
            </a:r>
          </a:p>
        </p:txBody>
      </p:sp>
      <p:sp>
        <p:nvSpPr>
          <p:cNvPr id="27" name="Reserved text space 20">
            <a:extLst>
              <a:ext uri="{FF2B5EF4-FFF2-40B4-BE49-F238E27FC236}">
                <a16:creationId xmlns:a16="http://schemas.microsoft.com/office/drawing/2014/main" id="{6EC1B314-6584-C535-82A8-96CCA873EA8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04355" y="3203254"/>
            <a:ext cx="3962399" cy="216428"/>
          </a:xfrm>
        </p:spPr>
        <p:txBody>
          <a:bodyPr lIns="0" tIns="0" rIns="0" bIns="0"/>
          <a:lstStyle>
            <a:lvl1pPr algn="r">
              <a:spcBef>
                <a:spcPts val="0"/>
              </a:spcBef>
              <a:defRPr sz="12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fr-FR"/>
              <a:t>M +33 (0)6 00 00 00 00</a:t>
            </a:r>
          </a:p>
        </p:txBody>
      </p:sp>
      <p:sp>
        <p:nvSpPr>
          <p:cNvPr id="28" name="Reserved text space 20">
            <a:extLst>
              <a:ext uri="{FF2B5EF4-FFF2-40B4-BE49-F238E27FC236}">
                <a16:creationId xmlns:a16="http://schemas.microsoft.com/office/drawing/2014/main" id="{B0666091-54E8-E6F8-3E84-62F367E8F89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04355" y="3422857"/>
            <a:ext cx="3962399" cy="216428"/>
          </a:xfrm>
        </p:spPr>
        <p:txBody>
          <a:bodyPr lIns="0" tIns="0" rIns="0" bIns="0"/>
          <a:lstStyle>
            <a:lvl1pPr algn="r">
              <a:spcBef>
                <a:spcPts val="0"/>
              </a:spcBef>
              <a:defRPr sz="12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fr-FR"/>
              <a:t>firstname.lastname@wavestone.com</a:t>
            </a:r>
          </a:p>
        </p:txBody>
      </p:sp>
      <p:sp>
        <p:nvSpPr>
          <p:cNvPr id="29" name="Reserved text space 20">
            <a:extLst>
              <a:ext uri="{FF2B5EF4-FFF2-40B4-BE49-F238E27FC236}">
                <a16:creationId xmlns:a16="http://schemas.microsoft.com/office/drawing/2014/main" id="{D5487482-8BA9-F55C-36B8-4F51D8B779A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05200" y="3894275"/>
            <a:ext cx="3200400" cy="216428"/>
          </a:xfrm>
        </p:spPr>
        <p:txBody>
          <a:bodyPr lIns="0" tIns="0" rIns="0" bIns="0"/>
          <a:lstStyle>
            <a:lvl1pPr>
              <a:spcBef>
                <a:spcPts val="0"/>
              </a:spcBef>
              <a:defRPr sz="12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fr-FR"/>
              <a:t>First Name LAST NAME</a:t>
            </a:r>
          </a:p>
        </p:txBody>
      </p:sp>
      <p:sp>
        <p:nvSpPr>
          <p:cNvPr id="30" name="Reserved text space 32">
            <a:extLst>
              <a:ext uri="{FF2B5EF4-FFF2-40B4-BE49-F238E27FC236}">
                <a16:creationId xmlns:a16="http://schemas.microsoft.com/office/drawing/2014/main" id="{8D168342-CD64-D367-CA11-A7F115E8DFF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505200" y="4113878"/>
            <a:ext cx="3200400" cy="216428"/>
          </a:xfrm>
        </p:spPr>
        <p:txBody>
          <a:bodyPr lIns="0" tIns="0" rIns="0" bIns="0"/>
          <a:lstStyle>
            <a:lvl1pPr>
              <a:defRPr sz="1200"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pPr lvl="0"/>
            <a:r>
              <a:rPr lang="fr-FR" err="1"/>
              <a:t>Level</a:t>
            </a:r>
            <a:r>
              <a:rPr lang="fr-FR"/>
              <a:t> (Partner…)</a:t>
            </a:r>
          </a:p>
        </p:txBody>
      </p:sp>
      <p:sp>
        <p:nvSpPr>
          <p:cNvPr id="31" name="Reserved text space 20" descr=" ">
            <a:extLst>
              <a:ext uri="{FF2B5EF4-FFF2-40B4-BE49-F238E27FC236}">
                <a16:creationId xmlns:a16="http://schemas.microsoft.com/office/drawing/2014/main" id="{57D61A6F-4D7C-F9CC-B398-A3EACFDA967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04355" y="3894275"/>
            <a:ext cx="3962399" cy="216428"/>
          </a:xfrm>
        </p:spPr>
        <p:txBody>
          <a:bodyPr lIns="0" tIns="0" rIns="0" bIns="0"/>
          <a:lstStyle>
            <a:lvl1pPr algn="r">
              <a:spcBef>
                <a:spcPts val="0"/>
              </a:spcBef>
              <a:defRPr sz="12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fr-FR"/>
              <a:t>M +33 (0)6 00 00 00 00</a:t>
            </a:r>
          </a:p>
        </p:txBody>
      </p:sp>
      <p:sp>
        <p:nvSpPr>
          <p:cNvPr id="32" name="Reserved text space 20">
            <a:extLst>
              <a:ext uri="{FF2B5EF4-FFF2-40B4-BE49-F238E27FC236}">
                <a16:creationId xmlns:a16="http://schemas.microsoft.com/office/drawing/2014/main" id="{A43BC210-A7CF-7751-2002-CF662CD9EC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04355" y="4113878"/>
            <a:ext cx="3962399" cy="216428"/>
          </a:xfrm>
        </p:spPr>
        <p:txBody>
          <a:bodyPr lIns="0" tIns="0" rIns="0" bIns="0"/>
          <a:lstStyle>
            <a:lvl1pPr algn="r">
              <a:spcBef>
                <a:spcPts val="0"/>
              </a:spcBef>
              <a:defRPr sz="1200">
                <a:solidFill>
                  <a:schemeClr val="bg1">
                    <a:lumMod val="100000"/>
                  </a:schemeClr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/>
            </a:lvl2pPr>
          </a:lstStyle>
          <a:p>
            <a:pPr lvl="0"/>
            <a:r>
              <a:rPr lang="fr-FR"/>
              <a:t>firstname.lastname@wavestone.com</a:t>
            </a:r>
          </a:p>
        </p:txBody>
      </p:sp>
      <p:sp>
        <p:nvSpPr>
          <p:cNvPr id="2" name="TextBox 1" descr="Link of Wavestone website">
            <a:extLst>
              <a:ext uri="{FF2B5EF4-FFF2-40B4-BE49-F238E27FC236}">
                <a16:creationId xmlns:a16="http://schemas.microsoft.com/office/drawing/2014/main" id="{506D669B-CCDE-C66A-D502-1A770EBF63F1}"/>
              </a:ext>
            </a:extLst>
          </p:cNvPr>
          <p:cNvSpPr txBox="1">
            <a:spLocks/>
          </p:cNvSpPr>
          <p:nvPr userDrawn="1"/>
        </p:nvSpPr>
        <p:spPr>
          <a:xfrm>
            <a:off x="9713363" y="5444294"/>
            <a:ext cx="2053390" cy="468000"/>
          </a:xfrm>
          <a:prstGeom prst="rect">
            <a:avLst/>
          </a:prstGeom>
          <a:grpFill/>
        </p:spPr>
        <p:txBody>
          <a:bodyPr wrap="square" lIns="144000" tIns="0" rIns="0" bIns="0" anchor="b">
            <a:noAutofit/>
          </a:bodyPr>
          <a:lstStyle>
            <a:defPPr>
              <a:defRPr lang="en-US"/>
            </a:defPPr>
            <a:lvl1pPr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100" b="0" baseline="0">
                <a:solidFill>
                  <a:schemeClr val="bg1"/>
                </a:solidFill>
              </a:defRPr>
            </a:lvl1pPr>
            <a:lvl2pPr marL="0" indent="0">
              <a:spcBef>
                <a:spcPts val="500"/>
              </a:spcBef>
              <a:buClr>
                <a:schemeClr val="tx2"/>
              </a:buClr>
              <a:buSzPct val="105000"/>
              <a:buFontTx/>
              <a:buNone/>
              <a:defRPr>
                <a:solidFill>
                  <a:srgbClr val="6D6D6D"/>
                </a:solidFill>
              </a:defRPr>
            </a:lvl2pPr>
            <a:lvl3pPr marL="180000" indent="-180000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›"/>
              <a:defRPr sz="1600">
                <a:solidFill>
                  <a:srgbClr val="6D6D6D"/>
                </a:solidFill>
              </a:defRPr>
            </a:lvl3pPr>
            <a:lvl4pPr marL="367200" indent="-187200">
              <a:spcBef>
                <a:spcPts val="500"/>
              </a:spcBef>
              <a:buFont typeface="Symbol" panose="05050102010706020507" pitchFamily="18" charset="2"/>
              <a:buChar char="-"/>
              <a:defRPr sz="1600">
                <a:solidFill>
                  <a:srgbClr val="6D6D6D"/>
                </a:solidFill>
              </a:defRPr>
            </a:lvl4pPr>
            <a:lvl5pPr marL="576000" indent="-187200">
              <a:spcBef>
                <a:spcPts val="500"/>
              </a:spcBef>
              <a:buClr>
                <a:schemeClr val="tx1"/>
              </a:buClr>
              <a:buFont typeface="Symbol" panose="05050102010706020507" pitchFamily="18" charset="2"/>
              <a:buChar char="-"/>
              <a:defRPr sz="1400">
                <a:solidFill>
                  <a:srgbClr val="6D6D6D"/>
                </a:solidFill>
              </a:defRPr>
            </a:lvl5pPr>
            <a:lvl6pPr marL="766763" indent="-185738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»"/>
              <a:defRPr sz="1400">
                <a:solidFill>
                  <a:srgbClr val="6D6D6D"/>
                </a:solidFill>
              </a:defRPr>
            </a:lvl6pPr>
            <a:lvl7pPr marL="766800" indent="-187200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»"/>
              <a:defRPr sz="1400" baseline="0">
                <a:solidFill>
                  <a:srgbClr val="6D6D6D"/>
                </a:solidFill>
              </a:defRPr>
            </a:lvl7pPr>
            <a:lvl8pPr marL="766800" indent="-187200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»"/>
              <a:defRPr sz="1400" baseline="0">
                <a:solidFill>
                  <a:srgbClr val="6D6D6D"/>
                </a:solidFill>
              </a:defRPr>
            </a:lvl8pPr>
            <a:lvl9pPr marL="766800" indent="-187200">
              <a:spcBef>
                <a:spcPts val="500"/>
              </a:spcBef>
              <a:buClr>
                <a:schemeClr val="tx2"/>
              </a:buClr>
              <a:buFont typeface="Calibri" panose="020F0502020204030204" pitchFamily="34" charset="0"/>
              <a:buChar char="»"/>
              <a:defRPr sz="1400" baseline="0">
                <a:solidFill>
                  <a:srgbClr val="6D6D6D"/>
                </a:solidFill>
              </a:defRPr>
            </a:lvl9pPr>
          </a:lstStyle>
          <a:p>
            <a:pPr algn="r"/>
            <a:r>
              <a:rPr lang="fr-FR">
                <a:solidFill>
                  <a:schemeClr val="bg1">
                    <a:lumMod val="10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Wavestone.com </a:t>
            </a:r>
            <a:endParaRPr lang="fr-FR">
              <a:solidFill>
                <a:schemeClr val="bg1">
                  <a:lumMod val="10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6103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p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Strokes">
            <a:extLst>
              <a:ext uri="{FF2B5EF4-FFF2-40B4-BE49-F238E27FC236}">
                <a16:creationId xmlns:a16="http://schemas.microsoft.com/office/drawing/2014/main" id="{36158397-7922-7808-3EBB-40FF3BD47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3454940"/>
            <a:ext cx="12192863" cy="3429232"/>
            <a:chOff x="0" y="1716074"/>
            <a:chExt cx="12192863" cy="3429232"/>
          </a:xfrm>
        </p:grpSpPr>
        <p:sp>
          <p:nvSpPr>
            <p:cNvPr id="11" name="Graphic 2">
              <a:extLst>
                <a:ext uri="{FF2B5EF4-FFF2-40B4-BE49-F238E27FC236}">
                  <a16:creationId xmlns:a16="http://schemas.microsoft.com/office/drawing/2014/main" id="{655EDE39-E769-AEDF-3462-0F941FB35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1716074"/>
              <a:ext cx="12192863" cy="2183025"/>
            </a:xfrm>
            <a:custGeom>
              <a:avLst/>
              <a:gdLst>
                <a:gd name="connsiteX0" fmla="*/ 0 w 12192863"/>
                <a:gd name="connsiteY0" fmla="*/ 1435691 h 2183025"/>
                <a:gd name="connsiteX1" fmla="*/ 12192864 w 12192863"/>
                <a:gd name="connsiteY1" fmla="*/ 0 h 2183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92863" h="2183025">
                  <a:moveTo>
                    <a:pt x="0" y="1435691"/>
                  </a:moveTo>
                  <a:cubicBezTo>
                    <a:pt x="0" y="1435691"/>
                    <a:pt x="6346390" y="3849908"/>
                    <a:pt x="12192864" y="0"/>
                  </a:cubicBezTo>
                </a:path>
              </a:pathLst>
            </a:custGeom>
            <a:noFill/>
            <a:ln w="28575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Graphic 1">
              <a:extLst>
                <a:ext uri="{FF2B5EF4-FFF2-40B4-BE49-F238E27FC236}">
                  <a16:creationId xmlns:a16="http://schemas.microsoft.com/office/drawing/2014/main" id="{86159E8B-F7C4-AF3D-7CC5-8086F546F9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74851" y="2876302"/>
              <a:ext cx="8218012" cy="2269004"/>
            </a:xfrm>
            <a:custGeom>
              <a:avLst/>
              <a:gdLst>
                <a:gd name="connsiteX0" fmla="*/ 0 w 8218012"/>
                <a:gd name="connsiteY0" fmla="*/ 2269005 h 2269004"/>
                <a:gd name="connsiteX1" fmla="*/ 8218013 w 8218012"/>
                <a:gd name="connsiteY1" fmla="*/ 220620 h 226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18012" h="2269004">
                  <a:moveTo>
                    <a:pt x="0" y="2269005"/>
                  </a:moveTo>
                  <a:cubicBezTo>
                    <a:pt x="0" y="2269005"/>
                    <a:pt x="2755579" y="-840171"/>
                    <a:pt x="8218013" y="220620"/>
                  </a:cubicBezTo>
                </a:path>
              </a:pathLst>
            </a:custGeom>
            <a:noFill/>
            <a:ln w="28575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3" name="Wavestone logo">
            <a:extLst>
              <a:ext uri="{FF2B5EF4-FFF2-40B4-BE49-F238E27FC236}">
                <a16:creationId xmlns:a16="http://schemas.microsoft.com/office/drawing/2014/main" id="{FCE59BC8-8DCF-C998-920E-2153958C030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24990" y="2473051"/>
            <a:ext cx="2740755" cy="1911898"/>
          </a:xfrm>
          <a:prstGeom prst="rect">
            <a:avLst/>
          </a:prstGeom>
        </p:spPr>
      </p:pic>
      <p:pic>
        <p:nvPicPr>
          <p:cNvPr id="2" name="Wavestone logo">
            <a:extLst>
              <a:ext uri="{FF2B5EF4-FFF2-40B4-BE49-F238E27FC236}">
                <a16:creationId xmlns:a16="http://schemas.microsoft.com/office/drawing/2014/main" id="{5A854C3D-F8B2-9131-091B-C497D2FE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24990" y="2473051"/>
            <a:ext cx="2740754" cy="191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533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page blue">
    <p:bg>
      <p:bgPr>
        <a:gradFill>
          <a:gsLst>
            <a:gs pos="0">
              <a:schemeClr val="bg2"/>
            </a:gs>
            <a:gs pos="100000">
              <a:schemeClr val="accent3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Strokes">
            <a:extLst>
              <a:ext uri="{FF2B5EF4-FFF2-40B4-BE49-F238E27FC236}">
                <a16:creationId xmlns:a16="http://schemas.microsoft.com/office/drawing/2014/main" id="{36158397-7922-7808-3EBB-40FF3BD47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3454940"/>
            <a:ext cx="12192863" cy="3429232"/>
            <a:chOff x="0" y="1716074"/>
            <a:chExt cx="12192863" cy="3429232"/>
          </a:xfrm>
        </p:grpSpPr>
        <p:sp>
          <p:nvSpPr>
            <p:cNvPr id="11" name="Graphic 2">
              <a:extLst>
                <a:ext uri="{FF2B5EF4-FFF2-40B4-BE49-F238E27FC236}">
                  <a16:creationId xmlns:a16="http://schemas.microsoft.com/office/drawing/2014/main" id="{655EDE39-E769-AEDF-3462-0F941FB35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1716074"/>
              <a:ext cx="12192863" cy="2183025"/>
            </a:xfrm>
            <a:custGeom>
              <a:avLst/>
              <a:gdLst>
                <a:gd name="connsiteX0" fmla="*/ 0 w 12192863"/>
                <a:gd name="connsiteY0" fmla="*/ 1435691 h 2183025"/>
                <a:gd name="connsiteX1" fmla="*/ 12192864 w 12192863"/>
                <a:gd name="connsiteY1" fmla="*/ 0 h 2183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92863" h="2183025">
                  <a:moveTo>
                    <a:pt x="0" y="1435691"/>
                  </a:moveTo>
                  <a:cubicBezTo>
                    <a:pt x="0" y="1435691"/>
                    <a:pt x="6346390" y="3849908"/>
                    <a:pt x="12192864" y="0"/>
                  </a:cubicBezTo>
                </a:path>
              </a:pathLst>
            </a:custGeom>
            <a:noFill/>
            <a:ln w="28575" cap="flat" cmpd="sng" algn="ctr">
              <a:solidFill>
                <a:schemeClr val="accent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Graphic 1">
              <a:extLst>
                <a:ext uri="{FF2B5EF4-FFF2-40B4-BE49-F238E27FC236}">
                  <a16:creationId xmlns:a16="http://schemas.microsoft.com/office/drawing/2014/main" id="{86159E8B-F7C4-AF3D-7CC5-8086F546F9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74851" y="2876302"/>
              <a:ext cx="8218012" cy="2269004"/>
            </a:xfrm>
            <a:custGeom>
              <a:avLst/>
              <a:gdLst>
                <a:gd name="connsiteX0" fmla="*/ 0 w 8218012"/>
                <a:gd name="connsiteY0" fmla="*/ 2269005 h 2269004"/>
                <a:gd name="connsiteX1" fmla="*/ 8218013 w 8218012"/>
                <a:gd name="connsiteY1" fmla="*/ 220620 h 2269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218012" h="2269004">
                  <a:moveTo>
                    <a:pt x="0" y="2269005"/>
                  </a:moveTo>
                  <a:cubicBezTo>
                    <a:pt x="0" y="2269005"/>
                    <a:pt x="2755579" y="-840171"/>
                    <a:pt x="8218013" y="220620"/>
                  </a:cubicBezTo>
                </a:path>
              </a:pathLst>
            </a:custGeom>
            <a:noFill/>
            <a:ln w="28575" cap="flat" cmpd="sng" algn="ctr">
              <a:solidFill>
                <a:schemeClr val="bg1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2" name="Wavestone logo">
            <a:extLst>
              <a:ext uri="{FF2B5EF4-FFF2-40B4-BE49-F238E27FC236}">
                <a16:creationId xmlns:a16="http://schemas.microsoft.com/office/drawing/2014/main" id="{18A26B22-0010-124F-9D10-6168ECB23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24990" y="2473051"/>
            <a:ext cx="2740754" cy="1911897"/>
          </a:xfrm>
          <a:prstGeom prst="rect">
            <a:avLst/>
          </a:prstGeom>
        </p:spPr>
      </p:pic>
      <p:pic>
        <p:nvPicPr>
          <p:cNvPr id="9" name="Wavestone logo">
            <a:extLst>
              <a:ext uri="{FF2B5EF4-FFF2-40B4-BE49-F238E27FC236}">
                <a16:creationId xmlns:a16="http://schemas.microsoft.com/office/drawing/2014/main" id="{ECB92486-172C-3288-900C-9E56B3D04EB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24990" y="2473051"/>
            <a:ext cx="2740755" cy="191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544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SP Agenda Section" hidden="1">
            <a:extLst>
              <a:ext uri="{FF2B5EF4-FFF2-40B4-BE49-F238E27FC236}">
                <a16:creationId xmlns:a16="http://schemas.microsoft.com/office/drawing/2014/main" id="{F2857B72-76E8-416F-990A-0E465F5B54C7}"/>
              </a:ext>
            </a:extLst>
          </p:cNvPr>
          <p:cNvGrpSpPr>
            <a:grpSpLocks/>
          </p:cNvGrpSpPr>
          <p:nvPr userDrawn="1"/>
        </p:nvGrpSpPr>
        <p:grpSpPr>
          <a:xfrm>
            <a:off x="466609" y="1295400"/>
            <a:ext cx="11258782" cy="552002"/>
            <a:chOff x="350973" y="1196307"/>
            <a:chExt cx="6173651" cy="552002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1FB3B8E-CCCB-4799-86AC-E6E1C7DEB80B}"/>
                </a:ext>
              </a:extLst>
            </p:cNvPr>
            <p:cNvSpPr>
              <a:spLocks/>
            </p:cNvSpPr>
            <p:nvPr userDrawn="1"/>
          </p:nvSpPr>
          <p:spPr>
            <a:xfrm>
              <a:off x="350973" y="1196307"/>
              <a:ext cx="79200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53129" marR="0" lvl="0" indent="-28575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fr-FR" sz="1600" b="1" i="0" kern="1200" cap="none" baseline="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&lt;N&gt;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9B50CB9-7FA6-4B89-BE45-50C8B85C7E72}"/>
                </a:ext>
              </a:extLst>
            </p:cNvPr>
            <p:cNvSpPr>
              <a:spLocks/>
            </p:cNvSpPr>
            <p:nvPr userDrawn="1"/>
          </p:nvSpPr>
          <p:spPr>
            <a:xfrm>
              <a:off x="887873" y="1196308"/>
              <a:ext cx="449871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160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&lt;TEXT&gt;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14E5980-B6EF-4F21-8788-F077C72B0FF0}"/>
                </a:ext>
              </a:extLst>
            </p:cNvPr>
            <p:cNvSpPr>
              <a:spLocks/>
            </p:cNvSpPr>
            <p:nvPr userDrawn="1"/>
          </p:nvSpPr>
          <p:spPr>
            <a:xfrm>
              <a:off x="6009095" y="1196308"/>
              <a:ext cx="515529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923" b="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Page &lt;P&gt;</a:t>
              </a:r>
            </a:p>
          </p:txBody>
        </p:sp>
      </p:grpSp>
      <p:grpSp>
        <p:nvGrpSpPr>
          <p:cNvPr id="55" name="SP Agenda Section Highlight" hidden="1">
            <a:extLst>
              <a:ext uri="{FF2B5EF4-FFF2-40B4-BE49-F238E27FC236}">
                <a16:creationId xmlns:a16="http://schemas.microsoft.com/office/drawing/2014/main" id="{AF096DB6-BE40-42C7-B292-AB2B0E3628DC}"/>
              </a:ext>
            </a:extLst>
          </p:cNvPr>
          <p:cNvGrpSpPr>
            <a:grpSpLocks/>
          </p:cNvGrpSpPr>
          <p:nvPr userDrawn="1"/>
        </p:nvGrpSpPr>
        <p:grpSpPr>
          <a:xfrm>
            <a:off x="466610" y="1828800"/>
            <a:ext cx="11258783" cy="552002"/>
            <a:chOff x="350973" y="1196307"/>
            <a:chExt cx="6173652" cy="552002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88DDC6B-5ECF-498B-8DBA-366E2A3A0B1D}"/>
                </a:ext>
              </a:extLst>
            </p:cNvPr>
            <p:cNvSpPr>
              <a:spLocks/>
            </p:cNvSpPr>
            <p:nvPr userDrawn="1"/>
          </p:nvSpPr>
          <p:spPr>
            <a:xfrm>
              <a:off x="350973" y="1196307"/>
              <a:ext cx="79200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53129" marR="0" lvl="0" indent="-28575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fr-FR" sz="1600" b="1" i="0" kern="1200" cap="none" baseline="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&lt;N&gt;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CCAC344-1E2F-48B9-95CE-33982A7D3EFB}"/>
                </a:ext>
              </a:extLst>
            </p:cNvPr>
            <p:cNvSpPr>
              <a:spLocks/>
            </p:cNvSpPr>
            <p:nvPr userDrawn="1"/>
          </p:nvSpPr>
          <p:spPr>
            <a:xfrm>
              <a:off x="892008" y="1196308"/>
              <a:ext cx="449871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1600" b="1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&lt;TEXT&gt;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A7C46F4-B4A6-461C-AAB6-CCDBCD1DCB81}"/>
                </a:ext>
              </a:extLst>
            </p:cNvPr>
            <p:cNvSpPr>
              <a:spLocks/>
            </p:cNvSpPr>
            <p:nvPr userDrawn="1"/>
          </p:nvSpPr>
          <p:spPr>
            <a:xfrm>
              <a:off x="6009095" y="1196308"/>
              <a:ext cx="51553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923" b="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Page &lt;P&gt;</a:t>
              </a:r>
            </a:p>
          </p:txBody>
        </p:sp>
      </p:grpSp>
      <p:grpSp>
        <p:nvGrpSpPr>
          <p:cNvPr id="59" name="SP Agenda Subsection" hidden="1">
            <a:extLst>
              <a:ext uri="{FF2B5EF4-FFF2-40B4-BE49-F238E27FC236}">
                <a16:creationId xmlns:a16="http://schemas.microsoft.com/office/drawing/2014/main" id="{A68D29B9-A522-4D76-9EEA-80D6DB90932E}"/>
              </a:ext>
            </a:extLst>
          </p:cNvPr>
          <p:cNvGrpSpPr>
            <a:grpSpLocks/>
          </p:cNvGrpSpPr>
          <p:nvPr userDrawn="1"/>
        </p:nvGrpSpPr>
        <p:grpSpPr>
          <a:xfrm>
            <a:off x="1655395" y="2356260"/>
            <a:ext cx="10052532" cy="552002"/>
            <a:chOff x="350973" y="1196307"/>
            <a:chExt cx="5512215" cy="552002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B4CD365-D4A9-4D87-8F1A-E7CBEE002C65}"/>
                </a:ext>
              </a:extLst>
            </p:cNvPr>
            <p:cNvSpPr>
              <a:spLocks/>
            </p:cNvSpPr>
            <p:nvPr userDrawn="1"/>
          </p:nvSpPr>
          <p:spPr>
            <a:xfrm>
              <a:off x="350973" y="1196307"/>
              <a:ext cx="79200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fr-FR" sz="1400" b="1" i="0" kern="1200" cap="none" baseline="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&lt;N&gt;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59E57C0-7D15-4D42-99B0-388B0AD38040}"/>
                </a:ext>
              </a:extLst>
            </p:cNvPr>
            <p:cNvSpPr>
              <a:spLocks/>
            </p:cNvSpPr>
            <p:nvPr userDrawn="1"/>
          </p:nvSpPr>
          <p:spPr>
            <a:xfrm>
              <a:off x="685464" y="1196308"/>
              <a:ext cx="449871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140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&lt;TEXT&gt;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90BE66A-B31C-40B5-8209-60FA2F2E0D99}"/>
                </a:ext>
              </a:extLst>
            </p:cNvPr>
            <p:cNvSpPr>
              <a:spLocks/>
            </p:cNvSpPr>
            <p:nvPr userDrawn="1"/>
          </p:nvSpPr>
          <p:spPr>
            <a:xfrm>
              <a:off x="5347657" y="1196308"/>
              <a:ext cx="51553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923" b="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Page &lt;P&gt;</a:t>
              </a:r>
            </a:p>
          </p:txBody>
        </p:sp>
      </p:grpSp>
      <p:grpSp>
        <p:nvGrpSpPr>
          <p:cNvPr id="63" name="SP Agenda Subsection Highlight" hidden="1">
            <a:extLst>
              <a:ext uri="{FF2B5EF4-FFF2-40B4-BE49-F238E27FC236}">
                <a16:creationId xmlns:a16="http://schemas.microsoft.com/office/drawing/2014/main" id="{0AC8024E-800F-4D27-81F5-31D2DEC50AB7}"/>
              </a:ext>
            </a:extLst>
          </p:cNvPr>
          <p:cNvGrpSpPr>
            <a:grpSpLocks/>
          </p:cNvGrpSpPr>
          <p:nvPr userDrawn="1"/>
        </p:nvGrpSpPr>
        <p:grpSpPr>
          <a:xfrm>
            <a:off x="1655395" y="2908261"/>
            <a:ext cx="10069996" cy="552002"/>
            <a:chOff x="746973" y="1196307"/>
            <a:chExt cx="5521791" cy="552002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0B5CDE7-2CF2-495E-81C2-BBB8131B9DBC}"/>
                </a:ext>
              </a:extLst>
            </p:cNvPr>
            <p:cNvSpPr>
              <a:spLocks/>
            </p:cNvSpPr>
            <p:nvPr userDrawn="1"/>
          </p:nvSpPr>
          <p:spPr>
            <a:xfrm>
              <a:off x="746973" y="1196307"/>
              <a:ext cx="79200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fr-FR" sz="1400" b="1" i="0" kern="1200" cap="none" baseline="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&lt;N&gt;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27B3B1A-DD17-4FB3-8083-0E50D87656B3}"/>
                </a:ext>
              </a:extLst>
            </p:cNvPr>
            <p:cNvSpPr>
              <a:spLocks/>
            </p:cNvSpPr>
            <p:nvPr userDrawn="1"/>
          </p:nvSpPr>
          <p:spPr>
            <a:xfrm>
              <a:off x="1084075" y="1196308"/>
              <a:ext cx="449871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1400" b="1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&lt;TEXT&gt;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8399873-18C4-49BB-9AC4-3A8655D4B77C}"/>
                </a:ext>
              </a:extLst>
            </p:cNvPr>
            <p:cNvSpPr>
              <a:spLocks/>
            </p:cNvSpPr>
            <p:nvPr userDrawn="1"/>
          </p:nvSpPr>
          <p:spPr>
            <a:xfrm>
              <a:off x="5753232" y="1196308"/>
              <a:ext cx="515532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920" b="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Page &lt;P&gt;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3AFF9E-7AF4-00F6-F416-A6EC779451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4" y="404664"/>
            <a:ext cx="11342769" cy="936774"/>
          </a:xfrm>
        </p:spPr>
        <p:txBody>
          <a:bodyPr/>
          <a:lstStyle>
            <a:lvl1pPr>
              <a:defRPr sz="2400"/>
            </a:lvl1pPr>
          </a:lstStyle>
          <a:p>
            <a:r>
              <a:rPr lang="fr-FR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840515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SP Agenda Section" hidden="1">
            <a:extLst>
              <a:ext uri="{FF2B5EF4-FFF2-40B4-BE49-F238E27FC236}">
                <a16:creationId xmlns:a16="http://schemas.microsoft.com/office/drawing/2014/main" id="{F2857B72-76E8-416F-990A-0E465F5B54C7}"/>
              </a:ext>
            </a:extLst>
          </p:cNvPr>
          <p:cNvGrpSpPr>
            <a:grpSpLocks/>
          </p:cNvGrpSpPr>
          <p:nvPr userDrawn="1"/>
        </p:nvGrpSpPr>
        <p:grpSpPr>
          <a:xfrm>
            <a:off x="466609" y="1295400"/>
            <a:ext cx="11258782" cy="552002"/>
            <a:chOff x="350973" y="1196307"/>
            <a:chExt cx="6173651" cy="552002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1FB3B8E-CCCB-4799-86AC-E6E1C7DEB80B}"/>
                </a:ext>
              </a:extLst>
            </p:cNvPr>
            <p:cNvSpPr>
              <a:spLocks/>
            </p:cNvSpPr>
            <p:nvPr userDrawn="1"/>
          </p:nvSpPr>
          <p:spPr>
            <a:xfrm>
              <a:off x="350973" y="1196307"/>
              <a:ext cx="79200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53129" marR="0" lvl="0" indent="-28575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fr-FR" sz="1600" b="1" i="0" kern="1200" cap="none" baseline="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&lt;N&gt;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9B50CB9-7FA6-4B89-BE45-50C8B85C7E72}"/>
                </a:ext>
              </a:extLst>
            </p:cNvPr>
            <p:cNvSpPr>
              <a:spLocks/>
            </p:cNvSpPr>
            <p:nvPr userDrawn="1"/>
          </p:nvSpPr>
          <p:spPr>
            <a:xfrm>
              <a:off x="887928" y="1196308"/>
              <a:ext cx="449871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160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&lt;TEXT&gt;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14E5980-B6EF-4F21-8788-F077C72B0FF0}"/>
                </a:ext>
              </a:extLst>
            </p:cNvPr>
            <p:cNvSpPr>
              <a:spLocks/>
            </p:cNvSpPr>
            <p:nvPr userDrawn="1"/>
          </p:nvSpPr>
          <p:spPr>
            <a:xfrm>
              <a:off x="6009095" y="1196308"/>
              <a:ext cx="515529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923" b="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Page &lt;P&gt;</a:t>
              </a:r>
            </a:p>
          </p:txBody>
        </p:sp>
      </p:grpSp>
      <p:grpSp>
        <p:nvGrpSpPr>
          <p:cNvPr id="55" name="SP Agenda Section Highlight" hidden="1">
            <a:extLst>
              <a:ext uri="{FF2B5EF4-FFF2-40B4-BE49-F238E27FC236}">
                <a16:creationId xmlns:a16="http://schemas.microsoft.com/office/drawing/2014/main" id="{AF096DB6-BE40-42C7-B292-AB2B0E3628DC}"/>
              </a:ext>
            </a:extLst>
          </p:cNvPr>
          <p:cNvGrpSpPr>
            <a:grpSpLocks/>
          </p:cNvGrpSpPr>
          <p:nvPr userDrawn="1"/>
        </p:nvGrpSpPr>
        <p:grpSpPr>
          <a:xfrm>
            <a:off x="466610" y="1828800"/>
            <a:ext cx="11258783" cy="552002"/>
            <a:chOff x="350973" y="1196307"/>
            <a:chExt cx="6173652" cy="552002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88DDC6B-5ECF-498B-8DBA-366E2A3A0B1D}"/>
                </a:ext>
              </a:extLst>
            </p:cNvPr>
            <p:cNvSpPr>
              <a:spLocks/>
            </p:cNvSpPr>
            <p:nvPr userDrawn="1"/>
          </p:nvSpPr>
          <p:spPr>
            <a:xfrm>
              <a:off x="350973" y="1196307"/>
              <a:ext cx="79200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53129" marR="0" lvl="0" indent="-28575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fr-FR" sz="1600" b="1" i="0" kern="1200" cap="none" baseline="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&lt;N&gt;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CCAC344-1E2F-48B9-95CE-33982A7D3EFB}"/>
                </a:ext>
              </a:extLst>
            </p:cNvPr>
            <p:cNvSpPr>
              <a:spLocks/>
            </p:cNvSpPr>
            <p:nvPr userDrawn="1"/>
          </p:nvSpPr>
          <p:spPr>
            <a:xfrm>
              <a:off x="891565" y="1196308"/>
              <a:ext cx="449871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1600" b="1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&lt;TEXT&gt;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A7C46F4-B4A6-461C-AAB6-CCDBCD1DCB81}"/>
                </a:ext>
              </a:extLst>
            </p:cNvPr>
            <p:cNvSpPr>
              <a:spLocks/>
            </p:cNvSpPr>
            <p:nvPr userDrawn="1"/>
          </p:nvSpPr>
          <p:spPr>
            <a:xfrm>
              <a:off x="6009095" y="1196308"/>
              <a:ext cx="51553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923" b="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Page &lt;P&gt;</a:t>
              </a:r>
            </a:p>
          </p:txBody>
        </p:sp>
      </p:grpSp>
      <p:grpSp>
        <p:nvGrpSpPr>
          <p:cNvPr id="59" name="SP Agenda Subsection" hidden="1">
            <a:extLst>
              <a:ext uri="{FF2B5EF4-FFF2-40B4-BE49-F238E27FC236}">
                <a16:creationId xmlns:a16="http://schemas.microsoft.com/office/drawing/2014/main" id="{A68D29B9-A522-4D76-9EEA-80D6DB90932E}"/>
              </a:ext>
            </a:extLst>
          </p:cNvPr>
          <p:cNvGrpSpPr>
            <a:grpSpLocks/>
          </p:cNvGrpSpPr>
          <p:nvPr userDrawn="1"/>
        </p:nvGrpSpPr>
        <p:grpSpPr>
          <a:xfrm>
            <a:off x="1655388" y="2356260"/>
            <a:ext cx="10073477" cy="552002"/>
            <a:chOff x="746969" y="1196307"/>
            <a:chExt cx="5523700" cy="552002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B4CD365-D4A9-4D87-8F1A-E7CBEE002C65}"/>
                </a:ext>
              </a:extLst>
            </p:cNvPr>
            <p:cNvSpPr>
              <a:spLocks/>
            </p:cNvSpPr>
            <p:nvPr userDrawn="1"/>
          </p:nvSpPr>
          <p:spPr>
            <a:xfrm>
              <a:off x="746969" y="1196307"/>
              <a:ext cx="79200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fr-FR" sz="1400" b="1" i="0" kern="1200" cap="none" baseline="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&lt;N&gt;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59E57C0-7D15-4D42-99B0-388B0AD38040}"/>
                </a:ext>
              </a:extLst>
            </p:cNvPr>
            <p:cNvSpPr>
              <a:spLocks/>
            </p:cNvSpPr>
            <p:nvPr userDrawn="1"/>
          </p:nvSpPr>
          <p:spPr>
            <a:xfrm>
              <a:off x="1082549" y="1196307"/>
              <a:ext cx="449871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140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&lt;TEXT&gt;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90BE66A-B31C-40B5-8209-60FA2F2E0D99}"/>
                </a:ext>
              </a:extLst>
            </p:cNvPr>
            <p:cNvSpPr>
              <a:spLocks/>
            </p:cNvSpPr>
            <p:nvPr userDrawn="1"/>
          </p:nvSpPr>
          <p:spPr>
            <a:xfrm>
              <a:off x="5755138" y="1196308"/>
              <a:ext cx="51553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920" b="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Page &lt;P&gt;</a:t>
              </a:r>
            </a:p>
          </p:txBody>
        </p:sp>
      </p:grpSp>
      <p:grpSp>
        <p:nvGrpSpPr>
          <p:cNvPr id="63" name="SP Agenda Subsection Highlight" hidden="1">
            <a:extLst>
              <a:ext uri="{FF2B5EF4-FFF2-40B4-BE49-F238E27FC236}">
                <a16:creationId xmlns:a16="http://schemas.microsoft.com/office/drawing/2014/main" id="{0AC8024E-800F-4D27-81F5-31D2DEC50AB7}"/>
              </a:ext>
            </a:extLst>
          </p:cNvPr>
          <p:cNvGrpSpPr>
            <a:grpSpLocks/>
          </p:cNvGrpSpPr>
          <p:nvPr userDrawn="1"/>
        </p:nvGrpSpPr>
        <p:grpSpPr>
          <a:xfrm>
            <a:off x="1655388" y="2908261"/>
            <a:ext cx="10070003" cy="552002"/>
            <a:chOff x="746969" y="1196307"/>
            <a:chExt cx="5521795" cy="552002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0B5CDE7-2CF2-495E-81C2-BBB8131B9DBC}"/>
                </a:ext>
              </a:extLst>
            </p:cNvPr>
            <p:cNvSpPr>
              <a:spLocks/>
            </p:cNvSpPr>
            <p:nvPr userDrawn="1"/>
          </p:nvSpPr>
          <p:spPr>
            <a:xfrm>
              <a:off x="746969" y="1196307"/>
              <a:ext cx="792000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fr-FR" sz="1400" b="1" i="0" kern="1200" cap="none" baseline="0" noProof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&lt;N&gt;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27B3B1A-DD17-4FB3-8083-0E50D87656B3}"/>
                </a:ext>
              </a:extLst>
            </p:cNvPr>
            <p:cNvSpPr>
              <a:spLocks/>
            </p:cNvSpPr>
            <p:nvPr userDrawn="1"/>
          </p:nvSpPr>
          <p:spPr>
            <a:xfrm>
              <a:off x="1084287" y="1196308"/>
              <a:ext cx="4498711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1400" b="1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&lt;TEXT&gt;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8399873-18C4-49BB-9AC4-3A8655D4B77C}"/>
                </a:ext>
              </a:extLst>
            </p:cNvPr>
            <p:cNvSpPr>
              <a:spLocks/>
            </p:cNvSpPr>
            <p:nvPr userDrawn="1"/>
          </p:nvSpPr>
          <p:spPr>
            <a:xfrm>
              <a:off x="5753232" y="1196308"/>
              <a:ext cx="515532" cy="552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just" defTabSz="514350" rtl="0" eaLnBrk="1" fontAlgn="auto" latinLnBrk="0" hangingPunct="1">
                <a:lnSpc>
                  <a:spcPct val="100000"/>
                </a:lnSpc>
                <a:spcBef>
                  <a:spcPts val="369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empus Sans ITC" panose="04020404030D07020202" pitchFamily="82" charset="0"/>
                <a:buNone/>
                <a:tabLst/>
                <a:defRPr/>
              </a:pPr>
              <a:r>
                <a:rPr lang="fr-FR" sz="920" b="0" i="0" kern="1200" cap="none" baseline="0" noProof="0">
                  <a:solidFill>
                    <a:schemeClr val="bg2"/>
                  </a:solidFill>
                  <a:latin typeface="+mn-lt"/>
                  <a:ea typeface="+mn-ea"/>
                  <a:cs typeface="+mn-cs"/>
                </a:rPr>
                <a:t>Page &lt;P&gt;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0AE165A-1031-B297-11E7-059175CA5C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4" y="404664"/>
            <a:ext cx="11342769" cy="936774"/>
          </a:xfrm>
        </p:spPr>
        <p:txBody>
          <a:bodyPr/>
          <a:lstStyle>
            <a:lvl1pPr>
              <a:defRPr sz="2400"/>
            </a:lvl1pPr>
          </a:lstStyle>
          <a:p>
            <a:r>
              <a:rPr lang="fr-FR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372056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, Color &amp; Font 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title placeholder 1">
            <a:extLst>
              <a:ext uri="{FF2B5EF4-FFF2-40B4-BE49-F238E27FC236}">
                <a16:creationId xmlns:a16="http://schemas.microsoft.com/office/drawing/2014/main" id="{D1B40373-C58F-9D2F-924E-36B7D28F88E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355" y="144313"/>
            <a:ext cx="11342769" cy="260499"/>
          </a:xfrm>
          <a:prstGeom prst="rect">
            <a:avLst/>
          </a:prstGeom>
        </p:spPr>
        <p:txBody>
          <a:bodyPr lIns="0" tIns="0" rIns="0" bIns="0" anchor="b"/>
          <a:lstStyle>
            <a:lvl1pPr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fr-FR" sz="1000" noProof="0">
                <a:solidFill>
                  <a:schemeClr val="accent3"/>
                </a:solidFill>
                <a:latin typeface="+mn-lt"/>
              </a:rPr>
              <a:t>How to use the Wavestone </a:t>
            </a:r>
            <a:r>
              <a:rPr lang="fr-FR" sz="1000" noProof="0" err="1">
                <a:solidFill>
                  <a:schemeClr val="accent3"/>
                </a:solidFill>
                <a:latin typeface="+mn-lt"/>
              </a:rPr>
              <a:t>ppt</a:t>
            </a:r>
            <a:r>
              <a:rPr lang="fr-FR" sz="1000" noProof="0">
                <a:solidFill>
                  <a:schemeClr val="accent3"/>
                </a:solidFill>
                <a:latin typeface="+mn-lt"/>
              </a:rPr>
              <a:t> </a:t>
            </a:r>
            <a:r>
              <a:rPr lang="fr-FR" sz="1000" noProof="0" err="1">
                <a:solidFill>
                  <a:schemeClr val="accent3"/>
                </a:solidFill>
                <a:latin typeface="+mn-lt"/>
              </a:rPr>
              <a:t>template</a:t>
            </a:r>
            <a:endParaRPr lang="fr-FR" sz="1000" noProof="0">
              <a:solidFill>
                <a:schemeClr val="accent3"/>
              </a:solidFill>
              <a:latin typeface="+mn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964B1C5-C358-871B-CA19-F74DB0D2D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404664"/>
            <a:ext cx="2440268" cy="936774"/>
          </a:xfrm>
        </p:spPr>
        <p:txBody>
          <a:bodyPr/>
          <a:lstStyle>
            <a:lvl1pPr>
              <a:defRPr sz="2400"/>
            </a:lvl1pPr>
          </a:lstStyle>
          <a:p>
            <a:r>
              <a:rPr lang="fr-FR" err="1"/>
              <a:t>Text</a:t>
            </a:r>
            <a:r>
              <a:rPr lang="fr-FR"/>
              <a:t>, </a:t>
            </a:r>
            <a:r>
              <a:rPr lang="fr-FR" err="1"/>
              <a:t>Color</a:t>
            </a:r>
            <a:br>
              <a:rPr lang="fr-FR"/>
            </a:br>
            <a:r>
              <a:rPr lang="fr-FR"/>
              <a:t>&amp; Font guidelines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23097D7-D7BA-9E25-0878-05A17731E689}"/>
              </a:ext>
            </a:extLst>
          </p:cNvPr>
          <p:cNvSpPr txBox="1">
            <a:spLocks/>
          </p:cNvSpPr>
          <p:nvPr userDrawn="1"/>
        </p:nvSpPr>
        <p:spPr>
          <a:xfrm>
            <a:off x="423984" y="1491910"/>
            <a:ext cx="11344276" cy="257369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200" err="1">
                <a:solidFill>
                  <a:schemeClr val="bg2"/>
                </a:solidFill>
                <a:latin typeface="+mj-lt"/>
              </a:rPr>
              <a:t>Colors</a:t>
            </a:r>
            <a:r>
              <a:rPr lang="fr-FR" sz="1200">
                <a:solidFill>
                  <a:schemeClr val="bg2"/>
                </a:solidFill>
                <a:latin typeface="+mj-lt"/>
              </a:rPr>
              <a:t> of Wavestone Powerpoint Slide Master and </a:t>
            </a:r>
            <a:r>
              <a:rPr lang="fr-FR" sz="1200" err="1">
                <a:solidFill>
                  <a:schemeClr val="bg2"/>
                </a:solidFill>
                <a:latin typeface="+mj-lt"/>
              </a:rPr>
              <a:t>associated</a:t>
            </a:r>
            <a:r>
              <a:rPr lang="fr-FR" sz="1200">
                <a:solidFill>
                  <a:schemeClr val="bg2"/>
                </a:solidFill>
                <a:latin typeface="+mj-lt"/>
              </a:rPr>
              <a:t> </a:t>
            </a:r>
            <a:r>
              <a:rPr lang="fr-FR" sz="1200" err="1">
                <a:solidFill>
                  <a:schemeClr val="bg2"/>
                </a:solidFill>
                <a:latin typeface="+mj-lt"/>
              </a:rPr>
              <a:t>hexadecimal</a:t>
            </a:r>
            <a:r>
              <a:rPr lang="fr-FR" sz="1200">
                <a:solidFill>
                  <a:schemeClr val="bg2"/>
                </a:solidFill>
                <a:latin typeface="+mj-lt"/>
              </a:rPr>
              <a:t> &amp; RGB </a:t>
            </a:r>
            <a:r>
              <a:rPr lang="fr-FR" sz="1200" err="1">
                <a:solidFill>
                  <a:schemeClr val="bg2"/>
                </a:solidFill>
                <a:latin typeface="+mj-lt"/>
              </a:rPr>
              <a:t>color</a:t>
            </a:r>
            <a:r>
              <a:rPr lang="fr-FR" sz="1200">
                <a:solidFill>
                  <a:schemeClr val="bg2"/>
                </a:solidFill>
                <a:latin typeface="+mj-lt"/>
              </a:rPr>
              <a:t> codes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D38D55F-3717-1DE7-C634-D1E90CF429B3}"/>
              </a:ext>
            </a:extLst>
          </p:cNvPr>
          <p:cNvSpPr txBox="1">
            <a:spLocks/>
          </p:cNvSpPr>
          <p:nvPr userDrawn="1"/>
        </p:nvSpPr>
        <p:spPr>
          <a:xfrm>
            <a:off x="423984" y="3255083"/>
            <a:ext cx="11344276" cy="257369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200" err="1">
                <a:solidFill>
                  <a:schemeClr val="bg2"/>
                </a:solidFill>
                <a:latin typeface="+mj-lt"/>
              </a:rPr>
              <a:t>Text</a:t>
            </a:r>
            <a:r>
              <a:rPr lang="fr-FR" sz="1200">
                <a:solidFill>
                  <a:schemeClr val="bg2"/>
                </a:solidFill>
                <a:latin typeface="+mj-lt"/>
              </a:rPr>
              <a:t> </a:t>
            </a:r>
            <a:r>
              <a:rPr lang="fr-FR" sz="1200" err="1">
                <a:solidFill>
                  <a:schemeClr val="bg2"/>
                </a:solidFill>
                <a:latin typeface="+mj-lt"/>
              </a:rPr>
              <a:t>levels</a:t>
            </a:r>
            <a:r>
              <a:rPr lang="fr-FR" sz="1200">
                <a:solidFill>
                  <a:schemeClr val="bg2"/>
                </a:solidFill>
                <a:latin typeface="+mj-lt"/>
              </a:rPr>
              <a:t> and </a:t>
            </a:r>
            <a:r>
              <a:rPr lang="fr-FR" sz="1200" err="1">
                <a:solidFill>
                  <a:schemeClr val="bg2"/>
                </a:solidFill>
                <a:latin typeface="+mj-lt"/>
              </a:rPr>
              <a:t>bullet</a:t>
            </a:r>
            <a:r>
              <a:rPr lang="fr-FR" sz="1200">
                <a:solidFill>
                  <a:schemeClr val="bg2"/>
                </a:solidFill>
                <a:latin typeface="+mj-lt"/>
              </a:rPr>
              <a:t> </a:t>
            </a:r>
            <a:r>
              <a:rPr lang="fr-FR" sz="1200" err="1">
                <a:solidFill>
                  <a:schemeClr val="bg2"/>
                </a:solidFill>
                <a:latin typeface="+mj-lt"/>
              </a:rPr>
              <a:t>lists</a:t>
            </a:r>
            <a:endParaRPr lang="fr-FR" sz="1200">
              <a:solidFill>
                <a:schemeClr val="bg2"/>
              </a:solidFill>
              <a:latin typeface="+mj-lt"/>
            </a:endParaRPr>
          </a:p>
        </p:txBody>
      </p:sp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FD91C57F-EE59-4C6C-AD72-1954FFCD87D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18628149"/>
              </p:ext>
            </p:extLst>
          </p:nvPr>
        </p:nvGraphicFramePr>
        <p:xfrm>
          <a:off x="423863" y="3528889"/>
          <a:ext cx="11342770" cy="2708399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456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8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0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36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98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387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4424">
                <a:tc>
                  <a:txBody>
                    <a:bodyPr/>
                    <a:lstStyle/>
                    <a:p>
                      <a:r>
                        <a:rPr lang="fr-FR" sz="900" b="1" noProof="0" err="1"/>
                        <a:t>Level</a:t>
                      </a:r>
                      <a:endParaRPr lang="fr-FR" sz="900" b="1" noProof="0"/>
                    </a:p>
                  </a:txBody>
                  <a:tcPr marL="112542" marR="112542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b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Font</a:t>
                      </a:r>
                    </a:p>
                  </a:txBody>
                  <a:tcPr marL="112542" marR="112542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b="1" kern="1200" noProof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Color</a:t>
                      </a:r>
                      <a:endParaRPr lang="fr-FR" sz="900" b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b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Font Size</a:t>
                      </a:r>
                    </a:p>
                  </a:txBody>
                  <a:tcPr marL="112542" marR="112542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b="1" kern="1200" noProof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Effect</a:t>
                      </a:r>
                      <a:endParaRPr lang="fr-FR" sz="900" b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b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Bullet </a:t>
                      </a:r>
                    </a:p>
                  </a:txBody>
                  <a:tcPr marL="112542" marR="112542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900" b="1" kern="1200" noProof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Paragraph</a:t>
                      </a:r>
                      <a:r>
                        <a:rPr lang="fr-FR" sz="900" b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Indentation</a:t>
                      </a:r>
                    </a:p>
                  </a:txBody>
                  <a:tcPr marL="112542" marR="112542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900" b="1" kern="1200" noProof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Paragraph</a:t>
                      </a:r>
                      <a:r>
                        <a:rPr lang="fr-FR" sz="900" b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900" b="1" kern="1200" noProof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Spacing</a:t>
                      </a:r>
                      <a:endParaRPr lang="fr-FR" sz="900" b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tabLst>
                          <a:tab pos="355600" algn="l"/>
                        </a:tabLst>
                      </a:pPr>
                      <a:r>
                        <a:rPr lang="fr-FR" sz="1000" i="0" kern="1200" cap="none" baseline="0" err="1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Subtitle</a:t>
                      </a:r>
                      <a:endParaRPr lang="fr-FR" sz="1000" i="0" kern="1200" cap="none" baseline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i="0" u="none" kern="1200" cap="none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Aptos</a:t>
                      </a:r>
                      <a:endParaRPr lang="fr-FR" sz="1000" i="0" u="none" kern="1200" cap="none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i="0" kern="1200" cap="all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 / 15 / 107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i="0" kern="1200" cap="all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i="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  <a:endParaRPr lang="fr-FR" sz="1000" i="0" kern="1200" cap="all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</a:t>
                      </a:r>
                      <a:r>
                        <a:rPr lang="fr-F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  <a:r>
                        <a:rPr lang="fr-F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0 cm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 pt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line </a:t>
                      </a:r>
                      <a:r>
                        <a:rPr lang="fr-FR" sz="1000" kern="1200" noProof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spacing</a:t>
                      </a:r>
                      <a:endParaRPr lang="fr-FR" sz="1000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fr-FR" sz="2400" kern="1200" baseline="0" err="1">
                          <a:solidFill>
                            <a:schemeClr val="bg2">
                              <a:lumMod val="100000"/>
                            </a:schemeClr>
                          </a:solidFill>
                          <a:latin typeface="+mj-lt"/>
                          <a:ea typeface="+mj-ea"/>
                          <a:cs typeface="+mj-cs"/>
                        </a:rPr>
                        <a:t>Title</a:t>
                      </a:r>
                      <a:endParaRPr lang="fr-FR" sz="2400" kern="1200" baseline="0">
                        <a:solidFill>
                          <a:schemeClr val="bg2">
                            <a:lumMod val="100000"/>
                          </a:schemeClr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i="0" kern="1200" cap="none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Aptos</a:t>
                      </a:r>
                      <a:r>
                        <a:rPr lang="fr-FR" sz="1000" i="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00" i="0" kern="1200" cap="none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SemiBold</a:t>
                      </a:r>
                      <a:endParaRPr lang="fr-FR" sz="1000" i="0" kern="1200" cap="none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i="0" kern="1200" cap="all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69 / 29 / 199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i="0" kern="1200" cap="all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fr-F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  <a:endParaRPr lang="fr-FR" sz="1000" i="0" kern="1200" cap="all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</a:t>
                      </a:r>
                      <a:r>
                        <a:rPr lang="fr-F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  <a:r>
                        <a:rPr lang="fr-F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0 cm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 pt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line </a:t>
                      </a:r>
                      <a:r>
                        <a:rPr lang="fr-FR" sz="1000" kern="1200" noProof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spacing</a:t>
                      </a:r>
                      <a:endParaRPr lang="fr-FR" sz="1000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lvl="0"/>
                      <a:r>
                        <a:rPr lang="fr-FR" sz="1600" i="0" kern="1200" cap="none" baseline="0" err="1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Level</a:t>
                      </a:r>
                      <a:r>
                        <a:rPr lang="fr-FR" sz="1600" i="0" kern="1200" cap="none" baseline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1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i="0" kern="1200" cap="none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Aptos</a:t>
                      </a:r>
                      <a:endParaRPr lang="fr-FR" sz="1000" i="0" kern="1200" cap="none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i="0" kern="1200" cap="all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 / 0 / 0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i="0" kern="1200" cap="all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fr-F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  <a:endParaRPr lang="fr-FR" sz="1000" i="0" kern="1200" cap="all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fr-FR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</a:t>
                      </a:r>
                      <a:r>
                        <a:rPr lang="fr-F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  <a:r>
                        <a:rPr lang="fr-F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0 cm</a:t>
                      </a:r>
                      <a:endParaRPr lang="fr-FR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 pt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Single line </a:t>
                      </a:r>
                      <a:r>
                        <a:rPr lang="fr-FR" sz="1000" kern="1200" noProof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spacing</a:t>
                      </a:r>
                      <a:endParaRPr lang="fr-FR" sz="1000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269875" indent="-269875">
                        <a:buClr>
                          <a:schemeClr val="bg2"/>
                        </a:buClr>
                        <a:buFont typeface="Avenir Next LT Pro" panose="020B0504020202020204" pitchFamily="34" charset="0"/>
                        <a:buChar char="•"/>
                        <a:tabLst/>
                      </a:pPr>
                      <a:r>
                        <a:rPr lang="fr-FR" sz="16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Level</a:t>
                      </a:r>
                      <a:r>
                        <a:rPr lang="fr-FR" sz="1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2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i="0" kern="1200" cap="none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Aptos</a:t>
                      </a:r>
                      <a:endParaRPr lang="fr-FR" sz="1000" i="0" kern="1200" cap="none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i="0" kern="1200" cap="all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 / 0 / 0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code 2022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</a:t>
                      </a:r>
                      <a:r>
                        <a:rPr lang="fr-F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  <a:r>
                        <a:rPr lang="fr-F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0,5 cm</a:t>
                      </a:r>
                      <a:endParaRPr lang="fr-FR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 pt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Single line </a:t>
                      </a:r>
                      <a:r>
                        <a:rPr lang="fr-FR" sz="1000" kern="1200" noProof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spacing</a:t>
                      </a:r>
                      <a:endParaRPr lang="fr-FR" sz="1000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285750" lvl="1" indent="-285750" defTabSz="271463">
                        <a:buClr>
                          <a:schemeClr val="bg2"/>
                        </a:buClr>
                        <a:buFont typeface="Poppins" panose="00000500000000000000" pitchFamily="2" charset="0"/>
                        <a:buChar char="–"/>
                      </a:pPr>
                      <a:r>
                        <a:rPr lang="fr-FR" sz="14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Level</a:t>
                      </a:r>
                      <a:r>
                        <a:rPr lang="fr-FR" sz="1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3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i="0" kern="1200" cap="none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Aptos</a:t>
                      </a:r>
                      <a:endParaRPr lang="fr-FR" sz="1000" i="0" kern="1200" cap="none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i="0" kern="1200" cap="all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 / 0 / 0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code 2013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</a:t>
                      </a:r>
                      <a:r>
                        <a:rPr lang="fr-F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  <a:r>
                        <a:rPr lang="fr-F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0,5 cm</a:t>
                      </a:r>
                      <a:endParaRPr lang="fr-FR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 pt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Single line </a:t>
                      </a:r>
                      <a:r>
                        <a:rPr lang="fr-FR" sz="1000" kern="1200" noProof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spacing</a:t>
                      </a:r>
                      <a:endParaRPr lang="fr-FR" sz="1000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815"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bg2"/>
                        </a:buClr>
                        <a:buFont typeface="Courier New" panose="02070309020205020404" pitchFamily="49" charset="0"/>
                        <a:buChar char="o"/>
                      </a:pPr>
                      <a:r>
                        <a:rPr lang="fr-FR" sz="1200" kern="1200" cap="none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Level</a:t>
                      </a:r>
                      <a:r>
                        <a:rPr lang="fr-FR" sz="120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4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000" i="0" kern="1200" cap="none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Aptos</a:t>
                      </a:r>
                      <a:endParaRPr lang="fr-FR" sz="1000" i="0" kern="1200" cap="none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i="0" kern="1200" cap="all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 / 0 / 0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Tahoma" panose="020B0604030504040204" pitchFamily="34" charset="0"/>
                        <a:buNone/>
                      </a:pPr>
                      <a:r>
                        <a:rPr lang="fr-FR" sz="1000" kern="1200" cap="none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Hollow</a:t>
                      </a:r>
                      <a:r>
                        <a:rPr lang="fr-FR" sz="1000" kern="1200" cap="none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round </a:t>
                      </a:r>
                      <a:r>
                        <a:rPr lang="fr-FR" sz="1000" kern="1200" cap="none" baseline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bullet</a:t>
                      </a:r>
                      <a:endParaRPr lang="fr-FR" sz="1000" kern="1200" cap="none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</a:t>
                      </a:r>
                      <a:r>
                        <a:rPr lang="fr-F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  <a:r>
                        <a:rPr lang="fr-F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0,5 cm</a:t>
                      </a:r>
                      <a:endParaRPr lang="fr-FR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2542" marR="112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 pt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Single line </a:t>
                      </a:r>
                      <a:r>
                        <a:rPr lang="fr-FR" sz="1000" kern="1200" noProof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spacing</a:t>
                      </a:r>
                      <a:endParaRPr lang="fr-FR" sz="1000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ectangle: Rounded Corners 10" descr="&#10;"/>
          <p:cNvSpPr>
            <a:spLocks/>
          </p:cNvSpPr>
          <p:nvPr/>
        </p:nvSpPr>
        <p:spPr>
          <a:xfrm>
            <a:off x="4049414" y="404813"/>
            <a:ext cx="1316765" cy="822103"/>
          </a:xfrm>
          <a:prstGeom prst="roundRect">
            <a:avLst>
              <a:gd name="adj" fmla="val 8171"/>
            </a:avLst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fr-FR" sz="1200" b="1" noProof="0" err="1">
                <a:solidFill>
                  <a:schemeClr val="bg2"/>
                </a:solidFill>
                <a:latin typeface="+mj-lt"/>
              </a:rPr>
              <a:t>Shortcut</a:t>
            </a:r>
            <a:r>
              <a:rPr lang="fr-FR" sz="1200" b="1" noProof="0">
                <a:solidFill>
                  <a:schemeClr val="bg2"/>
                </a:solidFill>
                <a:latin typeface="+mj-lt"/>
              </a:rPr>
              <a:t>: </a:t>
            </a:r>
            <a:r>
              <a:rPr lang="fr-FR" sz="1200" b="0" noProof="0">
                <a:solidFill>
                  <a:schemeClr val="tx1">
                    <a:lumMod val="100000"/>
                  </a:schemeClr>
                </a:solidFill>
              </a:rPr>
              <a:t>to switch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</a:rPr>
              <a:t> </a:t>
            </a:r>
            <a:r>
              <a:rPr lang="fr-FR" sz="1200" b="0" baseline="0" noProof="0" err="1">
                <a:solidFill>
                  <a:schemeClr val="tx1">
                    <a:lumMod val="100000"/>
                  </a:schemeClr>
                </a:solidFill>
              </a:rPr>
              <a:t>text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</a:rPr>
              <a:t> </a:t>
            </a:r>
            <a:r>
              <a:rPr lang="fr-FR" sz="1200" b="0" baseline="0" noProof="0" err="1">
                <a:solidFill>
                  <a:schemeClr val="tx1">
                    <a:lumMod val="100000"/>
                  </a:schemeClr>
                </a:solidFill>
              </a:rPr>
              <a:t>level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</a:rPr>
              <a:t>, </a:t>
            </a:r>
            <a:r>
              <a:rPr lang="fr-FR" sz="1200" b="0" noProof="0">
                <a:solidFill>
                  <a:schemeClr val="tx1">
                    <a:lumMod val="100000"/>
                  </a:schemeClr>
                </a:solidFill>
              </a:rPr>
              <a:t>Shift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</a:rPr>
              <a:t> + Alt + Right/</a:t>
            </a:r>
            <a:r>
              <a:rPr lang="fr-FR" sz="1200" b="0" baseline="0" noProof="0" err="1">
                <a:solidFill>
                  <a:schemeClr val="tx1">
                    <a:lumMod val="100000"/>
                  </a:schemeClr>
                </a:solidFill>
              </a:rPr>
              <a:t>Left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</a:rPr>
              <a:t> </a:t>
            </a:r>
            <a:r>
              <a:rPr lang="fr-FR" sz="1200" b="0" baseline="0" noProof="0" err="1">
                <a:solidFill>
                  <a:schemeClr val="tx1">
                    <a:lumMod val="100000"/>
                  </a:schemeClr>
                </a:solidFill>
              </a:rPr>
              <a:t>arrow</a:t>
            </a:r>
            <a:endParaRPr lang="fr-FR" sz="1200" b="0" noProof="0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C95A61F-EC45-5E68-4890-DAC7521393E4}"/>
              </a:ext>
            </a:extLst>
          </p:cNvPr>
          <p:cNvSpPr>
            <a:spLocks/>
          </p:cNvSpPr>
          <p:nvPr userDrawn="1"/>
        </p:nvSpPr>
        <p:spPr>
          <a:xfrm>
            <a:off x="5439356" y="404814"/>
            <a:ext cx="1440495" cy="822103"/>
          </a:xfrm>
          <a:prstGeom prst="roundRect">
            <a:avLst>
              <a:gd name="adj" fmla="val 5853"/>
            </a:avLst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fr-FR" sz="1200" b="1" baseline="0" noProof="0">
                <a:solidFill>
                  <a:schemeClr val="bg2"/>
                </a:solidFill>
                <a:latin typeface="+mj-lt"/>
              </a:rPr>
              <a:t>Design Tip I</a:t>
            </a:r>
            <a:r>
              <a:rPr lang="fr-FR" sz="1200" b="1" baseline="0" noProof="0">
                <a:solidFill>
                  <a:schemeClr val="bg2">
                    <a:lumMod val="100000"/>
                  </a:schemeClr>
                </a:solidFill>
                <a:latin typeface="+mj-lt"/>
              </a:rPr>
              <a:t>:</a:t>
            </a:r>
            <a:r>
              <a:rPr lang="fr-FR" sz="1200" b="1" baseline="0" noProof="0">
                <a:solidFill>
                  <a:schemeClr val="tx1">
                    <a:lumMod val="100000"/>
                  </a:schemeClr>
                </a:solidFill>
                <a:latin typeface="+mj-lt"/>
              </a:rPr>
              <a:t> </a:t>
            </a:r>
            <a:r>
              <a:rPr lang="fr-FR" sz="120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To </a:t>
            </a:r>
            <a:r>
              <a:rPr lang="fr-FR" sz="1200" baseline="0" noProof="0" err="1">
                <a:solidFill>
                  <a:schemeClr val="tx1">
                    <a:lumMod val="100000"/>
                  </a:schemeClr>
                </a:solidFill>
                <a:latin typeface="+mn-lt"/>
              </a:rPr>
              <a:t>add</a:t>
            </a:r>
            <a:r>
              <a:rPr lang="fr-FR" sz="120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 </a:t>
            </a:r>
            <a:r>
              <a:rPr lang="fr-FR" sz="1200" baseline="0" noProof="0" err="1">
                <a:solidFill>
                  <a:schemeClr val="bg2">
                    <a:lumMod val="100000"/>
                  </a:schemeClr>
                </a:solidFill>
                <a:latin typeface="+mj-lt"/>
              </a:rPr>
              <a:t>bold</a:t>
            </a:r>
            <a:r>
              <a:rPr lang="fr-FR" sz="120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 to </a:t>
            </a:r>
            <a:r>
              <a:rPr lang="fr-FR" sz="1200" baseline="0" noProof="0" err="1">
                <a:solidFill>
                  <a:schemeClr val="tx1">
                    <a:lumMod val="100000"/>
                  </a:schemeClr>
                </a:solidFill>
                <a:latin typeface="+mn-lt"/>
              </a:rPr>
              <a:t>your</a:t>
            </a:r>
            <a:r>
              <a:rPr lang="fr-FR" sz="120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 </a:t>
            </a:r>
            <a:r>
              <a:rPr lang="fr-FR" sz="1200" baseline="0" noProof="0" err="1">
                <a:solidFill>
                  <a:schemeClr val="tx1">
                    <a:lumMod val="100000"/>
                  </a:schemeClr>
                </a:solidFill>
                <a:latin typeface="+mn-lt"/>
              </a:rPr>
              <a:t>words</a:t>
            </a:r>
            <a:r>
              <a:rPr lang="fr-FR" sz="120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, use the </a:t>
            </a:r>
            <a:r>
              <a:rPr lang="fr-FR" sz="1200" baseline="0" noProof="0" err="1">
                <a:solidFill>
                  <a:schemeClr val="tx1">
                    <a:lumMod val="100000"/>
                  </a:schemeClr>
                </a:solidFill>
                <a:latin typeface="+mn-lt"/>
              </a:rPr>
              <a:t>shortcut</a:t>
            </a:r>
            <a:r>
              <a:rPr lang="fr-FR" sz="120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 Ctrl + B</a:t>
            </a:r>
          </a:p>
        </p:txBody>
      </p:sp>
      <p:sp>
        <p:nvSpPr>
          <p:cNvPr id="5" name="Rectangle 27" descr="&#10;">
            <a:extLst>
              <a:ext uri="{FF2B5EF4-FFF2-40B4-BE49-F238E27FC236}">
                <a16:creationId xmlns:a16="http://schemas.microsoft.com/office/drawing/2014/main" id="{678DE402-D98D-965C-D69C-9BE7F0604740}"/>
              </a:ext>
            </a:extLst>
          </p:cNvPr>
          <p:cNvSpPr>
            <a:spLocks/>
          </p:cNvSpPr>
          <p:nvPr userDrawn="1"/>
        </p:nvSpPr>
        <p:spPr>
          <a:xfrm>
            <a:off x="6953027" y="404814"/>
            <a:ext cx="1704559" cy="822103"/>
          </a:xfrm>
          <a:prstGeom prst="roundRect">
            <a:avLst>
              <a:gd name="adj" fmla="val 8171"/>
            </a:avLst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noProof="0">
                <a:solidFill>
                  <a:schemeClr val="bg2">
                    <a:lumMod val="100000"/>
                  </a:schemeClr>
                </a:solidFill>
                <a:latin typeface="+mj-lt"/>
              </a:rPr>
              <a:t>Design Tip II: </a:t>
            </a:r>
            <a:r>
              <a:rPr lang="fr-FR" sz="1200" b="0" baseline="0" noProof="0">
                <a:solidFill>
                  <a:schemeClr val="bg2">
                    <a:lumMod val="100000"/>
                  </a:schemeClr>
                </a:solidFill>
                <a:latin typeface="+mj-lt"/>
              </a:rPr>
              <a:t> 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Use </a:t>
            </a:r>
            <a:r>
              <a:rPr lang="fr-FR" sz="1200" b="0" baseline="0" noProof="0" err="1">
                <a:solidFill>
                  <a:schemeClr val="tx1">
                    <a:lumMod val="100000"/>
                  </a:schemeClr>
                </a:solidFill>
                <a:latin typeface="+mn-lt"/>
              </a:rPr>
              <a:t>Text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 1 </a:t>
            </a:r>
            <a:r>
              <a:rPr lang="fr-FR" sz="1200" b="0" baseline="0" noProof="0" err="1">
                <a:solidFill>
                  <a:schemeClr val="tx1">
                    <a:lumMod val="100000"/>
                  </a:schemeClr>
                </a:solidFill>
                <a:latin typeface="+mn-lt"/>
              </a:rPr>
              <a:t>with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 Background 1 and </a:t>
            </a:r>
            <a:r>
              <a:rPr lang="fr-FR" sz="1200" b="0" baseline="0" noProof="0" err="1">
                <a:solidFill>
                  <a:schemeClr val="tx1">
                    <a:lumMod val="100000"/>
                  </a:schemeClr>
                </a:solidFill>
                <a:latin typeface="+mn-lt"/>
              </a:rPr>
              <a:t>Text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 2 </a:t>
            </a:r>
            <a:r>
              <a:rPr lang="fr-FR" sz="1200" b="0" baseline="0" noProof="0" err="1">
                <a:solidFill>
                  <a:schemeClr val="tx1">
                    <a:lumMod val="100000"/>
                  </a:schemeClr>
                </a:solidFill>
                <a:latin typeface="+mn-lt"/>
              </a:rPr>
              <a:t>with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 Background 2</a:t>
            </a: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D65FEDDE-873B-9B40-695F-E5C636F38088}"/>
              </a:ext>
            </a:extLst>
          </p:cNvPr>
          <p:cNvSpPr>
            <a:spLocks/>
          </p:cNvSpPr>
          <p:nvPr userDrawn="1"/>
        </p:nvSpPr>
        <p:spPr>
          <a:xfrm>
            <a:off x="8730764" y="404814"/>
            <a:ext cx="1770007" cy="822103"/>
          </a:xfrm>
          <a:prstGeom prst="roundRect">
            <a:avLst>
              <a:gd name="adj" fmla="val 7592"/>
            </a:avLst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noProof="0">
                <a:solidFill>
                  <a:schemeClr val="bg2">
                    <a:lumMod val="100000"/>
                  </a:schemeClr>
                </a:solidFill>
                <a:latin typeface="+mj-lt"/>
              </a:rPr>
              <a:t>Design Tip III: </a:t>
            </a:r>
            <a:r>
              <a:rPr lang="fr-FR" sz="1200" b="0" baseline="0" noProof="0">
                <a:solidFill>
                  <a:schemeClr val="bg2">
                    <a:lumMod val="100000"/>
                  </a:schemeClr>
                </a:solidFill>
                <a:latin typeface="+mj-lt"/>
              </a:rPr>
              <a:t> 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Accent 1 and 2 are accentuation </a:t>
            </a:r>
            <a:r>
              <a:rPr lang="fr-FR" sz="1200" b="0" baseline="0" noProof="0" err="1">
                <a:solidFill>
                  <a:schemeClr val="tx1">
                    <a:lumMod val="100000"/>
                  </a:schemeClr>
                </a:solidFill>
                <a:latin typeface="+mn-lt"/>
              </a:rPr>
              <a:t>colors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 (≈ 5% maximum of the slide)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baseline="0" noProof="0">
              <a:solidFill>
                <a:schemeClr val="tx1">
                  <a:lumMod val="100000"/>
                </a:schemeClr>
              </a:solidFill>
              <a:latin typeface="+mn-lt"/>
            </a:endParaRPr>
          </a:p>
        </p:txBody>
      </p:sp>
      <p:sp>
        <p:nvSpPr>
          <p:cNvPr id="23" name="Rectangle 27" descr="&#10;">
            <a:extLst>
              <a:ext uri="{FF2B5EF4-FFF2-40B4-BE49-F238E27FC236}">
                <a16:creationId xmlns:a16="http://schemas.microsoft.com/office/drawing/2014/main" id="{436C0024-6E90-3550-F961-BC95CE964A5B}"/>
              </a:ext>
            </a:extLst>
          </p:cNvPr>
          <p:cNvSpPr>
            <a:spLocks/>
          </p:cNvSpPr>
          <p:nvPr userDrawn="1"/>
        </p:nvSpPr>
        <p:spPr>
          <a:xfrm>
            <a:off x="8730764" y="1819774"/>
            <a:ext cx="1770006" cy="1049552"/>
          </a:xfrm>
          <a:prstGeom prst="roundRect">
            <a:avLst>
              <a:gd name="adj" fmla="val 8171"/>
            </a:avLst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noProof="0">
                <a:solidFill>
                  <a:schemeClr val="bg2">
                    <a:lumMod val="100000"/>
                  </a:schemeClr>
                </a:solidFill>
                <a:latin typeface="+mj-lt"/>
              </a:rPr>
              <a:t>Design Tip IV: </a:t>
            </a:r>
            <a:r>
              <a:rPr lang="fr-FR" sz="1200" b="0" baseline="0" noProof="0">
                <a:solidFill>
                  <a:schemeClr val="bg2">
                    <a:lumMod val="100000"/>
                  </a:schemeClr>
                </a:solidFill>
                <a:latin typeface="+mj-lt"/>
              </a:rPr>
              <a:t> 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Do not </a:t>
            </a:r>
            <a:r>
              <a:rPr lang="fr-FR" sz="1200" b="0" baseline="0" noProof="0" err="1">
                <a:solidFill>
                  <a:schemeClr val="tx1">
                    <a:lumMod val="100000"/>
                  </a:schemeClr>
                </a:solidFill>
                <a:latin typeface="+mn-lt"/>
              </a:rPr>
              <a:t>forget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 to check the guides box, and do not </a:t>
            </a:r>
            <a:r>
              <a:rPr lang="fr-FR" sz="1200" b="0" baseline="0" noProof="0" err="1">
                <a:solidFill>
                  <a:schemeClr val="tx1">
                    <a:lumMod val="100000"/>
                  </a:schemeClr>
                </a:solidFill>
                <a:latin typeface="+mn-lt"/>
              </a:rPr>
              <a:t>add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 </a:t>
            </a:r>
            <a:r>
              <a:rPr lang="fr-FR" sz="1200" b="0" baseline="0" noProof="0" err="1">
                <a:solidFill>
                  <a:schemeClr val="tx1">
                    <a:lumMod val="100000"/>
                  </a:schemeClr>
                </a:solidFill>
                <a:latin typeface="+mn-lt"/>
              </a:rPr>
              <a:t>text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 out of </a:t>
            </a:r>
            <a:r>
              <a:rPr lang="fr-FR" sz="1200" b="0" baseline="0" noProof="0" err="1">
                <a:solidFill>
                  <a:schemeClr val="tx1">
                    <a:lumMod val="100000"/>
                  </a:schemeClr>
                </a:solidFill>
                <a:latin typeface="+mn-lt"/>
              </a:rPr>
              <a:t>them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 (</a:t>
            </a:r>
            <a:r>
              <a:rPr lang="fr-FR" sz="1200" b="0" baseline="0" noProof="0" err="1">
                <a:solidFill>
                  <a:schemeClr val="tx1">
                    <a:lumMod val="100000"/>
                  </a:schemeClr>
                </a:solidFill>
                <a:latin typeface="+mn-lt"/>
              </a:rPr>
              <a:t>View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 &gt; Guides)</a:t>
            </a:r>
          </a:p>
        </p:txBody>
      </p:sp>
      <p:cxnSp>
        <p:nvCxnSpPr>
          <p:cNvPr id="31" name="Straight Arrow Connector 30" descr="The arrow points to the red guides that must not be crossed.">
            <a:extLst>
              <a:ext uri="{FF2B5EF4-FFF2-40B4-BE49-F238E27FC236}">
                <a16:creationId xmlns:a16="http://schemas.microsoft.com/office/drawing/2014/main" id="{B8105ABC-EE01-6DE2-22A4-B0F0E49BE7A1}"/>
              </a:ext>
            </a:extLst>
          </p:cNvPr>
          <p:cNvCxnSpPr>
            <a:cxnSpLocks/>
            <a:stCxn id="23" idx="3"/>
          </p:cNvCxnSpPr>
          <p:nvPr userDrawn="1"/>
        </p:nvCxnSpPr>
        <p:spPr>
          <a:xfrm>
            <a:off x="10500770" y="2344550"/>
            <a:ext cx="1224766" cy="0"/>
          </a:xfrm>
          <a:prstGeom prst="straightConnector1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e 5" descr="The red guides run around the slide and indicate the margins to be respected between the text and the edge of the slide.">
            <a:extLst>
              <a:ext uri="{FF2B5EF4-FFF2-40B4-BE49-F238E27FC236}">
                <a16:creationId xmlns:a16="http://schemas.microsoft.com/office/drawing/2014/main" id="{B26AABCE-812A-78C1-D5C6-37586E260207}"/>
              </a:ext>
            </a:extLst>
          </p:cNvPr>
          <p:cNvGrpSpPr/>
          <p:nvPr userDrawn="1"/>
        </p:nvGrpSpPr>
        <p:grpSpPr>
          <a:xfrm>
            <a:off x="0" y="-14436"/>
            <a:ext cx="12192000" cy="6872436"/>
            <a:chOff x="0" y="-14436"/>
            <a:chExt cx="12192000" cy="6872436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F52B62F-247D-A984-5491-170990F3B5B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404813"/>
              <a:ext cx="12192000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B1422B7-9F37-DF59-E9C2-1A5997F90A8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766753" y="-14436"/>
              <a:ext cx="0" cy="6872436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D347D3D-7539-E3E5-46E9-DBBBF10BAC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3984" y="-14436"/>
              <a:ext cx="0" cy="6872436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2DCAAC5-CF53-1E9A-16A9-9E948CD46F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6236414"/>
              <a:ext cx="12192000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DFFE58-DCEB-BE9E-4D43-AD8C276484CB}"/>
              </a:ext>
            </a:extLst>
          </p:cNvPr>
          <p:cNvSpPr/>
          <p:nvPr userDrawn="1"/>
        </p:nvSpPr>
        <p:spPr>
          <a:xfrm rot="2411869">
            <a:off x="9618578" y="453897"/>
            <a:ext cx="3151694" cy="638614"/>
          </a:xfrm>
          <a:custGeom>
            <a:avLst/>
            <a:gdLst>
              <a:gd name="connsiteX0" fmla="*/ 0 w 3151694"/>
              <a:gd name="connsiteY0" fmla="*/ 638614 h 638614"/>
              <a:gd name="connsiteX1" fmla="*/ 755756 w 3151694"/>
              <a:gd name="connsiteY1" fmla="*/ 0 h 638614"/>
              <a:gd name="connsiteX2" fmla="*/ 2612065 w 3151694"/>
              <a:gd name="connsiteY2" fmla="*/ 0 h 638614"/>
              <a:gd name="connsiteX3" fmla="*/ 3151694 w 3151694"/>
              <a:gd name="connsiteY3" fmla="*/ 638614 h 63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1694" h="638614">
                <a:moveTo>
                  <a:pt x="0" y="638614"/>
                </a:moveTo>
                <a:lnTo>
                  <a:pt x="755756" y="0"/>
                </a:lnTo>
                <a:lnTo>
                  <a:pt x="2612065" y="0"/>
                </a:lnTo>
                <a:lnTo>
                  <a:pt x="3151694" y="638614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>
                <a:solidFill>
                  <a:schemeClr val="bg1">
                    <a:lumMod val="100000"/>
                  </a:schemeClr>
                </a:solidFill>
                <a:ea typeface="+mj-ea"/>
                <a:cs typeface="+mj-cs"/>
              </a:rPr>
              <a:t>To </a:t>
            </a:r>
            <a:r>
              <a:rPr lang="fr-FR" err="1">
                <a:solidFill>
                  <a:schemeClr val="bg1">
                    <a:lumMod val="100000"/>
                  </a:schemeClr>
                </a:solidFill>
                <a:ea typeface="+mj-ea"/>
                <a:cs typeface="+mj-cs"/>
              </a:rPr>
              <a:t>be</a:t>
            </a:r>
            <a:r>
              <a:rPr lang="fr-FR">
                <a:solidFill>
                  <a:schemeClr val="bg1">
                    <a:lumMod val="100000"/>
                  </a:schemeClr>
                </a:solidFill>
                <a:ea typeface="+mj-ea"/>
                <a:cs typeface="+mj-cs"/>
              </a:rPr>
              <a:t> </a:t>
            </a:r>
            <a:r>
              <a:rPr lang="fr-FR" err="1">
                <a:solidFill>
                  <a:schemeClr val="bg1">
                    <a:lumMod val="100000"/>
                  </a:schemeClr>
                </a:solidFill>
                <a:ea typeface="+mj-ea"/>
                <a:cs typeface="+mj-cs"/>
              </a:rPr>
              <a:t>deleted</a:t>
            </a:r>
            <a:endParaRPr lang="fr-FR">
              <a:solidFill>
                <a:schemeClr val="bg1">
                  <a:lumMod val="100000"/>
                </a:schemeClr>
              </a:solidFill>
              <a:ea typeface="+mj-ea"/>
              <a:cs typeface="+mj-cs"/>
            </a:endParaRPr>
          </a:p>
        </p:txBody>
      </p:sp>
      <p:sp>
        <p:nvSpPr>
          <p:cNvPr id="4" name="Copyright Wavestone and page 4">
            <a:extLst>
              <a:ext uri="{FF2B5EF4-FFF2-40B4-BE49-F238E27FC236}">
                <a16:creationId xmlns:a16="http://schemas.microsoft.com/office/drawing/2014/main" id="{59F3967A-8196-D78B-8AC8-7BE6285CE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 bwMode="ltGray">
          <a:xfrm>
            <a:off x="10591800" y="6578600"/>
            <a:ext cx="1189038" cy="239774"/>
          </a:xfrm>
          <a:prstGeom prst="rect">
            <a:avLst/>
          </a:prstGeom>
        </p:spPr>
        <p:txBody>
          <a:bodyPr lIns="0" r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173C6A"/>
              </a:buClr>
              <a:buSzTx/>
              <a:buFontTx/>
              <a:buNone/>
              <a:tabLst/>
              <a:defRPr/>
            </a:pPr>
            <a:r>
              <a:rPr lang="fr-FR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</a:rPr>
              <a:t>© </a:t>
            </a:r>
            <a:r>
              <a:rPr lang="fr-FR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  <a:cs typeface="Poppins" panose="00000500000000000000" pitchFamily="2" charset="0"/>
              </a:rPr>
              <a:t>WAVESTONE</a:t>
            </a:r>
            <a:r>
              <a:rPr lang="fr-FR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</a:rPr>
              <a:t> | </a:t>
            </a:r>
            <a:fld id="{55EE84F1-812F-F440-AFF9-6DD93A744E0D}" type="slidenum">
              <a:rPr lang="fr-FR" sz="700" smtClean="0">
                <a:solidFill>
                  <a:schemeClr val="bg2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173C6A"/>
                </a:buClr>
                <a:buSzTx/>
                <a:buFontTx/>
                <a:buNone/>
                <a:tabLst/>
                <a:defRPr/>
              </a:pPr>
              <a:t>‹N°›</a:t>
            </a:fld>
            <a:endParaRPr lang="fr-FR" sz="700">
              <a:solidFill>
                <a:schemeClr val="bg2">
                  <a:lumMod val="100000"/>
                </a:schemeClr>
              </a:solidFill>
              <a:latin typeface="+mn-lt"/>
              <a:cs typeface="Poppins Light" panose="00000400000000000000" pitchFamily="2" charset="0"/>
            </a:endParaRPr>
          </a:p>
        </p:txBody>
      </p:sp>
      <p:graphicFrame>
        <p:nvGraphicFramePr>
          <p:cNvPr id="9" name="Chart 3">
            <a:extLst>
              <a:ext uri="{FF2B5EF4-FFF2-40B4-BE49-F238E27FC236}">
                <a16:creationId xmlns:a16="http://schemas.microsoft.com/office/drawing/2014/main" id="{D3D5991E-692F-6A54-BC3D-283353CB7AED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278649692"/>
              </p:ext>
            </p:extLst>
          </p:nvPr>
        </p:nvGraphicFramePr>
        <p:xfrm>
          <a:off x="423982" y="1491910"/>
          <a:ext cx="7365350" cy="161686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40280">
                  <a:extLst>
                    <a:ext uri="{9D8B030D-6E8A-4147-A177-3AD203B41FA5}">
                      <a16:colId xmlns:a16="http://schemas.microsoft.com/office/drawing/2014/main" val="509387146"/>
                    </a:ext>
                  </a:extLst>
                </a:gridCol>
                <a:gridCol w="874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7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7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76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76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1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01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GB" sz="900" b="1" kern="1200" noProof="0">
                        <a:solidFill>
                          <a:schemeClr val="tx1">
                            <a:lumMod val="10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GB" sz="900" b="1" kern="1200" noProof="0">
                        <a:solidFill>
                          <a:schemeClr val="tx1">
                            <a:lumMod val="10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de-DE" sz="800" b="0" i="1" u="none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108000" marT="72000" marB="72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de-DE" sz="800" b="0" i="1" u="none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108000" marT="72000" marB="72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de-DE" sz="800" b="0" i="1" u="none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108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de-DE" sz="800" b="0" i="1" u="none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108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de-DE" sz="800" b="0" i="1" u="none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108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de-DE" sz="800" b="0" i="1" u="none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108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94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900" b="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Codes</a:t>
                      </a:r>
                    </a:p>
                  </a:txBody>
                  <a:tcPr marL="88615" marR="0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900" b="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Background 1</a:t>
                      </a:r>
                    </a:p>
                  </a:txBody>
                  <a:tcPr marL="88615" marR="0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900" b="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1</a:t>
                      </a:r>
                    </a:p>
                  </a:txBody>
                  <a:tcPr marL="88615" marR="132923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900" b="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Background 2</a:t>
                      </a:r>
                    </a:p>
                  </a:txBody>
                  <a:tcPr marL="88615" marR="132923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900" b="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Text 2</a:t>
                      </a:r>
                    </a:p>
                  </a:txBody>
                  <a:tcPr marL="88615" marR="132923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900" b="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Accent 1</a:t>
                      </a:r>
                    </a:p>
                  </a:txBody>
                  <a:tcPr marL="88615" marR="132923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900" b="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Accent 2</a:t>
                      </a:r>
                    </a:p>
                  </a:txBody>
                  <a:tcPr marL="88615" marR="132923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900" b="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Accent 3</a:t>
                      </a:r>
                    </a:p>
                  </a:txBody>
                  <a:tcPr marL="88615" marR="132923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55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1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Hexadecimal</a:t>
                      </a:r>
                    </a:p>
                  </a:txBody>
                  <a:tcPr marL="88615" marR="0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1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#FFFFFF</a:t>
                      </a:r>
                    </a:p>
                  </a:txBody>
                  <a:tcPr marL="88615" marR="0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1" u="none" noProof="0">
                          <a:solidFill>
                            <a:schemeClr val="bg1"/>
                          </a:solidFill>
                          <a:latin typeface="+mn-lt"/>
                          <a:cs typeface="Arial" pitchFamily="34" charset="0"/>
                        </a:rPr>
                        <a:t>#000000</a:t>
                      </a:r>
                    </a:p>
                  </a:txBody>
                  <a:tcPr marL="88615" marR="132923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1" u="none" noProof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#451DC7</a:t>
                      </a:r>
                    </a:p>
                  </a:txBody>
                  <a:tcPr marL="88615" marR="132923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1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#000000</a:t>
                      </a:r>
                    </a:p>
                  </a:txBody>
                  <a:tcPr marL="88615" marR="132923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1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#04F06A</a:t>
                      </a:r>
                    </a:p>
                  </a:txBody>
                  <a:tcPr marL="88615" marR="132923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1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#CAFEE0</a:t>
                      </a:r>
                    </a:p>
                  </a:txBody>
                  <a:tcPr marL="88615" marR="132923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1" u="none" noProof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#250F6B</a:t>
                      </a:r>
                    </a:p>
                  </a:txBody>
                  <a:tcPr marL="88615" marR="132923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91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R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G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B</a:t>
                      </a:r>
                    </a:p>
                  </a:txBody>
                  <a:tcPr marL="88615" marR="88615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255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255</a:t>
                      </a:r>
                      <a:b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</a:b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B 255</a:t>
                      </a:r>
                    </a:p>
                  </a:txBody>
                  <a:tcPr marL="88615" marR="88615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0</a:t>
                      </a:r>
                    </a:p>
                  </a:txBody>
                  <a:tcPr marL="88615" marR="88615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69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29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199</a:t>
                      </a:r>
                    </a:p>
                  </a:txBody>
                  <a:tcPr marL="88615" marR="88615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255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255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255</a:t>
                      </a:r>
                    </a:p>
                  </a:txBody>
                  <a:tcPr marL="88615" marR="88615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4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240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106</a:t>
                      </a:r>
                    </a:p>
                  </a:txBody>
                  <a:tcPr marL="88615" marR="88615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202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254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224</a:t>
                      </a:r>
                    </a:p>
                  </a:txBody>
                  <a:tcPr marL="88615" marR="88615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37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15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GB" sz="1000" i="0" u="none" noProof="0">
                          <a:solidFill>
                            <a:schemeClr val="tx1">
                              <a:lumMod val="100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107</a:t>
                      </a:r>
                    </a:p>
                  </a:txBody>
                  <a:tcPr marL="88615" marR="88615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10517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ography 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raphic  23" descr="Orange athletics track seen from above with a touch of green (grass). Clean, graphic photography.">
            <a:extLst>
              <a:ext uri="{FF2B5EF4-FFF2-40B4-BE49-F238E27FC236}">
                <a16:creationId xmlns:a16="http://schemas.microsoft.com/office/drawing/2014/main" id="{F16D04EB-8937-1B76-D220-95B4775384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>
          <a:xfrm>
            <a:off x="7101270" y="3230899"/>
            <a:ext cx="1556230" cy="1035369"/>
          </a:xfrm>
          <a:prstGeom prst="rect">
            <a:avLst/>
          </a:prstGeom>
        </p:spPr>
      </p:pic>
      <p:pic>
        <p:nvPicPr>
          <p:cNvPr id="63" name="Graphic  14" descr="Group of unidentifiable people working at a table, seen from above. ">
            <a:extLst>
              <a:ext uri="{FF2B5EF4-FFF2-40B4-BE49-F238E27FC236}">
                <a16:creationId xmlns:a16="http://schemas.microsoft.com/office/drawing/2014/main" id="{A6295D0F-B256-4661-E38E-64F5039A5E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01269" y="4190065"/>
            <a:ext cx="1556230" cy="1055296"/>
          </a:xfrm>
          <a:prstGeom prst="rect">
            <a:avLst/>
          </a:prstGeom>
        </p:spPr>
      </p:pic>
      <p:pic>
        <p:nvPicPr>
          <p:cNvPr id="59" name="Graphic 6" descr="View from above of a square crossed by people. ">
            <a:extLst>
              <a:ext uri="{FF2B5EF4-FFF2-40B4-BE49-F238E27FC236}">
                <a16:creationId xmlns:a16="http://schemas.microsoft.com/office/drawing/2014/main" id="{23FBA323-355E-C962-B914-BE010ADD9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01270" y="5201045"/>
            <a:ext cx="1556230" cy="1035369"/>
          </a:xfrm>
          <a:prstGeom prst="rect">
            <a:avLst/>
          </a:prstGeom>
        </p:spPr>
      </p:pic>
      <p:pic>
        <p:nvPicPr>
          <p:cNvPr id="60" name="Graphic  8" descr="Rowing boat crossing the image diagonally, seen from above. Clean, graphic photography.">
            <a:extLst>
              <a:ext uri="{FF2B5EF4-FFF2-40B4-BE49-F238E27FC236}">
                <a16:creationId xmlns:a16="http://schemas.microsoft.com/office/drawing/2014/main" id="{BF4334E0-0106-7C5C-30DC-8B062C916E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51466" y="3230899"/>
            <a:ext cx="1558172" cy="1035369"/>
          </a:xfrm>
          <a:prstGeom prst="rect">
            <a:avLst/>
          </a:prstGeom>
        </p:spPr>
      </p:pic>
      <p:pic>
        <p:nvPicPr>
          <p:cNvPr id="62" name="Graphic  12" descr="Top view of a moored container ship. Graphic effect of rectangular, brightly-colored containers.">
            <a:extLst>
              <a:ext uri="{FF2B5EF4-FFF2-40B4-BE49-F238E27FC236}">
                <a16:creationId xmlns:a16="http://schemas.microsoft.com/office/drawing/2014/main" id="{4C5D95D2-1081-1361-0F67-EA49D586A9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51466" y="4190065"/>
            <a:ext cx="1558172" cy="1053975"/>
          </a:xfrm>
          <a:prstGeom prst="rect">
            <a:avLst/>
          </a:prstGeom>
        </p:spPr>
      </p:pic>
      <p:pic>
        <p:nvPicPr>
          <p:cNvPr id="58" name="Graphic  4" descr="Close view of an unidentifiable oarsman seen from above. ">
            <a:extLst>
              <a:ext uri="{FF2B5EF4-FFF2-40B4-BE49-F238E27FC236}">
                <a16:creationId xmlns:a16="http://schemas.microsoft.com/office/drawing/2014/main" id="{958FE77D-7021-15EA-6E44-757C58E001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51465" y="5201044"/>
            <a:ext cx="1558172" cy="1039126"/>
          </a:xfrm>
          <a:prstGeom prst="rect">
            <a:avLst/>
          </a:prstGeom>
        </p:spPr>
      </p:pic>
      <p:sp>
        <p:nvSpPr>
          <p:cNvPr id="3" name="Toptitle placeholder 1">
            <a:extLst>
              <a:ext uri="{FF2B5EF4-FFF2-40B4-BE49-F238E27FC236}">
                <a16:creationId xmlns:a16="http://schemas.microsoft.com/office/drawing/2014/main" id="{48424323-0C71-4544-CBF6-1C93EF1ECB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5355" y="144313"/>
            <a:ext cx="11342769" cy="260499"/>
          </a:xfrm>
          <a:prstGeom prst="rect">
            <a:avLst/>
          </a:prstGeom>
        </p:spPr>
        <p:txBody>
          <a:bodyPr lIns="0" tIns="0" rIns="0" bIns="0" anchor="b"/>
          <a:lstStyle>
            <a:lvl1pPr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fr-FR" sz="1000" noProof="0">
                <a:solidFill>
                  <a:schemeClr val="accent3"/>
                </a:solidFill>
                <a:latin typeface="+mn-lt"/>
              </a:rPr>
              <a:t>How to use the Wavestone </a:t>
            </a:r>
            <a:r>
              <a:rPr lang="fr-FR" sz="1000" noProof="0" err="1">
                <a:solidFill>
                  <a:schemeClr val="accent3"/>
                </a:solidFill>
                <a:latin typeface="+mn-lt"/>
              </a:rPr>
              <a:t>ppt</a:t>
            </a:r>
            <a:r>
              <a:rPr lang="fr-FR" sz="1000" noProof="0">
                <a:solidFill>
                  <a:schemeClr val="accent3"/>
                </a:solidFill>
                <a:latin typeface="+mn-lt"/>
              </a:rPr>
              <a:t> </a:t>
            </a:r>
            <a:r>
              <a:rPr lang="fr-FR" sz="1000" noProof="0" err="1">
                <a:solidFill>
                  <a:schemeClr val="accent3"/>
                </a:solidFill>
                <a:latin typeface="+mn-lt"/>
              </a:rPr>
              <a:t>template</a:t>
            </a:r>
            <a:endParaRPr lang="fr-FR" sz="1000" noProof="0">
              <a:solidFill>
                <a:schemeClr val="accent3"/>
              </a:solidFill>
              <a:latin typeface="+mn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CCB7FA-E880-8FB2-26C1-5B89F73ABE6B}"/>
              </a:ext>
            </a:extLst>
          </p:cNvPr>
          <p:cNvSpPr txBox="1"/>
          <p:nvPr userDrawn="1"/>
        </p:nvSpPr>
        <p:spPr>
          <a:xfrm>
            <a:off x="423984" y="822120"/>
            <a:ext cx="11344154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With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the rebranding of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our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corporate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design,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we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will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also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define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a new look and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feel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for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our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iconography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images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we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use must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be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fr-FR" sz="1600" b="1" i="0" u="none" strike="noStrike" kern="1200" cap="none" spc="0" normalizeH="0" baseline="0" noProof="0" err="1">
                <a:ln>
                  <a:noFill/>
                </a:ln>
                <a:solidFill>
                  <a:schemeClr val="accent5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authentic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, clean (not </a:t>
            </a:r>
            <a:r>
              <a:rPr kumimoji="0" lang="fr-FR" sz="1600" b="1" i="0" u="none" strike="noStrike" kern="1200" cap="none" spc="0" normalizeH="0" baseline="0" noProof="0" err="1">
                <a:ln>
                  <a:noFill/>
                </a:ln>
                <a:solidFill>
                  <a:schemeClr val="accent5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overloaded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) and modern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604518-1748-2D15-2E33-15456C9EFFC2}"/>
              </a:ext>
            </a:extLst>
          </p:cNvPr>
          <p:cNvSpPr txBox="1"/>
          <p:nvPr userDrawn="1"/>
        </p:nvSpPr>
        <p:spPr>
          <a:xfrm>
            <a:off x="423984" y="1593191"/>
            <a:ext cx="5428176" cy="1396142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1600" b="1">
                <a:solidFill>
                  <a:schemeClr val="accent3">
                    <a:lumMod val="100000"/>
                  </a:schemeClr>
                </a:solidFill>
              </a:rPr>
              <a:t>1. People</a:t>
            </a:r>
          </a:p>
          <a:p>
            <a:r>
              <a:rPr lang="fr-FR" sz="1200" err="1"/>
              <a:t>We</a:t>
            </a:r>
            <a:r>
              <a:rPr lang="fr-FR" sz="1200"/>
              <a:t> are a people-</a:t>
            </a:r>
            <a:r>
              <a:rPr lang="fr-FR" sz="1200" err="1"/>
              <a:t>centred</a:t>
            </a:r>
            <a:r>
              <a:rPr lang="fr-FR" sz="1200"/>
              <a:t> </a:t>
            </a:r>
            <a:r>
              <a:rPr lang="fr-FR" sz="1200" err="1"/>
              <a:t>company</a:t>
            </a:r>
            <a:r>
              <a:rPr lang="fr-FR" sz="1200"/>
              <a:t>. So </a:t>
            </a:r>
            <a:r>
              <a:rPr lang="fr-FR" sz="1200" err="1"/>
              <a:t>we</a:t>
            </a:r>
            <a:r>
              <a:rPr lang="fr-FR" sz="1200"/>
              <a:t> </a:t>
            </a:r>
            <a:r>
              <a:rPr lang="fr-FR" sz="1200" err="1"/>
              <a:t>should</a:t>
            </a:r>
            <a:r>
              <a:rPr lang="fr-FR" sz="1200"/>
              <a:t> use lots of images of people. </a:t>
            </a:r>
            <a:br>
              <a:rPr lang="fr-FR" sz="1200"/>
            </a:br>
            <a:r>
              <a:rPr lang="fr-FR" sz="1200"/>
              <a:t>The people </a:t>
            </a:r>
            <a:r>
              <a:rPr lang="fr-FR" sz="1200" err="1"/>
              <a:t>we</a:t>
            </a:r>
            <a:r>
              <a:rPr lang="fr-FR" sz="1200"/>
              <a:t> show must express </a:t>
            </a:r>
            <a:r>
              <a:rPr lang="fr-FR" sz="1200" err="1"/>
              <a:t>our</a:t>
            </a:r>
            <a:r>
              <a:rPr lang="fr-FR" sz="1200"/>
              <a:t> values: </a:t>
            </a:r>
            <a:r>
              <a:rPr lang="fr-FR" sz="1200" b="1" err="1">
                <a:solidFill>
                  <a:schemeClr val="accent3">
                    <a:lumMod val="100000"/>
                  </a:schemeClr>
                </a:solidFill>
              </a:rPr>
              <a:t>Energetic</a:t>
            </a:r>
            <a:r>
              <a:rPr lang="fr-FR" sz="1200" b="1">
                <a:solidFill>
                  <a:schemeClr val="accent3">
                    <a:lumMod val="100000"/>
                  </a:schemeClr>
                </a:solidFill>
              </a:rPr>
              <a:t>, </a:t>
            </a:r>
            <a:r>
              <a:rPr lang="fr-FR" sz="1200" b="1" err="1">
                <a:solidFill>
                  <a:schemeClr val="accent3">
                    <a:lumMod val="100000"/>
                  </a:schemeClr>
                </a:solidFill>
              </a:rPr>
              <a:t>Responsible</a:t>
            </a:r>
            <a:r>
              <a:rPr lang="fr-FR" sz="1200" b="1">
                <a:solidFill>
                  <a:schemeClr val="accent3">
                    <a:lumMod val="100000"/>
                  </a:schemeClr>
                </a:solidFill>
              </a:rPr>
              <a:t>, </a:t>
            </a:r>
            <a:r>
              <a:rPr lang="fr-FR" sz="1200" b="1" err="1">
                <a:solidFill>
                  <a:schemeClr val="accent3">
                    <a:lumMod val="100000"/>
                  </a:schemeClr>
                </a:solidFill>
              </a:rPr>
              <a:t>Together</a:t>
            </a:r>
            <a:r>
              <a:rPr lang="fr-FR" sz="1200" b="1">
                <a:solidFill>
                  <a:schemeClr val="accent3">
                    <a:lumMod val="100000"/>
                  </a:schemeClr>
                </a:solidFill>
              </a:rPr>
              <a:t>.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fr-FR" sz="1200" b="1"/>
              <a:t>The </a:t>
            </a:r>
            <a:r>
              <a:rPr lang="fr-FR" sz="1200" b="1" err="1"/>
              <a:t>pictures</a:t>
            </a:r>
            <a:r>
              <a:rPr lang="fr-FR" sz="1200" b="1"/>
              <a:t> of people </a:t>
            </a:r>
            <a:r>
              <a:rPr lang="fr-FR" sz="1200" b="1" err="1"/>
              <a:t>used</a:t>
            </a:r>
            <a:r>
              <a:rPr lang="fr-FR" sz="1200" b="1"/>
              <a:t> must </a:t>
            </a:r>
            <a:r>
              <a:rPr lang="fr-FR" sz="1200" b="1" err="1"/>
              <a:t>be</a:t>
            </a:r>
            <a:r>
              <a:rPr lang="fr-FR" sz="1200" b="1"/>
              <a:t> images of </a:t>
            </a:r>
            <a:r>
              <a:rPr lang="fr-FR" sz="1200" b="1" err="1"/>
              <a:t>our</a:t>
            </a:r>
            <a:r>
              <a:rPr lang="fr-FR" sz="1200" b="1"/>
              <a:t> </a:t>
            </a:r>
            <a:r>
              <a:rPr lang="fr-FR" sz="1200" b="1" err="1"/>
              <a:t>employees</a:t>
            </a:r>
            <a:r>
              <a:rPr lang="fr-FR" sz="1200" b="1"/>
              <a:t>. </a:t>
            </a:r>
            <a:r>
              <a:rPr lang="fr-FR" sz="1200" b="0" err="1"/>
              <a:t>They</a:t>
            </a:r>
            <a:r>
              <a:rPr lang="fr-FR" sz="1200" b="0"/>
              <a:t> must </a:t>
            </a:r>
            <a:r>
              <a:rPr lang="fr-FR" sz="1200" b="0" err="1"/>
              <a:t>represent</a:t>
            </a:r>
            <a:r>
              <a:rPr lang="fr-FR" sz="1200" b="0"/>
              <a:t> </a:t>
            </a:r>
            <a:r>
              <a:rPr lang="fr-FR" sz="1200"/>
              <a:t>positive, </a:t>
            </a:r>
            <a:r>
              <a:rPr lang="fr-FR" sz="1200" err="1"/>
              <a:t>authentic</a:t>
            </a:r>
            <a:r>
              <a:rPr lang="fr-FR" sz="1200"/>
              <a:t> and diverse people in focus </a:t>
            </a:r>
            <a:r>
              <a:rPr lang="fr-FR" sz="1200" err="1"/>
              <a:t>with</a:t>
            </a:r>
            <a:r>
              <a:rPr lang="fr-FR" sz="1200"/>
              <a:t> </a:t>
            </a:r>
            <a:r>
              <a:rPr lang="fr-FR" sz="1200" err="1"/>
              <a:t>blurred</a:t>
            </a:r>
            <a:r>
              <a:rPr lang="fr-FR" sz="1200"/>
              <a:t> </a:t>
            </a:r>
            <a:r>
              <a:rPr lang="fr-FR" sz="1200" err="1"/>
              <a:t>foreground</a:t>
            </a:r>
            <a:r>
              <a:rPr lang="fr-FR" sz="1200"/>
              <a:t> or background or </a:t>
            </a:r>
            <a:r>
              <a:rPr lang="fr-FR" sz="1200" err="1"/>
              <a:t>eye</a:t>
            </a:r>
            <a:r>
              <a:rPr lang="fr-FR" sz="1200"/>
              <a:t> </a:t>
            </a:r>
            <a:r>
              <a:rPr lang="fr-FR" sz="1200" err="1"/>
              <a:t>level</a:t>
            </a:r>
            <a:r>
              <a:rPr lang="fr-FR" sz="1200"/>
              <a:t>.</a:t>
            </a:r>
          </a:p>
        </p:txBody>
      </p:sp>
      <p:pic>
        <p:nvPicPr>
          <p:cNvPr id="38" name="Graphic  9" descr="The picture is a portrait of a smiling woman looking at the camera. A few plant stems appear in the foreground in a blurred effect. The window in the background brings brightness. ">
            <a:extLst>
              <a:ext uri="{FF2B5EF4-FFF2-40B4-BE49-F238E27FC236}">
                <a16:creationId xmlns:a16="http://schemas.microsoft.com/office/drawing/2014/main" id="{AE03EFC9-DF8F-5794-2BBD-1B73A54C1025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5705" y="3230900"/>
            <a:ext cx="1464532" cy="2196246"/>
          </a:xfrm>
          <a:prstGeom prst="rect">
            <a:avLst/>
          </a:prstGeom>
        </p:spPr>
      </p:pic>
      <p:pic>
        <p:nvPicPr>
          <p:cNvPr id="39" name="Graphic  13" descr="The picture is a portrait of a smiling woman looking off into the distance. Blurred effect in the foreground. The window in the background brings brightness. ">
            <a:extLst>
              <a:ext uri="{FF2B5EF4-FFF2-40B4-BE49-F238E27FC236}">
                <a16:creationId xmlns:a16="http://schemas.microsoft.com/office/drawing/2014/main" id="{C1687472-C80B-BF3B-957A-DF0C78942B17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83370" y="3230901"/>
            <a:ext cx="1462268" cy="2192257"/>
          </a:xfrm>
          <a:prstGeom prst="rect">
            <a:avLst/>
          </a:prstGeom>
        </p:spPr>
      </p:pic>
      <p:pic>
        <p:nvPicPr>
          <p:cNvPr id="42" name="Graphic 28" descr="Close-up of a woman looking into the distance, blurred effect and brightness from the window in the foreground.&#10;">
            <a:extLst>
              <a:ext uri="{FF2B5EF4-FFF2-40B4-BE49-F238E27FC236}">
                <a16:creationId xmlns:a16="http://schemas.microsoft.com/office/drawing/2014/main" id="{9489508A-2310-65BD-E654-1663212491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44214" y="3234665"/>
            <a:ext cx="2530407" cy="1347609"/>
          </a:xfrm>
          <a:prstGeom prst="rect">
            <a:avLst/>
          </a:prstGeom>
        </p:spPr>
      </p:pic>
      <p:pic>
        <p:nvPicPr>
          <p:cNvPr id="43" name="Graphic  30" descr="A picture of 3 persons chatting outside, background vegetation. Trees and brightness in the background. Blurred effect at bottom left. ">
            <a:extLst>
              <a:ext uri="{FF2B5EF4-FFF2-40B4-BE49-F238E27FC236}">
                <a16:creationId xmlns:a16="http://schemas.microsoft.com/office/drawing/2014/main" id="{FB68DDAF-A6A5-F466-6103-CC57F842A2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435"/>
          <a:stretch/>
        </p:blipFill>
        <p:spPr>
          <a:xfrm>
            <a:off x="425705" y="5377259"/>
            <a:ext cx="1464532" cy="860029"/>
          </a:xfrm>
          <a:prstGeom prst="rect">
            <a:avLst/>
          </a:prstGeom>
        </p:spPr>
      </p:pic>
      <p:pic>
        <p:nvPicPr>
          <p:cNvPr id="7" name="Image 6" descr="A photo of 2 people sitting on an orange sofa, chatting and smiling. Wearing neutral colors (black) in contrast with the orange. ">
            <a:extLst>
              <a:ext uri="{FF2B5EF4-FFF2-40B4-BE49-F238E27FC236}">
                <a16:creationId xmlns:a16="http://schemas.microsoft.com/office/drawing/2014/main" id="{C1C25169-6C15-1F86-B8AA-BBFB6FA01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83370" y="5376384"/>
            <a:ext cx="1462268" cy="860030"/>
          </a:xfrm>
          <a:prstGeom prst="rect">
            <a:avLst/>
          </a:prstGeom>
        </p:spPr>
      </p:pic>
      <p:pic>
        <p:nvPicPr>
          <p:cNvPr id="5" name="Image 4" descr="3 people wearing neutral-colored clothes (blue, white) standing and talking. Window bringing brightness in the background. ">
            <a:extLst>
              <a:ext uri="{FF2B5EF4-FFF2-40B4-BE49-F238E27FC236}">
                <a16:creationId xmlns:a16="http://schemas.microsoft.com/office/drawing/2014/main" id="{8A389D86-F66E-BEAD-2F5A-AEAC02F8BB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3344214" y="4577321"/>
            <a:ext cx="2530407" cy="165909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23051DF-1717-5CF2-895E-7B49C40912DB}"/>
              </a:ext>
            </a:extLst>
          </p:cNvPr>
          <p:cNvSpPr txBox="1"/>
          <p:nvPr userDrawn="1"/>
        </p:nvSpPr>
        <p:spPr>
          <a:xfrm>
            <a:off x="7099325" y="1593191"/>
            <a:ext cx="4668691" cy="1323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chemeClr val="accent3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2. </a:t>
            </a:r>
            <a:r>
              <a:rPr kumimoji="0" lang="fr-FR" sz="1600" b="1" i="0" u="none" strike="noStrike" kern="1200" cap="none" spc="0" normalizeH="0" baseline="0" noProof="0" err="1">
                <a:ln>
                  <a:noFill/>
                </a:ln>
                <a:solidFill>
                  <a:schemeClr val="accent3">
                    <a:lumMod val="100000"/>
                  </a:schemeClr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Themes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accent3">
                  <a:lumMod val="100000"/>
                </a:schemeClr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We</a:t>
            </a: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express the global and </a:t>
            </a:r>
            <a:r>
              <a:rPr kumimoji="0" lang="fr-FR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holistic</a:t>
            </a: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fr-FR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approach</a:t>
            </a: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of </a:t>
            </a:r>
            <a:r>
              <a:rPr kumimoji="0" lang="fr-FR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our</a:t>
            </a: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fr-FR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company</a:t>
            </a: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by </a:t>
            </a:r>
            <a:r>
              <a:rPr kumimoji="0" lang="fr-FR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using</a:t>
            </a: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fr-FR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bird's</a:t>
            </a: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fr-FR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eye</a:t>
            </a: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fr-FR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view</a:t>
            </a: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images. </a:t>
            </a:r>
            <a:r>
              <a:rPr kumimoji="0" lang="fr-FR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These</a:t>
            </a: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images must </a:t>
            </a:r>
            <a:r>
              <a:rPr kumimoji="0" lang="fr-FR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be</a:t>
            </a: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clean and have a </a:t>
            </a:r>
            <a:r>
              <a:rPr kumimoji="0" lang="fr-FR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graphic</a:t>
            </a: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fr-FR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aesthetic</a:t>
            </a: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. </a:t>
            </a:r>
            <a:r>
              <a:rPr kumimoji="0" lang="fr-FR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We</a:t>
            </a: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fr-FR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will</a:t>
            </a: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visualise the </a:t>
            </a:r>
            <a:r>
              <a:rPr kumimoji="0" lang="fr-FR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theme</a:t>
            </a: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by </a:t>
            </a:r>
            <a:r>
              <a:rPr kumimoji="0" lang="fr-FR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using</a:t>
            </a: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analogies.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/>
              <a:t>You can </a:t>
            </a:r>
            <a:r>
              <a:rPr lang="fr-FR" sz="1200" b="1" err="1"/>
              <a:t>find</a:t>
            </a:r>
            <a:r>
              <a:rPr lang="fr-FR" sz="1200" b="1"/>
              <a:t> </a:t>
            </a:r>
            <a:r>
              <a:rPr lang="fr-FR" sz="1200" b="1" err="1"/>
              <a:t>pictures</a:t>
            </a:r>
            <a:r>
              <a:rPr lang="fr-FR" sz="1200" b="1"/>
              <a:t> </a:t>
            </a:r>
            <a:r>
              <a:rPr lang="fr-FR" sz="1200" b="1" err="1"/>
              <a:t>using</a:t>
            </a:r>
            <a:r>
              <a:rPr lang="fr-FR" sz="1200" b="1"/>
              <a:t> </a:t>
            </a:r>
            <a:r>
              <a:rPr lang="fr-FR" sz="1200" b="1" err="1"/>
              <a:t>those</a:t>
            </a:r>
            <a:r>
              <a:rPr lang="fr-FR" sz="1200" b="1"/>
              <a:t> keywords:  </a:t>
            </a:r>
            <a:r>
              <a:rPr lang="fr-FR" sz="1200" err="1"/>
              <a:t>bird‘s</a:t>
            </a:r>
            <a:r>
              <a:rPr lang="fr-FR" sz="1200"/>
              <a:t> </a:t>
            </a:r>
            <a:r>
              <a:rPr lang="fr-FR" sz="1200" err="1"/>
              <a:t>eye</a:t>
            </a:r>
            <a:r>
              <a:rPr lang="fr-FR" sz="1200"/>
              <a:t> </a:t>
            </a:r>
            <a:r>
              <a:rPr lang="fr-FR" sz="1200" err="1"/>
              <a:t>view</a:t>
            </a:r>
            <a:r>
              <a:rPr lang="fr-FR" sz="1200"/>
              <a:t>, analogies, clean, </a:t>
            </a:r>
            <a:r>
              <a:rPr lang="fr-FR" sz="1200" err="1"/>
              <a:t>graphic</a:t>
            </a:r>
            <a:r>
              <a:rPr lang="fr-FR" sz="1200"/>
              <a:t> </a:t>
            </a:r>
            <a:r>
              <a:rPr lang="fr-FR" sz="1200" err="1"/>
              <a:t>aesthetic</a:t>
            </a:r>
            <a:r>
              <a:rPr lang="fr-FR" sz="1200"/>
              <a:t>.</a:t>
            </a:r>
          </a:p>
        </p:txBody>
      </p:sp>
      <p:sp>
        <p:nvSpPr>
          <p:cNvPr id="4" name="Wavestone copyright and page 4">
            <a:extLst>
              <a:ext uri="{FF2B5EF4-FFF2-40B4-BE49-F238E27FC236}">
                <a16:creationId xmlns:a16="http://schemas.microsoft.com/office/drawing/2014/main" id="{1FF19BEE-AB21-F1FE-5F6A-83BFBAB1A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 bwMode="ltGray">
          <a:xfrm>
            <a:off x="10591800" y="6578600"/>
            <a:ext cx="1189038" cy="239774"/>
          </a:xfrm>
          <a:prstGeom prst="rect">
            <a:avLst/>
          </a:prstGeom>
        </p:spPr>
        <p:txBody>
          <a:bodyPr lIns="0" r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173C6A"/>
              </a:buClr>
              <a:buSzTx/>
              <a:buFontTx/>
              <a:buNone/>
              <a:tabLst/>
              <a:defRPr/>
            </a:pPr>
            <a:r>
              <a:rPr lang="fr-FR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</a:rPr>
              <a:t>© </a:t>
            </a:r>
            <a:r>
              <a:rPr lang="fr-FR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  <a:cs typeface="Poppins" panose="00000500000000000000" pitchFamily="2" charset="0"/>
              </a:rPr>
              <a:t>WAVESTONE</a:t>
            </a:r>
            <a:r>
              <a:rPr lang="fr-FR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</a:rPr>
              <a:t> | </a:t>
            </a:r>
            <a:fld id="{55EE84F1-812F-F440-AFF9-6DD93A744E0D}" type="slidenum">
              <a:rPr lang="fr-FR" sz="700" smtClean="0">
                <a:solidFill>
                  <a:schemeClr val="bg2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173C6A"/>
                </a:buClr>
                <a:buSzTx/>
                <a:buFontTx/>
                <a:buNone/>
                <a:tabLst/>
                <a:defRPr/>
              </a:pPr>
              <a:t>‹N°›</a:t>
            </a:fld>
            <a:endParaRPr lang="fr-FR" sz="700">
              <a:solidFill>
                <a:schemeClr val="bg2">
                  <a:lumMod val="100000"/>
                </a:schemeClr>
              </a:solidFill>
              <a:latin typeface="+mn-lt"/>
              <a:cs typeface="Poppins Light" panose="00000400000000000000" pitchFamily="2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DFFE58-DCEB-BE9E-4D43-AD8C276484CB}"/>
              </a:ext>
            </a:extLst>
          </p:cNvPr>
          <p:cNvSpPr/>
          <p:nvPr userDrawn="1"/>
        </p:nvSpPr>
        <p:spPr>
          <a:xfrm rot="2411869">
            <a:off x="9621264" y="454839"/>
            <a:ext cx="3151694" cy="638614"/>
          </a:xfrm>
          <a:custGeom>
            <a:avLst/>
            <a:gdLst>
              <a:gd name="connsiteX0" fmla="*/ 0 w 3151694"/>
              <a:gd name="connsiteY0" fmla="*/ 638614 h 638614"/>
              <a:gd name="connsiteX1" fmla="*/ 755756 w 3151694"/>
              <a:gd name="connsiteY1" fmla="*/ 0 h 638614"/>
              <a:gd name="connsiteX2" fmla="*/ 2612065 w 3151694"/>
              <a:gd name="connsiteY2" fmla="*/ 0 h 638614"/>
              <a:gd name="connsiteX3" fmla="*/ 3151694 w 3151694"/>
              <a:gd name="connsiteY3" fmla="*/ 638614 h 63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1694" h="638614">
                <a:moveTo>
                  <a:pt x="0" y="638614"/>
                </a:moveTo>
                <a:lnTo>
                  <a:pt x="755756" y="0"/>
                </a:lnTo>
                <a:lnTo>
                  <a:pt x="2612065" y="0"/>
                </a:lnTo>
                <a:lnTo>
                  <a:pt x="3151694" y="638614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>
                <a:solidFill>
                  <a:schemeClr val="bg1">
                    <a:lumMod val="100000"/>
                  </a:schemeClr>
                </a:solidFill>
                <a:ea typeface="+mj-ea"/>
                <a:cs typeface="+mj-cs"/>
              </a:rPr>
              <a:t>To </a:t>
            </a:r>
            <a:r>
              <a:rPr lang="fr-FR" err="1">
                <a:solidFill>
                  <a:schemeClr val="bg1">
                    <a:lumMod val="100000"/>
                  </a:schemeClr>
                </a:solidFill>
                <a:ea typeface="+mj-ea"/>
                <a:cs typeface="+mj-cs"/>
              </a:rPr>
              <a:t>be</a:t>
            </a:r>
            <a:r>
              <a:rPr lang="fr-FR">
                <a:solidFill>
                  <a:schemeClr val="bg1">
                    <a:lumMod val="100000"/>
                  </a:schemeClr>
                </a:solidFill>
                <a:ea typeface="+mj-ea"/>
                <a:cs typeface="+mj-cs"/>
              </a:rPr>
              <a:t> </a:t>
            </a:r>
            <a:r>
              <a:rPr lang="fr-FR" err="1">
                <a:solidFill>
                  <a:schemeClr val="bg1">
                    <a:lumMod val="100000"/>
                  </a:schemeClr>
                </a:solidFill>
                <a:ea typeface="+mj-ea"/>
                <a:cs typeface="+mj-cs"/>
              </a:rPr>
              <a:t>deleted</a:t>
            </a:r>
            <a:endParaRPr lang="fr-FR">
              <a:solidFill>
                <a:schemeClr val="bg1">
                  <a:lumMod val="100000"/>
                </a:schemeClr>
              </a:solidFill>
              <a:ea typeface="+mj-ea"/>
              <a:cs typeface="+mj-cs"/>
            </a:endParaRPr>
          </a:p>
        </p:txBody>
      </p:sp>
      <p:pic>
        <p:nvPicPr>
          <p:cNvPr id="64" name="Graphic  16" descr="Building and parked trucks seen from above. Graphic effect of the image as it looks like piano keys. ">
            <a:extLst>
              <a:ext uri="{FF2B5EF4-FFF2-40B4-BE49-F238E27FC236}">
                <a16:creationId xmlns:a16="http://schemas.microsoft.com/office/drawing/2014/main" id="{F50E6645-ADF8-9813-8D57-99BD057EC62A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6635" y="3230899"/>
            <a:ext cx="1560118" cy="1035369"/>
          </a:xfrm>
          <a:prstGeom prst="rect">
            <a:avLst/>
          </a:prstGeom>
        </p:spPr>
      </p:pic>
      <p:pic>
        <p:nvPicPr>
          <p:cNvPr id="61" name="Graphic  10" descr="A bird's-eye view of a winding road through nature. ">
            <a:extLst>
              <a:ext uri="{FF2B5EF4-FFF2-40B4-BE49-F238E27FC236}">
                <a16:creationId xmlns:a16="http://schemas.microsoft.com/office/drawing/2014/main" id="{9F09E55B-9B46-F82B-2926-4D5FF94DA7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06635" y="4190065"/>
            <a:ext cx="1560118" cy="1048722"/>
          </a:xfrm>
          <a:prstGeom prst="rect">
            <a:avLst/>
          </a:prstGeom>
        </p:spPr>
      </p:pic>
      <p:pic>
        <p:nvPicPr>
          <p:cNvPr id="70" name="Graphic  18" descr="Lowland landscape with several wind turbines ">
            <a:extLst>
              <a:ext uri="{FF2B5EF4-FFF2-40B4-BE49-F238E27FC236}">
                <a16:creationId xmlns:a16="http://schemas.microsoft.com/office/drawing/2014/main" id="{043A184B-7EB1-19A8-87F6-0266EEB87E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06635" y="5201043"/>
            <a:ext cx="1560118" cy="103912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06E8F8E-7ACE-6B0E-8998-99156358FA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5" y="404664"/>
            <a:ext cx="11342769" cy="346208"/>
          </a:xfrm>
        </p:spPr>
        <p:txBody>
          <a:bodyPr/>
          <a:lstStyle>
            <a:lvl1pPr>
              <a:defRPr sz="2400"/>
            </a:lvl1pPr>
          </a:lstStyle>
          <a:p>
            <a:r>
              <a:rPr lang="fr-FR" err="1"/>
              <a:t>Iconography</a:t>
            </a:r>
            <a:r>
              <a:rPr lang="fr-FR"/>
              <a:t> guidelines</a:t>
            </a:r>
          </a:p>
        </p:txBody>
      </p:sp>
    </p:spTree>
    <p:extLst>
      <p:ext uri="{BB962C8B-B14F-4D97-AF65-F5344CB8AC3E}">
        <p14:creationId xmlns:p14="http://schemas.microsoft.com/office/powerpoint/2010/main" val="40022962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gital accessibility 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optitle placeholder 1">
            <a:extLst>
              <a:ext uri="{FF2B5EF4-FFF2-40B4-BE49-F238E27FC236}">
                <a16:creationId xmlns:a16="http://schemas.microsoft.com/office/drawing/2014/main" id="{7E5489D5-9567-EBF2-C236-9D5B2B1B0D1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3984" y="144313"/>
            <a:ext cx="11342769" cy="260499"/>
          </a:xfrm>
          <a:prstGeom prst="rect">
            <a:avLst/>
          </a:prstGeom>
        </p:spPr>
        <p:txBody>
          <a:bodyPr lIns="0" tIns="0" rIns="0" bIns="0" anchor="b"/>
          <a:lstStyle>
            <a:lvl1pPr>
              <a:spcBef>
                <a:spcPts val="0"/>
              </a:spcBef>
              <a:defRPr sz="1000" i="0" cap="none" baseline="0">
                <a:solidFill>
                  <a:schemeClr val="accent3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defRPr>
            </a:lvl1pPr>
            <a:lvl2pPr>
              <a:defRPr sz="1000"/>
            </a:lvl2pPr>
          </a:lstStyle>
          <a:p>
            <a:pPr lvl="0"/>
            <a:r>
              <a:rPr lang="fr-FR" sz="1000" noProof="0">
                <a:solidFill>
                  <a:schemeClr val="accent3"/>
                </a:solidFill>
                <a:latin typeface="+mn-lt"/>
              </a:rPr>
              <a:t>How to use the Wavestone </a:t>
            </a:r>
            <a:r>
              <a:rPr lang="fr-FR" sz="1000" noProof="0" err="1">
                <a:solidFill>
                  <a:schemeClr val="accent3"/>
                </a:solidFill>
                <a:latin typeface="+mn-lt"/>
              </a:rPr>
              <a:t>ppt</a:t>
            </a:r>
            <a:r>
              <a:rPr lang="fr-FR" sz="1000" noProof="0">
                <a:solidFill>
                  <a:schemeClr val="accent3"/>
                </a:solidFill>
                <a:latin typeface="+mn-lt"/>
              </a:rPr>
              <a:t> </a:t>
            </a:r>
            <a:r>
              <a:rPr lang="fr-FR" sz="1000" noProof="0" err="1">
                <a:solidFill>
                  <a:schemeClr val="accent3"/>
                </a:solidFill>
                <a:latin typeface="+mn-lt"/>
              </a:rPr>
              <a:t>template</a:t>
            </a:r>
            <a:endParaRPr lang="fr-FR" sz="1000" noProof="0">
              <a:solidFill>
                <a:schemeClr val="accent3"/>
              </a:solidFill>
              <a:latin typeface="+mn-lt"/>
            </a:endParaRPr>
          </a:p>
        </p:txBody>
      </p:sp>
      <p:sp>
        <p:nvSpPr>
          <p:cNvPr id="27" name="TextBox 2">
            <a:extLst>
              <a:ext uri="{FF2B5EF4-FFF2-40B4-BE49-F238E27FC236}">
                <a16:creationId xmlns:a16="http://schemas.microsoft.com/office/drawing/2014/main" id="{85CCB7FA-E880-8FB2-26C1-5B89F73ABE6B}"/>
              </a:ext>
            </a:extLst>
          </p:cNvPr>
          <p:cNvSpPr txBox="1">
            <a:spLocks/>
          </p:cNvSpPr>
          <p:nvPr userDrawn="1"/>
        </p:nvSpPr>
        <p:spPr>
          <a:xfrm>
            <a:off x="423984" y="1341437"/>
            <a:ext cx="11344154" cy="78531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As part of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its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CSR*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approach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, Wavestone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is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committed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to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create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an inclusive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working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environment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, in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particular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by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ensuring</a:t>
            </a: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digital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accessibility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for all.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Here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are a few good practices to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adopt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to enable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everyone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, and in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particular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people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with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disabilities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to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see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,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read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and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understand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fr-FR" sz="16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your</a:t>
            </a:r>
            <a:r>
              <a: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documents. 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E3F9AB3F-112B-9146-AD0D-FACADBB01686}"/>
              </a:ext>
            </a:extLst>
          </p:cNvPr>
          <p:cNvSpPr txBox="1">
            <a:spLocks/>
          </p:cNvSpPr>
          <p:nvPr userDrawn="1"/>
        </p:nvSpPr>
        <p:spPr>
          <a:xfrm>
            <a:off x="423863" y="6078765"/>
            <a:ext cx="11344154" cy="1585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*</a:t>
            </a:r>
            <a:r>
              <a:rPr kumimoji="0" lang="fr-FR" sz="11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Corporate</a:t>
            </a: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Social </a:t>
            </a:r>
            <a:r>
              <a:rPr kumimoji="0" lang="fr-FR" sz="11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Responsibility</a:t>
            </a: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</a:p>
        </p:txBody>
      </p:sp>
      <p:sp>
        <p:nvSpPr>
          <p:cNvPr id="4" name="Rectangle 1: Rounded Corners 4">
            <a:extLst>
              <a:ext uri="{FF2B5EF4-FFF2-40B4-BE49-F238E27FC236}">
                <a16:creationId xmlns:a16="http://schemas.microsoft.com/office/drawing/2014/main" id="{3E004E1E-1B1E-9886-2985-3C7B030AF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423984" y="2181724"/>
            <a:ext cx="2727692" cy="3855794"/>
          </a:xfrm>
          <a:prstGeom prst="roundRect">
            <a:avLst>
              <a:gd name="adj" fmla="val 4754"/>
            </a:avLst>
          </a:prstGeom>
          <a:solidFill>
            <a:schemeClr val="accent6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endParaRPr lang="fr-FR" sz="2000">
              <a:solidFill>
                <a:schemeClr val="bg2"/>
              </a:solidFill>
              <a:ea typeface="+mj-ea"/>
              <a:cs typeface="+mj-cs"/>
            </a:endParaRPr>
          </a:p>
        </p:txBody>
      </p:sp>
      <p:pic>
        <p:nvPicPr>
          <p:cNvPr id="57" name="Arrow 1">
            <a:extLst>
              <a:ext uri="{FF2B5EF4-FFF2-40B4-BE49-F238E27FC236}">
                <a16:creationId xmlns:a16="http://schemas.microsoft.com/office/drawing/2014/main" id="{32E57CFE-B807-8F2A-15E5-11D17B0B5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232" y="2445969"/>
            <a:ext cx="203991" cy="198424"/>
          </a:xfrm>
          <a:prstGeom prst="rect">
            <a:avLst/>
          </a:prstGeom>
        </p:spPr>
      </p:pic>
      <p:sp>
        <p:nvSpPr>
          <p:cNvPr id="8" name="TextBox 3">
            <a:extLst>
              <a:ext uri="{FF2B5EF4-FFF2-40B4-BE49-F238E27FC236}">
                <a16:creationId xmlns:a16="http://schemas.microsoft.com/office/drawing/2014/main" id="{127A9A04-5E18-8119-0D0A-01D79CAEB9E1}"/>
              </a:ext>
            </a:extLst>
          </p:cNvPr>
          <p:cNvSpPr txBox="1">
            <a:spLocks/>
          </p:cNvSpPr>
          <p:nvPr/>
        </p:nvSpPr>
        <p:spPr>
          <a:xfrm>
            <a:off x="825737" y="2422071"/>
            <a:ext cx="1534691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lvl="0" defTabSz="914400" rtl="0" eaLnBrk="1" latinLnBrk="0" hangingPunct="1"/>
            <a:r>
              <a:rPr lang="fr-FR" sz="1600" i="0" kern="1200" cap="none" baseline="0">
                <a:solidFill>
                  <a:schemeClr val="bg2"/>
                </a:solidFill>
                <a:latin typeface="+mj-lt"/>
                <a:ea typeface="+mn-ea"/>
                <a:cs typeface="+mn-cs"/>
              </a:rPr>
              <a:t>Slide Master*</a:t>
            </a:r>
          </a:p>
        </p:txBody>
      </p:sp>
      <p:cxnSp>
        <p:nvCxnSpPr>
          <p:cNvPr id="10" name="Straight Connector 1">
            <a:extLst>
              <a:ext uri="{FF2B5EF4-FFF2-40B4-BE49-F238E27FC236}">
                <a16:creationId xmlns:a16="http://schemas.microsoft.com/office/drawing/2014/main" id="{93DD30EF-F538-02FD-EDB9-825656FD10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1232" y="2758411"/>
            <a:ext cx="2354368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4">
            <a:extLst>
              <a:ext uri="{FF2B5EF4-FFF2-40B4-BE49-F238E27FC236}">
                <a16:creationId xmlns:a16="http://schemas.microsoft.com/office/drawing/2014/main" id="{EC5EC7FC-1950-94EA-5AC3-93D3812C41C1}"/>
              </a:ext>
            </a:extLst>
          </p:cNvPr>
          <p:cNvSpPr txBox="1">
            <a:spLocks/>
          </p:cNvSpPr>
          <p:nvPr/>
        </p:nvSpPr>
        <p:spPr>
          <a:xfrm>
            <a:off x="423860" y="2844843"/>
            <a:ext cx="2727595" cy="3104798"/>
          </a:xfrm>
          <a:prstGeom prst="rect">
            <a:avLst/>
          </a:prstGeom>
          <a:noFill/>
        </p:spPr>
        <p:txBody>
          <a:bodyPr wrap="square" lIns="108000" tIns="36000" rIns="108000" bIns="36000" rtlCol="0" anchor="t">
            <a:noAutofit/>
          </a:bodyPr>
          <a:lstStyle/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fr-FR" sz="1200" err="1">
                <a:solidFill>
                  <a:schemeClr val="bg2"/>
                </a:solidFill>
              </a:rPr>
              <a:t>Make</a:t>
            </a:r>
            <a:r>
              <a:rPr lang="fr-FR" sz="1200">
                <a:solidFill>
                  <a:schemeClr val="bg2"/>
                </a:solidFill>
              </a:rPr>
              <a:t> maximum use of the </a:t>
            </a:r>
            <a:r>
              <a:rPr lang="fr-FR" sz="1200" err="1">
                <a:solidFill>
                  <a:schemeClr val="bg2"/>
                </a:solidFill>
              </a:rPr>
              <a:t>elements</a:t>
            </a:r>
            <a:r>
              <a:rPr lang="fr-FR" sz="1200">
                <a:solidFill>
                  <a:schemeClr val="bg2"/>
                </a:solidFill>
              </a:rPr>
              <a:t> </a:t>
            </a:r>
            <a:r>
              <a:rPr lang="fr-FR" sz="1200" err="1">
                <a:solidFill>
                  <a:schemeClr val="bg2"/>
                </a:solidFill>
              </a:rPr>
              <a:t>provided</a:t>
            </a:r>
            <a:r>
              <a:rPr lang="fr-FR" sz="1200">
                <a:solidFill>
                  <a:schemeClr val="bg2"/>
                </a:solidFill>
              </a:rPr>
              <a:t> by the Slide Master (</a:t>
            </a:r>
            <a:r>
              <a:rPr lang="fr-FR" sz="1200" err="1">
                <a:solidFill>
                  <a:schemeClr val="bg2"/>
                </a:solidFill>
              </a:rPr>
              <a:t>title</a:t>
            </a:r>
            <a:r>
              <a:rPr lang="fr-FR" sz="1200">
                <a:solidFill>
                  <a:schemeClr val="bg2"/>
                </a:solidFill>
              </a:rPr>
              <a:t> insert, </a:t>
            </a:r>
            <a:r>
              <a:rPr lang="fr-FR" sz="1200" err="1">
                <a:solidFill>
                  <a:schemeClr val="bg2"/>
                </a:solidFill>
              </a:rPr>
              <a:t>shapes</a:t>
            </a:r>
            <a:r>
              <a:rPr lang="fr-FR" sz="1200">
                <a:solidFill>
                  <a:schemeClr val="bg2"/>
                </a:solidFill>
              </a:rPr>
              <a:t>, fonts, </a:t>
            </a:r>
            <a:r>
              <a:rPr lang="fr-FR" sz="1200" err="1">
                <a:solidFill>
                  <a:schemeClr val="bg2"/>
                </a:solidFill>
              </a:rPr>
              <a:t>colours</a:t>
            </a:r>
            <a:r>
              <a:rPr lang="fr-FR" sz="1200">
                <a:solidFill>
                  <a:schemeClr val="bg2"/>
                </a:solidFill>
              </a:rPr>
              <a:t>)</a:t>
            </a:r>
          </a:p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fr-FR" sz="1200" err="1">
                <a:solidFill>
                  <a:schemeClr val="bg2"/>
                </a:solidFill>
              </a:rPr>
              <a:t>Only</a:t>
            </a:r>
            <a:r>
              <a:rPr lang="fr-FR" sz="1200">
                <a:solidFill>
                  <a:schemeClr val="bg2"/>
                </a:solidFill>
              </a:rPr>
              <a:t> use one Slide Master per </a:t>
            </a:r>
            <a:r>
              <a:rPr lang="fr-FR" sz="1200" err="1">
                <a:solidFill>
                  <a:schemeClr val="bg2"/>
                </a:solidFill>
              </a:rPr>
              <a:t>presentation</a:t>
            </a:r>
            <a:r>
              <a:rPr lang="fr-FR" sz="1200">
                <a:solidFill>
                  <a:schemeClr val="bg2"/>
                </a:solidFill>
              </a:rPr>
              <a:t> (</a:t>
            </a:r>
            <a:r>
              <a:rPr lang="fr-FR" sz="1200" u="none">
                <a:solidFill>
                  <a:schemeClr val="bg2"/>
                </a:solidFill>
              </a:rPr>
              <a:t>do not import slides </a:t>
            </a:r>
            <a:r>
              <a:rPr lang="fr-FR" sz="1200" u="none" err="1">
                <a:solidFill>
                  <a:schemeClr val="bg2"/>
                </a:solidFill>
              </a:rPr>
              <a:t>from</a:t>
            </a:r>
            <a:r>
              <a:rPr lang="fr-FR" sz="1200" u="none">
                <a:solidFill>
                  <a:schemeClr val="bg2"/>
                </a:solidFill>
              </a:rPr>
              <a:t> </a:t>
            </a:r>
            <a:r>
              <a:rPr lang="fr-FR" sz="1200" u="none" err="1">
                <a:solidFill>
                  <a:schemeClr val="bg2"/>
                </a:solidFill>
              </a:rPr>
              <a:t>old</a:t>
            </a:r>
            <a:r>
              <a:rPr lang="fr-FR" sz="1200" u="none">
                <a:solidFill>
                  <a:schemeClr val="bg2"/>
                </a:solidFill>
              </a:rPr>
              <a:t> </a:t>
            </a:r>
            <a:r>
              <a:rPr lang="fr-FR" sz="1200" u="none" err="1">
                <a:solidFill>
                  <a:schemeClr val="bg2"/>
                </a:solidFill>
              </a:rPr>
              <a:t>templates</a:t>
            </a:r>
            <a:r>
              <a:rPr lang="fr-FR" sz="1200" u="none">
                <a:solidFill>
                  <a:schemeClr val="bg2"/>
                </a:solidFill>
              </a:rPr>
              <a:t>)</a:t>
            </a:r>
          </a:p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fr-FR" sz="1200">
                <a:solidFill>
                  <a:schemeClr val="bg2"/>
                </a:solidFill>
              </a:rPr>
              <a:t>Set document </a:t>
            </a:r>
            <a:r>
              <a:rPr lang="fr-FR" sz="1200" err="1">
                <a:solidFill>
                  <a:schemeClr val="bg2"/>
                </a:solidFill>
              </a:rPr>
              <a:t>language</a:t>
            </a:r>
            <a:r>
              <a:rPr lang="fr-FR" sz="1200">
                <a:solidFill>
                  <a:schemeClr val="bg2"/>
                </a:solidFill>
              </a:rPr>
              <a:t> </a:t>
            </a:r>
            <a:r>
              <a:rPr lang="fr-FR" sz="1200" err="1">
                <a:solidFill>
                  <a:schemeClr val="bg2"/>
                </a:solidFill>
              </a:rPr>
              <a:t>according</a:t>
            </a:r>
            <a:r>
              <a:rPr lang="fr-FR" sz="1200">
                <a:solidFill>
                  <a:schemeClr val="bg2"/>
                </a:solidFill>
              </a:rPr>
              <a:t> to content </a:t>
            </a:r>
            <a:r>
              <a:rPr lang="fr-FR" sz="1200" err="1">
                <a:solidFill>
                  <a:schemeClr val="bg2"/>
                </a:solidFill>
              </a:rPr>
              <a:t>language</a:t>
            </a:r>
            <a:endParaRPr lang="fr-FR" sz="1200">
              <a:solidFill>
                <a:schemeClr val="bg2"/>
              </a:solidFill>
            </a:endParaRPr>
          </a:p>
          <a:p>
            <a:pPr marL="0" indent="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None/>
            </a:pPr>
            <a:r>
              <a:rPr lang="fr-FR" sz="1200" i="1">
                <a:solidFill>
                  <a:schemeClr val="bg2"/>
                </a:solidFill>
              </a:rPr>
              <a:t>*Slide Master (accessible via the "</a:t>
            </a:r>
            <a:r>
              <a:rPr lang="fr-FR" sz="1200" i="1" err="1">
                <a:solidFill>
                  <a:schemeClr val="bg2"/>
                </a:solidFill>
              </a:rPr>
              <a:t>View</a:t>
            </a:r>
            <a:r>
              <a:rPr lang="fr-FR" sz="1200" i="1">
                <a:solidFill>
                  <a:schemeClr val="bg2"/>
                </a:solidFill>
              </a:rPr>
              <a:t>" tab) </a:t>
            </a:r>
            <a:r>
              <a:rPr lang="fr-FR" sz="1200" i="1" err="1">
                <a:solidFill>
                  <a:schemeClr val="bg2"/>
                </a:solidFill>
              </a:rPr>
              <a:t>controls</a:t>
            </a:r>
            <a:r>
              <a:rPr lang="fr-FR" sz="1200" i="1">
                <a:solidFill>
                  <a:schemeClr val="bg2"/>
                </a:solidFill>
              </a:rPr>
              <a:t> the </a:t>
            </a:r>
            <a:r>
              <a:rPr lang="fr-FR" sz="1200" i="1" err="1">
                <a:solidFill>
                  <a:schemeClr val="bg2"/>
                </a:solidFill>
              </a:rPr>
              <a:t>appearance</a:t>
            </a:r>
            <a:r>
              <a:rPr lang="fr-FR" sz="1200" i="1">
                <a:solidFill>
                  <a:schemeClr val="bg2"/>
                </a:solidFill>
              </a:rPr>
              <a:t> of </a:t>
            </a:r>
            <a:r>
              <a:rPr lang="fr-FR" sz="1200" i="1" err="1">
                <a:solidFill>
                  <a:schemeClr val="bg2"/>
                </a:solidFill>
              </a:rPr>
              <a:t>your</a:t>
            </a:r>
            <a:r>
              <a:rPr lang="fr-FR" sz="1200" i="1">
                <a:solidFill>
                  <a:schemeClr val="bg2"/>
                </a:solidFill>
              </a:rPr>
              <a:t> </a:t>
            </a:r>
            <a:r>
              <a:rPr lang="fr-FR" sz="1200" i="1" err="1">
                <a:solidFill>
                  <a:schemeClr val="bg2"/>
                </a:solidFill>
              </a:rPr>
              <a:t>presentation</a:t>
            </a:r>
            <a:r>
              <a:rPr lang="fr-FR" sz="1200" i="1">
                <a:solidFill>
                  <a:schemeClr val="bg2"/>
                </a:solidFill>
              </a:rPr>
              <a:t> (background, fonts, etc.)</a:t>
            </a:r>
            <a:endParaRPr lang="fr-FR" sz="1400" i="1">
              <a:solidFill>
                <a:schemeClr val="bg2"/>
              </a:solidFill>
              <a:highlight>
                <a:srgbClr val="FFFF00"/>
              </a:highlight>
            </a:endParaRPr>
          </a:p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fr-FR" sz="1600">
              <a:solidFill>
                <a:schemeClr val="bg2"/>
              </a:solidFill>
            </a:endParaRPr>
          </a:p>
        </p:txBody>
      </p:sp>
      <p:sp>
        <p:nvSpPr>
          <p:cNvPr id="15" name="Rectangle 2: Rounded Corners 5">
            <a:extLst>
              <a:ext uri="{FF2B5EF4-FFF2-40B4-BE49-F238E27FC236}">
                <a16:creationId xmlns:a16="http://schemas.microsoft.com/office/drawing/2014/main" id="{C8A12AF9-3E0F-5FD5-F60B-6450B6DDD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3295676" y="2181724"/>
            <a:ext cx="2727692" cy="3855794"/>
          </a:xfrm>
          <a:prstGeom prst="roundRect">
            <a:avLst>
              <a:gd name="adj" fmla="val 4754"/>
            </a:avLst>
          </a:prstGeom>
          <a:solidFill>
            <a:schemeClr val="accent6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endParaRPr lang="fr-FR" sz="2000">
              <a:solidFill>
                <a:schemeClr val="bg2"/>
              </a:solidFill>
              <a:ea typeface="+mj-ea"/>
              <a:cs typeface="+mj-cs"/>
            </a:endParaRPr>
          </a:p>
        </p:txBody>
      </p:sp>
      <p:pic>
        <p:nvPicPr>
          <p:cNvPr id="9" name="Arrow 2">
            <a:extLst>
              <a:ext uri="{FF2B5EF4-FFF2-40B4-BE49-F238E27FC236}">
                <a16:creationId xmlns:a16="http://schemas.microsoft.com/office/drawing/2014/main" id="{F5B28334-A109-8EB6-02C0-44E89E092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61509" y="2445969"/>
            <a:ext cx="203991" cy="198424"/>
          </a:xfrm>
          <a:prstGeom prst="rect">
            <a:avLst/>
          </a:prstGeom>
        </p:spPr>
      </p:pic>
      <p:sp>
        <p:nvSpPr>
          <p:cNvPr id="18" name="TextBox 5">
            <a:extLst>
              <a:ext uri="{FF2B5EF4-FFF2-40B4-BE49-F238E27FC236}">
                <a16:creationId xmlns:a16="http://schemas.microsoft.com/office/drawing/2014/main" id="{41FD1FE6-0608-CE8C-A727-4B926585042C}"/>
              </a:ext>
            </a:extLst>
          </p:cNvPr>
          <p:cNvSpPr txBox="1">
            <a:spLocks/>
          </p:cNvSpPr>
          <p:nvPr/>
        </p:nvSpPr>
        <p:spPr>
          <a:xfrm>
            <a:off x="3747279" y="2422071"/>
            <a:ext cx="1501216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lvl="0" defTabSz="914400" rtl="0" eaLnBrk="1" latinLnBrk="0" hangingPunct="1"/>
            <a:r>
              <a:rPr lang="fr-FR" sz="1600" i="0" kern="1200" cap="none" baseline="0" err="1">
                <a:solidFill>
                  <a:schemeClr val="bg2"/>
                </a:solidFill>
                <a:latin typeface="+mj-lt"/>
                <a:ea typeface="+mn-ea"/>
                <a:cs typeface="+mn-cs"/>
              </a:rPr>
              <a:t>Visuals</a:t>
            </a:r>
            <a:endParaRPr lang="fr-FR" sz="1600" i="0" kern="1200" cap="none" baseline="0">
              <a:solidFill>
                <a:schemeClr val="bg2"/>
              </a:solidFill>
              <a:latin typeface="+mj-lt"/>
              <a:ea typeface="+mn-ea"/>
              <a:cs typeface="+mn-cs"/>
            </a:endParaRPr>
          </a:p>
        </p:txBody>
      </p:sp>
      <p:cxnSp>
        <p:nvCxnSpPr>
          <p:cNvPr id="5" name="Straight Connector 2">
            <a:extLst>
              <a:ext uri="{FF2B5EF4-FFF2-40B4-BE49-F238E27FC236}">
                <a16:creationId xmlns:a16="http://schemas.microsoft.com/office/drawing/2014/main" id="{EEEBBC05-48CB-E11B-343C-4F3C70A58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61509" y="2758411"/>
            <a:ext cx="2354368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6">
            <a:extLst>
              <a:ext uri="{FF2B5EF4-FFF2-40B4-BE49-F238E27FC236}">
                <a16:creationId xmlns:a16="http://schemas.microsoft.com/office/drawing/2014/main" id="{02590D9C-F951-5F9E-3488-A09E98058955}"/>
              </a:ext>
            </a:extLst>
          </p:cNvPr>
          <p:cNvSpPr txBox="1">
            <a:spLocks/>
          </p:cNvSpPr>
          <p:nvPr/>
        </p:nvSpPr>
        <p:spPr>
          <a:xfrm>
            <a:off x="3294290" y="2908639"/>
            <a:ext cx="2729077" cy="2902780"/>
          </a:xfrm>
          <a:prstGeom prst="rect">
            <a:avLst/>
          </a:prstGeom>
          <a:noFill/>
        </p:spPr>
        <p:txBody>
          <a:bodyPr wrap="square" lIns="108000" tIns="36000" rIns="108000" bIns="36000" rtlCol="0" anchor="t">
            <a:noAutofit/>
          </a:bodyPr>
          <a:lstStyle/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fr-FR" sz="1200" u="none" err="1">
                <a:solidFill>
                  <a:schemeClr val="bg2"/>
                </a:solidFill>
              </a:rPr>
              <a:t>Include</a:t>
            </a:r>
            <a:r>
              <a:rPr lang="fr-FR" sz="1200" u="none">
                <a:solidFill>
                  <a:schemeClr val="bg2"/>
                </a:solidFill>
              </a:rPr>
              <a:t> an "Alt </a:t>
            </a:r>
            <a:r>
              <a:rPr lang="fr-FR" sz="1200" u="none" err="1">
                <a:solidFill>
                  <a:schemeClr val="bg2"/>
                </a:solidFill>
              </a:rPr>
              <a:t>Text</a:t>
            </a:r>
            <a:r>
              <a:rPr lang="fr-FR" sz="1200" u="none">
                <a:solidFill>
                  <a:schemeClr val="bg2"/>
                </a:solidFill>
              </a:rPr>
              <a:t>“* </a:t>
            </a:r>
            <a:r>
              <a:rPr lang="fr-FR" sz="1200" u="none" err="1">
                <a:solidFill>
                  <a:schemeClr val="bg2"/>
                </a:solidFill>
              </a:rPr>
              <a:t>when</a:t>
            </a:r>
            <a:r>
              <a:rPr lang="fr-FR" sz="1200" u="none">
                <a:solidFill>
                  <a:schemeClr val="bg2"/>
                </a:solidFill>
              </a:rPr>
              <a:t> a </a:t>
            </a:r>
            <a:r>
              <a:rPr lang="fr-FR" sz="1200" u="none" err="1">
                <a:solidFill>
                  <a:schemeClr val="bg2"/>
                </a:solidFill>
              </a:rPr>
              <a:t>visual</a:t>
            </a:r>
            <a:r>
              <a:rPr lang="fr-FR" sz="1200" u="none">
                <a:solidFill>
                  <a:schemeClr val="bg2"/>
                </a:solidFill>
              </a:rPr>
              <a:t> has a </a:t>
            </a:r>
            <a:r>
              <a:rPr lang="fr-FR" sz="1200" u="none" err="1">
                <a:solidFill>
                  <a:schemeClr val="bg2"/>
                </a:solidFill>
              </a:rPr>
              <a:t>meaning</a:t>
            </a:r>
            <a:r>
              <a:rPr lang="fr-FR" sz="1200" u="none">
                <a:solidFill>
                  <a:schemeClr val="bg2"/>
                </a:solidFill>
              </a:rPr>
              <a:t>, </a:t>
            </a:r>
            <a:r>
              <a:rPr lang="fr-FR" sz="1200" u="none" err="1">
                <a:solidFill>
                  <a:schemeClr val="bg2"/>
                </a:solidFill>
              </a:rPr>
              <a:t>otherwise</a:t>
            </a:r>
            <a:r>
              <a:rPr lang="fr-FR" sz="1200" u="none">
                <a:solidFill>
                  <a:schemeClr val="bg2"/>
                </a:solidFill>
              </a:rPr>
              <a:t> mark </a:t>
            </a:r>
            <a:r>
              <a:rPr lang="fr-FR" sz="1200" u="none" err="1">
                <a:solidFill>
                  <a:schemeClr val="bg2"/>
                </a:solidFill>
              </a:rPr>
              <a:t>it</a:t>
            </a:r>
            <a:r>
              <a:rPr lang="fr-FR" sz="1200" u="none">
                <a:solidFill>
                  <a:schemeClr val="bg2"/>
                </a:solidFill>
              </a:rPr>
              <a:t> as "</a:t>
            </a:r>
            <a:r>
              <a:rPr lang="fr-FR" sz="1200" u="none" err="1">
                <a:solidFill>
                  <a:schemeClr val="bg2"/>
                </a:solidFill>
              </a:rPr>
              <a:t>decorative</a:t>
            </a:r>
            <a:r>
              <a:rPr lang="fr-FR" sz="1200" u="none">
                <a:solidFill>
                  <a:schemeClr val="bg2"/>
                </a:solidFill>
              </a:rPr>
              <a:t>"</a:t>
            </a:r>
          </a:p>
          <a:p>
            <a:pPr marL="0" indent="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None/>
            </a:pPr>
            <a:r>
              <a:rPr lang="fr-FR" sz="1200" i="1" u="none">
                <a:solidFill>
                  <a:schemeClr val="bg2"/>
                </a:solidFill>
              </a:rPr>
              <a:t>*The Alt </a:t>
            </a:r>
            <a:r>
              <a:rPr lang="fr-FR" sz="1200" i="1" u="none" err="1">
                <a:solidFill>
                  <a:schemeClr val="bg2"/>
                </a:solidFill>
              </a:rPr>
              <a:t>Text</a:t>
            </a:r>
            <a:r>
              <a:rPr lang="fr-FR" sz="1200" i="1" u="none">
                <a:solidFill>
                  <a:schemeClr val="bg2"/>
                </a:solidFill>
              </a:rPr>
              <a:t> </a:t>
            </a:r>
            <a:r>
              <a:rPr lang="fr-FR" sz="1200" i="1">
                <a:solidFill>
                  <a:schemeClr val="bg2"/>
                </a:solidFill>
              </a:rPr>
              <a:t>(≠ </a:t>
            </a:r>
            <a:r>
              <a:rPr lang="fr-FR" sz="1200" i="1" err="1">
                <a:solidFill>
                  <a:schemeClr val="bg2"/>
                </a:solidFill>
              </a:rPr>
              <a:t>from</a:t>
            </a:r>
            <a:r>
              <a:rPr lang="fr-FR" sz="1200" i="1">
                <a:solidFill>
                  <a:schemeClr val="bg2"/>
                </a:solidFill>
              </a:rPr>
              <a:t> a simple </a:t>
            </a:r>
            <a:r>
              <a:rPr lang="fr-FR" sz="1200" i="1" err="1">
                <a:solidFill>
                  <a:schemeClr val="bg2"/>
                </a:solidFill>
              </a:rPr>
              <a:t>literal</a:t>
            </a:r>
            <a:r>
              <a:rPr lang="fr-FR" sz="1200" i="1">
                <a:solidFill>
                  <a:schemeClr val="bg2"/>
                </a:solidFill>
              </a:rPr>
              <a:t> description) enables a blind or </a:t>
            </a:r>
            <a:r>
              <a:rPr lang="fr-FR" sz="1200" i="1" err="1">
                <a:solidFill>
                  <a:schemeClr val="bg2"/>
                </a:solidFill>
              </a:rPr>
              <a:t>partially-sighted</a:t>
            </a:r>
            <a:r>
              <a:rPr lang="fr-FR" sz="1200" i="1">
                <a:solidFill>
                  <a:schemeClr val="bg2"/>
                </a:solidFill>
              </a:rPr>
              <a:t> </a:t>
            </a:r>
            <a:r>
              <a:rPr lang="fr-FR" sz="1200" i="1" err="1">
                <a:solidFill>
                  <a:schemeClr val="bg2"/>
                </a:solidFill>
              </a:rPr>
              <a:t>person</a:t>
            </a:r>
            <a:r>
              <a:rPr lang="fr-FR" sz="1200" i="1">
                <a:solidFill>
                  <a:schemeClr val="bg2"/>
                </a:solidFill>
              </a:rPr>
              <a:t> to </a:t>
            </a:r>
            <a:r>
              <a:rPr lang="fr-FR" sz="1200" i="1" err="1">
                <a:solidFill>
                  <a:schemeClr val="bg2"/>
                </a:solidFill>
              </a:rPr>
              <a:t>understand</a:t>
            </a:r>
            <a:r>
              <a:rPr lang="fr-FR" sz="1200" i="1">
                <a:solidFill>
                  <a:schemeClr val="bg2"/>
                </a:solidFill>
              </a:rPr>
              <a:t> the </a:t>
            </a:r>
            <a:r>
              <a:rPr lang="fr-FR" sz="1200" i="1" err="1">
                <a:solidFill>
                  <a:schemeClr val="bg2"/>
                </a:solidFill>
              </a:rPr>
              <a:t>meaning</a:t>
            </a:r>
            <a:r>
              <a:rPr lang="fr-FR" sz="1200" i="1">
                <a:solidFill>
                  <a:schemeClr val="bg2"/>
                </a:solidFill>
              </a:rPr>
              <a:t> of the image </a:t>
            </a:r>
            <a:r>
              <a:rPr lang="fr-FR" sz="1200" i="1" err="1">
                <a:solidFill>
                  <a:schemeClr val="bg2"/>
                </a:solidFill>
              </a:rPr>
              <a:t>when</a:t>
            </a:r>
            <a:r>
              <a:rPr lang="fr-FR" sz="1200" i="1">
                <a:solidFill>
                  <a:schemeClr val="bg2"/>
                </a:solidFill>
              </a:rPr>
              <a:t> </a:t>
            </a:r>
            <a:r>
              <a:rPr lang="fr-FR" sz="1200" i="1" err="1">
                <a:solidFill>
                  <a:schemeClr val="bg2"/>
                </a:solidFill>
              </a:rPr>
              <a:t>playing</a:t>
            </a:r>
            <a:r>
              <a:rPr lang="fr-FR" sz="1200" i="1">
                <a:solidFill>
                  <a:schemeClr val="bg2"/>
                </a:solidFill>
              </a:rPr>
              <a:t> back the </a:t>
            </a:r>
            <a:r>
              <a:rPr lang="fr-FR" sz="1200" i="1" err="1">
                <a:solidFill>
                  <a:schemeClr val="bg2"/>
                </a:solidFill>
              </a:rPr>
              <a:t>presentation</a:t>
            </a:r>
            <a:endParaRPr lang="fr-FR" sz="1200" i="1">
              <a:solidFill>
                <a:schemeClr val="bg2"/>
              </a:solidFill>
            </a:endParaRPr>
          </a:p>
          <a:p>
            <a:pPr marL="0" indent="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None/>
            </a:pPr>
            <a:r>
              <a:rPr lang="fr-FR" sz="1200" b="0" i="1" u="none">
                <a:solidFill>
                  <a:schemeClr val="bg2"/>
                </a:solidFill>
                <a:latin typeface="+mn-lt"/>
              </a:rPr>
              <a:t>Right-click the </a:t>
            </a:r>
            <a:r>
              <a:rPr lang="fr-FR" sz="1200" b="0" i="1" u="none" err="1">
                <a:solidFill>
                  <a:schemeClr val="bg2"/>
                </a:solidFill>
                <a:latin typeface="+mn-lt"/>
              </a:rPr>
              <a:t>object</a:t>
            </a:r>
            <a:r>
              <a:rPr lang="fr-FR" sz="1200" b="0" i="1" u="none">
                <a:solidFill>
                  <a:schemeClr val="bg2"/>
                </a:solidFill>
                <a:latin typeface="+mn-lt"/>
              </a:rPr>
              <a:t> and select “Edit Alt </a:t>
            </a:r>
            <a:r>
              <a:rPr lang="fr-FR" sz="1200" b="0" i="1" u="none" err="1">
                <a:solidFill>
                  <a:schemeClr val="bg2"/>
                </a:solidFill>
                <a:latin typeface="+mn-lt"/>
              </a:rPr>
              <a:t>Text</a:t>
            </a:r>
            <a:r>
              <a:rPr lang="fr-FR" sz="1200" b="0" i="1" u="none">
                <a:solidFill>
                  <a:schemeClr val="bg2"/>
                </a:solidFill>
                <a:latin typeface="+mn-lt"/>
              </a:rPr>
              <a:t>”, select the format menu for the </a:t>
            </a:r>
            <a:r>
              <a:rPr lang="fr-FR" sz="1200" b="0" i="1" u="none" err="1">
                <a:solidFill>
                  <a:schemeClr val="bg2"/>
                </a:solidFill>
                <a:latin typeface="+mn-lt"/>
              </a:rPr>
              <a:t>object</a:t>
            </a:r>
            <a:r>
              <a:rPr lang="fr-FR" sz="1200" b="0" i="1" u="none">
                <a:solidFill>
                  <a:schemeClr val="bg2"/>
                </a:solidFill>
                <a:latin typeface="+mn-lt"/>
              </a:rPr>
              <a:t> and </a:t>
            </a:r>
            <a:r>
              <a:rPr lang="fr-FR" sz="1200" b="0" i="1" u="none" err="1">
                <a:solidFill>
                  <a:schemeClr val="bg2"/>
                </a:solidFill>
                <a:latin typeface="+mn-lt"/>
              </a:rPr>
              <a:t>then</a:t>
            </a:r>
            <a:r>
              <a:rPr lang="fr-FR" sz="1200" b="0" i="1" u="none">
                <a:solidFill>
                  <a:schemeClr val="bg2"/>
                </a:solidFill>
                <a:latin typeface="+mn-lt"/>
              </a:rPr>
              <a:t> select “Alt </a:t>
            </a:r>
            <a:r>
              <a:rPr lang="fr-FR" sz="1200" b="0" i="1" u="none" err="1">
                <a:solidFill>
                  <a:schemeClr val="bg2"/>
                </a:solidFill>
                <a:latin typeface="+mn-lt"/>
              </a:rPr>
              <a:t>text</a:t>
            </a:r>
            <a:r>
              <a:rPr lang="fr-FR" sz="1200" b="0" i="1" u="none">
                <a:solidFill>
                  <a:schemeClr val="bg2"/>
                </a:solidFill>
                <a:latin typeface="+mn-lt"/>
              </a:rPr>
              <a:t>”</a:t>
            </a:r>
          </a:p>
        </p:txBody>
      </p:sp>
      <p:sp>
        <p:nvSpPr>
          <p:cNvPr id="32" name="Rectangle 3: Rounded Corners 7">
            <a:extLst>
              <a:ext uri="{FF2B5EF4-FFF2-40B4-BE49-F238E27FC236}">
                <a16:creationId xmlns:a16="http://schemas.microsoft.com/office/drawing/2014/main" id="{D1CA99AC-D120-1EDA-EB6A-D0935A651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6167369" y="2181724"/>
            <a:ext cx="2727692" cy="3855794"/>
          </a:xfrm>
          <a:prstGeom prst="roundRect">
            <a:avLst>
              <a:gd name="adj" fmla="val 4754"/>
            </a:avLst>
          </a:prstGeom>
          <a:solidFill>
            <a:schemeClr val="accent6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endParaRPr lang="fr-FR" sz="2000">
              <a:solidFill>
                <a:schemeClr val="bg2"/>
              </a:solidFill>
              <a:ea typeface="+mj-ea"/>
              <a:cs typeface="+mj-cs"/>
            </a:endParaRPr>
          </a:p>
        </p:txBody>
      </p:sp>
      <p:pic>
        <p:nvPicPr>
          <p:cNvPr id="13" name="Arrow 3">
            <a:extLst>
              <a:ext uri="{FF2B5EF4-FFF2-40B4-BE49-F238E27FC236}">
                <a16:creationId xmlns:a16="http://schemas.microsoft.com/office/drawing/2014/main" id="{88576C1B-B6ED-0530-184C-5B9EE8B81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5169" y="2445969"/>
            <a:ext cx="203991" cy="198424"/>
          </a:xfrm>
          <a:prstGeom prst="rect">
            <a:avLst/>
          </a:prstGeom>
        </p:spPr>
      </p:pic>
      <p:sp>
        <p:nvSpPr>
          <p:cNvPr id="36" name="TextBox 7">
            <a:extLst>
              <a:ext uri="{FF2B5EF4-FFF2-40B4-BE49-F238E27FC236}">
                <a16:creationId xmlns:a16="http://schemas.microsoft.com/office/drawing/2014/main" id="{6D3EE35C-80CA-DFCF-6072-EC84C1747900}"/>
              </a:ext>
            </a:extLst>
          </p:cNvPr>
          <p:cNvSpPr txBox="1">
            <a:spLocks/>
          </p:cNvSpPr>
          <p:nvPr/>
        </p:nvSpPr>
        <p:spPr>
          <a:xfrm>
            <a:off x="6658094" y="2422071"/>
            <a:ext cx="1673455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lvl="0" defTabSz="914400" rtl="0" eaLnBrk="1" latinLnBrk="0" hangingPunct="1"/>
            <a:r>
              <a:rPr lang="fr-FR" sz="1600" i="0" kern="1200" cap="none" baseline="0">
                <a:solidFill>
                  <a:schemeClr val="bg2"/>
                </a:solidFill>
                <a:latin typeface="+mj-lt"/>
                <a:ea typeface="+mn-ea"/>
                <a:cs typeface="+mn-cs"/>
              </a:rPr>
              <a:t>Fonts and </a:t>
            </a:r>
            <a:r>
              <a:rPr lang="fr-FR" sz="1600" i="0" kern="1200" cap="none" baseline="0" err="1">
                <a:solidFill>
                  <a:schemeClr val="bg2"/>
                </a:solidFill>
                <a:latin typeface="+mj-lt"/>
                <a:ea typeface="+mn-ea"/>
                <a:cs typeface="+mn-cs"/>
              </a:rPr>
              <a:t>text</a:t>
            </a:r>
            <a:endParaRPr lang="fr-FR" sz="1600" i="0" kern="1200" cap="none" baseline="0">
              <a:solidFill>
                <a:schemeClr val="bg2"/>
              </a:solidFill>
              <a:latin typeface="+mj-lt"/>
              <a:ea typeface="+mn-ea"/>
              <a:cs typeface="+mn-cs"/>
            </a:endParaRPr>
          </a:p>
        </p:txBody>
      </p:sp>
      <p:cxnSp>
        <p:nvCxnSpPr>
          <p:cNvPr id="11" name="Straight Connector 3">
            <a:extLst>
              <a:ext uri="{FF2B5EF4-FFF2-40B4-BE49-F238E27FC236}">
                <a16:creationId xmlns:a16="http://schemas.microsoft.com/office/drawing/2014/main" id="{D2763EEF-C370-AC16-0D77-4D24F22FD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55169" y="2758411"/>
            <a:ext cx="2354368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8">
            <a:extLst>
              <a:ext uri="{FF2B5EF4-FFF2-40B4-BE49-F238E27FC236}">
                <a16:creationId xmlns:a16="http://schemas.microsoft.com/office/drawing/2014/main" id="{EB1216A2-DEAC-C074-30C8-40375AC5A0F4}"/>
              </a:ext>
            </a:extLst>
          </p:cNvPr>
          <p:cNvSpPr txBox="1">
            <a:spLocks/>
          </p:cNvSpPr>
          <p:nvPr/>
        </p:nvSpPr>
        <p:spPr>
          <a:xfrm>
            <a:off x="6165981" y="2878701"/>
            <a:ext cx="2729080" cy="1731238"/>
          </a:xfrm>
          <a:prstGeom prst="rect">
            <a:avLst/>
          </a:prstGeom>
          <a:noFill/>
        </p:spPr>
        <p:txBody>
          <a:bodyPr wrap="square" lIns="108000" tIns="36000" rIns="108000" bIns="36000" rtlCol="0" anchor="t">
            <a:noAutofit/>
          </a:bodyPr>
          <a:lstStyle/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fr-FR" sz="1200">
                <a:solidFill>
                  <a:schemeClr val="bg2"/>
                </a:solidFill>
              </a:rPr>
              <a:t>Stick to the fonts and </a:t>
            </a:r>
            <a:r>
              <a:rPr lang="fr-FR" sz="1200" err="1">
                <a:solidFill>
                  <a:schemeClr val="bg2"/>
                </a:solidFill>
              </a:rPr>
              <a:t>colors</a:t>
            </a:r>
            <a:r>
              <a:rPr lang="fr-FR" sz="1200">
                <a:solidFill>
                  <a:schemeClr val="bg2"/>
                </a:solidFill>
              </a:rPr>
              <a:t> </a:t>
            </a:r>
            <a:r>
              <a:rPr lang="fr-FR" sz="1200" err="1">
                <a:solidFill>
                  <a:schemeClr val="bg2"/>
                </a:solidFill>
              </a:rPr>
              <a:t>suggested</a:t>
            </a:r>
            <a:r>
              <a:rPr lang="fr-FR" sz="1200">
                <a:solidFill>
                  <a:schemeClr val="bg2"/>
                </a:solidFill>
              </a:rPr>
              <a:t> in the Slide Master</a:t>
            </a:r>
          </a:p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fr-FR" sz="1200">
                <a:solidFill>
                  <a:schemeClr val="bg2"/>
                </a:solidFill>
              </a:rPr>
              <a:t>Do not </a:t>
            </a:r>
            <a:r>
              <a:rPr lang="fr-FR" sz="1200" err="1">
                <a:solidFill>
                  <a:schemeClr val="bg2"/>
                </a:solidFill>
              </a:rPr>
              <a:t>tone</a:t>
            </a:r>
            <a:r>
              <a:rPr lang="fr-FR" sz="1200">
                <a:solidFill>
                  <a:schemeClr val="bg2"/>
                </a:solidFill>
              </a:rPr>
              <a:t> down </a:t>
            </a:r>
            <a:r>
              <a:rPr lang="fr-FR" sz="1200" err="1">
                <a:solidFill>
                  <a:schemeClr val="bg2"/>
                </a:solidFill>
              </a:rPr>
              <a:t>text</a:t>
            </a:r>
            <a:r>
              <a:rPr lang="fr-FR" sz="1200">
                <a:solidFill>
                  <a:schemeClr val="bg2"/>
                </a:solidFill>
              </a:rPr>
              <a:t> (e.g. image </a:t>
            </a:r>
            <a:r>
              <a:rPr lang="fr-FR" sz="1200" err="1">
                <a:solidFill>
                  <a:schemeClr val="bg2"/>
                </a:solidFill>
              </a:rPr>
              <a:t>legend</a:t>
            </a:r>
            <a:r>
              <a:rPr lang="fr-FR" sz="1200">
                <a:solidFill>
                  <a:schemeClr val="bg2"/>
                </a:solidFill>
              </a:rPr>
              <a:t>)</a:t>
            </a:r>
          </a:p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fr-FR" sz="1200">
                <a:solidFill>
                  <a:schemeClr val="bg2"/>
                </a:solidFill>
              </a:rPr>
              <a:t>Do not use </a:t>
            </a:r>
            <a:r>
              <a:rPr lang="fr-FR" sz="1200" err="1">
                <a:solidFill>
                  <a:schemeClr val="bg2"/>
                </a:solidFill>
              </a:rPr>
              <a:t>text</a:t>
            </a:r>
            <a:r>
              <a:rPr lang="fr-FR" sz="1200">
                <a:solidFill>
                  <a:schemeClr val="bg2"/>
                </a:solidFill>
              </a:rPr>
              <a:t> sizes </a:t>
            </a:r>
            <a:r>
              <a:rPr lang="fr-FR" sz="1200" err="1">
                <a:solidFill>
                  <a:schemeClr val="bg2"/>
                </a:solidFill>
              </a:rPr>
              <a:t>that</a:t>
            </a:r>
            <a:r>
              <a:rPr lang="fr-FR" sz="1200">
                <a:solidFill>
                  <a:schemeClr val="bg2"/>
                </a:solidFill>
              </a:rPr>
              <a:t> are </a:t>
            </a:r>
            <a:r>
              <a:rPr lang="fr-FR" sz="1200" err="1">
                <a:solidFill>
                  <a:schemeClr val="bg2"/>
                </a:solidFill>
              </a:rPr>
              <a:t>too</a:t>
            </a:r>
            <a:r>
              <a:rPr lang="fr-FR" sz="1200">
                <a:solidFill>
                  <a:schemeClr val="bg2"/>
                </a:solidFill>
              </a:rPr>
              <a:t> </a:t>
            </a:r>
            <a:r>
              <a:rPr lang="fr-FR" sz="1200" err="1">
                <a:solidFill>
                  <a:schemeClr val="bg2"/>
                </a:solidFill>
              </a:rPr>
              <a:t>small</a:t>
            </a:r>
            <a:r>
              <a:rPr lang="fr-FR" sz="1200">
                <a:solidFill>
                  <a:schemeClr val="bg2"/>
                </a:solidFill>
              </a:rPr>
              <a:t> (minimum 12</a:t>
            </a:r>
            <a:r>
              <a:rPr lang="fr-FR" sz="1200" i="1">
                <a:solidFill>
                  <a:schemeClr val="bg2"/>
                </a:solidFill>
              </a:rPr>
              <a:t>)</a:t>
            </a:r>
          </a:p>
        </p:txBody>
      </p:sp>
      <p:pic>
        <p:nvPicPr>
          <p:cNvPr id="19" name="Arrow 4">
            <a:extLst>
              <a:ext uri="{FF2B5EF4-FFF2-40B4-BE49-F238E27FC236}">
                <a16:creationId xmlns:a16="http://schemas.microsoft.com/office/drawing/2014/main" id="{6E71A842-41F8-8658-7B70-EA7DDE451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5169" y="4574237"/>
            <a:ext cx="203991" cy="198424"/>
          </a:xfrm>
          <a:prstGeom prst="rect">
            <a:avLst/>
          </a:prstGeom>
        </p:spPr>
      </p:pic>
      <p:sp>
        <p:nvSpPr>
          <p:cNvPr id="35" name="TextBox 9">
            <a:extLst>
              <a:ext uri="{FF2B5EF4-FFF2-40B4-BE49-F238E27FC236}">
                <a16:creationId xmlns:a16="http://schemas.microsoft.com/office/drawing/2014/main" id="{7CBB4A64-5DE6-715F-9079-A46AEC914F8C}"/>
              </a:ext>
            </a:extLst>
          </p:cNvPr>
          <p:cNvSpPr txBox="1">
            <a:spLocks/>
          </p:cNvSpPr>
          <p:nvPr/>
        </p:nvSpPr>
        <p:spPr>
          <a:xfrm>
            <a:off x="6658094" y="4546010"/>
            <a:ext cx="1334042" cy="251144"/>
          </a:xfrm>
          <a:prstGeom prst="rect">
            <a:avLst/>
          </a:prstGeom>
          <a:solidFill>
            <a:schemeClr val="accent6"/>
          </a:solidFill>
        </p:spPr>
        <p:txBody>
          <a:bodyPr wrap="square" lIns="0" tIns="0" rIns="0" bIns="0" rtlCol="0" anchor="b">
            <a:spAutoFit/>
          </a:bodyPr>
          <a:lstStyle/>
          <a:p>
            <a:pPr marL="0" lvl="0" defTabSz="914400" rtl="0" eaLnBrk="1" latinLnBrk="0" hangingPunct="1"/>
            <a:r>
              <a:rPr lang="fr-FR" sz="1600" i="0" kern="1200" cap="none" baseline="0">
                <a:solidFill>
                  <a:schemeClr val="bg2"/>
                </a:solidFill>
                <a:latin typeface="+mj-lt"/>
                <a:ea typeface="+mn-ea"/>
                <a:cs typeface="+mn-cs"/>
              </a:rPr>
              <a:t>Chart</a:t>
            </a:r>
          </a:p>
        </p:txBody>
      </p:sp>
      <p:cxnSp>
        <p:nvCxnSpPr>
          <p:cNvPr id="17" name="Straight Connector 13">
            <a:extLst>
              <a:ext uri="{FF2B5EF4-FFF2-40B4-BE49-F238E27FC236}">
                <a16:creationId xmlns:a16="http://schemas.microsoft.com/office/drawing/2014/main" id="{6AAE5C9C-BB86-74AB-186F-0E82AC7A1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55169" y="4886679"/>
            <a:ext cx="2354368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10">
            <a:extLst>
              <a:ext uri="{FF2B5EF4-FFF2-40B4-BE49-F238E27FC236}">
                <a16:creationId xmlns:a16="http://schemas.microsoft.com/office/drawing/2014/main" id="{DD1DD841-9CA6-6A98-A175-D9C0C3C2155A}"/>
              </a:ext>
            </a:extLst>
          </p:cNvPr>
          <p:cNvSpPr txBox="1">
            <a:spLocks/>
          </p:cNvSpPr>
          <p:nvPr/>
        </p:nvSpPr>
        <p:spPr>
          <a:xfrm>
            <a:off x="6165981" y="5031291"/>
            <a:ext cx="2729080" cy="911460"/>
          </a:xfrm>
          <a:prstGeom prst="rect">
            <a:avLst/>
          </a:prstGeom>
          <a:noFill/>
        </p:spPr>
        <p:txBody>
          <a:bodyPr wrap="square" lIns="108000" tIns="36000" rIns="108000" bIns="36000" rtlCol="0" anchor="t">
            <a:noAutofit/>
          </a:bodyPr>
          <a:lstStyle/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fr-FR" sz="1200">
                <a:solidFill>
                  <a:schemeClr val="bg2"/>
                </a:solidFill>
              </a:rPr>
              <a:t>Don't </a:t>
            </a:r>
            <a:r>
              <a:rPr lang="fr-FR" sz="1200" err="1">
                <a:solidFill>
                  <a:schemeClr val="bg2"/>
                </a:solidFill>
              </a:rPr>
              <a:t>forget</a:t>
            </a:r>
            <a:r>
              <a:rPr lang="fr-FR" sz="1200">
                <a:solidFill>
                  <a:schemeClr val="bg2"/>
                </a:solidFill>
              </a:rPr>
              <a:t> table and </a:t>
            </a:r>
            <a:r>
              <a:rPr lang="fr-FR" sz="1200" err="1">
                <a:solidFill>
                  <a:schemeClr val="bg2"/>
                </a:solidFill>
              </a:rPr>
              <a:t>row</a:t>
            </a:r>
            <a:r>
              <a:rPr lang="fr-FR" sz="1200">
                <a:solidFill>
                  <a:schemeClr val="bg2"/>
                </a:solidFill>
              </a:rPr>
              <a:t>/</a:t>
            </a:r>
            <a:r>
              <a:rPr lang="fr-FR" sz="1200" err="1">
                <a:solidFill>
                  <a:schemeClr val="bg2"/>
                </a:solidFill>
              </a:rPr>
              <a:t>column</a:t>
            </a:r>
            <a:r>
              <a:rPr lang="fr-FR" sz="1200">
                <a:solidFill>
                  <a:schemeClr val="bg2"/>
                </a:solidFill>
              </a:rPr>
              <a:t> </a:t>
            </a:r>
            <a:r>
              <a:rPr lang="fr-FR" sz="1200" err="1">
                <a:solidFill>
                  <a:schemeClr val="bg2"/>
                </a:solidFill>
              </a:rPr>
              <a:t>titles</a:t>
            </a:r>
            <a:endParaRPr lang="fr-FR" sz="1200">
              <a:solidFill>
                <a:schemeClr val="bg2"/>
              </a:solidFill>
            </a:endParaRPr>
          </a:p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fr-FR" sz="1200" err="1">
                <a:solidFill>
                  <a:schemeClr val="bg2"/>
                </a:solidFill>
              </a:rPr>
              <a:t>Avoid</a:t>
            </a:r>
            <a:r>
              <a:rPr lang="fr-FR" sz="1200">
                <a:solidFill>
                  <a:schemeClr val="bg2"/>
                </a:solidFill>
              </a:rPr>
              <a:t> </a:t>
            </a:r>
            <a:r>
              <a:rPr lang="fr-FR" sz="1200" err="1">
                <a:solidFill>
                  <a:schemeClr val="bg2"/>
                </a:solidFill>
              </a:rPr>
              <a:t>merging</a:t>
            </a:r>
            <a:r>
              <a:rPr lang="fr-FR" sz="1200">
                <a:solidFill>
                  <a:schemeClr val="bg2"/>
                </a:solidFill>
              </a:rPr>
              <a:t> </a:t>
            </a:r>
            <a:r>
              <a:rPr lang="fr-FR" sz="1200" err="1">
                <a:solidFill>
                  <a:schemeClr val="bg2"/>
                </a:solidFill>
              </a:rPr>
              <a:t>cells</a:t>
            </a:r>
            <a:endParaRPr lang="fr-FR" sz="1600">
              <a:solidFill>
                <a:schemeClr val="bg2"/>
              </a:solidFill>
            </a:endParaRPr>
          </a:p>
        </p:txBody>
      </p:sp>
      <p:sp>
        <p:nvSpPr>
          <p:cNvPr id="45" name="Rectangle 4: Rounded Corners 6">
            <a:extLst>
              <a:ext uri="{FF2B5EF4-FFF2-40B4-BE49-F238E27FC236}">
                <a16:creationId xmlns:a16="http://schemas.microsoft.com/office/drawing/2014/main" id="{3F15B3F4-1659-C61C-4299-6A1EB07A2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9039061" y="2181724"/>
            <a:ext cx="2727692" cy="3855794"/>
          </a:xfrm>
          <a:prstGeom prst="roundRect">
            <a:avLst>
              <a:gd name="adj" fmla="val 4754"/>
            </a:avLst>
          </a:prstGeom>
          <a:solidFill>
            <a:schemeClr val="accent6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endParaRPr lang="fr-FR" sz="2000">
              <a:solidFill>
                <a:schemeClr val="bg2"/>
              </a:solidFill>
              <a:ea typeface="+mj-ea"/>
              <a:cs typeface="+mj-cs"/>
            </a:endParaRPr>
          </a:p>
        </p:txBody>
      </p:sp>
      <p:pic>
        <p:nvPicPr>
          <p:cNvPr id="23" name="Arrow 5">
            <a:extLst>
              <a:ext uri="{FF2B5EF4-FFF2-40B4-BE49-F238E27FC236}">
                <a16:creationId xmlns:a16="http://schemas.microsoft.com/office/drawing/2014/main" id="{23593776-DC33-C898-A50A-E8B87BA25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6400" y="2445969"/>
            <a:ext cx="203991" cy="198424"/>
          </a:xfrm>
          <a:prstGeom prst="rect">
            <a:avLst/>
          </a:prstGeom>
        </p:spPr>
      </p:pic>
      <p:sp>
        <p:nvSpPr>
          <p:cNvPr id="48" name="TextBox 11">
            <a:extLst>
              <a:ext uri="{FF2B5EF4-FFF2-40B4-BE49-F238E27FC236}">
                <a16:creationId xmlns:a16="http://schemas.microsoft.com/office/drawing/2014/main" id="{FA44A2C6-5770-3124-3255-4D1B4BA710C3}"/>
              </a:ext>
            </a:extLst>
          </p:cNvPr>
          <p:cNvSpPr txBox="1">
            <a:spLocks/>
          </p:cNvSpPr>
          <p:nvPr/>
        </p:nvSpPr>
        <p:spPr>
          <a:xfrm>
            <a:off x="9608606" y="2422071"/>
            <a:ext cx="1542386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lvl="0" defTabSz="914400" rtl="0" eaLnBrk="1" latinLnBrk="0" hangingPunct="1"/>
            <a:r>
              <a:rPr lang="fr-FR" sz="1600">
                <a:solidFill>
                  <a:schemeClr val="bg2"/>
                </a:solidFill>
                <a:latin typeface="+mj-lt"/>
              </a:rPr>
              <a:t>Content</a:t>
            </a:r>
            <a:endParaRPr lang="fr-FR" sz="1600" i="0" kern="1200" cap="none" baseline="0">
              <a:solidFill>
                <a:schemeClr val="bg2"/>
              </a:solidFill>
              <a:latin typeface="+mj-lt"/>
              <a:ea typeface="+mn-ea"/>
              <a:cs typeface="+mn-cs"/>
            </a:endParaRPr>
          </a:p>
        </p:txBody>
      </p:sp>
      <p:cxnSp>
        <p:nvCxnSpPr>
          <p:cNvPr id="22" name="Straight Connector 5">
            <a:extLst>
              <a:ext uri="{FF2B5EF4-FFF2-40B4-BE49-F238E27FC236}">
                <a16:creationId xmlns:a16="http://schemas.microsoft.com/office/drawing/2014/main" id="{154DFE0D-5037-5789-CEB8-BA501158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296400" y="2758411"/>
            <a:ext cx="2354368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12">
            <a:extLst>
              <a:ext uri="{FF2B5EF4-FFF2-40B4-BE49-F238E27FC236}">
                <a16:creationId xmlns:a16="http://schemas.microsoft.com/office/drawing/2014/main" id="{96A97595-DCDB-1FC1-BCF9-594999418478}"/>
              </a:ext>
            </a:extLst>
          </p:cNvPr>
          <p:cNvSpPr txBox="1">
            <a:spLocks/>
          </p:cNvSpPr>
          <p:nvPr/>
        </p:nvSpPr>
        <p:spPr>
          <a:xfrm>
            <a:off x="9037674" y="2960008"/>
            <a:ext cx="2730464" cy="3203620"/>
          </a:xfrm>
          <a:prstGeom prst="rect">
            <a:avLst/>
          </a:prstGeom>
          <a:noFill/>
        </p:spPr>
        <p:txBody>
          <a:bodyPr wrap="square" lIns="108000" tIns="36000" rIns="108000" bIns="36000" rtlCol="0" anchor="t">
            <a:noAutofit/>
          </a:bodyPr>
          <a:lstStyle/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fr-FR" sz="1200" err="1">
                <a:solidFill>
                  <a:schemeClr val="bg2"/>
                </a:solidFill>
              </a:rPr>
              <a:t>Avoid</a:t>
            </a:r>
            <a:r>
              <a:rPr lang="fr-FR" sz="1200">
                <a:solidFill>
                  <a:schemeClr val="bg2"/>
                </a:solidFill>
              </a:rPr>
              <a:t> </a:t>
            </a:r>
            <a:r>
              <a:rPr lang="fr-FR" sz="1200" err="1">
                <a:solidFill>
                  <a:schemeClr val="bg2"/>
                </a:solidFill>
              </a:rPr>
              <a:t>abbreviations</a:t>
            </a:r>
            <a:r>
              <a:rPr lang="fr-FR" sz="1200">
                <a:solidFill>
                  <a:schemeClr val="bg2"/>
                </a:solidFill>
              </a:rPr>
              <a:t> (</a:t>
            </a:r>
            <a:r>
              <a:rPr lang="fr-FR" sz="1200" err="1">
                <a:solidFill>
                  <a:schemeClr val="bg2"/>
                </a:solidFill>
              </a:rPr>
              <a:t>explain</a:t>
            </a:r>
            <a:r>
              <a:rPr lang="fr-FR" sz="1200">
                <a:solidFill>
                  <a:schemeClr val="bg2"/>
                </a:solidFill>
              </a:rPr>
              <a:t> </a:t>
            </a:r>
            <a:r>
              <a:rPr lang="fr-FR" sz="1200" err="1">
                <a:solidFill>
                  <a:schemeClr val="bg2"/>
                </a:solidFill>
              </a:rPr>
              <a:t>them</a:t>
            </a:r>
            <a:r>
              <a:rPr lang="fr-FR" sz="1200">
                <a:solidFill>
                  <a:schemeClr val="bg2"/>
                </a:solidFill>
              </a:rPr>
              <a:t> once on 1</a:t>
            </a:r>
            <a:r>
              <a:rPr lang="fr-FR" sz="1200" baseline="30000">
                <a:solidFill>
                  <a:schemeClr val="bg2"/>
                </a:solidFill>
              </a:rPr>
              <a:t>st</a:t>
            </a:r>
            <a:r>
              <a:rPr lang="fr-FR" sz="1200">
                <a:solidFill>
                  <a:schemeClr val="bg2"/>
                </a:solidFill>
              </a:rPr>
              <a:t> use)</a:t>
            </a:r>
          </a:p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fr-FR" sz="1200" err="1">
                <a:solidFill>
                  <a:schemeClr val="bg2"/>
                </a:solidFill>
              </a:rPr>
              <a:t>Avoid</a:t>
            </a:r>
            <a:r>
              <a:rPr lang="fr-FR" sz="1200">
                <a:solidFill>
                  <a:schemeClr val="bg2"/>
                </a:solidFill>
              </a:rPr>
              <a:t> </a:t>
            </a:r>
            <a:r>
              <a:rPr lang="fr-FR" sz="1200" err="1">
                <a:solidFill>
                  <a:schemeClr val="bg2"/>
                </a:solidFill>
              </a:rPr>
              <a:t>overloaded</a:t>
            </a:r>
            <a:r>
              <a:rPr lang="fr-FR" sz="1200">
                <a:solidFill>
                  <a:schemeClr val="bg2"/>
                </a:solidFill>
              </a:rPr>
              <a:t> slides (one </a:t>
            </a:r>
            <a:r>
              <a:rPr lang="fr-FR" sz="1200" err="1">
                <a:solidFill>
                  <a:schemeClr val="bg2"/>
                </a:solidFill>
              </a:rPr>
              <a:t>strong</a:t>
            </a:r>
            <a:r>
              <a:rPr lang="fr-FR" sz="1200">
                <a:solidFill>
                  <a:schemeClr val="bg2"/>
                </a:solidFill>
              </a:rPr>
              <a:t> </a:t>
            </a:r>
            <a:r>
              <a:rPr lang="fr-FR" sz="1200" err="1">
                <a:solidFill>
                  <a:schemeClr val="bg2"/>
                </a:solidFill>
              </a:rPr>
              <a:t>idea</a:t>
            </a:r>
            <a:r>
              <a:rPr lang="fr-FR" sz="1200">
                <a:solidFill>
                  <a:schemeClr val="bg2"/>
                </a:solidFill>
              </a:rPr>
              <a:t> per slide)</a:t>
            </a:r>
          </a:p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fr-FR" sz="1200" err="1">
                <a:solidFill>
                  <a:schemeClr val="bg2"/>
                </a:solidFill>
              </a:rPr>
              <a:t>Systematically</a:t>
            </a:r>
            <a:r>
              <a:rPr lang="fr-FR" sz="1200">
                <a:solidFill>
                  <a:schemeClr val="bg2"/>
                </a:solidFill>
              </a:rPr>
              <a:t> </a:t>
            </a:r>
            <a:r>
              <a:rPr lang="fr-FR" sz="1200" err="1">
                <a:solidFill>
                  <a:schemeClr val="bg2"/>
                </a:solidFill>
              </a:rPr>
              <a:t>explain</a:t>
            </a:r>
            <a:r>
              <a:rPr lang="fr-FR" sz="1200">
                <a:solidFill>
                  <a:schemeClr val="bg2"/>
                </a:solidFill>
              </a:rPr>
              <a:t> the </a:t>
            </a:r>
            <a:r>
              <a:rPr lang="fr-FR" sz="1200" err="1">
                <a:solidFill>
                  <a:schemeClr val="bg2"/>
                </a:solidFill>
              </a:rPr>
              <a:t>titles</a:t>
            </a:r>
            <a:r>
              <a:rPr lang="fr-FR" sz="1200">
                <a:solidFill>
                  <a:schemeClr val="bg2"/>
                </a:solidFill>
              </a:rPr>
              <a:t> of links (</a:t>
            </a:r>
            <a:r>
              <a:rPr lang="fr-FR" sz="1200" err="1">
                <a:solidFill>
                  <a:schemeClr val="bg2"/>
                </a:solidFill>
              </a:rPr>
              <a:t>don't</a:t>
            </a:r>
            <a:r>
              <a:rPr lang="fr-FR" sz="1200">
                <a:solidFill>
                  <a:schemeClr val="bg2"/>
                </a:solidFill>
              </a:rPr>
              <a:t> </a:t>
            </a:r>
            <a:r>
              <a:rPr lang="fr-FR" sz="1200" err="1">
                <a:solidFill>
                  <a:schemeClr val="bg2"/>
                </a:solidFill>
              </a:rPr>
              <a:t>just</a:t>
            </a:r>
            <a:r>
              <a:rPr lang="fr-FR" sz="1200">
                <a:solidFill>
                  <a:schemeClr val="bg2"/>
                </a:solidFill>
              </a:rPr>
              <a:t> </a:t>
            </a:r>
            <a:r>
              <a:rPr lang="fr-FR" sz="1200" err="1">
                <a:solidFill>
                  <a:schemeClr val="bg2"/>
                </a:solidFill>
              </a:rPr>
              <a:t>say</a:t>
            </a:r>
            <a:r>
              <a:rPr lang="fr-FR" sz="1200">
                <a:solidFill>
                  <a:schemeClr val="bg2"/>
                </a:solidFill>
              </a:rPr>
              <a:t> "</a:t>
            </a:r>
            <a:r>
              <a:rPr lang="fr-FR" sz="1200" u="sng">
                <a:solidFill>
                  <a:schemeClr val="bg2"/>
                </a:solidFill>
              </a:rPr>
              <a:t>click </a:t>
            </a:r>
            <a:r>
              <a:rPr lang="fr-FR" sz="1200" u="sng" err="1">
                <a:solidFill>
                  <a:schemeClr val="bg2"/>
                </a:solidFill>
              </a:rPr>
              <a:t>here</a:t>
            </a:r>
            <a:r>
              <a:rPr lang="fr-FR" sz="1200">
                <a:solidFill>
                  <a:schemeClr val="bg2"/>
                </a:solidFill>
              </a:rPr>
              <a:t>")</a:t>
            </a:r>
          </a:p>
          <a:p>
            <a:pPr marL="285750" indent="-285750">
              <a:spcAft>
                <a:spcPts val="12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fr-FR" sz="1200" err="1">
                <a:solidFill>
                  <a:schemeClr val="bg2"/>
                </a:solidFill>
              </a:rPr>
              <a:t>Avoid</a:t>
            </a:r>
            <a:r>
              <a:rPr lang="fr-FR" sz="1200">
                <a:solidFill>
                  <a:schemeClr val="bg2"/>
                </a:solidFill>
              </a:rPr>
              <a:t> </a:t>
            </a:r>
            <a:r>
              <a:rPr lang="fr-FR" sz="1200" err="1">
                <a:solidFill>
                  <a:schemeClr val="bg2"/>
                </a:solidFill>
              </a:rPr>
              <a:t>transforming</a:t>
            </a:r>
            <a:r>
              <a:rPr lang="fr-FR" sz="1200">
                <a:solidFill>
                  <a:schemeClr val="bg2"/>
                </a:solidFill>
              </a:rPr>
              <a:t> </a:t>
            </a:r>
            <a:r>
              <a:rPr lang="fr-FR" sz="1200" err="1">
                <a:solidFill>
                  <a:schemeClr val="bg2"/>
                </a:solidFill>
              </a:rPr>
              <a:t>PPTs</a:t>
            </a:r>
            <a:r>
              <a:rPr lang="fr-FR" sz="1200">
                <a:solidFill>
                  <a:schemeClr val="bg2"/>
                </a:solidFill>
              </a:rPr>
              <a:t> </a:t>
            </a:r>
            <a:r>
              <a:rPr lang="fr-FR" sz="1200" err="1">
                <a:solidFill>
                  <a:schemeClr val="bg2"/>
                </a:solidFill>
              </a:rPr>
              <a:t>into</a:t>
            </a:r>
            <a:r>
              <a:rPr lang="fr-FR" sz="1200">
                <a:solidFill>
                  <a:schemeClr val="bg2"/>
                </a:solidFill>
              </a:rPr>
              <a:t> </a:t>
            </a:r>
            <a:r>
              <a:rPr lang="fr-FR" sz="1200" err="1">
                <a:solidFill>
                  <a:schemeClr val="bg2"/>
                </a:solidFill>
              </a:rPr>
              <a:t>PDFs</a:t>
            </a:r>
            <a:r>
              <a:rPr lang="fr-FR" sz="1200">
                <a:solidFill>
                  <a:schemeClr val="bg2"/>
                </a:solidFill>
              </a:rPr>
              <a:t> (</a:t>
            </a:r>
            <a:r>
              <a:rPr lang="fr-FR" sz="1200" err="1">
                <a:solidFill>
                  <a:schemeClr val="bg2"/>
                </a:solidFill>
              </a:rPr>
              <a:t>degrades</a:t>
            </a:r>
            <a:r>
              <a:rPr lang="fr-FR" sz="1200">
                <a:solidFill>
                  <a:schemeClr val="bg2"/>
                </a:solidFill>
              </a:rPr>
              <a:t> PPT </a:t>
            </a:r>
            <a:r>
              <a:rPr lang="fr-FR" sz="1200" err="1">
                <a:solidFill>
                  <a:schemeClr val="bg2"/>
                </a:solidFill>
              </a:rPr>
              <a:t>accessibility</a:t>
            </a:r>
            <a:r>
              <a:rPr lang="fr-FR" sz="1200">
                <a:solidFill>
                  <a:schemeClr val="bg2"/>
                </a:solidFill>
              </a:rPr>
              <a:t>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bg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200">
                <a:solidFill>
                  <a:schemeClr val="bg2"/>
                </a:solidFill>
              </a:rPr>
              <a:t>For  French speakers, </a:t>
            </a:r>
            <a:r>
              <a:rPr lang="fr-FR" sz="1200" err="1">
                <a:solidFill>
                  <a:schemeClr val="bg2"/>
                </a:solidFill>
              </a:rPr>
              <a:t>avoid</a:t>
            </a:r>
            <a:r>
              <a:rPr lang="fr-FR" sz="1200">
                <a:solidFill>
                  <a:schemeClr val="bg2"/>
                </a:solidFill>
              </a:rPr>
              <a:t> </a:t>
            </a:r>
            <a:r>
              <a:rPr lang="fr-FR" sz="1200" err="1">
                <a:solidFill>
                  <a:schemeClr val="bg2"/>
                </a:solidFill>
              </a:rPr>
              <a:t>using</a:t>
            </a:r>
            <a:r>
              <a:rPr lang="fr-FR" sz="1200">
                <a:solidFill>
                  <a:schemeClr val="bg2"/>
                </a:solidFill>
              </a:rPr>
              <a:t> </a:t>
            </a:r>
            <a:r>
              <a:rPr lang="fr-FR" sz="1200" err="1">
                <a:solidFill>
                  <a:schemeClr val="bg2"/>
                </a:solidFill>
              </a:rPr>
              <a:t>anglicized</a:t>
            </a:r>
            <a:r>
              <a:rPr lang="fr-FR" sz="1200">
                <a:solidFill>
                  <a:schemeClr val="bg2"/>
                </a:solidFill>
              </a:rPr>
              <a:t> French (“franglais”) or change </a:t>
            </a:r>
            <a:r>
              <a:rPr lang="fr-FR" sz="1200" err="1">
                <a:solidFill>
                  <a:schemeClr val="bg2"/>
                </a:solidFill>
              </a:rPr>
              <a:t>language</a:t>
            </a:r>
            <a:r>
              <a:rPr lang="fr-FR" sz="1200">
                <a:solidFill>
                  <a:schemeClr val="bg2"/>
                </a:solidFill>
              </a:rPr>
              <a:t> in the "</a:t>
            </a:r>
            <a:r>
              <a:rPr lang="fr-FR" sz="1200" err="1">
                <a:solidFill>
                  <a:schemeClr val="bg2"/>
                </a:solidFill>
              </a:rPr>
              <a:t>Review</a:t>
            </a:r>
            <a:r>
              <a:rPr lang="fr-FR" sz="1200">
                <a:solidFill>
                  <a:schemeClr val="bg2"/>
                </a:solidFill>
              </a:rPr>
              <a:t>" tab, </a:t>
            </a:r>
            <a:r>
              <a:rPr lang="fr-FR" sz="1200" err="1">
                <a:solidFill>
                  <a:schemeClr val="bg2"/>
                </a:solidFill>
              </a:rPr>
              <a:t>then</a:t>
            </a:r>
            <a:r>
              <a:rPr lang="fr-FR" sz="1200">
                <a:solidFill>
                  <a:schemeClr val="bg2"/>
                </a:solidFill>
              </a:rPr>
              <a:t> "</a:t>
            </a:r>
            <a:r>
              <a:rPr lang="fr-FR" sz="1200" err="1">
                <a:solidFill>
                  <a:schemeClr val="bg2"/>
                </a:solidFill>
              </a:rPr>
              <a:t>Language</a:t>
            </a:r>
            <a:r>
              <a:rPr lang="fr-FR" sz="1200">
                <a:solidFill>
                  <a:schemeClr val="bg2"/>
                </a:solidFill>
              </a:rPr>
              <a:t>"</a:t>
            </a:r>
            <a:endParaRPr lang="fr-FR" sz="1200" i="1">
              <a:solidFill>
                <a:schemeClr val="bg2"/>
              </a:solidFill>
            </a:endParaRPr>
          </a:p>
        </p:txBody>
      </p:sp>
      <p:sp>
        <p:nvSpPr>
          <p:cNvPr id="52" name="Rectangle 13" descr="&#10;">
            <a:extLst>
              <a:ext uri="{FF2B5EF4-FFF2-40B4-BE49-F238E27FC236}">
                <a16:creationId xmlns:a16="http://schemas.microsoft.com/office/drawing/2014/main" id="{6119C140-67C7-0A9B-0668-E0D88AFFB224}"/>
              </a:ext>
            </a:extLst>
          </p:cNvPr>
          <p:cNvSpPr>
            <a:spLocks/>
          </p:cNvSpPr>
          <p:nvPr userDrawn="1"/>
        </p:nvSpPr>
        <p:spPr>
          <a:xfrm>
            <a:off x="7124606" y="404814"/>
            <a:ext cx="2958957" cy="694522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noProof="0" err="1">
                <a:solidFill>
                  <a:schemeClr val="bg2">
                    <a:lumMod val="100000"/>
                  </a:schemeClr>
                </a:solidFill>
                <a:latin typeface="+mj-lt"/>
              </a:rPr>
              <a:t>Accessibility</a:t>
            </a:r>
            <a:r>
              <a:rPr lang="fr-FR" sz="1200" b="0" noProof="0">
                <a:solidFill>
                  <a:schemeClr val="bg2">
                    <a:lumMod val="100000"/>
                  </a:schemeClr>
                </a:solidFill>
                <a:latin typeface="+mj-lt"/>
              </a:rPr>
              <a:t> Tip: 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check  the </a:t>
            </a:r>
            <a:r>
              <a:rPr lang="fr-FR" sz="1200" b="0" baseline="0" noProof="0" err="1">
                <a:solidFill>
                  <a:schemeClr val="tx1">
                    <a:lumMod val="100000"/>
                  </a:schemeClr>
                </a:solidFill>
                <a:latin typeface="+mn-lt"/>
              </a:rPr>
              <a:t>accessibility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baseline="0" noProof="0" err="1">
                <a:solidFill>
                  <a:schemeClr val="tx1">
                    <a:lumMod val="100000"/>
                  </a:schemeClr>
                </a:solidFill>
                <a:latin typeface="+mn-lt"/>
              </a:rPr>
              <a:t>level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 of </a:t>
            </a:r>
            <a:r>
              <a:rPr lang="fr-FR" sz="1200" b="0" baseline="0" noProof="0" err="1">
                <a:solidFill>
                  <a:schemeClr val="tx1">
                    <a:lumMod val="100000"/>
                  </a:schemeClr>
                </a:solidFill>
                <a:latin typeface="+mn-lt"/>
              </a:rPr>
              <a:t>your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 </a:t>
            </a:r>
            <a:r>
              <a:rPr lang="fr-FR" sz="1200" b="0" baseline="0" noProof="0" err="1">
                <a:solidFill>
                  <a:schemeClr val="tx1">
                    <a:lumMod val="100000"/>
                  </a:schemeClr>
                </a:solidFill>
                <a:latin typeface="+mn-lt"/>
              </a:rPr>
              <a:t>presentation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 by </a:t>
            </a:r>
            <a:r>
              <a:rPr lang="fr-FR" sz="1200" b="0" baseline="0" noProof="0" err="1">
                <a:solidFill>
                  <a:schemeClr val="tx1">
                    <a:lumMod val="100000"/>
                  </a:schemeClr>
                </a:solidFill>
                <a:latin typeface="+mn-lt"/>
              </a:rPr>
              <a:t>going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 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 "</a:t>
            </a:r>
            <a:r>
              <a:rPr lang="fr-FR" sz="1200" b="0" baseline="0" noProof="0" err="1">
                <a:solidFill>
                  <a:schemeClr val="tx1">
                    <a:lumMod val="100000"/>
                  </a:schemeClr>
                </a:solidFill>
                <a:latin typeface="+mn-lt"/>
              </a:rPr>
              <a:t>Review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“ </a:t>
            </a:r>
            <a:r>
              <a:rPr lang="fr-FR" sz="1200" b="0" baseline="0" noProof="0" err="1">
                <a:solidFill>
                  <a:schemeClr val="tx1">
                    <a:lumMod val="100000"/>
                  </a:schemeClr>
                </a:solidFill>
                <a:latin typeface="+mn-lt"/>
              </a:rPr>
              <a:t>then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 "Check </a:t>
            </a:r>
            <a:r>
              <a:rPr lang="fr-FR" sz="1200" b="0" baseline="0" noProof="0" err="1">
                <a:solidFill>
                  <a:schemeClr val="tx1">
                    <a:lumMod val="100000"/>
                  </a:schemeClr>
                </a:solidFill>
                <a:latin typeface="+mn-lt"/>
              </a:rPr>
              <a:t>accessibility</a:t>
            </a:r>
            <a:r>
              <a:rPr lang="fr-FR" sz="1200" b="0" baseline="0" noProof="0">
                <a:solidFill>
                  <a:schemeClr val="tx1">
                    <a:lumMod val="100000"/>
                  </a:schemeClr>
                </a:solidFill>
                <a:latin typeface="+mn-lt"/>
              </a:rPr>
              <a:t>". </a:t>
            </a:r>
            <a:endParaRPr lang="fr-FR" sz="1400" b="0" baseline="0" noProof="0">
              <a:solidFill>
                <a:schemeClr val="tx1">
                  <a:lumMod val="100000"/>
                </a:schemeClr>
              </a:solidFill>
              <a:latin typeface="+mn-lt"/>
            </a:endParaRPr>
          </a:p>
        </p:txBody>
      </p:sp>
      <p:sp>
        <p:nvSpPr>
          <p:cNvPr id="12" name="Freeform: Shape 14">
            <a:extLst>
              <a:ext uri="{FF2B5EF4-FFF2-40B4-BE49-F238E27FC236}">
                <a16:creationId xmlns:a16="http://schemas.microsoft.com/office/drawing/2014/main" id="{83DFFE58-DCEB-BE9E-4D43-AD8C276484CB}"/>
              </a:ext>
            </a:extLst>
          </p:cNvPr>
          <p:cNvSpPr/>
          <p:nvPr/>
        </p:nvSpPr>
        <p:spPr>
          <a:xfrm rot="2411869">
            <a:off x="9621264" y="454839"/>
            <a:ext cx="3151694" cy="638614"/>
          </a:xfrm>
          <a:custGeom>
            <a:avLst/>
            <a:gdLst>
              <a:gd name="connsiteX0" fmla="*/ 0 w 3151694"/>
              <a:gd name="connsiteY0" fmla="*/ 638614 h 638614"/>
              <a:gd name="connsiteX1" fmla="*/ 755756 w 3151694"/>
              <a:gd name="connsiteY1" fmla="*/ 0 h 638614"/>
              <a:gd name="connsiteX2" fmla="*/ 2612065 w 3151694"/>
              <a:gd name="connsiteY2" fmla="*/ 0 h 638614"/>
              <a:gd name="connsiteX3" fmla="*/ 3151694 w 3151694"/>
              <a:gd name="connsiteY3" fmla="*/ 638614 h 638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1694" h="638614">
                <a:moveTo>
                  <a:pt x="0" y="638614"/>
                </a:moveTo>
                <a:lnTo>
                  <a:pt x="755756" y="0"/>
                </a:lnTo>
                <a:lnTo>
                  <a:pt x="2612065" y="0"/>
                </a:lnTo>
                <a:lnTo>
                  <a:pt x="3151694" y="638614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>
                <a:solidFill>
                  <a:schemeClr val="bg1">
                    <a:lumMod val="100000"/>
                  </a:schemeClr>
                </a:solidFill>
                <a:ea typeface="+mj-ea"/>
                <a:cs typeface="+mj-cs"/>
              </a:rPr>
              <a:t>To </a:t>
            </a:r>
            <a:r>
              <a:rPr lang="fr-FR" err="1">
                <a:solidFill>
                  <a:schemeClr val="bg1">
                    <a:lumMod val="100000"/>
                  </a:schemeClr>
                </a:solidFill>
                <a:ea typeface="+mj-ea"/>
                <a:cs typeface="+mj-cs"/>
              </a:rPr>
              <a:t>be</a:t>
            </a:r>
            <a:r>
              <a:rPr lang="fr-FR">
                <a:solidFill>
                  <a:schemeClr val="bg1">
                    <a:lumMod val="100000"/>
                  </a:schemeClr>
                </a:solidFill>
                <a:ea typeface="+mj-ea"/>
                <a:cs typeface="+mj-cs"/>
              </a:rPr>
              <a:t> </a:t>
            </a:r>
            <a:r>
              <a:rPr lang="fr-FR" err="1">
                <a:solidFill>
                  <a:schemeClr val="bg1">
                    <a:lumMod val="100000"/>
                  </a:schemeClr>
                </a:solidFill>
                <a:ea typeface="+mj-ea"/>
                <a:cs typeface="+mj-cs"/>
              </a:rPr>
              <a:t>deleted</a:t>
            </a:r>
            <a:endParaRPr lang="fr-FR">
              <a:solidFill>
                <a:schemeClr val="bg1">
                  <a:lumMod val="100000"/>
                </a:schemeClr>
              </a:solidFill>
              <a:ea typeface="+mj-ea"/>
              <a:cs typeface="+mj-cs"/>
            </a:endParaRPr>
          </a:p>
        </p:txBody>
      </p:sp>
      <p:sp>
        <p:nvSpPr>
          <p:cNvPr id="25" name="Copyright and page 4">
            <a:extLst>
              <a:ext uri="{FF2B5EF4-FFF2-40B4-BE49-F238E27FC236}">
                <a16:creationId xmlns:a16="http://schemas.microsoft.com/office/drawing/2014/main" id="{CAC38180-370A-0E5E-0C20-755F3DDBE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 bwMode="ltGray">
          <a:xfrm>
            <a:off x="10591800" y="6578600"/>
            <a:ext cx="1189038" cy="239774"/>
          </a:xfrm>
          <a:prstGeom prst="rect">
            <a:avLst/>
          </a:prstGeom>
        </p:spPr>
        <p:txBody>
          <a:bodyPr lIns="0" r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173C6A"/>
              </a:buClr>
              <a:buSzTx/>
              <a:buFontTx/>
              <a:buNone/>
              <a:tabLst/>
              <a:defRPr/>
            </a:pPr>
            <a:r>
              <a:rPr lang="fr-FR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</a:rPr>
              <a:t>© </a:t>
            </a:r>
            <a:r>
              <a:rPr lang="fr-FR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  <a:cs typeface="Poppins" panose="00000500000000000000" pitchFamily="2" charset="0"/>
              </a:rPr>
              <a:t>WAVESTONE</a:t>
            </a:r>
            <a:r>
              <a:rPr lang="fr-FR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</a:rPr>
              <a:t> | </a:t>
            </a:r>
            <a:fld id="{55EE84F1-812F-F440-AFF9-6DD93A744E0D}" type="slidenum">
              <a:rPr lang="fr-FR" sz="700" smtClean="0">
                <a:solidFill>
                  <a:schemeClr val="bg2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173C6A"/>
                </a:buClr>
                <a:buSzTx/>
                <a:buFontTx/>
                <a:buNone/>
                <a:tabLst/>
                <a:defRPr/>
              </a:pPr>
              <a:t>‹N°›</a:t>
            </a:fld>
            <a:endParaRPr lang="fr-FR" sz="700">
              <a:solidFill>
                <a:schemeClr val="bg2">
                  <a:lumMod val="100000"/>
                </a:schemeClr>
              </a:solidFill>
              <a:latin typeface="+mn-lt"/>
              <a:cs typeface="Poppins Light" panose="000004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1C12FEA-04FF-E765-EA1B-B3C5D77023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3984" y="404664"/>
            <a:ext cx="5635503" cy="936774"/>
          </a:xfrm>
        </p:spPr>
        <p:txBody>
          <a:bodyPr/>
          <a:lstStyle>
            <a:lvl1pPr>
              <a:defRPr sz="2400"/>
            </a:lvl1pPr>
          </a:lstStyle>
          <a:p>
            <a:r>
              <a:rPr lang="fr-FR"/>
              <a:t>Digital </a:t>
            </a:r>
            <a:r>
              <a:rPr lang="fr-FR" err="1"/>
              <a:t>accessibility</a:t>
            </a:r>
            <a:r>
              <a:rPr lang="fr-FR"/>
              <a:t> guidelines</a:t>
            </a:r>
          </a:p>
        </p:txBody>
      </p:sp>
    </p:spTree>
    <p:extLst>
      <p:ext uri="{BB962C8B-B14F-4D97-AF65-F5344CB8AC3E}">
        <p14:creationId xmlns:p14="http://schemas.microsoft.com/office/powerpoint/2010/main" val="1927888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1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ags" Target="../tags/tag9.xml"/><Relationship Id="rId21" Type="http://schemas.openxmlformats.org/officeDocument/2006/relationships/slideLayout" Target="../slideLayouts/slideLayout21.xml"/><Relationship Id="rId34" Type="http://schemas.openxmlformats.org/officeDocument/2006/relationships/tags" Target="../tags/tag4.xml"/><Relationship Id="rId42" Type="http://schemas.openxmlformats.org/officeDocument/2006/relationships/tags" Target="../tags/tag12.xml"/><Relationship Id="rId47" Type="http://schemas.openxmlformats.org/officeDocument/2006/relationships/tags" Target="../tags/tag17.xml"/><Relationship Id="rId50" Type="http://schemas.openxmlformats.org/officeDocument/2006/relationships/tags" Target="../tags/tag2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ags" Target="../tags/tag2.xml"/><Relationship Id="rId37" Type="http://schemas.openxmlformats.org/officeDocument/2006/relationships/tags" Target="../tags/tag7.xml"/><Relationship Id="rId40" Type="http://schemas.openxmlformats.org/officeDocument/2006/relationships/tags" Target="../tags/tag10.xml"/><Relationship Id="rId45" Type="http://schemas.openxmlformats.org/officeDocument/2006/relationships/tags" Target="../tags/tag1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6.xml"/><Relationship Id="rId49" Type="http://schemas.openxmlformats.org/officeDocument/2006/relationships/tags" Target="../tags/tag1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4" Type="http://schemas.openxmlformats.org/officeDocument/2006/relationships/tags" Target="../tags/tag14.xml"/><Relationship Id="rId52" Type="http://schemas.openxmlformats.org/officeDocument/2006/relationships/tags" Target="../tags/tag2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ags" Target="../tags/tag5.xml"/><Relationship Id="rId43" Type="http://schemas.openxmlformats.org/officeDocument/2006/relationships/tags" Target="../tags/tag13.xml"/><Relationship Id="rId48" Type="http://schemas.openxmlformats.org/officeDocument/2006/relationships/tags" Target="../tags/tag18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2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3.xml"/><Relationship Id="rId38" Type="http://schemas.openxmlformats.org/officeDocument/2006/relationships/tags" Target="../tags/tag8.xml"/><Relationship Id="rId46" Type="http://schemas.openxmlformats.org/officeDocument/2006/relationships/tags" Target="../tags/tag16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56.xml"/><Relationship Id="rId39" Type="http://schemas.openxmlformats.org/officeDocument/2006/relationships/tags" Target="../tags/tag33.xml"/><Relationship Id="rId21" Type="http://schemas.openxmlformats.org/officeDocument/2006/relationships/slideLayout" Target="../slideLayouts/slideLayout51.xml"/><Relationship Id="rId34" Type="http://schemas.openxmlformats.org/officeDocument/2006/relationships/tags" Target="../tags/tag28.xml"/><Relationship Id="rId42" Type="http://schemas.openxmlformats.org/officeDocument/2006/relationships/tags" Target="../tags/tag36.xml"/><Relationship Id="rId47" Type="http://schemas.openxmlformats.org/officeDocument/2006/relationships/tags" Target="../tags/tag41.xml"/><Relationship Id="rId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9" Type="http://schemas.openxmlformats.org/officeDocument/2006/relationships/tags" Target="../tags/tag23.xml"/><Relationship Id="rId11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54.xml"/><Relationship Id="rId32" Type="http://schemas.openxmlformats.org/officeDocument/2006/relationships/tags" Target="../tags/tag26.xml"/><Relationship Id="rId37" Type="http://schemas.openxmlformats.org/officeDocument/2006/relationships/tags" Target="../tags/tag31.xml"/><Relationship Id="rId40" Type="http://schemas.openxmlformats.org/officeDocument/2006/relationships/tags" Target="../tags/tag34.xml"/><Relationship Id="rId45" Type="http://schemas.openxmlformats.org/officeDocument/2006/relationships/tags" Target="../tags/tag39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53.xml"/><Relationship Id="rId28" Type="http://schemas.openxmlformats.org/officeDocument/2006/relationships/theme" Target="../theme/theme2.xml"/><Relationship Id="rId36" Type="http://schemas.openxmlformats.org/officeDocument/2006/relationships/tags" Target="../tags/tag30.xml"/><Relationship Id="rId49" Type="http://schemas.openxmlformats.org/officeDocument/2006/relationships/tags" Target="../tags/tag43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31" Type="http://schemas.openxmlformats.org/officeDocument/2006/relationships/tags" Target="../tags/tag25.xml"/><Relationship Id="rId44" Type="http://schemas.openxmlformats.org/officeDocument/2006/relationships/tags" Target="../tags/tag38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7.xml"/><Relationship Id="rId30" Type="http://schemas.openxmlformats.org/officeDocument/2006/relationships/tags" Target="../tags/tag24.xml"/><Relationship Id="rId35" Type="http://schemas.openxmlformats.org/officeDocument/2006/relationships/tags" Target="../tags/tag29.xml"/><Relationship Id="rId43" Type="http://schemas.openxmlformats.org/officeDocument/2006/relationships/tags" Target="../tags/tag37.xml"/><Relationship Id="rId48" Type="http://schemas.openxmlformats.org/officeDocument/2006/relationships/tags" Target="../tags/tag42.xml"/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5" Type="http://schemas.openxmlformats.org/officeDocument/2006/relationships/slideLayout" Target="../slideLayouts/slideLayout55.xml"/><Relationship Id="rId33" Type="http://schemas.openxmlformats.org/officeDocument/2006/relationships/tags" Target="../tags/tag27.xml"/><Relationship Id="rId38" Type="http://schemas.openxmlformats.org/officeDocument/2006/relationships/tags" Target="../tags/tag32.xml"/><Relationship Id="rId46" Type="http://schemas.openxmlformats.org/officeDocument/2006/relationships/tags" Target="../tags/tag40.xml"/><Relationship Id="rId20" Type="http://schemas.openxmlformats.org/officeDocument/2006/relationships/slideLayout" Target="../slideLayouts/slideLayout50.xml"/><Relationship Id="rId41" Type="http://schemas.openxmlformats.org/officeDocument/2006/relationships/tags" Target="../tags/tag35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984" y="404664"/>
            <a:ext cx="11342769" cy="936774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fr-FR"/>
              <a:t>Complete with a title here that carries your message on two lines at most for more </a:t>
            </a:r>
            <a:r>
              <a:rPr lang="fr-FR" noProof="0"/>
              <a:t>readability</a:t>
            </a:r>
          </a:p>
        </p:txBody>
      </p:sp>
      <p:sp>
        <p:nvSpPr>
          <p:cNvPr id="4" name="Text placeholder 1" descr="&#10;"/>
          <p:cNvSpPr>
            <a:spLocks noGrp="1"/>
          </p:cNvSpPr>
          <p:nvPr>
            <p:ph type="body" idx="1"/>
          </p:nvPr>
        </p:nvSpPr>
        <p:spPr>
          <a:xfrm>
            <a:off x="423984" y="1341438"/>
            <a:ext cx="11342769" cy="4894976"/>
          </a:xfrm>
          <a:prstGeom prst="rect">
            <a:avLst/>
          </a:prstGeom>
        </p:spPr>
        <p:txBody>
          <a:bodyPr vert="horz" lIns="0" tIns="36000" rIns="0" bIns="36000" rtlCol="0">
            <a:noAutofit/>
          </a:bodyPr>
          <a:lstStyle/>
          <a:p>
            <a:pPr lvl="0"/>
            <a:r>
              <a:rPr lang="fr-FR"/>
              <a:t>Level 1 - </a:t>
            </a:r>
            <a:r>
              <a:rPr lang="fr-FR">
                <a:solidFill>
                  <a:srgbClr val="503078"/>
                </a:solidFill>
              </a:rPr>
              <a:t>To move to the next level, Alt + Shift + right arrow</a:t>
            </a:r>
            <a:endParaRPr lang="fr-FR"/>
          </a:p>
          <a:p>
            <a:pPr lvl="1"/>
            <a:r>
              <a:rPr lang="fr-FR"/>
              <a:t>Level 2</a:t>
            </a:r>
          </a:p>
          <a:p>
            <a:pPr lvl="2"/>
            <a:r>
              <a:rPr lang="fr-FR"/>
              <a:t>Level 3</a:t>
            </a:r>
          </a:p>
          <a:p>
            <a:pPr lvl="3"/>
            <a:r>
              <a:rPr lang="fr-FR"/>
              <a:t>Level 4</a:t>
            </a:r>
          </a:p>
          <a:p>
            <a:pPr lvl="4"/>
            <a:r>
              <a:rPr lang="fr-FR"/>
              <a:t>Level 5</a:t>
            </a:r>
          </a:p>
          <a:p>
            <a:pPr lvl="5"/>
            <a:r>
              <a:rPr lang="fr-FR"/>
              <a:t>Level 6</a:t>
            </a:r>
          </a:p>
          <a:p>
            <a:pPr lvl="7"/>
            <a:r>
              <a:rPr lang="fr-FR"/>
              <a:t>Level 7</a:t>
            </a:r>
          </a:p>
          <a:p>
            <a:pPr lvl="8"/>
            <a:r>
              <a:rPr lang="fr-FR"/>
              <a:t>Level 8</a:t>
            </a:r>
          </a:p>
        </p:txBody>
      </p:sp>
      <p:sp>
        <p:nvSpPr>
          <p:cNvPr id="71" name="Backup [Sticker]" hidden="1">
            <a:extLst>
              <a:ext uri="{FF2B5EF4-FFF2-40B4-BE49-F238E27FC236}">
                <a16:creationId xmlns:a16="http://schemas.microsoft.com/office/drawing/2014/main" id="{1706AFD2-5257-A4FD-E9D9-FF6AA4E6F250}"/>
              </a:ext>
            </a:extLst>
          </p:cNvPr>
          <p:cNvSpPr>
            <a:spLocks/>
          </p:cNvSpPr>
          <p:nvPr userDrawn="1"/>
        </p:nvSpPr>
        <p:spPr>
          <a:xfrm>
            <a:off x="9352934" y="437670"/>
            <a:ext cx="2400300" cy="62865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bg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BACK UP</a:t>
            </a:r>
          </a:p>
        </p:txBody>
      </p:sp>
      <p:sp>
        <p:nvSpPr>
          <p:cNvPr id="69" name="Dummy [Sticker]" hidden="1">
            <a:extLst>
              <a:ext uri="{FF2B5EF4-FFF2-40B4-BE49-F238E27FC236}">
                <a16:creationId xmlns:a16="http://schemas.microsoft.com/office/drawing/2014/main" id="{AE50588A-B4BE-E282-5B34-AC49EE371FDD}"/>
              </a:ext>
            </a:extLst>
          </p:cNvPr>
          <p:cNvSpPr>
            <a:spLocks/>
          </p:cNvSpPr>
          <p:nvPr userDrawn="1"/>
        </p:nvSpPr>
        <p:spPr>
          <a:xfrm>
            <a:off x="9352934" y="437670"/>
            <a:ext cx="2400300" cy="62865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bg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DUMMY DATA</a:t>
            </a:r>
          </a:p>
        </p:txBody>
      </p:sp>
      <p:sp>
        <p:nvSpPr>
          <p:cNvPr id="68" name="Update [Sticker]" hidden="1">
            <a:extLst>
              <a:ext uri="{FF2B5EF4-FFF2-40B4-BE49-F238E27FC236}">
                <a16:creationId xmlns:a16="http://schemas.microsoft.com/office/drawing/2014/main" id="{D4F46F77-323B-5317-DF8F-BA31FFDCF3AE}"/>
              </a:ext>
            </a:extLst>
          </p:cNvPr>
          <p:cNvSpPr>
            <a:spLocks/>
          </p:cNvSpPr>
          <p:nvPr userDrawn="1"/>
        </p:nvSpPr>
        <p:spPr>
          <a:xfrm>
            <a:off x="9352934" y="437670"/>
            <a:ext cx="2400300" cy="62865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bg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UPDATE DATA</a:t>
            </a:r>
          </a:p>
        </p:txBody>
      </p:sp>
      <p:sp>
        <p:nvSpPr>
          <p:cNvPr id="67" name="Final [Sticker]" hidden="1">
            <a:extLst>
              <a:ext uri="{FF2B5EF4-FFF2-40B4-BE49-F238E27FC236}">
                <a16:creationId xmlns:a16="http://schemas.microsoft.com/office/drawing/2014/main" id="{D56D3B9F-B4EA-715D-F8C7-39CE76AD356D}"/>
              </a:ext>
            </a:extLst>
          </p:cNvPr>
          <p:cNvSpPr>
            <a:spLocks/>
          </p:cNvSpPr>
          <p:nvPr userDrawn="1"/>
        </p:nvSpPr>
        <p:spPr>
          <a:xfrm>
            <a:off x="9352934" y="437670"/>
            <a:ext cx="2400300" cy="62865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bg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FINAL SLIDE</a:t>
            </a:r>
          </a:p>
        </p:txBody>
      </p:sp>
      <p:sp>
        <p:nvSpPr>
          <p:cNvPr id="66" name="Draft [Sticker]" hidden="1">
            <a:extLst>
              <a:ext uri="{FF2B5EF4-FFF2-40B4-BE49-F238E27FC236}">
                <a16:creationId xmlns:a16="http://schemas.microsoft.com/office/drawing/2014/main" id="{FBF67700-BFA8-9698-BDEB-DDBE09353366}"/>
              </a:ext>
            </a:extLst>
          </p:cNvPr>
          <p:cNvSpPr>
            <a:spLocks/>
          </p:cNvSpPr>
          <p:nvPr userDrawn="1"/>
        </p:nvSpPr>
        <p:spPr>
          <a:xfrm>
            <a:off x="9352934" y="437670"/>
            <a:ext cx="2400300" cy="62865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bg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DRAFT SLIDE</a:t>
            </a:r>
          </a:p>
        </p:txBody>
      </p:sp>
      <p:sp>
        <p:nvSpPr>
          <p:cNvPr id="10" name="Discussion [Sticker]" hidden="1">
            <a:extLst>
              <a:ext uri="{FF2B5EF4-FFF2-40B4-BE49-F238E27FC236}">
                <a16:creationId xmlns:a16="http://schemas.microsoft.com/office/drawing/2014/main" id="{75579E32-79D4-5287-954F-D981800849B0}"/>
              </a:ext>
            </a:extLst>
          </p:cNvPr>
          <p:cNvSpPr>
            <a:spLocks/>
          </p:cNvSpPr>
          <p:nvPr userDrawn="1"/>
        </p:nvSpPr>
        <p:spPr>
          <a:xfrm>
            <a:off x="9352934" y="437670"/>
            <a:ext cx="2400300" cy="62865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bg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FOR DISCUSSION</a:t>
            </a:r>
          </a:p>
        </p:txBody>
      </p:sp>
      <p:sp>
        <p:nvSpPr>
          <p:cNvPr id="9" name="Internal [Sticker]" hidden="1">
            <a:extLst>
              <a:ext uri="{FF2B5EF4-FFF2-40B4-BE49-F238E27FC236}">
                <a16:creationId xmlns:a16="http://schemas.microsoft.com/office/drawing/2014/main" id="{0580A798-06FE-3AC1-B8C3-385C78D3B82D}"/>
              </a:ext>
            </a:extLst>
          </p:cNvPr>
          <p:cNvSpPr>
            <a:spLocks/>
          </p:cNvSpPr>
          <p:nvPr userDrawn="1"/>
        </p:nvSpPr>
        <p:spPr>
          <a:xfrm>
            <a:off x="9352934" y="437670"/>
            <a:ext cx="2400300" cy="62865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bg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INTERNAL USE ONLY</a:t>
            </a:r>
          </a:p>
        </p:txBody>
      </p:sp>
      <p:sp>
        <p:nvSpPr>
          <p:cNvPr id="7" name="Responsible [Sticker]" hidden="1">
            <a:extLst>
              <a:ext uri="{FF2B5EF4-FFF2-40B4-BE49-F238E27FC236}">
                <a16:creationId xmlns:a16="http://schemas.microsoft.com/office/drawing/2014/main" id="{82D529F5-D720-4DCE-3207-84BE0583914C}"/>
              </a:ext>
            </a:extLst>
          </p:cNvPr>
          <p:cNvSpPr>
            <a:spLocks/>
          </p:cNvSpPr>
          <p:nvPr userDrawn="1"/>
        </p:nvSpPr>
        <p:spPr>
          <a:xfrm>
            <a:off x="9352934" y="437670"/>
            <a:ext cx="2400300" cy="62865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bg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RESPONSIBLE:</a:t>
            </a:r>
            <a:br>
              <a:rPr lang="fr-FR" sz="1200" b="1">
                <a:solidFill>
                  <a:schemeClr val="bg1"/>
                </a:solidFill>
                <a:ea typeface="+mj-ea"/>
                <a:cs typeface="+mj-cs"/>
              </a:rPr>
            </a:br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XXX</a:t>
            </a:r>
          </a:p>
        </p:txBody>
      </p:sp>
      <p:sp>
        <p:nvSpPr>
          <p:cNvPr id="6" name="Content [Comment]" hidden="1">
            <a:extLst>
              <a:ext uri="{FF2B5EF4-FFF2-40B4-BE49-F238E27FC236}">
                <a16:creationId xmlns:a16="http://schemas.microsoft.com/office/drawing/2014/main" id="{AB2C5C7D-4467-D566-927E-590EEC443C6F}"/>
              </a:ext>
            </a:extLst>
          </p:cNvPr>
          <p:cNvSpPr>
            <a:spLocks/>
          </p:cNvSpPr>
          <p:nvPr userDrawn="1"/>
        </p:nvSpPr>
        <p:spPr>
          <a:xfrm>
            <a:off x="9103842" y="404813"/>
            <a:ext cx="2402134" cy="742292"/>
          </a:xfrm>
          <a:prstGeom prst="roundRect">
            <a:avLst>
              <a:gd name="adj" fmla="val 7962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accent5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Content</a:t>
            </a:r>
          </a:p>
        </p:txBody>
      </p:sp>
      <p:sp>
        <p:nvSpPr>
          <p:cNvPr id="5" name="Formatting [Comment]" hidden="1">
            <a:extLst>
              <a:ext uri="{FF2B5EF4-FFF2-40B4-BE49-F238E27FC236}">
                <a16:creationId xmlns:a16="http://schemas.microsoft.com/office/drawing/2014/main" id="{7EB4C3AF-A260-656B-257D-C40CA6D6373F}"/>
              </a:ext>
            </a:extLst>
          </p:cNvPr>
          <p:cNvSpPr>
            <a:spLocks/>
          </p:cNvSpPr>
          <p:nvPr userDrawn="1"/>
        </p:nvSpPr>
        <p:spPr>
          <a:xfrm>
            <a:off x="9103842" y="404813"/>
            <a:ext cx="2402134" cy="742292"/>
          </a:xfrm>
          <a:prstGeom prst="roundRect">
            <a:avLst>
              <a:gd name="adj" fmla="val 7962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accent5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 err="1">
                <a:solidFill>
                  <a:schemeClr val="bg1"/>
                </a:solidFill>
                <a:ea typeface="+mj-ea"/>
                <a:cs typeface="+mj-cs"/>
              </a:rPr>
              <a:t>Formatting</a:t>
            </a:r>
            <a:endParaRPr lang="fr-FR" sz="1200" b="1">
              <a:solidFill>
                <a:schemeClr val="bg1"/>
              </a:solidFill>
              <a:ea typeface="+mj-ea"/>
              <a:cs typeface="+mj-cs"/>
            </a:endParaRPr>
          </a:p>
        </p:txBody>
      </p:sp>
      <p:sp>
        <p:nvSpPr>
          <p:cNvPr id="44" name="Footnote [Placeholder]" hidden="1">
            <a:extLst>
              <a:ext uri="{FF2B5EF4-FFF2-40B4-BE49-F238E27FC236}">
                <a16:creationId xmlns:a16="http://schemas.microsoft.com/office/drawing/2014/main" id="{87236BA8-2EA2-47A9-8A21-BD3B135FEED1}"/>
              </a:ext>
            </a:extLst>
          </p:cNvPr>
          <p:cNvSpPr>
            <a:spLocks/>
          </p:cNvSpPr>
          <p:nvPr userDrawn="1"/>
        </p:nvSpPr>
        <p:spPr>
          <a:xfrm>
            <a:off x="423984" y="6249935"/>
            <a:ext cx="11344154" cy="2549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100000"/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fr-FR" sz="900">
                <a:solidFill>
                  <a:schemeClr val="tx1">
                    <a:lumMod val="100000"/>
                  </a:schemeClr>
                </a:solidFill>
              </a:rPr>
              <a:t>(n)  </a:t>
            </a:r>
          </a:p>
        </p:txBody>
      </p:sp>
      <p:grpSp>
        <p:nvGrpSpPr>
          <p:cNvPr id="45" name="Harvey 3" hidden="1">
            <a:extLst>
              <a:ext uri="{FF2B5EF4-FFF2-40B4-BE49-F238E27FC236}">
                <a16:creationId xmlns:a16="http://schemas.microsoft.com/office/drawing/2014/main" id="{AB56B48A-B13A-4DCA-AC14-933F5CB2BAEA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11436589" y="1387593"/>
            <a:ext cx="292608" cy="292608"/>
            <a:chOff x="0" y="0"/>
            <a:chExt cx="914400" cy="914400"/>
          </a:xfrm>
          <a:solidFill>
            <a:schemeClr val="tx1"/>
          </a:solidFill>
        </p:grpSpPr>
        <p:sp>
          <p:nvSpPr>
            <p:cNvPr id="46" name="Harvey 0/3 [0]" hidden="1">
              <a:extLst>
                <a:ext uri="{FF2B5EF4-FFF2-40B4-BE49-F238E27FC236}">
                  <a16:creationId xmlns:a16="http://schemas.microsoft.com/office/drawing/2014/main" id="{03BA8458-BF17-44BB-8FC5-AF46B54DD7A8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7" name="Harvey 1/3 [1]">
              <a:extLst>
                <a:ext uri="{FF2B5EF4-FFF2-40B4-BE49-F238E27FC236}">
                  <a16:creationId xmlns:a16="http://schemas.microsoft.com/office/drawing/2014/main" id="{A1B88A45-7B39-43DD-B6E4-9A1B00FF5E0D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8" name="Harvey 2/3 [2]" hidden="1">
              <a:extLst>
                <a:ext uri="{FF2B5EF4-FFF2-40B4-BE49-F238E27FC236}">
                  <a16:creationId xmlns:a16="http://schemas.microsoft.com/office/drawing/2014/main" id="{461C8B0B-F33C-4662-9276-B76866631D5D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9" name="Harvey 3/3 [3]" hidden="1">
              <a:extLst>
                <a:ext uri="{FF2B5EF4-FFF2-40B4-BE49-F238E27FC236}">
                  <a16:creationId xmlns:a16="http://schemas.microsoft.com/office/drawing/2014/main" id="{E5E6F25D-C365-41B4-90B8-6E32F070553A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0" name="Harvey 4" hidden="1">
            <a:extLst>
              <a:ext uri="{FF2B5EF4-FFF2-40B4-BE49-F238E27FC236}">
                <a16:creationId xmlns:a16="http://schemas.microsoft.com/office/drawing/2014/main" id="{F3738B8D-5F34-4474-8585-B223B059663F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11436589" y="1387593"/>
            <a:ext cx="292608" cy="292608"/>
            <a:chOff x="0" y="0"/>
            <a:chExt cx="914400" cy="914400"/>
          </a:xfrm>
          <a:solidFill>
            <a:schemeClr val="tx1"/>
          </a:solidFill>
        </p:grpSpPr>
        <p:sp>
          <p:nvSpPr>
            <p:cNvPr id="51" name="Harvey 0/4 [0]" hidden="1">
              <a:extLst>
                <a:ext uri="{FF2B5EF4-FFF2-40B4-BE49-F238E27FC236}">
                  <a16:creationId xmlns:a16="http://schemas.microsoft.com/office/drawing/2014/main" id="{526742BC-75CB-43A3-B79F-2FFEBB0ABF99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Harvey 1/4 [1]">
              <a:extLst>
                <a:ext uri="{FF2B5EF4-FFF2-40B4-BE49-F238E27FC236}">
                  <a16:creationId xmlns:a16="http://schemas.microsoft.com/office/drawing/2014/main" id="{9214406F-3F57-4AAD-958A-14A8D846454A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3" name="Harvey 2/4 [2]" hidden="1">
              <a:extLst>
                <a:ext uri="{FF2B5EF4-FFF2-40B4-BE49-F238E27FC236}">
                  <a16:creationId xmlns:a16="http://schemas.microsoft.com/office/drawing/2014/main" id="{FFB64714-F315-423F-A74B-CB22FF117463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4" name="Harvey 3/4 [3]" hidden="1">
              <a:extLst>
                <a:ext uri="{FF2B5EF4-FFF2-40B4-BE49-F238E27FC236}">
                  <a16:creationId xmlns:a16="http://schemas.microsoft.com/office/drawing/2014/main" id="{41F00AD0-46C5-4613-A4A4-BD02F22A8EC9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5" name="Harvey 4/4 [4]" hidden="1">
              <a:extLst>
                <a:ext uri="{FF2B5EF4-FFF2-40B4-BE49-F238E27FC236}">
                  <a16:creationId xmlns:a16="http://schemas.microsoft.com/office/drawing/2014/main" id="{48383E51-D619-4168-9E3B-66D56772AC00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6" name="Harvey 8" hidden="1">
            <a:extLst>
              <a:ext uri="{FF2B5EF4-FFF2-40B4-BE49-F238E27FC236}">
                <a16:creationId xmlns:a16="http://schemas.microsoft.com/office/drawing/2014/main" id="{149EF30B-B72A-4CB2-B293-A9AA86FA3497}"/>
              </a:ext>
            </a:extLst>
          </p:cNvPr>
          <p:cNvGrpSpPr>
            <a:grpSpLocks/>
          </p:cNvGrpSpPr>
          <p:nvPr userDrawn="1">
            <p:custDataLst>
              <p:tags r:id="rId34"/>
            </p:custDataLst>
          </p:nvPr>
        </p:nvGrpSpPr>
        <p:grpSpPr>
          <a:xfrm>
            <a:off x="11436589" y="1387593"/>
            <a:ext cx="292608" cy="292608"/>
            <a:chOff x="0" y="0"/>
            <a:chExt cx="914400" cy="914400"/>
          </a:xfrm>
          <a:solidFill>
            <a:schemeClr val="tx1"/>
          </a:solidFill>
        </p:grpSpPr>
        <p:sp>
          <p:nvSpPr>
            <p:cNvPr id="57" name="Harvey 0/8 [0]">
              <a:extLst>
                <a:ext uri="{FF2B5EF4-FFF2-40B4-BE49-F238E27FC236}">
                  <a16:creationId xmlns:a16="http://schemas.microsoft.com/office/drawing/2014/main" id="{781402E4-C2D1-4B42-92FF-200680534BFE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8" name="Harvey 1/8 [1]">
              <a:extLst>
                <a:ext uri="{FF2B5EF4-FFF2-40B4-BE49-F238E27FC236}">
                  <a16:creationId xmlns:a16="http://schemas.microsoft.com/office/drawing/2014/main" id="{437A60E1-AD08-408D-B22C-CA33214D61A5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9" name="Harvey 2/8 [2]" hidden="1">
              <a:extLst>
                <a:ext uri="{FF2B5EF4-FFF2-40B4-BE49-F238E27FC236}">
                  <a16:creationId xmlns:a16="http://schemas.microsoft.com/office/drawing/2014/main" id="{A83A940B-79A1-4278-8FDE-A88BEC7182B5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0" name="Harvey 3/8 [3]" hidden="1">
              <a:extLst>
                <a:ext uri="{FF2B5EF4-FFF2-40B4-BE49-F238E27FC236}">
                  <a16:creationId xmlns:a16="http://schemas.microsoft.com/office/drawing/2014/main" id="{20999808-10F7-4408-A1F8-FA2BF0D93FE9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1" name="Harvey 4/8 [4]" hidden="1">
              <a:extLst>
                <a:ext uri="{FF2B5EF4-FFF2-40B4-BE49-F238E27FC236}">
                  <a16:creationId xmlns:a16="http://schemas.microsoft.com/office/drawing/2014/main" id="{1F0DFB77-D094-4693-A14D-EEBF043CD125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2" name="Harvey 5/8 [5]" hidden="1">
              <a:extLst>
                <a:ext uri="{FF2B5EF4-FFF2-40B4-BE49-F238E27FC236}">
                  <a16:creationId xmlns:a16="http://schemas.microsoft.com/office/drawing/2014/main" id="{F7A73F00-4117-4458-ADB2-8FFCD1E57D1D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3" name="Harvey 6/8 [6]" hidden="1">
              <a:extLst>
                <a:ext uri="{FF2B5EF4-FFF2-40B4-BE49-F238E27FC236}">
                  <a16:creationId xmlns:a16="http://schemas.microsoft.com/office/drawing/2014/main" id="{D69AA71E-1F92-4B0D-8C7A-0628E6C3F86E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4" name="Harvey 7/8 [7]" hidden="1">
              <a:extLst>
                <a:ext uri="{FF2B5EF4-FFF2-40B4-BE49-F238E27FC236}">
                  <a16:creationId xmlns:a16="http://schemas.microsoft.com/office/drawing/2014/main" id="{1A135E0D-5BD8-4DC3-93A9-D76A430BEE45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5" name="Harvey 8/8 [8]" hidden="1">
              <a:extLst>
                <a:ext uri="{FF2B5EF4-FFF2-40B4-BE49-F238E27FC236}">
                  <a16:creationId xmlns:a16="http://schemas.microsoft.com/office/drawing/2014/main" id="{80DC225A-57B9-4EEC-9F07-116EA5F92C4F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3" name="Copyright Wavestone and page">
            <a:extLst>
              <a:ext uri="{FF2B5EF4-FFF2-40B4-BE49-F238E27FC236}">
                <a16:creationId xmlns:a16="http://schemas.microsoft.com/office/drawing/2014/main" id="{BC669B8D-212F-2A2C-2E1F-99BAE710E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 bwMode="ltGray">
          <a:xfrm>
            <a:off x="10591800" y="6578600"/>
            <a:ext cx="1189038" cy="239774"/>
          </a:xfrm>
          <a:prstGeom prst="rect">
            <a:avLst/>
          </a:prstGeom>
        </p:spPr>
        <p:txBody>
          <a:bodyPr lIns="0" r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173C6A"/>
              </a:buClr>
              <a:buSzTx/>
              <a:buFontTx/>
              <a:buNone/>
              <a:tabLst/>
              <a:defRPr/>
            </a:pPr>
            <a:r>
              <a:rPr lang="fr-FR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</a:rPr>
              <a:t>© </a:t>
            </a:r>
            <a:r>
              <a:rPr lang="fr-FR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  <a:cs typeface="Poppins" panose="00000500000000000000" pitchFamily="2" charset="0"/>
              </a:rPr>
              <a:t>WAVESTONE</a:t>
            </a:r>
            <a:r>
              <a:rPr lang="fr-FR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</a:rPr>
              <a:t> | </a:t>
            </a:r>
            <a:fld id="{55EE84F1-812F-F440-AFF9-6DD93A744E0D}" type="slidenum">
              <a:rPr lang="fr-FR" sz="700" smtClean="0">
                <a:solidFill>
                  <a:schemeClr val="bg2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173C6A"/>
                </a:buClr>
                <a:buSzTx/>
                <a:buFontTx/>
                <a:buNone/>
                <a:tabLst/>
                <a:defRPr/>
              </a:pPr>
              <a:t>‹N°›</a:t>
            </a:fld>
            <a:endParaRPr lang="fr-FR" sz="700">
              <a:solidFill>
                <a:schemeClr val="bg2">
                  <a:lumMod val="100000"/>
                </a:schemeClr>
              </a:solidFill>
              <a:latin typeface="+mn-lt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18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77" r:id="rId2"/>
    <p:sldLayoutId id="2147483776" r:id="rId3"/>
    <p:sldLayoutId id="2147483778" r:id="rId4"/>
    <p:sldLayoutId id="2147483757" r:id="rId5"/>
    <p:sldLayoutId id="2147483756" r:id="rId6"/>
    <p:sldLayoutId id="2147483758" r:id="rId7"/>
    <p:sldLayoutId id="2147483780" r:id="rId8"/>
    <p:sldLayoutId id="2147483779" r:id="rId9"/>
    <p:sldLayoutId id="2147483759" r:id="rId10"/>
    <p:sldLayoutId id="2147483760" r:id="rId11"/>
    <p:sldLayoutId id="2147483761" r:id="rId12"/>
    <p:sldLayoutId id="2147483781" r:id="rId13"/>
    <p:sldLayoutId id="2147483783" r:id="rId14"/>
    <p:sldLayoutId id="2147483782" r:id="rId15"/>
    <p:sldLayoutId id="2147483784" r:id="rId16"/>
    <p:sldLayoutId id="2147483785" r:id="rId17"/>
    <p:sldLayoutId id="2147483765" r:id="rId18"/>
    <p:sldLayoutId id="2147483768" r:id="rId19"/>
    <p:sldLayoutId id="2147483786" r:id="rId20"/>
    <p:sldLayoutId id="2147483773" r:id="rId21"/>
    <p:sldLayoutId id="2147483787" r:id="rId22"/>
    <p:sldLayoutId id="2147483771" r:id="rId23"/>
    <p:sldLayoutId id="2147483772" r:id="rId24"/>
    <p:sldLayoutId id="2147483770" r:id="rId25"/>
    <p:sldLayoutId id="2147483788" r:id="rId26"/>
    <p:sldLayoutId id="2147483790" r:id="rId27"/>
    <p:sldLayoutId id="2147483791" r:id="rId28"/>
    <p:sldLayoutId id="2147483821" r:id="rId29"/>
    <p:sldLayoutId id="2147483822" r:id="rId30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kern="1200" baseline="0">
          <a:solidFill>
            <a:schemeClr val="bg2">
              <a:lumMod val="10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tabLst/>
        <a:defRPr sz="160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271463" indent="-271463" algn="l" defTabSz="914400" rtl="0" eaLnBrk="1" latinLnBrk="0" hangingPunct="1">
        <a:lnSpc>
          <a:spcPct val="100000"/>
        </a:lnSpc>
        <a:spcBef>
          <a:spcPts val="600"/>
        </a:spcBef>
        <a:buClr>
          <a:schemeClr val="bg2"/>
        </a:buClr>
        <a:buFont typeface="Avenir Next LT Pro" panose="020B05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53975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bg2"/>
        </a:buClr>
        <a:buFont typeface="Poppins" panose="00000500000000000000" pitchFamily="2" charset="0"/>
        <a:buChar char="–"/>
        <a:tabLst>
          <a:tab pos="88900" algn="l"/>
        </a:tabLst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6700" algn="l" defTabSz="989013" rtl="0" eaLnBrk="1" latinLnBrk="0" hangingPunct="1">
        <a:lnSpc>
          <a:spcPct val="100000"/>
        </a:lnSpc>
        <a:spcBef>
          <a:spcPts val="600"/>
        </a:spcBef>
        <a:buClr>
          <a:schemeClr val="bg2"/>
        </a:buClr>
        <a:buFont typeface="Courier New" panose="02070309020205020404" pitchFamily="49" charset="0"/>
        <a:buChar char="o"/>
        <a:defRPr sz="1200" kern="1200" cap="none" baseline="0">
          <a:solidFill>
            <a:schemeClr val="tx1"/>
          </a:solidFill>
          <a:latin typeface="+mn-lt"/>
          <a:ea typeface="+mn-ea"/>
          <a:cs typeface="+mn-cs"/>
        </a:defRPr>
      </a:lvl4pPr>
      <a:lvl5pPr marL="806450" marR="0" indent="-266700" algn="l" defTabSz="62865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2"/>
        </a:buClr>
        <a:buSzTx/>
        <a:buFont typeface="Courier New" panose="02070309020205020404" pitchFamily="49" charset="0"/>
        <a:buChar char="o"/>
        <a:tabLst/>
        <a:defRPr lang="fr-FR" sz="12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539750" indent="261938" algn="just" defTabSz="914400" rtl="0" eaLnBrk="1" latinLnBrk="0" hangingPunct="1">
        <a:lnSpc>
          <a:spcPct val="100000"/>
        </a:lnSpc>
        <a:spcBef>
          <a:spcPts val="600"/>
        </a:spcBef>
        <a:buClr>
          <a:schemeClr val="bg2"/>
        </a:buClr>
        <a:buFont typeface="Courier New" panose="02070309020205020404" pitchFamily="49" charset="0"/>
        <a:buChar char="o"/>
        <a:defRPr lang="fr-FR" sz="1200" kern="1200" baseline="0" noProof="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720725" indent="360363" algn="just" defTabSz="914400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Courier New" panose="02070309020205020404" pitchFamily="49" charset="0"/>
        <a:buChar char="o"/>
        <a:defRPr lang="fr-FR" sz="1200" kern="1200" baseline="0" noProof="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806450" marR="0" indent="-266700" algn="just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2"/>
        </a:buClr>
        <a:buSzTx/>
        <a:buFont typeface="Courier New" panose="02070309020205020404" pitchFamily="49" charset="0"/>
        <a:buChar char="o"/>
        <a:tabLst/>
        <a:defRPr lang="fr-FR" sz="12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806450" indent="-266700" algn="just" defTabSz="914400" rtl="0" eaLnBrk="1" latinLnBrk="0" hangingPunct="1">
        <a:lnSpc>
          <a:spcPct val="100000"/>
        </a:lnSpc>
        <a:spcBef>
          <a:spcPts val="600"/>
        </a:spcBef>
        <a:buClr>
          <a:schemeClr val="bg2"/>
        </a:buClr>
        <a:buFont typeface="Courier New" panose="02070309020205020404" pitchFamily="49" charset="0"/>
        <a:buChar char="o"/>
        <a:tabLst>
          <a:tab pos="982663" algn="l"/>
        </a:tabLst>
        <a:defRPr lang="fr-FR" sz="12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orient="horz" pos="2387" userDrawn="1">
          <p15:clr>
            <a:srgbClr val="F26B43"/>
          </p15:clr>
        </p15:guide>
        <p15:guide id="23" pos="267" userDrawn="1">
          <p15:clr>
            <a:srgbClr val="F26B43"/>
          </p15:clr>
        </p15:guide>
        <p15:guide id="24" pos="7413" userDrawn="1">
          <p15:clr>
            <a:srgbClr val="F26B43"/>
          </p15:clr>
        </p15:guide>
        <p15:guide id="25" orient="horz" pos="255" userDrawn="1">
          <p15:clr>
            <a:srgbClr val="F26B43"/>
          </p15:clr>
        </p15:guide>
        <p15:guide id="26" orient="horz" pos="845" userDrawn="1">
          <p15:clr>
            <a:srgbClr val="F26B43"/>
          </p15:clr>
        </p15:guide>
        <p15:guide id="27" orient="horz" pos="3929" userDrawn="1">
          <p15:clr>
            <a:srgbClr val="F26B43"/>
          </p15:clr>
        </p15:guide>
        <p15:guide id="28" orient="horz" pos="424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984" y="404664"/>
            <a:ext cx="11342769" cy="936774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fr-FR"/>
              <a:t>Complete </a:t>
            </a:r>
            <a:r>
              <a:rPr lang="fr-FR" err="1"/>
              <a:t>with</a:t>
            </a:r>
            <a:r>
              <a:rPr lang="fr-FR"/>
              <a:t> a </a:t>
            </a:r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r>
              <a:rPr lang="fr-FR"/>
              <a:t> </a:t>
            </a:r>
            <a:r>
              <a:rPr lang="fr-FR" err="1"/>
              <a:t>that</a:t>
            </a:r>
            <a:r>
              <a:rPr lang="fr-FR"/>
              <a:t> carries </a:t>
            </a:r>
            <a:r>
              <a:rPr lang="fr-FR" err="1"/>
              <a:t>your</a:t>
            </a:r>
            <a:r>
              <a:rPr lang="fr-FR"/>
              <a:t> message on </a:t>
            </a:r>
            <a:r>
              <a:rPr lang="fr-FR" err="1"/>
              <a:t>two</a:t>
            </a:r>
            <a:r>
              <a:rPr lang="fr-FR"/>
              <a:t> </a:t>
            </a:r>
            <a:r>
              <a:rPr lang="fr-FR" err="1"/>
              <a:t>lines</a:t>
            </a:r>
            <a:r>
              <a:rPr lang="fr-FR"/>
              <a:t> at </a:t>
            </a:r>
            <a:r>
              <a:rPr lang="fr-FR" err="1"/>
              <a:t>most</a:t>
            </a:r>
            <a:r>
              <a:rPr lang="fr-FR"/>
              <a:t> for more </a:t>
            </a:r>
            <a:r>
              <a:rPr lang="fr-FR" noProof="0" err="1"/>
              <a:t>readability</a:t>
            </a:r>
            <a:endParaRPr lang="fr-FR" noProof="0"/>
          </a:p>
        </p:txBody>
      </p:sp>
      <p:sp>
        <p:nvSpPr>
          <p:cNvPr id="4" name="Text placeholder 1" descr="&#10;"/>
          <p:cNvSpPr>
            <a:spLocks noGrp="1"/>
          </p:cNvSpPr>
          <p:nvPr>
            <p:ph type="body" idx="1"/>
          </p:nvPr>
        </p:nvSpPr>
        <p:spPr>
          <a:xfrm>
            <a:off x="423984" y="1341438"/>
            <a:ext cx="11342769" cy="4894976"/>
          </a:xfrm>
          <a:prstGeom prst="rect">
            <a:avLst/>
          </a:prstGeom>
        </p:spPr>
        <p:txBody>
          <a:bodyPr vert="horz" lIns="0" tIns="36000" rIns="0" bIns="36000" rtlCol="0">
            <a:noAutofit/>
          </a:bodyPr>
          <a:lstStyle/>
          <a:p>
            <a:pPr lvl="0"/>
            <a:r>
              <a:rPr lang="fr-FR" err="1"/>
              <a:t>Level</a:t>
            </a:r>
            <a:r>
              <a:rPr lang="fr-FR"/>
              <a:t> 1 - </a:t>
            </a:r>
            <a:r>
              <a:rPr lang="fr-FR">
                <a:solidFill>
                  <a:srgbClr val="503078"/>
                </a:solidFill>
              </a:rPr>
              <a:t>To move to the </a:t>
            </a:r>
            <a:r>
              <a:rPr lang="fr-FR" err="1">
                <a:solidFill>
                  <a:srgbClr val="503078"/>
                </a:solidFill>
              </a:rPr>
              <a:t>next</a:t>
            </a:r>
            <a:r>
              <a:rPr lang="fr-FR">
                <a:solidFill>
                  <a:srgbClr val="503078"/>
                </a:solidFill>
              </a:rPr>
              <a:t> </a:t>
            </a:r>
            <a:r>
              <a:rPr lang="fr-FR" err="1">
                <a:solidFill>
                  <a:srgbClr val="503078"/>
                </a:solidFill>
              </a:rPr>
              <a:t>level</a:t>
            </a:r>
            <a:r>
              <a:rPr lang="fr-FR">
                <a:solidFill>
                  <a:srgbClr val="503078"/>
                </a:solidFill>
              </a:rPr>
              <a:t>, Alt + Shift + right </a:t>
            </a:r>
            <a:r>
              <a:rPr lang="fr-FR" err="1">
                <a:solidFill>
                  <a:srgbClr val="503078"/>
                </a:solidFill>
              </a:rPr>
              <a:t>arrow</a:t>
            </a:r>
            <a:endParaRPr lang="fr-FR"/>
          </a:p>
          <a:p>
            <a:pPr lvl="1"/>
            <a:r>
              <a:rPr lang="fr-FR" err="1"/>
              <a:t>Level</a:t>
            </a:r>
            <a:r>
              <a:rPr lang="fr-FR"/>
              <a:t> 2</a:t>
            </a:r>
          </a:p>
          <a:p>
            <a:pPr lvl="2"/>
            <a:r>
              <a:rPr lang="fr-FR" err="1"/>
              <a:t>Level</a:t>
            </a:r>
            <a:r>
              <a:rPr lang="fr-FR"/>
              <a:t> 3</a:t>
            </a:r>
          </a:p>
          <a:p>
            <a:pPr lvl="3"/>
            <a:r>
              <a:rPr lang="fr-FR" err="1"/>
              <a:t>Level</a:t>
            </a:r>
            <a:r>
              <a:rPr lang="fr-FR"/>
              <a:t> 4</a:t>
            </a:r>
          </a:p>
          <a:p>
            <a:pPr lvl="4"/>
            <a:r>
              <a:rPr lang="fr-FR" err="1"/>
              <a:t>Level</a:t>
            </a:r>
            <a:r>
              <a:rPr lang="fr-FR"/>
              <a:t> 5</a:t>
            </a:r>
          </a:p>
          <a:p>
            <a:pPr lvl="5"/>
            <a:r>
              <a:rPr lang="fr-FR" err="1"/>
              <a:t>Level</a:t>
            </a:r>
            <a:r>
              <a:rPr lang="fr-FR"/>
              <a:t> 6</a:t>
            </a:r>
          </a:p>
          <a:p>
            <a:pPr lvl="7"/>
            <a:r>
              <a:rPr lang="fr-FR" err="1"/>
              <a:t>Level</a:t>
            </a:r>
            <a:r>
              <a:rPr lang="fr-FR"/>
              <a:t> 7</a:t>
            </a:r>
          </a:p>
          <a:p>
            <a:pPr lvl="8"/>
            <a:r>
              <a:rPr lang="fr-FR" err="1"/>
              <a:t>Level</a:t>
            </a:r>
            <a:r>
              <a:rPr lang="fr-FR"/>
              <a:t> 8</a:t>
            </a:r>
          </a:p>
        </p:txBody>
      </p:sp>
      <p:sp>
        <p:nvSpPr>
          <p:cNvPr id="70" name="Backup [Sticker]" hidden="1">
            <a:extLst>
              <a:ext uri="{FF2B5EF4-FFF2-40B4-BE49-F238E27FC236}">
                <a16:creationId xmlns:a16="http://schemas.microsoft.com/office/drawing/2014/main" id="{CD87A48B-B686-EE27-1898-56A09BE485F9}"/>
              </a:ext>
            </a:extLst>
          </p:cNvPr>
          <p:cNvSpPr>
            <a:spLocks/>
          </p:cNvSpPr>
          <p:nvPr userDrawn="1"/>
        </p:nvSpPr>
        <p:spPr>
          <a:xfrm>
            <a:off x="9505334" y="590070"/>
            <a:ext cx="2400300" cy="62865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bg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BACK UP</a:t>
            </a:r>
          </a:p>
        </p:txBody>
      </p:sp>
      <p:sp>
        <p:nvSpPr>
          <p:cNvPr id="69" name="Dummy [Sticker]" hidden="1">
            <a:extLst>
              <a:ext uri="{FF2B5EF4-FFF2-40B4-BE49-F238E27FC236}">
                <a16:creationId xmlns:a16="http://schemas.microsoft.com/office/drawing/2014/main" id="{6EE7CE41-0B1C-51B4-E048-0A9215C3D1BC}"/>
              </a:ext>
            </a:extLst>
          </p:cNvPr>
          <p:cNvSpPr>
            <a:spLocks/>
          </p:cNvSpPr>
          <p:nvPr userDrawn="1"/>
        </p:nvSpPr>
        <p:spPr>
          <a:xfrm>
            <a:off x="9505334" y="590070"/>
            <a:ext cx="2400300" cy="62865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bg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DUMMY DATA</a:t>
            </a:r>
          </a:p>
        </p:txBody>
      </p:sp>
      <p:sp>
        <p:nvSpPr>
          <p:cNvPr id="68" name="Update [Sticker]" hidden="1">
            <a:extLst>
              <a:ext uri="{FF2B5EF4-FFF2-40B4-BE49-F238E27FC236}">
                <a16:creationId xmlns:a16="http://schemas.microsoft.com/office/drawing/2014/main" id="{8CEBE7AF-AA40-AFDC-EC2D-D182FDB2EBD4}"/>
              </a:ext>
            </a:extLst>
          </p:cNvPr>
          <p:cNvSpPr>
            <a:spLocks/>
          </p:cNvSpPr>
          <p:nvPr userDrawn="1"/>
        </p:nvSpPr>
        <p:spPr>
          <a:xfrm>
            <a:off x="9505334" y="590070"/>
            <a:ext cx="2400300" cy="62865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bg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UPDATE DATA</a:t>
            </a:r>
          </a:p>
        </p:txBody>
      </p:sp>
      <p:sp>
        <p:nvSpPr>
          <p:cNvPr id="67" name="Final [Sticker]" hidden="1">
            <a:extLst>
              <a:ext uri="{FF2B5EF4-FFF2-40B4-BE49-F238E27FC236}">
                <a16:creationId xmlns:a16="http://schemas.microsoft.com/office/drawing/2014/main" id="{DFDAD670-2C8A-355C-E917-DB662D6314B4}"/>
              </a:ext>
            </a:extLst>
          </p:cNvPr>
          <p:cNvSpPr>
            <a:spLocks/>
          </p:cNvSpPr>
          <p:nvPr userDrawn="1"/>
        </p:nvSpPr>
        <p:spPr>
          <a:xfrm>
            <a:off x="9505334" y="590070"/>
            <a:ext cx="2400300" cy="62865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bg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FINAL SLIDE</a:t>
            </a:r>
          </a:p>
        </p:txBody>
      </p:sp>
      <p:sp>
        <p:nvSpPr>
          <p:cNvPr id="66" name="Draft [Sticker]" hidden="1">
            <a:extLst>
              <a:ext uri="{FF2B5EF4-FFF2-40B4-BE49-F238E27FC236}">
                <a16:creationId xmlns:a16="http://schemas.microsoft.com/office/drawing/2014/main" id="{53411F7D-FE77-F577-185C-667A3C808738}"/>
              </a:ext>
            </a:extLst>
          </p:cNvPr>
          <p:cNvSpPr>
            <a:spLocks/>
          </p:cNvSpPr>
          <p:nvPr userDrawn="1"/>
        </p:nvSpPr>
        <p:spPr>
          <a:xfrm>
            <a:off x="9505334" y="590070"/>
            <a:ext cx="2400300" cy="62865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bg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DRAFT SLIDE</a:t>
            </a:r>
          </a:p>
        </p:txBody>
      </p:sp>
      <p:sp>
        <p:nvSpPr>
          <p:cNvPr id="10" name="Discussion [Sticker]" hidden="1">
            <a:extLst>
              <a:ext uri="{FF2B5EF4-FFF2-40B4-BE49-F238E27FC236}">
                <a16:creationId xmlns:a16="http://schemas.microsoft.com/office/drawing/2014/main" id="{B2CB0D89-3650-0C26-30F9-00BB7BBBE618}"/>
              </a:ext>
            </a:extLst>
          </p:cNvPr>
          <p:cNvSpPr>
            <a:spLocks/>
          </p:cNvSpPr>
          <p:nvPr userDrawn="1"/>
        </p:nvSpPr>
        <p:spPr>
          <a:xfrm>
            <a:off x="9505334" y="590070"/>
            <a:ext cx="2400300" cy="62865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bg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FOR DISCUSSION</a:t>
            </a:r>
          </a:p>
        </p:txBody>
      </p:sp>
      <p:sp>
        <p:nvSpPr>
          <p:cNvPr id="9" name="Internal [Sticker]" hidden="1">
            <a:extLst>
              <a:ext uri="{FF2B5EF4-FFF2-40B4-BE49-F238E27FC236}">
                <a16:creationId xmlns:a16="http://schemas.microsoft.com/office/drawing/2014/main" id="{54E4D783-31F5-917E-226D-CE86354D4076}"/>
              </a:ext>
            </a:extLst>
          </p:cNvPr>
          <p:cNvSpPr>
            <a:spLocks/>
          </p:cNvSpPr>
          <p:nvPr userDrawn="1"/>
        </p:nvSpPr>
        <p:spPr>
          <a:xfrm>
            <a:off x="9505334" y="590070"/>
            <a:ext cx="2400300" cy="62865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bg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INTERNAL USE ONLY</a:t>
            </a:r>
          </a:p>
        </p:txBody>
      </p:sp>
      <p:sp>
        <p:nvSpPr>
          <p:cNvPr id="7" name="Responsible [Sticker]" hidden="1">
            <a:extLst>
              <a:ext uri="{FF2B5EF4-FFF2-40B4-BE49-F238E27FC236}">
                <a16:creationId xmlns:a16="http://schemas.microsoft.com/office/drawing/2014/main" id="{0B078FBB-946C-9ABF-5ED6-86B4B031AAD9}"/>
              </a:ext>
            </a:extLst>
          </p:cNvPr>
          <p:cNvSpPr>
            <a:spLocks/>
          </p:cNvSpPr>
          <p:nvPr userDrawn="1"/>
        </p:nvSpPr>
        <p:spPr>
          <a:xfrm>
            <a:off x="9352934" y="437670"/>
            <a:ext cx="2400300" cy="62865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bg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RESPONSIBLE:</a:t>
            </a:r>
            <a:br>
              <a:rPr lang="fr-FR" sz="1200" b="1">
                <a:solidFill>
                  <a:schemeClr val="bg1"/>
                </a:solidFill>
                <a:ea typeface="+mj-ea"/>
                <a:cs typeface="+mj-cs"/>
              </a:rPr>
            </a:br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XXX</a:t>
            </a:r>
          </a:p>
        </p:txBody>
      </p:sp>
      <p:sp>
        <p:nvSpPr>
          <p:cNvPr id="6" name="Content [Comment]" hidden="1">
            <a:extLst>
              <a:ext uri="{FF2B5EF4-FFF2-40B4-BE49-F238E27FC236}">
                <a16:creationId xmlns:a16="http://schemas.microsoft.com/office/drawing/2014/main" id="{2CD80923-61D2-F722-9C27-23ADFDC12090}"/>
              </a:ext>
            </a:extLst>
          </p:cNvPr>
          <p:cNvSpPr>
            <a:spLocks/>
          </p:cNvSpPr>
          <p:nvPr userDrawn="1"/>
        </p:nvSpPr>
        <p:spPr>
          <a:xfrm>
            <a:off x="9256242" y="557213"/>
            <a:ext cx="2402134" cy="742292"/>
          </a:xfrm>
          <a:prstGeom prst="roundRect">
            <a:avLst>
              <a:gd name="adj" fmla="val 7962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accent5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>
                <a:solidFill>
                  <a:schemeClr val="bg1"/>
                </a:solidFill>
                <a:ea typeface="+mj-ea"/>
                <a:cs typeface="+mj-cs"/>
              </a:rPr>
              <a:t>Content</a:t>
            </a:r>
          </a:p>
        </p:txBody>
      </p:sp>
      <p:sp>
        <p:nvSpPr>
          <p:cNvPr id="5" name="Formatting [Comment]" hidden="1">
            <a:extLst>
              <a:ext uri="{FF2B5EF4-FFF2-40B4-BE49-F238E27FC236}">
                <a16:creationId xmlns:a16="http://schemas.microsoft.com/office/drawing/2014/main" id="{A66FD4C2-8247-CBF8-FB2C-91717088B815}"/>
              </a:ext>
            </a:extLst>
          </p:cNvPr>
          <p:cNvSpPr>
            <a:spLocks/>
          </p:cNvSpPr>
          <p:nvPr userDrawn="1"/>
        </p:nvSpPr>
        <p:spPr>
          <a:xfrm>
            <a:off x="9103842" y="404813"/>
            <a:ext cx="2402134" cy="742292"/>
          </a:xfrm>
          <a:prstGeom prst="roundRect">
            <a:avLst>
              <a:gd name="adj" fmla="val 7962"/>
            </a:avLst>
          </a:prstGeom>
          <a:solidFill>
            <a:schemeClr val="bg2"/>
          </a:solidFill>
          <a:ln w="57150">
            <a:noFill/>
          </a:ln>
          <a:effectLst>
            <a:outerShdw blurRad="177800" dist="127000" dir="5400000" algn="t" rotWithShape="0">
              <a:schemeClr val="accent5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1200" b="1" err="1">
                <a:solidFill>
                  <a:schemeClr val="bg1"/>
                </a:solidFill>
                <a:ea typeface="+mj-ea"/>
                <a:cs typeface="+mj-cs"/>
              </a:rPr>
              <a:t>Formatting</a:t>
            </a:r>
            <a:endParaRPr lang="fr-FR" sz="1200" b="1">
              <a:solidFill>
                <a:schemeClr val="bg1"/>
              </a:solidFill>
              <a:ea typeface="+mj-ea"/>
              <a:cs typeface="+mj-cs"/>
            </a:endParaRPr>
          </a:p>
        </p:txBody>
      </p:sp>
      <p:sp>
        <p:nvSpPr>
          <p:cNvPr id="44" name="Footnote [Placeholder]" hidden="1">
            <a:extLst>
              <a:ext uri="{FF2B5EF4-FFF2-40B4-BE49-F238E27FC236}">
                <a16:creationId xmlns:a16="http://schemas.microsoft.com/office/drawing/2014/main" id="{87236BA8-2EA2-47A9-8A21-BD3B135FEED1}"/>
              </a:ext>
            </a:extLst>
          </p:cNvPr>
          <p:cNvSpPr>
            <a:spLocks/>
          </p:cNvSpPr>
          <p:nvPr userDrawn="1"/>
        </p:nvSpPr>
        <p:spPr>
          <a:xfrm>
            <a:off x="423984" y="6249935"/>
            <a:ext cx="11344154" cy="2549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100000"/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fr-FR" sz="900">
                <a:solidFill>
                  <a:schemeClr val="tx1">
                    <a:lumMod val="100000"/>
                  </a:schemeClr>
                </a:solidFill>
              </a:rPr>
              <a:t>(n)  </a:t>
            </a:r>
          </a:p>
        </p:txBody>
      </p:sp>
      <p:grpSp>
        <p:nvGrpSpPr>
          <p:cNvPr id="45" name="Harvey 3" hidden="1">
            <a:extLst>
              <a:ext uri="{FF2B5EF4-FFF2-40B4-BE49-F238E27FC236}">
                <a16:creationId xmlns:a16="http://schemas.microsoft.com/office/drawing/2014/main" id="{AB56B48A-B13A-4DCA-AC14-933F5CB2BAEA}"/>
              </a:ext>
            </a:extLst>
          </p:cNvPr>
          <p:cNvGrpSpPr>
            <a:grpSpLocks/>
          </p:cNvGrpSpPr>
          <p:nvPr userDrawn="1">
            <p:custDataLst>
              <p:tags r:id="rId29"/>
            </p:custDataLst>
          </p:nvPr>
        </p:nvGrpSpPr>
        <p:grpSpPr>
          <a:xfrm>
            <a:off x="11436589" y="1387593"/>
            <a:ext cx="292608" cy="292608"/>
            <a:chOff x="0" y="0"/>
            <a:chExt cx="914400" cy="914400"/>
          </a:xfrm>
          <a:solidFill>
            <a:schemeClr val="tx1"/>
          </a:solidFill>
        </p:grpSpPr>
        <p:sp>
          <p:nvSpPr>
            <p:cNvPr id="46" name="Harvey 0/3 [0]" hidden="1">
              <a:extLst>
                <a:ext uri="{FF2B5EF4-FFF2-40B4-BE49-F238E27FC236}">
                  <a16:creationId xmlns:a16="http://schemas.microsoft.com/office/drawing/2014/main" id="{03BA8458-BF17-44BB-8FC5-AF46B54DD7A8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7" name="Harvey 1/3 [1]">
              <a:extLst>
                <a:ext uri="{FF2B5EF4-FFF2-40B4-BE49-F238E27FC236}">
                  <a16:creationId xmlns:a16="http://schemas.microsoft.com/office/drawing/2014/main" id="{A1B88A45-7B39-43DD-B6E4-9A1B00FF5E0D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8" name="Harvey 2/3 [2]" hidden="1">
              <a:extLst>
                <a:ext uri="{FF2B5EF4-FFF2-40B4-BE49-F238E27FC236}">
                  <a16:creationId xmlns:a16="http://schemas.microsoft.com/office/drawing/2014/main" id="{461C8B0B-F33C-4662-9276-B76866631D5D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9" name="Harvey 3/3 [3]" hidden="1">
              <a:extLst>
                <a:ext uri="{FF2B5EF4-FFF2-40B4-BE49-F238E27FC236}">
                  <a16:creationId xmlns:a16="http://schemas.microsoft.com/office/drawing/2014/main" id="{E5E6F25D-C365-41B4-90B8-6E32F070553A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0" name="Harvey 4" hidden="1">
            <a:extLst>
              <a:ext uri="{FF2B5EF4-FFF2-40B4-BE49-F238E27FC236}">
                <a16:creationId xmlns:a16="http://schemas.microsoft.com/office/drawing/2014/main" id="{F3738B8D-5F34-4474-8585-B223B059663F}"/>
              </a:ext>
            </a:extLst>
          </p:cNvPr>
          <p:cNvGrpSpPr>
            <a:grpSpLocks/>
          </p:cNvGrpSpPr>
          <p:nvPr userDrawn="1">
            <p:custDataLst>
              <p:tags r:id="rId30"/>
            </p:custDataLst>
          </p:nvPr>
        </p:nvGrpSpPr>
        <p:grpSpPr>
          <a:xfrm>
            <a:off x="11436589" y="1387593"/>
            <a:ext cx="292608" cy="292608"/>
            <a:chOff x="0" y="0"/>
            <a:chExt cx="914400" cy="914400"/>
          </a:xfrm>
          <a:solidFill>
            <a:schemeClr val="tx1"/>
          </a:solidFill>
        </p:grpSpPr>
        <p:sp>
          <p:nvSpPr>
            <p:cNvPr id="51" name="Harvey 0/4 [0]" hidden="1">
              <a:extLst>
                <a:ext uri="{FF2B5EF4-FFF2-40B4-BE49-F238E27FC236}">
                  <a16:creationId xmlns:a16="http://schemas.microsoft.com/office/drawing/2014/main" id="{526742BC-75CB-43A3-B79F-2FFEBB0ABF99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2" name="Harvey 1/4 [1]">
              <a:extLst>
                <a:ext uri="{FF2B5EF4-FFF2-40B4-BE49-F238E27FC236}">
                  <a16:creationId xmlns:a16="http://schemas.microsoft.com/office/drawing/2014/main" id="{9214406F-3F57-4AAD-958A-14A8D846454A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3" name="Harvey 2/4 [2]" hidden="1">
              <a:extLst>
                <a:ext uri="{FF2B5EF4-FFF2-40B4-BE49-F238E27FC236}">
                  <a16:creationId xmlns:a16="http://schemas.microsoft.com/office/drawing/2014/main" id="{FFB64714-F315-423F-A74B-CB22FF117463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4" name="Harvey 3/4 [3]" hidden="1">
              <a:extLst>
                <a:ext uri="{FF2B5EF4-FFF2-40B4-BE49-F238E27FC236}">
                  <a16:creationId xmlns:a16="http://schemas.microsoft.com/office/drawing/2014/main" id="{41F00AD0-46C5-4613-A4A4-BD02F22A8EC9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5" name="Harvey 4/4 [4]" hidden="1">
              <a:extLst>
                <a:ext uri="{FF2B5EF4-FFF2-40B4-BE49-F238E27FC236}">
                  <a16:creationId xmlns:a16="http://schemas.microsoft.com/office/drawing/2014/main" id="{48383E51-D619-4168-9E3B-66D56772AC00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6" name="Harvey 8" hidden="1">
            <a:extLst>
              <a:ext uri="{FF2B5EF4-FFF2-40B4-BE49-F238E27FC236}">
                <a16:creationId xmlns:a16="http://schemas.microsoft.com/office/drawing/2014/main" id="{149EF30B-B72A-4CB2-B293-A9AA86FA3497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11436589" y="1387593"/>
            <a:ext cx="292608" cy="292608"/>
            <a:chOff x="0" y="0"/>
            <a:chExt cx="914400" cy="914400"/>
          </a:xfrm>
          <a:solidFill>
            <a:schemeClr val="tx1"/>
          </a:solidFill>
        </p:grpSpPr>
        <p:sp>
          <p:nvSpPr>
            <p:cNvPr id="57" name="Harvey 0/8 [0]">
              <a:extLst>
                <a:ext uri="{FF2B5EF4-FFF2-40B4-BE49-F238E27FC236}">
                  <a16:creationId xmlns:a16="http://schemas.microsoft.com/office/drawing/2014/main" id="{781402E4-C2D1-4B42-92FF-200680534BFE}"/>
                </a:ext>
              </a:extLst>
            </p:cNvPr>
            <p:cNvSpPr>
              <a:spLocks noChangeAspect="1"/>
            </p:cNvSpPr>
            <p:nvPr>
              <p:custDataLst>
                <p:tags r:id="rId3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8" name="Harvey 1/8 [1]">
              <a:extLst>
                <a:ext uri="{FF2B5EF4-FFF2-40B4-BE49-F238E27FC236}">
                  <a16:creationId xmlns:a16="http://schemas.microsoft.com/office/drawing/2014/main" id="{437A60E1-AD08-408D-B22C-CA33214D61A5}"/>
                </a:ext>
              </a:extLst>
            </p:cNvPr>
            <p:cNvSpPr>
              <a:spLocks noChangeAspect="1"/>
            </p:cNvSpPr>
            <p:nvPr>
              <p:custDataLst>
                <p:tags r:id="rId3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9" name="Harvey 2/8 [2]" hidden="1">
              <a:extLst>
                <a:ext uri="{FF2B5EF4-FFF2-40B4-BE49-F238E27FC236}">
                  <a16:creationId xmlns:a16="http://schemas.microsoft.com/office/drawing/2014/main" id="{A83A940B-79A1-4278-8FDE-A88BEC7182B5}"/>
                </a:ext>
              </a:extLst>
            </p:cNvPr>
            <p:cNvSpPr>
              <a:spLocks noChangeAspect="1"/>
            </p:cNvSpPr>
            <p:nvPr>
              <p:custDataLst>
                <p:tags r:id="rId3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0" name="Harvey 3/8 [3]" hidden="1">
              <a:extLst>
                <a:ext uri="{FF2B5EF4-FFF2-40B4-BE49-F238E27FC236}">
                  <a16:creationId xmlns:a16="http://schemas.microsoft.com/office/drawing/2014/main" id="{20999808-10F7-4408-A1F8-FA2BF0D93FE9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1" name="Harvey 4/8 [4]" hidden="1">
              <a:extLst>
                <a:ext uri="{FF2B5EF4-FFF2-40B4-BE49-F238E27FC236}">
                  <a16:creationId xmlns:a16="http://schemas.microsoft.com/office/drawing/2014/main" id="{1F0DFB77-D094-4693-A14D-EEBF043CD125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2" name="Harvey 5/8 [5]" hidden="1">
              <a:extLst>
                <a:ext uri="{FF2B5EF4-FFF2-40B4-BE49-F238E27FC236}">
                  <a16:creationId xmlns:a16="http://schemas.microsoft.com/office/drawing/2014/main" id="{F7A73F00-4117-4458-ADB2-8FFCD1E57D1D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3" name="Harvey 6/8 [6]" hidden="1">
              <a:extLst>
                <a:ext uri="{FF2B5EF4-FFF2-40B4-BE49-F238E27FC236}">
                  <a16:creationId xmlns:a16="http://schemas.microsoft.com/office/drawing/2014/main" id="{D69AA71E-1F92-4B0D-8C7A-0628E6C3F86E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4" name="Harvey 7/8 [7]" hidden="1">
              <a:extLst>
                <a:ext uri="{FF2B5EF4-FFF2-40B4-BE49-F238E27FC236}">
                  <a16:creationId xmlns:a16="http://schemas.microsoft.com/office/drawing/2014/main" id="{1A135E0D-5BD8-4DC3-93A9-D76A430BEE45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5" name="Harvey 8/8 [8]" hidden="1">
              <a:extLst>
                <a:ext uri="{FF2B5EF4-FFF2-40B4-BE49-F238E27FC236}">
                  <a16:creationId xmlns:a16="http://schemas.microsoft.com/office/drawing/2014/main" id="{80DC225A-57B9-4EEC-9F07-116EA5F92C4F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solidFill>
              <a:schemeClr val="bg2">
                <a:lumMod val="100000"/>
              </a:schemeClr>
            </a:solidFill>
            <a:ln w="19050" cap="flat" cmpd="sng" algn="ctr">
              <a:solidFill>
                <a:schemeClr val="bg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3" name="Copyright Wavestone and page">
            <a:extLst>
              <a:ext uri="{FF2B5EF4-FFF2-40B4-BE49-F238E27FC236}">
                <a16:creationId xmlns:a16="http://schemas.microsoft.com/office/drawing/2014/main" id="{BC669B8D-212F-2A2C-2E1F-99BAE710E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 bwMode="ltGray">
          <a:xfrm>
            <a:off x="10591800" y="6578600"/>
            <a:ext cx="1189038" cy="239774"/>
          </a:xfrm>
          <a:prstGeom prst="rect">
            <a:avLst/>
          </a:prstGeom>
        </p:spPr>
        <p:txBody>
          <a:bodyPr lIns="0" r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173C6A"/>
              </a:buClr>
              <a:buSzTx/>
              <a:buFontTx/>
              <a:buNone/>
              <a:tabLst/>
              <a:defRPr/>
            </a:pPr>
            <a:r>
              <a:rPr lang="fr-FR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</a:rPr>
              <a:t>© </a:t>
            </a:r>
            <a:r>
              <a:rPr lang="fr-FR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  <a:cs typeface="Poppins" panose="00000500000000000000" pitchFamily="2" charset="0"/>
              </a:rPr>
              <a:t>WAVESTONE</a:t>
            </a:r>
            <a:r>
              <a:rPr lang="fr-FR" sz="700" b="0" i="0">
                <a:solidFill>
                  <a:schemeClr val="bg2">
                    <a:lumMod val="100000"/>
                  </a:schemeClr>
                </a:solidFill>
                <a:effectLst/>
                <a:latin typeface="+mn-lt"/>
              </a:rPr>
              <a:t> | </a:t>
            </a:r>
            <a:fld id="{55EE84F1-812F-F440-AFF9-6DD93A744E0D}" type="slidenum">
              <a:rPr lang="fr-FR" sz="700" smtClean="0">
                <a:solidFill>
                  <a:schemeClr val="bg2">
                    <a:lumMod val="100000"/>
                  </a:schemeClr>
                </a:solidFill>
                <a:latin typeface="+mn-lt"/>
                <a:cs typeface="Poppins Light" panose="00000400000000000000" pitchFamily="2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173C6A"/>
                </a:buClr>
                <a:buSzTx/>
                <a:buFontTx/>
                <a:buNone/>
                <a:tabLst/>
                <a:defRPr/>
              </a:pPr>
              <a:t>‹N°›</a:t>
            </a:fld>
            <a:endParaRPr lang="fr-FR" sz="700">
              <a:solidFill>
                <a:schemeClr val="bg2">
                  <a:lumMod val="100000"/>
                </a:schemeClr>
              </a:solidFill>
              <a:latin typeface="+mn-lt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621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  <p:sldLayoutId id="2147483811" r:id="rId19"/>
    <p:sldLayoutId id="2147483812" r:id="rId20"/>
    <p:sldLayoutId id="2147483813" r:id="rId21"/>
    <p:sldLayoutId id="2147483814" r:id="rId22"/>
    <p:sldLayoutId id="2147483815" r:id="rId23"/>
    <p:sldLayoutId id="2147483816" r:id="rId24"/>
    <p:sldLayoutId id="2147483817" r:id="rId25"/>
    <p:sldLayoutId id="2147483818" r:id="rId26"/>
    <p:sldLayoutId id="2147483819" r:id="rId27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kern="1200" baseline="0">
          <a:solidFill>
            <a:schemeClr val="bg2">
              <a:lumMod val="10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tabLst/>
        <a:defRPr sz="160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271463" indent="-271463" algn="l" defTabSz="914400" rtl="0" eaLnBrk="1" latinLnBrk="0" hangingPunct="1">
        <a:lnSpc>
          <a:spcPct val="100000"/>
        </a:lnSpc>
        <a:spcBef>
          <a:spcPts val="600"/>
        </a:spcBef>
        <a:buClr>
          <a:schemeClr val="bg2"/>
        </a:buClr>
        <a:buFont typeface="Avenir Next LT Pro" panose="020B05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53975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bg2"/>
        </a:buClr>
        <a:buFont typeface="Poppins" panose="00000500000000000000" pitchFamily="2" charset="0"/>
        <a:buChar char="–"/>
        <a:tabLst>
          <a:tab pos="88900" algn="l"/>
        </a:tabLst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6700" algn="l" defTabSz="989013" rtl="0" eaLnBrk="1" latinLnBrk="0" hangingPunct="1">
        <a:lnSpc>
          <a:spcPct val="100000"/>
        </a:lnSpc>
        <a:spcBef>
          <a:spcPts val="600"/>
        </a:spcBef>
        <a:buClr>
          <a:schemeClr val="bg2"/>
        </a:buClr>
        <a:buFont typeface="Courier New" panose="02070309020205020404" pitchFamily="49" charset="0"/>
        <a:buChar char="o"/>
        <a:defRPr sz="1200" kern="1200" cap="none" baseline="0">
          <a:solidFill>
            <a:schemeClr val="tx1"/>
          </a:solidFill>
          <a:latin typeface="+mn-lt"/>
          <a:ea typeface="+mn-ea"/>
          <a:cs typeface="+mn-cs"/>
        </a:defRPr>
      </a:lvl4pPr>
      <a:lvl5pPr marL="806450" marR="0" indent="-266700" algn="l" defTabSz="62865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2"/>
        </a:buClr>
        <a:buSzTx/>
        <a:buFont typeface="Courier New" panose="02070309020205020404" pitchFamily="49" charset="0"/>
        <a:buChar char="o"/>
        <a:tabLst/>
        <a:defRPr lang="fr-FR" sz="12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539750" indent="261938" algn="just" defTabSz="914400" rtl="0" eaLnBrk="1" latinLnBrk="0" hangingPunct="1">
        <a:lnSpc>
          <a:spcPct val="100000"/>
        </a:lnSpc>
        <a:spcBef>
          <a:spcPts val="600"/>
        </a:spcBef>
        <a:buClr>
          <a:schemeClr val="bg2"/>
        </a:buClr>
        <a:buFont typeface="Courier New" panose="02070309020205020404" pitchFamily="49" charset="0"/>
        <a:buChar char="o"/>
        <a:defRPr lang="fr-FR" sz="1200" kern="1200" baseline="0" noProof="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720725" indent="360363" algn="just" defTabSz="914400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Courier New" panose="02070309020205020404" pitchFamily="49" charset="0"/>
        <a:buChar char="o"/>
        <a:defRPr lang="fr-FR" sz="1200" kern="1200" baseline="0" noProof="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806450" marR="0" indent="-266700" algn="just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bg2"/>
        </a:buClr>
        <a:buSzTx/>
        <a:buFont typeface="Courier New" panose="02070309020205020404" pitchFamily="49" charset="0"/>
        <a:buChar char="o"/>
        <a:tabLst/>
        <a:defRPr lang="fr-FR" sz="12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806450" indent="-266700" algn="just" defTabSz="914400" rtl="0" eaLnBrk="1" latinLnBrk="0" hangingPunct="1">
        <a:lnSpc>
          <a:spcPct val="100000"/>
        </a:lnSpc>
        <a:spcBef>
          <a:spcPts val="600"/>
        </a:spcBef>
        <a:buClr>
          <a:schemeClr val="bg2"/>
        </a:buClr>
        <a:buFont typeface="Courier New" panose="02070309020205020404" pitchFamily="49" charset="0"/>
        <a:buChar char="o"/>
        <a:tabLst>
          <a:tab pos="982663" algn="l"/>
        </a:tabLst>
        <a:defRPr lang="fr-FR" sz="12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orient="horz" pos="2387">
          <p15:clr>
            <a:srgbClr val="F26B43"/>
          </p15:clr>
        </p15:guide>
        <p15:guide id="23" pos="267">
          <p15:clr>
            <a:srgbClr val="F26B43"/>
          </p15:clr>
        </p15:guide>
        <p15:guide id="24" pos="7413">
          <p15:clr>
            <a:srgbClr val="F26B43"/>
          </p15:clr>
        </p15:guide>
        <p15:guide id="25" orient="horz" pos="255">
          <p15:clr>
            <a:srgbClr val="F26B43"/>
          </p15:clr>
        </p15:guide>
        <p15:guide id="26" orient="horz" pos="845">
          <p15:clr>
            <a:srgbClr val="F26B43"/>
          </p15:clr>
        </p15:guide>
        <p15:guide id="27" orient="horz" pos="3929">
          <p15:clr>
            <a:srgbClr val="F26B43"/>
          </p15:clr>
        </p15:guide>
        <p15:guide id="28" orient="horz" pos="424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5" Type="http://schemas.openxmlformats.org/officeDocument/2006/relationships/image" Target="../media/image41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tags" Target="../tags/tag71.xml"/><Relationship Id="rId117" Type="http://schemas.openxmlformats.org/officeDocument/2006/relationships/image" Target="../media/image104.svg"/><Relationship Id="rId21" Type="http://schemas.openxmlformats.org/officeDocument/2006/relationships/tags" Target="../tags/tag66.xml"/><Relationship Id="rId42" Type="http://schemas.openxmlformats.org/officeDocument/2006/relationships/tags" Target="../tags/tag87.xml"/><Relationship Id="rId47" Type="http://schemas.openxmlformats.org/officeDocument/2006/relationships/tags" Target="../tags/tag92.xml"/><Relationship Id="rId63" Type="http://schemas.openxmlformats.org/officeDocument/2006/relationships/image" Target="../media/image50.png"/><Relationship Id="rId68" Type="http://schemas.openxmlformats.org/officeDocument/2006/relationships/image" Target="../media/image55.svg"/><Relationship Id="rId84" Type="http://schemas.openxmlformats.org/officeDocument/2006/relationships/image" Target="../media/image71.png"/><Relationship Id="rId89" Type="http://schemas.openxmlformats.org/officeDocument/2006/relationships/image" Target="../media/image76.svg"/><Relationship Id="rId112" Type="http://schemas.openxmlformats.org/officeDocument/2006/relationships/image" Target="../media/image99.png"/><Relationship Id="rId16" Type="http://schemas.openxmlformats.org/officeDocument/2006/relationships/tags" Target="../tags/tag61.xml"/><Relationship Id="rId107" Type="http://schemas.openxmlformats.org/officeDocument/2006/relationships/image" Target="../media/image94.svg"/><Relationship Id="rId11" Type="http://schemas.openxmlformats.org/officeDocument/2006/relationships/tags" Target="../tags/tag56.xml"/><Relationship Id="rId32" Type="http://schemas.openxmlformats.org/officeDocument/2006/relationships/tags" Target="../tags/tag77.xml"/><Relationship Id="rId37" Type="http://schemas.openxmlformats.org/officeDocument/2006/relationships/tags" Target="../tags/tag82.xml"/><Relationship Id="rId53" Type="http://schemas.openxmlformats.org/officeDocument/2006/relationships/slideLayout" Target="../slideLayouts/slideLayout28.xml"/><Relationship Id="rId58" Type="http://schemas.openxmlformats.org/officeDocument/2006/relationships/image" Target="../media/image45.svg"/><Relationship Id="rId74" Type="http://schemas.openxmlformats.org/officeDocument/2006/relationships/image" Target="../media/image61.svg"/><Relationship Id="rId79" Type="http://schemas.openxmlformats.org/officeDocument/2006/relationships/image" Target="../media/image66.png"/><Relationship Id="rId102" Type="http://schemas.openxmlformats.org/officeDocument/2006/relationships/image" Target="../media/image89.png"/><Relationship Id="rId123" Type="http://schemas.openxmlformats.org/officeDocument/2006/relationships/image" Target="../media/image110.png"/><Relationship Id="rId5" Type="http://schemas.openxmlformats.org/officeDocument/2006/relationships/tags" Target="../tags/tag50.xml"/><Relationship Id="rId90" Type="http://schemas.openxmlformats.org/officeDocument/2006/relationships/image" Target="../media/image77.png"/><Relationship Id="rId95" Type="http://schemas.openxmlformats.org/officeDocument/2006/relationships/image" Target="../media/image82.svg"/><Relationship Id="rId22" Type="http://schemas.openxmlformats.org/officeDocument/2006/relationships/tags" Target="../tags/tag67.xml"/><Relationship Id="rId27" Type="http://schemas.openxmlformats.org/officeDocument/2006/relationships/tags" Target="../tags/tag72.xml"/><Relationship Id="rId43" Type="http://schemas.openxmlformats.org/officeDocument/2006/relationships/tags" Target="../tags/tag88.xml"/><Relationship Id="rId48" Type="http://schemas.openxmlformats.org/officeDocument/2006/relationships/tags" Target="../tags/tag93.xml"/><Relationship Id="rId64" Type="http://schemas.openxmlformats.org/officeDocument/2006/relationships/image" Target="../media/image51.svg"/><Relationship Id="rId69" Type="http://schemas.openxmlformats.org/officeDocument/2006/relationships/image" Target="../media/image56.png"/><Relationship Id="rId113" Type="http://schemas.openxmlformats.org/officeDocument/2006/relationships/image" Target="../media/image100.svg"/><Relationship Id="rId118" Type="http://schemas.openxmlformats.org/officeDocument/2006/relationships/image" Target="../media/image105.png"/><Relationship Id="rId80" Type="http://schemas.openxmlformats.org/officeDocument/2006/relationships/image" Target="../media/image67.svg"/><Relationship Id="rId85" Type="http://schemas.openxmlformats.org/officeDocument/2006/relationships/image" Target="../media/image72.svg"/><Relationship Id="rId12" Type="http://schemas.openxmlformats.org/officeDocument/2006/relationships/tags" Target="../tags/tag57.xml"/><Relationship Id="rId17" Type="http://schemas.openxmlformats.org/officeDocument/2006/relationships/tags" Target="../tags/tag62.xml"/><Relationship Id="rId33" Type="http://schemas.openxmlformats.org/officeDocument/2006/relationships/tags" Target="../tags/tag78.xml"/><Relationship Id="rId38" Type="http://schemas.openxmlformats.org/officeDocument/2006/relationships/tags" Target="../tags/tag83.xml"/><Relationship Id="rId59" Type="http://schemas.openxmlformats.org/officeDocument/2006/relationships/image" Target="../media/image46.png"/><Relationship Id="rId103" Type="http://schemas.openxmlformats.org/officeDocument/2006/relationships/image" Target="../media/image90.svg"/><Relationship Id="rId108" Type="http://schemas.openxmlformats.org/officeDocument/2006/relationships/image" Target="../media/image95.png"/><Relationship Id="rId124" Type="http://schemas.openxmlformats.org/officeDocument/2006/relationships/image" Target="../media/image111.bin"/><Relationship Id="rId54" Type="http://schemas.openxmlformats.org/officeDocument/2006/relationships/notesSlide" Target="../notesSlides/notesSlide2.xml"/><Relationship Id="rId70" Type="http://schemas.openxmlformats.org/officeDocument/2006/relationships/image" Target="../media/image57.svg"/><Relationship Id="rId75" Type="http://schemas.openxmlformats.org/officeDocument/2006/relationships/image" Target="../media/image62.png"/><Relationship Id="rId91" Type="http://schemas.openxmlformats.org/officeDocument/2006/relationships/image" Target="../media/image78.svg"/><Relationship Id="rId96" Type="http://schemas.openxmlformats.org/officeDocument/2006/relationships/image" Target="../media/image83.png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23" Type="http://schemas.openxmlformats.org/officeDocument/2006/relationships/tags" Target="../tags/tag68.xml"/><Relationship Id="rId28" Type="http://schemas.openxmlformats.org/officeDocument/2006/relationships/tags" Target="../tags/tag73.xml"/><Relationship Id="rId49" Type="http://schemas.openxmlformats.org/officeDocument/2006/relationships/tags" Target="../tags/tag94.xml"/><Relationship Id="rId114" Type="http://schemas.openxmlformats.org/officeDocument/2006/relationships/image" Target="../media/image101.png"/><Relationship Id="rId119" Type="http://schemas.openxmlformats.org/officeDocument/2006/relationships/image" Target="../media/image106.svg"/><Relationship Id="rId44" Type="http://schemas.openxmlformats.org/officeDocument/2006/relationships/tags" Target="../tags/tag89.xml"/><Relationship Id="rId60" Type="http://schemas.openxmlformats.org/officeDocument/2006/relationships/image" Target="../media/image47.svg"/><Relationship Id="rId65" Type="http://schemas.openxmlformats.org/officeDocument/2006/relationships/image" Target="../media/image52.png"/><Relationship Id="rId81" Type="http://schemas.openxmlformats.org/officeDocument/2006/relationships/image" Target="../media/image68.svg"/><Relationship Id="rId86" Type="http://schemas.openxmlformats.org/officeDocument/2006/relationships/image" Target="../media/image73.png"/><Relationship Id="rId13" Type="http://schemas.openxmlformats.org/officeDocument/2006/relationships/tags" Target="../tags/tag58.xml"/><Relationship Id="rId18" Type="http://schemas.openxmlformats.org/officeDocument/2006/relationships/tags" Target="../tags/tag63.xml"/><Relationship Id="rId39" Type="http://schemas.openxmlformats.org/officeDocument/2006/relationships/tags" Target="../tags/tag84.xml"/><Relationship Id="rId109" Type="http://schemas.openxmlformats.org/officeDocument/2006/relationships/image" Target="../media/image96.svg"/><Relationship Id="rId34" Type="http://schemas.openxmlformats.org/officeDocument/2006/relationships/tags" Target="../tags/tag79.xml"/><Relationship Id="rId50" Type="http://schemas.openxmlformats.org/officeDocument/2006/relationships/tags" Target="../tags/tag95.xml"/><Relationship Id="rId55" Type="http://schemas.openxmlformats.org/officeDocument/2006/relationships/image" Target="../media/image42.png"/><Relationship Id="rId76" Type="http://schemas.openxmlformats.org/officeDocument/2006/relationships/image" Target="../media/image63.svg"/><Relationship Id="rId97" Type="http://schemas.openxmlformats.org/officeDocument/2006/relationships/image" Target="../media/image84.svg"/><Relationship Id="rId104" Type="http://schemas.openxmlformats.org/officeDocument/2006/relationships/image" Target="../media/image91.png"/><Relationship Id="rId120" Type="http://schemas.openxmlformats.org/officeDocument/2006/relationships/image" Target="../media/image107.png"/><Relationship Id="rId125" Type="http://schemas.openxmlformats.org/officeDocument/2006/relationships/image" Target="../media/image112.bin"/><Relationship Id="rId7" Type="http://schemas.openxmlformats.org/officeDocument/2006/relationships/tags" Target="../tags/tag52.xml"/><Relationship Id="rId71" Type="http://schemas.openxmlformats.org/officeDocument/2006/relationships/image" Target="../media/image58.png"/><Relationship Id="rId92" Type="http://schemas.openxmlformats.org/officeDocument/2006/relationships/image" Target="../media/image79.png"/><Relationship Id="rId2" Type="http://schemas.openxmlformats.org/officeDocument/2006/relationships/tags" Target="../tags/tag47.xml"/><Relationship Id="rId29" Type="http://schemas.openxmlformats.org/officeDocument/2006/relationships/tags" Target="../tags/tag74.xml"/><Relationship Id="rId24" Type="http://schemas.openxmlformats.org/officeDocument/2006/relationships/tags" Target="../tags/tag69.xml"/><Relationship Id="rId40" Type="http://schemas.openxmlformats.org/officeDocument/2006/relationships/tags" Target="../tags/tag85.xml"/><Relationship Id="rId45" Type="http://schemas.openxmlformats.org/officeDocument/2006/relationships/tags" Target="../tags/tag90.xml"/><Relationship Id="rId66" Type="http://schemas.openxmlformats.org/officeDocument/2006/relationships/image" Target="../media/image53.svg"/><Relationship Id="rId87" Type="http://schemas.openxmlformats.org/officeDocument/2006/relationships/image" Target="../media/image74.svg"/><Relationship Id="rId110" Type="http://schemas.openxmlformats.org/officeDocument/2006/relationships/image" Target="../media/image97.png"/><Relationship Id="rId115" Type="http://schemas.openxmlformats.org/officeDocument/2006/relationships/image" Target="../media/image102.svg"/><Relationship Id="rId61" Type="http://schemas.openxmlformats.org/officeDocument/2006/relationships/image" Target="../media/image48.png"/><Relationship Id="rId82" Type="http://schemas.openxmlformats.org/officeDocument/2006/relationships/image" Target="../media/image69.svg"/><Relationship Id="rId19" Type="http://schemas.openxmlformats.org/officeDocument/2006/relationships/tags" Target="../tags/tag64.xml"/><Relationship Id="rId14" Type="http://schemas.openxmlformats.org/officeDocument/2006/relationships/tags" Target="../tags/tag59.xml"/><Relationship Id="rId30" Type="http://schemas.openxmlformats.org/officeDocument/2006/relationships/tags" Target="../tags/tag75.xml"/><Relationship Id="rId35" Type="http://schemas.openxmlformats.org/officeDocument/2006/relationships/tags" Target="../tags/tag80.xml"/><Relationship Id="rId56" Type="http://schemas.openxmlformats.org/officeDocument/2006/relationships/image" Target="../media/image43.svg"/><Relationship Id="rId77" Type="http://schemas.openxmlformats.org/officeDocument/2006/relationships/image" Target="../media/image64.png"/><Relationship Id="rId100" Type="http://schemas.openxmlformats.org/officeDocument/2006/relationships/image" Target="../media/image87.png"/><Relationship Id="rId105" Type="http://schemas.openxmlformats.org/officeDocument/2006/relationships/image" Target="../media/image92.svg"/><Relationship Id="rId8" Type="http://schemas.openxmlformats.org/officeDocument/2006/relationships/tags" Target="../tags/tag53.xml"/><Relationship Id="rId51" Type="http://schemas.openxmlformats.org/officeDocument/2006/relationships/tags" Target="../tags/tag96.xml"/><Relationship Id="rId72" Type="http://schemas.openxmlformats.org/officeDocument/2006/relationships/image" Target="../media/image59.svg"/><Relationship Id="rId93" Type="http://schemas.openxmlformats.org/officeDocument/2006/relationships/image" Target="../media/image80.svg"/><Relationship Id="rId98" Type="http://schemas.openxmlformats.org/officeDocument/2006/relationships/image" Target="../media/image85.png"/><Relationship Id="rId121" Type="http://schemas.openxmlformats.org/officeDocument/2006/relationships/image" Target="../media/image108.svg"/><Relationship Id="rId3" Type="http://schemas.openxmlformats.org/officeDocument/2006/relationships/tags" Target="../tags/tag48.xml"/><Relationship Id="rId25" Type="http://schemas.openxmlformats.org/officeDocument/2006/relationships/tags" Target="../tags/tag70.xml"/><Relationship Id="rId46" Type="http://schemas.openxmlformats.org/officeDocument/2006/relationships/tags" Target="../tags/tag91.xml"/><Relationship Id="rId67" Type="http://schemas.openxmlformats.org/officeDocument/2006/relationships/image" Target="../media/image54.png"/><Relationship Id="rId116" Type="http://schemas.openxmlformats.org/officeDocument/2006/relationships/image" Target="../media/image103.png"/><Relationship Id="rId20" Type="http://schemas.openxmlformats.org/officeDocument/2006/relationships/tags" Target="../tags/tag65.xml"/><Relationship Id="rId41" Type="http://schemas.openxmlformats.org/officeDocument/2006/relationships/tags" Target="../tags/tag86.xml"/><Relationship Id="rId62" Type="http://schemas.openxmlformats.org/officeDocument/2006/relationships/image" Target="../media/image49.svg"/><Relationship Id="rId83" Type="http://schemas.openxmlformats.org/officeDocument/2006/relationships/image" Target="../media/image70.svg"/><Relationship Id="rId88" Type="http://schemas.openxmlformats.org/officeDocument/2006/relationships/image" Target="../media/image75.png"/><Relationship Id="rId111" Type="http://schemas.openxmlformats.org/officeDocument/2006/relationships/image" Target="../media/image98.svg"/><Relationship Id="rId15" Type="http://schemas.openxmlformats.org/officeDocument/2006/relationships/tags" Target="../tags/tag60.xml"/><Relationship Id="rId36" Type="http://schemas.openxmlformats.org/officeDocument/2006/relationships/tags" Target="../tags/tag81.xml"/><Relationship Id="rId57" Type="http://schemas.openxmlformats.org/officeDocument/2006/relationships/image" Target="../media/image44.png"/><Relationship Id="rId106" Type="http://schemas.openxmlformats.org/officeDocument/2006/relationships/image" Target="../media/image93.png"/><Relationship Id="rId10" Type="http://schemas.openxmlformats.org/officeDocument/2006/relationships/tags" Target="../tags/tag55.xml"/><Relationship Id="rId31" Type="http://schemas.openxmlformats.org/officeDocument/2006/relationships/tags" Target="../tags/tag76.xml"/><Relationship Id="rId52" Type="http://schemas.openxmlformats.org/officeDocument/2006/relationships/tags" Target="../tags/tag97.xml"/><Relationship Id="rId73" Type="http://schemas.openxmlformats.org/officeDocument/2006/relationships/image" Target="../media/image60.png"/><Relationship Id="rId78" Type="http://schemas.openxmlformats.org/officeDocument/2006/relationships/image" Target="../media/image65.svg"/><Relationship Id="rId94" Type="http://schemas.openxmlformats.org/officeDocument/2006/relationships/image" Target="../media/image81.png"/><Relationship Id="rId99" Type="http://schemas.openxmlformats.org/officeDocument/2006/relationships/image" Target="../media/image86.svg"/><Relationship Id="rId101" Type="http://schemas.openxmlformats.org/officeDocument/2006/relationships/image" Target="../media/image88.svg"/><Relationship Id="rId122" Type="http://schemas.openxmlformats.org/officeDocument/2006/relationships/image" Target="../media/image109.png"/><Relationship Id="rId4" Type="http://schemas.openxmlformats.org/officeDocument/2006/relationships/tags" Target="../tags/tag49.xml"/><Relationship Id="rId9" Type="http://schemas.openxmlformats.org/officeDocument/2006/relationships/tags" Target="../tags/tag54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tags" Target="../tags/tag123.xml"/><Relationship Id="rId21" Type="http://schemas.openxmlformats.org/officeDocument/2006/relationships/tags" Target="../tags/tag118.xml"/><Relationship Id="rId42" Type="http://schemas.openxmlformats.org/officeDocument/2006/relationships/image" Target="../media/image113.png"/><Relationship Id="rId47" Type="http://schemas.openxmlformats.org/officeDocument/2006/relationships/image" Target="../media/image118.svg"/><Relationship Id="rId63" Type="http://schemas.openxmlformats.org/officeDocument/2006/relationships/image" Target="../media/image134.svg"/><Relationship Id="rId68" Type="http://schemas.openxmlformats.org/officeDocument/2006/relationships/image" Target="../media/image139.png"/><Relationship Id="rId84" Type="http://schemas.openxmlformats.org/officeDocument/2006/relationships/image" Target="../media/image155.png"/><Relationship Id="rId16" Type="http://schemas.openxmlformats.org/officeDocument/2006/relationships/tags" Target="../tags/tag113.xml"/><Relationship Id="rId11" Type="http://schemas.openxmlformats.org/officeDocument/2006/relationships/tags" Target="../tags/tag108.xml"/><Relationship Id="rId32" Type="http://schemas.openxmlformats.org/officeDocument/2006/relationships/tags" Target="../tags/tag129.xml"/><Relationship Id="rId37" Type="http://schemas.openxmlformats.org/officeDocument/2006/relationships/tags" Target="../tags/tag134.xml"/><Relationship Id="rId53" Type="http://schemas.openxmlformats.org/officeDocument/2006/relationships/image" Target="../media/image124.svg"/><Relationship Id="rId58" Type="http://schemas.openxmlformats.org/officeDocument/2006/relationships/image" Target="../media/image129.png"/><Relationship Id="rId74" Type="http://schemas.openxmlformats.org/officeDocument/2006/relationships/image" Target="../media/image145.png"/><Relationship Id="rId79" Type="http://schemas.openxmlformats.org/officeDocument/2006/relationships/image" Target="../media/image150.svg"/><Relationship Id="rId5" Type="http://schemas.openxmlformats.org/officeDocument/2006/relationships/tags" Target="../tags/tag102.xml"/><Relationship Id="rId19" Type="http://schemas.openxmlformats.org/officeDocument/2006/relationships/tags" Target="../tags/tag116.xml"/><Relationship Id="rId14" Type="http://schemas.openxmlformats.org/officeDocument/2006/relationships/tags" Target="../tags/tag111.xml"/><Relationship Id="rId22" Type="http://schemas.openxmlformats.org/officeDocument/2006/relationships/tags" Target="../tags/tag119.xml"/><Relationship Id="rId27" Type="http://schemas.openxmlformats.org/officeDocument/2006/relationships/tags" Target="../tags/tag124.xml"/><Relationship Id="rId30" Type="http://schemas.openxmlformats.org/officeDocument/2006/relationships/tags" Target="../tags/tag127.xml"/><Relationship Id="rId35" Type="http://schemas.openxmlformats.org/officeDocument/2006/relationships/tags" Target="../tags/tag132.xml"/><Relationship Id="rId43" Type="http://schemas.openxmlformats.org/officeDocument/2006/relationships/image" Target="../media/image114.svg"/><Relationship Id="rId48" Type="http://schemas.openxmlformats.org/officeDocument/2006/relationships/image" Target="../media/image119.png"/><Relationship Id="rId56" Type="http://schemas.openxmlformats.org/officeDocument/2006/relationships/image" Target="../media/image127.png"/><Relationship Id="rId64" Type="http://schemas.openxmlformats.org/officeDocument/2006/relationships/image" Target="../media/image135.png"/><Relationship Id="rId69" Type="http://schemas.openxmlformats.org/officeDocument/2006/relationships/image" Target="../media/image140.svg"/><Relationship Id="rId77" Type="http://schemas.openxmlformats.org/officeDocument/2006/relationships/image" Target="../media/image148.svg"/><Relationship Id="rId8" Type="http://schemas.openxmlformats.org/officeDocument/2006/relationships/tags" Target="../tags/tag105.xml"/><Relationship Id="rId51" Type="http://schemas.openxmlformats.org/officeDocument/2006/relationships/image" Target="../media/image122.svg"/><Relationship Id="rId72" Type="http://schemas.openxmlformats.org/officeDocument/2006/relationships/image" Target="../media/image143.png"/><Relationship Id="rId80" Type="http://schemas.openxmlformats.org/officeDocument/2006/relationships/image" Target="../media/image151.png"/><Relationship Id="rId85" Type="http://schemas.openxmlformats.org/officeDocument/2006/relationships/image" Target="../media/image156.svg"/><Relationship Id="rId3" Type="http://schemas.openxmlformats.org/officeDocument/2006/relationships/tags" Target="../tags/tag100.xml"/><Relationship Id="rId12" Type="http://schemas.openxmlformats.org/officeDocument/2006/relationships/tags" Target="../tags/tag109.xml"/><Relationship Id="rId17" Type="http://schemas.openxmlformats.org/officeDocument/2006/relationships/tags" Target="../tags/tag114.xml"/><Relationship Id="rId25" Type="http://schemas.openxmlformats.org/officeDocument/2006/relationships/tags" Target="../tags/tag122.xml"/><Relationship Id="rId33" Type="http://schemas.openxmlformats.org/officeDocument/2006/relationships/tags" Target="../tags/tag130.xml"/><Relationship Id="rId38" Type="http://schemas.openxmlformats.org/officeDocument/2006/relationships/tags" Target="../tags/tag135.xml"/><Relationship Id="rId46" Type="http://schemas.openxmlformats.org/officeDocument/2006/relationships/image" Target="../media/image117.png"/><Relationship Id="rId59" Type="http://schemas.openxmlformats.org/officeDocument/2006/relationships/image" Target="../media/image130.svg"/><Relationship Id="rId67" Type="http://schemas.openxmlformats.org/officeDocument/2006/relationships/image" Target="../media/image138.svg"/><Relationship Id="rId20" Type="http://schemas.openxmlformats.org/officeDocument/2006/relationships/tags" Target="../tags/tag117.xml"/><Relationship Id="rId41" Type="http://schemas.openxmlformats.org/officeDocument/2006/relationships/notesSlide" Target="../notesSlides/notesSlide3.xml"/><Relationship Id="rId54" Type="http://schemas.openxmlformats.org/officeDocument/2006/relationships/image" Target="../media/image125.png"/><Relationship Id="rId62" Type="http://schemas.openxmlformats.org/officeDocument/2006/relationships/image" Target="../media/image133.png"/><Relationship Id="rId70" Type="http://schemas.openxmlformats.org/officeDocument/2006/relationships/image" Target="../media/image141.png"/><Relationship Id="rId75" Type="http://schemas.openxmlformats.org/officeDocument/2006/relationships/image" Target="../media/image146.svg"/><Relationship Id="rId83" Type="http://schemas.openxmlformats.org/officeDocument/2006/relationships/image" Target="../media/image154.svg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15" Type="http://schemas.openxmlformats.org/officeDocument/2006/relationships/tags" Target="../tags/tag112.xml"/><Relationship Id="rId23" Type="http://schemas.openxmlformats.org/officeDocument/2006/relationships/tags" Target="../tags/tag120.xml"/><Relationship Id="rId28" Type="http://schemas.openxmlformats.org/officeDocument/2006/relationships/tags" Target="../tags/tag125.xml"/><Relationship Id="rId36" Type="http://schemas.openxmlformats.org/officeDocument/2006/relationships/tags" Target="../tags/tag133.xml"/><Relationship Id="rId49" Type="http://schemas.openxmlformats.org/officeDocument/2006/relationships/image" Target="../media/image120.svg"/><Relationship Id="rId57" Type="http://schemas.openxmlformats.org/officeDocument/2006/relationships/image" Target="../media/image128.svg"/><Relationship Id="rId10" Type="http://schemas.openxmlformats.org/officeDocument/2006/relationships/tags" Target="../tags/tag107.xml"/><Relationship Id="rId31" Type="http://schemas.openxmlformats.org/officeDocument/2006/relationships/tags" Target="../tags/tag128.xml"/><Relationship Id="rId44" Type="http://schemas.openxmlformats.org/officeDocument/2006/relationships/image" Target="../media/image115.png"/><Relationship Id="rId52" Type="http://schemas.openxmlformats.org/officeDocument/2006/relationships/image" Target="../media/image123.png"/><Relationship Id="rId60" Type="http://schemas.openxmlformats.org/officeDocument/2006/relationships/image" Target="../media/image131.png"/><Relationship Id="rId65" Type="http://schemas.openxmlformats.org/officeDocument/2006/relationships/image" Target="../media/image136.svg"/><Relationship Id="rId73" Type="http://schemas.openxmlformats.org/officeDocument/2006/relationships/image" Target="../media/image144.svg"/><Relationship Id="rId78" Type="http://schemas.openxmlformats.org/officeDocument/2006/relationships/image" Target="../media/image149.png"/><Relationship Id="rId81" Type="http://schemas.openxmlformats.org/officeDocument/2006/relationships/image" Target="../media/image152.svg"/><Relationship Id="rId86" Type="http://schemas.openxmlformats.org/officeDocument/2006/relationships/image" Target="../media/image157.png"/><Relationship Id="rId4" Type="http://schemas.openxmlformats.org/officeDocument/2006/relationships/tags" Target="../tags/tag101.xml"/><Relationship Id="rId9" Type="http://schemas.openxmlformats.org/officeDocument/2006/relationships/tags" Target="../tags/tag106.xml"/><Relationship Id="rId13" Type="http://schemas.openxmlformats.org/officeDocument/2006/relationships/tags" Target="../tags/tag110.xml"/><Relationship Id="rId18" Type="http://schemas.openxmlformats.org/officeDocument/2006/relationships/tags" Target="../tags/tag115.xml"/><Relationship Id="rId39" Type="http://schemas.openxmlformats.org/officeDocument/2006/relationships/tags" Target="../tags/tag136.xml"/><Relationship Id="rId34" Type="http://schemas.openxmlformats.org/officeDocument/2006/relationships/tags" Target="../tags/tag131.xml"/><Relationship Id="rId50" Type="http://schemas.openxmlformats.org/officeDocument/2006/relationships/image" Target="../media/image121.png"/><Relationship Id="rId55" Type="http://schemas.openxmlformats.org/officeDocument/2006/relationships/image" Target="../media/image126.svg"/><Relationship Id="rId76" Type="http://schemas.openxmlformats.org/officeDocument/2006/relationships/image" Target="../media/image147.png"/><Relationship Id="rId7" Type="http://schemas.openxmlformats.org/officeDocument/2006/relationships/tags" Target="../tags/tag104.xml"/><Relationship Id="rId71" Type="http://schemas.openxmlformats.org/officeDocument/2006/relationships/image" Target="../media/image142.svg"/><Relationship Id="rId2" Type="http://schemas.openxmlformats.org/officeDocument/2006/relationships/tags" Target="../tags/tag99.xml"/><Relationship Id="rId29" Type="http://schemas.openxmlformats.org/officeDocument/2006/relationships/tags" Target="../tags/tag126.xml"/><Relationship Id="rId24" Type="http://schemas.openxmlformats.org/officeDocument/2006/relationships/tags" Target="../tags/tag121.xml"/><Relationship Id="rId40" Type="http://schemas.openxmlformats.org/officeDocument/2006/relationships/slideLayout" Target="../slideLayouts/slideLayout28.xml"/><Relationship Id="rId45" Type="http://schemas.openxmlformats.org/officeDocument/2006/relationships/image" Target="../media/image116.svg"/><Relationship Id="rId66" Type="http://schemas.openxmlformats.org/officeDocument/2006/relationships/image" Target="../media/image137.png"/><Relationship Id="rId87" Type="http://schemas.openxmlformats.org/officeDocument/2006/relationships/image" Target="../media/image158.svg"/><Relationship Id="rId61" Type="http://schemas.openxmlformats.org/officeDocument/2006/relationships/image" Target="../media/image132.svg"/><Relationship Id="rId82" Type="http://schemas.openxmlformats.org/officeDocument/2006/relationships/image" Target="../media/image15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44.xml"/><Relationship Id="rId13" Type="http://schemas.openxmlformats.org/officeDocument/2006/relationships/tags" Target="../tags/tag149.xml"/><Relationship Id="rId18" Type="http://schemas.openxmlformats.org/officeDocument/2006/relationships/image" Target="../media/image159.png"/><Relationship Id="rId26" Type="http://schemas.openxmlformats.org/officeDocument/2006/relationships/image" Target="../media/image166.png"/><Relationship Id="rId3" Type="http://schemas.openxmlformats.org/officeDocument/2006/relationships/tags" Target="../tags/tag139.xml"/><Relationship Id="rId21" Type="http://schemas.microsoft.com/office/2007/relationships/hdphoto" Target="../media/hdphoto1.wdp"/><Relationship Id="rId7" Type="http://schemas.openxmlformats.org/officeDocument/2006/relationships/tags" Target="../tags/tag143.xml"/><Relationship Id="rId12" Type="http://schemas.openxmlformats.org/officeDocument/2006/relationships/tags" Target="../tags/tag148.xml"/><Relationship Id="rId17" Type="http://schemas.openxmlformats.org/officeDocument/2006/relationships/image" Target="../media/image92.svg"/><Relationship Id="rId25" Type="http://schemas.openxmlformats.org/officeDocument/2006/relationships/image" Target="../media/image165.jpeg"/><Relationship Id="rId2" Type="http://schemas.openxmlformats.org/officeDocument/2006/relationships/tags" Target="../tags/tag138.xml"/><Relationship Id="rId16" Type="http://schemas.openxmlformats.org/officeDocument/2006/relationships/image" Target="../media/image91.png"/><Relationship Id="rId20" Type="http://schemas.openxmlformats.org/officeDocument/2006/relationships/image" Target="../media/image161.png"/><Relationship Id="rId29" Type="http://schemas.openxmlformats.org/officeDocument/2006/relationships/image" Target="../media/image168.jpeg"/><Relationship Id="rId1" Type="http://schemas.openxmlformats.org/officeDocument/2006/relationships/tags" Target="../tags/tag137.xml"/><Relationship Id="rId6" Type="http://schemas.openxmlformats.org/officeDocument/2006/relationships/tags" Target="../tags/tag142.xml"/><Relationship Id="rId11" Type="http://schemas.openxmlformats.org/officeDocument/2006/relationships/tags" Target="../tags/tag147.xml"/><Relationship Id="rId24" Type="http://schemas.openxmlformats.org/officeDocument/2006/relationships/image" Target="../media/image164.jpeg"/><Relationship Id="rId32" Type="http://schemas.openxmlformats.org/officeDocument/2006/relationships/image" Target="../media/image170.jpeg"/><Relationship Id="rId5" Type="http://schemas.openxmlformats.org/officeDocument/2006/relationships/tags" Target="../tags/tag141.xml"/><Relationship Id="rId15" Type="http://schemas.openxmlformats.org/officeDocument/2006/relationships/notesSlide" Target="../notesSlides/notesSlide4.xml"/><Relationship Id="rId23" Type="http://schemas.openxmlformats.org/officeDocument/2006/relationships/image" Target="../media/image163.jpeg"/><Relationship Id="rId28" Type="http://schemas.openxmlformats.org/officeDocument/2006/relationships/image" Target="../media/image167.jpeg"/><Relationship Id="rId10" Type="http://schemas.openxmlformats.org/officeDocument/2006/relationships/tags" Target="../tags/tag146.xml"/><Relationship Id="rId19" Type="http://schemas.openxmlformats.org/officeDocument/2006/relationships/image" Target="../media/image160.svg"/><Relationship Id="rId31" Type="http://schemas.microsoft.com/office/2007/relationships/hdphoto" Target="../media/hdphoto3.wdp"/><Relationship Id="rId4" Type="http://schemas.openxmlformats.org/officeDocument/2006/relationships/tags" Target="../tags/tag140.xml"/><Relationship Id="rId9" Type="http://schemas.openxmlformats.org/officeDocument/2006/relationships/tags" Target="../tags/tag145.xml"/><Relationship Id="rId14" Type="http://schemas.openxmlformats.org/officeDocument/2006/relationships/slideLayout" Target="../slideLayouts/slideLayout5.xml"/><Relationship Id="rId22" Type="http://schemas.openxmlformats.org/officeDocument/2006/relationships/image" Target="../media/image162.jpeg"/><Relationship Id="rId27" Type="http://schemas.microsoft.com/office/2007/relationships/hdphoto" Target="../media/hdphoto2.wdp"/><Relationship Id="rId30" Type="http://schemas.openxmlformats.org/officeDocument/2006/relationships/image" Target="../media/image169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tags" Target="../tags/tag173.xml"/><Relationship Id="rId21" Type="http://schemas.openxmlformats.org/officeDocument/2006/relationships/tags" Target="../tags/tag168.xml"/><Relationship Id="rId42" Type="http://schemas.openxmlformats.org/officeDocument/2006/relationships/image" Target="../media/image74.svg"/><Relationship Id="rId47" Type="http://schemas.openxmlformats.org/officeDocument/2006/relationships/image" Target="../media/image79.png"/><Relationship Id="rId63" Type="http://schemas.openxmlformats.org/officeDocument/2006/relationships/image" Target="../media/image99.png"/><Relationship Id="rId68" Type="http://schemas.openxmlformats.org/officeDocument/2006/relationships/image" Target="../media/image104.svg"/><Relationship Id="rId7" Type="http://schemas.openxmlformats.org/officeDocument/2006/relationships/tags" Target="../tags/tag154.xml"/><Relationship Id="rId71" Type="http://schemas.openxmlformats.org/officeDocument/2006/relationships/image" Target="../media/image107.png"/><Relationship Id="rId2" Type="http://schemas.openxmlformats.org/officeDocument/2006/relationships/customXml" Target="../../customXml/item5.xml"/><Relationship Id="rId16" Type="http://schemas.openxmlformats.org/officeDocument/2006/relationships/tags" Target="../tags/tag163.xml"/><Relationship Id="rId29" Type="http://schemas.openxmlformats.org/officeDocument/2006/relationships/tags" Target="../tags/tag176.xml"/><Relationship Id="rId11" Type="http://schemas.openxmlformats.org/officeDocument/2006/relationships/tags" Target="../tags/tag158.xml"/><Relationship Id="rId24" Type="http://schemas.openxmlformats.org/officeDocument/2006/relationships/tags" Target="../tags/tag171.xml"/><Relationship Id="rId32" Type="http://schemas.openxmlformats.org/officeDocument/2006/relationships/tags" Target="../tags/tag179.xml"/><Relationship Id="rId37" Type="http://schemas.openxmlformats.org/officeDocument/2006/relationships/image" Target="../media/image83.png"/><Relationship Id="rId40" Type="http://schemas.openxmlformats.org/officeDocument/2006/relationships/image" Target="../media/image72.svg"/><Relationship Id="rId45" Type="http://schemas.openxmlformats.org/officeDocument/2006/relationships/image" Target="../media/image77.png"/><Relationship Id="rId53" Type="http://schemas.openxmlformats.org/officeDocument/2006/relationships/image" Target="../media/image89.png"/><Relationship Id="rId58" Type="http://schemas.openxmlformats.org/officeDocument/2006/relationships/image" Target="../media/image94.svg"/><Relationship Id="rId66" Type="http://schemas.openxmlformats.org/officeDocument/2006/relationships/image" Target="../media/image102.svg"/><Relationship Id="rId5" Type="http://schemas.openxmlformats.org/officeDocument/2006/relationships/tags" Target="../tags/tag152.xml"/><Relationship Id="rId61" Type="http://schemas.openxmlformats.org/officeDocument/2006/relationships/image" Target="../media/image97.png"/><Relationship Id="rId19" Type="http://schemas.openxmlformats.org/officeDocument/2006/relationships/tags" Target="../tags/tag166.xml"/><Relationship Id="rId14" Type="http://schemas.openxmlformats.org/officeDocument/2006/relationships/tags" Target="../tags/tag161.xml"/><Relationship Id="rId22" Type="http://schemas.openxmlformats.org/officeDocument/2006/relationships/tags" Target="../tags/tag169.xml"/><Relationship Id="rId27" Type="http://schemas.openxmlformats.org/officeDocument/2006/relationships/tags" Target="../tags/tag174.xml"/><Relationship Id="rId30" Type="http://schemas.openxmlformats.org/officeDocument/2006/relationships/tags" Target="../tags/tag177.xml"/><Relationship Id="rId35" Type="http://schemas.openxmlformats.org/officeDocument/2006/relationships/image" Target="../media/image81.png"/><Relationship Id="rId43" Type="http://schemas.openxmlformats.org/officeDocument/2006/relationships/image" Target="../media/image75.png"/><Relationship Id="rId48" Type="http://schemas.openxmlformats.org/officeDocument/2006/relationships/image" Target="../media/image80.svg"/><Relationship Id="rId56" Type="http://schemas.openxmlformats.org/officeDocument/2006/relationships/image" Target="../media/image92.svg"/><Relationship Id="rId64" Type="http://schemas.openxmlformats.org/officeDocument/2006/relationships/image" Target="../media/image100.svg"/><Relationship Id="rId69" Type="http://schemas.openxmlformats.org/officeDocument/2006/relationships/image" Target="../media/image105.png"/><Relationship Id="rId8" Type="http://schemas.openxmlformats.org/officeDocument/2006/relationships/tags" Target="../tags/tag155.xml"/><Relationship Id="rId51" Type="http://schemas.openxmlformats.org/officeDocument/2006/relationships/image" Target="../media/image87.png"/><Relationship Id="rId72" Type="http://schemas.openxmlformats.org/officeDocument/2006/relationships/image" Target="../media/image108.svg"/><Relationship Id="rId3" Type="http://schemas.openxmlformats.org/officeDocument/2006/relationships/tags" Target="../tags/tag150.xml"/><Relationship Id="rId12" Type="http://schemas.openxmlformats.org/officeDocument/2006/relationships/tags" Target="../tags/tag159.xml"/><Relationship Id="rId17" Type="http://schemas.openxmlformats.org/officeDocument/2006/relationships/tags" Target="../tags/tag164.xml"/><Relationship Id="rId25" Type="http://schemas.openxmlformats.org/officeDocument/2006/relationships/tags" Target="../tags/tag172.xml"/><Relationship Id="rId33" Type="http://schemas.openxmlformats.org/officeDocument/2006/relationships/tags" Target="../tags/tag180.xml"/><Relationship Id="rId38" Type="http://schemas.openxmlformats.org/officeDocument/2006/relationships/image" Target="../media/image84.svg"/><Relationship Id="rId46" Type="http://schemas.openxmlformats.org/officeDocument/2006/relationships/image" Target="../media/image78.svg"/><Relationship Id="rId59" Type="http://schemas.openxmlformats.org/officeDocument/2006/relationships/image" Target="../media/image95.png"/><Relationship Id="rId67" Type="http://schemas.openxmlformats.org/officeDocument/2006/relationships/image" Target="../media/image103.png"/><Relationship Id="rId20" Type="http://schemas.openxmlformats.org/officeDocument/2006/relationships/tags" Target="../tags/tag167.xml"/><Relationship Id="rId41" Type="http://schemas.openxmlformats.org/officeDocument/2006/relationships/image" Target="../media/image73.png"/><Relationship Id="rId54" Type="http://schemas.openxmlformats.org/officeDocument/2006/relationships/image" Target="../media/image90.svg"/><Relationship Id="rId62" Type="http://schemas.openxmlformats.org/officeDocument/2006/relationships/image" Target="../media/image98.svg"/><Relationship Id="rId70" Type="http://schemas.openxmlformats.org/officeDocument/2006/relationships/image" Target="../media/image106.svg"/><Relationship Id="rId1" Type="http://schemas.openxmlformats.org/officeDocument/2006/relationships/customXml" Target="../../customXml/item4.xml"/><Relationship Id="rId6" Type="http://schemas.openxmlformats.org/officeDocument/2006/relationships/tags" Target="../tags/tag153.xml"/><Relationship Id="rId15" Type="http://schemas.openxmlformats.org/officeDocument/2006/relationships/tags" Target="../tags/tag162.xml"/><Relationship Id="rId23" Type="http://schemas.openxmlformats.org/officeDocument/2006/relationships/tags" Target="../tags/tag170.xml"/><Relationship Id="rId28" Type="http://schemas.openxmlformats.org/officeDocument/2006/relationships/tags" Target="../tags/tag175.xml"/><Relationship Id="rId36" Type="http://schemas.openxmlformats.org/officeDocument/2006/relationships/image" Target="../media/image82.svg"/><Relationship Id="rId49" Type="http://schemas.openxmlformats.org/officeDocument/2006/relationships/image" Target="../media/image85.png"/><Relationship Id="rId57" Type="http://schemas.openxmlformats.org/officeDocument/2006/relationships/image" Target="../media/image93.png"/><Relationship Id="rId10" Type="http://schemas.openxmlformats.org/officeDocument/2006/relationships/tags" Target="../tags/tag157.xml"/><Relationship Id="rId31" Type="http://schemas.openxmlformats.org/officeDocument/2006/relationships/tags" Target="../tags/tag178.xml"/><Relationship Id="rId44" Type="http://schemas.openxmlformats.org/officeDocument/2006/relationships/image" Target="../media/image76.svg"/><Relationship Id="rId52" Type="http://schemas.openxmlformats.org/officeDocument/2006/relationships/image" Target="../media/image88.svg"/><Relationship Id="rId60" Type="http://schemas.openxmlformats.org/officeDocument/2006/relationships/image" Target="../media/image96.svg"/><Relationship Id="rId65" Type="http://schemas.openxmlformats.org/officeDocument/2006/relationships/image" Target="../media/image101.png"/><Relationship Id="rId4" Type="http://schemas.openxmlformats.org/officeDocument/2006/relationships/tags" Target="../tags/tag151.xml"/><Relationship Id="rId9" Type="http://schemas.openxmlformats.org/officeDocument/2006/relationships/tags" Target="../tags/tag156.xml"/><Relationship Id="rId13" Type="http://schemas.openxmlformats.org/officeDocument/2006/relationships/tags" Target="../tags/tag160.xml"/><Relationship Id="rId18" Type="http://schemas.openxmlformats.org/officeDocument/2006/relationships/tags" Target="../tags/tag165.xml"/><Relationship Id="rId39" Type="http://schemas.openxmlformats.org/officeDocument/2006/relationships/image" Target="../media/image71.png"/><Relationship Id="rId34" Type="http://schemas.openxmlformats.org/officeDocument/2006/relationships/slideLayout" Target="../slideLayouts/slideLayout30.xml"/><Relationship Id="rId50" Type="http://schemas.openxmlformats.org/officeDocument/2006/relationships/image" Target="../media/image86.svg"/><Relationship Id="rId55" Type="http://schemas.openxmlformats.org/officeDocument/2006/relationships/image" Target="../media/image9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isa.europa.eu/sites/default/files/publications/O.7.2-T2-Risk_Management_standards.pdf" TargetMode="External"/><Relationship Id="rId7" Type="http://schemas.openxmlformats.org/officeDocument/2006/relationships/image" Target="../media/image175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74.bin"/><Relationship Id="rId5" Type="http://schemas.openxmlformats.org/officeDocument/2006/relationships/image" Target="../media/image173.svg"/><Relationship Id="rId4" Type="http://schemas.openxmlformats.org/officeDocument/2006/relationships/image" Target="../media/image17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image" Target="../media/image179.svg"/><Relationship Id="rId3" Type="http://schemas.openxmlformats.org/officeDocument/2006/relationships/tags" Target="../tags/tag183.xml"/><Relationship Id="rId7" Type="http://schemas.openxmlformats.org/officeDocument/2006/relationships/diagramQuickStyle" Target="../diagrams/quickStyle1.xml"/><Relationship Id="rId12" Type="http://schemas.openxmlformats.org/officeDocument/2006/relationships/image" Target="../media/image178.png"/><Relationship Id="rId2" Type="http://schemas.openxmlformats.org/officeDocument/2006/relationships/tags" Target="../tags/tag182.xml"/><Relationship Id="rId1" Type="http://schemas.openxmlformats.org/officeDocument/2006/relationships/tags" Target="../tags/tag181.xml"/><Relationship Id="rId6" Type="http://schemas.openxmlformats.org/officeDocument/2006/relationships/diagramLayout" Target="../diagrams/layout1.xml"/><Relationship Id="rId11" Type="http://schemas.openxmlformats.org/officeDocument/2006/relationships/image" Target="../media/image177.svg"/><Relationship Id="rId5" Type="http://schemas.openxmlformats.org/officeDocument/2006/relationships/diagramData" Target="../diagrams/data1.xml"/><Relationship Id="rId10" Type="http://schemas.openxmlformats.org/officeDocument/2006/relationships/image" Target="../media/image176.png"/><Relationship Id="rId4" Type="http://schemas.openxmlformats.org/officeDocument/2006/relationships/slideLayout" Target="../slideLayouts/slideLayout6.xml"/><Relationship Id="rId9" Type="http://schemas.microsoft.com/office/2007/relationships/diagramDrawing" Target="../diagrams/drawin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8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8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E315_29B06FA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E318_BA6765F9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3" Type="http://schemas.openxmlformats.org/officeDocument/2006/relationships/tags" Target="../tags/tag188.xml"/><Relationship Id="rId7" Type="http://schemas.openxmlformats.org/officeDocument/2006/relationships/image" Target="../media/image92.svg"/><Relationship Id="rId12" Type="http://schemas.openxmlformats.org/officeDocument/2006/relationships/image" Target="../media/image174.bin"/><Relationship Id="rId2" Type="http://schemas.openxmlformats.org/officeDocument/2006/relationships/tags" Target="../tags/tag187.xml"/><Relationship Id="rId1" Type="http://schemas.openxmlformats.org/officeDocument/2006/relationships/tags" Target="../tags/tag186.xml"/><Relationship Id="rId6" Type="http://schemas.openxmlformats.org/officeDocument/2006/relationships/image" Target="../media/image91.png"/><Relationship Id="rId11" Type="http://schemas.openxmlformats.org/officeDocument/2006/relationships/image" Target="../media/image182.png"/><Relationship Id="rId5" Type="http://schemas.openxmlformats.org/officeDocument/2006/relationships/notesSlide" Target="../notesSlides/notesSlide10.xml"/><Relationship Id="rId10" Type="http://schemas.openxmlformats.org/officeDocument/2006/relationships/image" Target="../media/image181.png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16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3D0CB3-DC7E-D2F9-2AC6-B7DD459D711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tabLst>
                <a:tab pos="1254125" algn="l"/>
              </a:tabLst>
            </a:pPr>
            <a:r>
              <a:rPr lang="en-US" noProof="0" dirty="0"/>
              <a:t>Analysis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6B7E210-689C-6DCE-E34C-D73221E0CF2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noProof="0" dirty="0"/>
              <a:t>November 2025 |  Internal</a:t>
            </a:r>
          </a:p>
        </p:txBody>
      </p:sp>
      <p:pic>
        <p:nvPicPr>
          <p:cNvPr id="11" name="Image placeholder  3">
            <a:extLst>
              <a:ext uri="{FF2B5EF4-FFF2-40B4-BE49-F238E27FC236}">
                <a16:creationId xmlns:a16="http://schemas.microsoft.com/office/drawing/2014/main" id="{79958065-29FE-0E66-8781-50BD43113FCF}"/>
              </a:ext>
            </a:extLst>
          </p:cNvPr>
          <p:cNvPicPr>
            <a:picLocks noGrp="1" noChangeAspect="1"/>
          </p:cNvPicPr>
          <p:nvPr>
            <p:ph type="pic" sz="quarter" idx="20"/>
            <p:custDataLst>
              <p:tags r:id="rId2"/>
            </p:custData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44" r="27144"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4DEFB28-DD82-8220-6D41-D3DDC8686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985" y="404663"/>
            <a:ext cx="8055986" cy="1704711"/>
          </a:xfrm>
        </p:spPr>
        <p:txBody>
          <a:bodyPr/>
          <a:lstStyle/>
          <a:p>
            <a:r>
              <a:rPr lang="en-US" noProof="0" dirty="0"/>
              <a:t>Critical Entities Resilience Directive </a:t>
            </a:r>
            <a:br>
              <a:rPr lang="en-US" noProof="0" dirty="0"/>
            </a:br>
            <a:r>
              <a:rPr lang="en-US" noProof="0" dirty="0"/>
              <a:t>CER</a:t>
            </a:r>
            <a:endParaRPr lang="en-US" noProof="0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966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3DB155-28A4-4020-429A-FF9BFAD71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177" y="440285"/>
            <a:ext cx="11342769" cy="936773"/>
          </a:xfrm>
        </p:spPr>
        <p:txBody>
          <a:bodyPr/>
          <a:lstStyle/>
          <a:p>
            <a:r>
              <a:rPr lang="en-US" sz="2200" noProof="0" dirty="0"/>
              <a:t>Context and objectives of the CER directive</a:t>
            </a:r>
          </a:p>
        </p:txBody>
      </p:sp>
      <p:grpSp>
        <p:nvGrpSpPr>
          <p:cNvPr id="94" name="Groupe 93">
            <a:extLst>
              <a:ext uri="{FF2B5EF4-FFF2-40B4-BE49-F238E27FC236}">
                <a16:creationId xmlns:a16="http://schemas.microsoft.com/office/drawing/2014/main" id="{22318482-8818-2F36-EAE2-E702D525F4C3}"/>
              </a:ext>
            </a:extLst>
          </p:cNvPr>
          <p:cNvGrpSpPr>
            <a:grpSpLocks/>
          </p:cNvGrpSpPr>
          <p:nvPr/>
        </p:nvGrpSpPr>
        <p:grpSpPr>
          <a:xfrm>
            <a:off x="5794470" y="2786124"/>
            <a:ext cx="5974907" cy="777171"/>
            <a:chOff x="6195913" y="2724392"/>
            <a:chExt cx="5974907" cy="777171"/>
          </a:xfrm>
        </p:grpSpPr>
        <p:sp>
          <p:nvSpPr>
            <p:cNvPr id="95" name="Rectangle 94" descr="----">
              <a:extLst>
                <a:ext uri="{FF2B5EF4-FFF2-40B4-BE49-F238E27FC236}">
                  <a16:creationId xmlns:a16="http://schemas.microsoft.com/office/drawing/2014/main" id="{1723BE17-7BEE-25DD-A014-9E9F3F6DE3E2}"/>
                </a:ext>
              </a:extLst>
            </p:cNvPr>
            <p:cNvSpPr>
              <a:spLocks/>
            </p:cNvSpPr>
            <p:nvPr>
              <p:custDataLst>
                <p:tags r:id="rId51"/>
              </p:custDataLst>
            </p:nvPr>
          </p:nvSpPr>
          <p:spPr>
            <a:xfrm>
              <a:off x="6195913" y="2724392"/>
              <a:ext cx="5974907" cy="777171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defRPr/>
              </a:pPr>
              <a:r>
                <a:rPr lang="en-US" sz="1100" dirty="0">
                  <a:solidFill>
                    <a:schemeClr val="accent3">
                      <a:lumMod val="100000"/>
                    </a:schemeClr>
                  </a:solidFill>
                </a:rPr>
                <a:t>A </a:t>
              </a:r>
              <a:r>
                <a:rPr lang="en-US" sz="1100" b="1" dirty="0">
                  <a:solidFill>
                    <a:schemeClr val="accent3">
                      <a:lumMod val="100000"/>
                    </a:schemeClr>
                  </a:solidFill>
                </a:rPr>
                <a:t>regulation</a:t>
              </a:r>
              <a:r>
                <a:rPr lang="en-US" sz="1100" dirty="0">
                  <a:solidFill>
                    <a:schemeClr val="accent3">
                      <a:lumMod val="100000"/>
                    </a:schemeClr>
                  </a:solidFill>
                </a:rPr>
                <a:t> (</a:t>
              </a:r>
              <a:r>
                <a:rPr lang="en-US" sz="1100" i="1" dirty="0" err="1">
                  <a:solidFill>
                    <a:schemeClr val="accent3">
                      <a:lumMod val="100000"/>
                    </a:schemeClr>
                  </a:solidFill>
                </a:rPr>
                <a:t>e.g</a:t>
              </a:r>
              <a:r>
                <a:rPr lang="en-US" sz="1100" i="1" dirty="0">
                  <a:solidFill>
                    <a:schemeClr val="accent3">
                      <a:lumMod val="100000"/>
                    </a:schemeClr>
                  </a:solidFill>
                </a:rPr>
                <a:t>: GDPR</a:t>
              </a:r>
              <a:r>
                <a:rPr lang="en-US" sz="1100" dirty="0">
                  <a:solidFill>
                    <a:schemeClr val="accent3">
                      <a:lumMod val="100000"/>
                    </a:schemeClr>
                  </a:solidFill>
                </a:rPr>
                <a:t>) is </a:t>
              </a:r>
              <a:r>
                <a:rPr lang="en-US" sz="1100" b="1" dirty="0">
                  <a:solidFill>
                    <a:schemeClr val="accent3">
                      <a:lumMod val="100000"/>
                    </a:schemeClr>
                  </a:solidFill>
                </a:rPr>
                <a:t>directly applicable </a:t>
              </a:r>
              <a:r>
                <a:rPr lang="en-US" sz="1100" dirty="0">
                  <a:solidFill>
                    <a:schemeClr val="accent3">
                      <a:lumMod val="100000"/>
                    </a:schemeClr>
                  </a:solidFill>
                </a:rPr>
                <a:t>to member state.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100000"/>
                    </a:schemeClr>
                  </a:solidFill>
                  <a:effectLst/>
                  <a:uLnTx/>
                  <a:uFillTx/>
                  <a:ea typeface="+mn-ea"/>
                  <a:cs typeface="+mn-cs"/>
                </a:rPr>
                <a:t>On the contrary, a </a:t>
              </a:r>
              <a:r>
                <a:rPr kumimoji="0" lang="en-US" sz="1100" b="1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100000"/>
                    </a:schemeClr>
                  </a:solidFill>
                  <a:effectLst/>
                  <a:uLnTx/>
                  <a:uFillTx/>
                  <a:ea typeface="+mn-ea"/>
                  <a:cs typeface="+mn-cs"/>
                </a:rPr>
                <a:t>directive</a:t>
              </a:r>
              <a:r>
                <a:rPr kumimoji="0" lang="en-US" sz="1100" b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100000"/>
                    </a:schemeClr>
                  </a:solidFill>
                  <a:effectLst/>
                  <a:uLnTx/>
                  <a:uFillTx/>
                  <a:ea typeface="+mn-ea"/>
                  <a:cs typeface="+mn-cs"/>
                </a:rPr>
                <a:t> (</a:t>
              </a:r>
              <a:r>
                <a:rPr kumimoji="0" lang="en-US" sz="1100" b="0" i="1" u="none" strike="noStrike" kern="1200" cap="none" spc="0" normalizeH="0" baseline="0" noProof="0" dirty="0" err="1">
                  <a:ln>
                    <a:noFill/>
                  </a:ln>
                  <a:solidFill>
                    <a:schemeClr val="accent3">
                      <a:lumMod val="100000"/>
                    </a:schemeClr>
                  </a:solidFill>
                  <a:effectLst/>
                  <a:uLnTx/>
                  <a:uFillTx/>
                  <a:ea typeface="+mn-ea"/>
                  <a:cs typeface="+mn-cs"/>
                </a:rPr>
                <a:t>e.g</a:t>
              </a:r>
              <a:r>
                <a:rPr kumimoji="0" lang="en-US" sz="1100" b="0" i="1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100000"/>
                    </a:schemeClr>
                  </a:solidFill>
                  <a:effectLst/>
                  <a:uLnTx/>
                  <a:uFillTx/>
                  <a:ea typeface="+mn-ea"/>
                  <a:cs typeface="+mn-cs"/>
                </a:rPr>
                <a:t>: CER</a:t>
              </a:r>
              <a:r>
                <a:rPr kumimoji="0" lang="en-US" sz="1100" b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100000"/>
                    </a:schemeClr>
                  </a:solidFill>
                  <a:effectLst/>
                  <a:uLnTx/>
                  <a:uFillTx/>
                  <a:ea typeface="+mn-ea"/>
                  <a:cs typeface="+mn-cs"/>
                </a:rPr>
                <a:t>) must be </a:t>
              </a:r>
              <a:r>
                <a:rPr kumimoji="0" lang="en-US" sz="1100" b="1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100000"/>
                    </a:schemeClr>
                  </a:solidFill>
                  <a:effectLst/>
                  <a:uLnTx/>
                  <a:uFillTx/>
                  <a:ea typeface="+mn-ea"/>
                  <a:cs typeface="+mn-cs"/>
                </a:rPr>
                <a:t>first transposed</a:t>
              </a:r>
              <a:r>
                <a:rPr kumimoji="0" lang="en-US" sz="1100" b="0" u="none" strike="noStrike" kern="1200" cap="none" spc="0" normalizeH="0" baseline="0" noProof="0" dirty="0">
                  <a:ln>
                    <a:noFill/>
                  </a:ln>
                  <a:solidFill>
                    <a:schemeClr val="accent3">
                      <a:lumMod val="100000"/>
                    </a:schemeClr>
                  </a:solidFill>
                  <a:effectLst/>
                  <a:uLnTx/>
                  <a:uFillTx/>
                  <a:ea typeface="+mn-ea"/>
                  <a:cs typeface="+mn-cs"/>
                </a:rPr>
                <a:t> as a</a:t>
              </a:r>
              <a:r>
                <a:rPr lang="en-US" sz="1100" dirty="0">
                  <a:solidFill>
                    <a:schemeClr val="accent3">
                      <a:lumMod val="100000"/>
                    </a:schemeClr>
                  </a:solidFill>
                </a:rPr>
                <a:t> national law.</a:t>
              </a:r>
              <a:endParaRPr lang="en-US" sz="1100" noProof="0" dirty="0">
                <a:solidFill>
                  <a:schemeClr val="accent3">
                    <a:lumMod val="100000"/>
                  </a:schemeClr>
                </a:solidFill>
                <a:highlight>
                  <a:srgbClr val="FFFF00"/>
                </a:highlight>
              </a:endParaRPr>
            </a:p>
          </p:txBody>
        </p:sp>
        <p:pic>
          <p:nvPicPr>
            <p:cNvPr id="96" name="Graphic 8 [1]">
              <a:extLst>
                <a:ext uri="{FF2B5EF4-FFF2-40B4-BE49-F238E27FC236}">
                  <a16:creationId xmlns:a16="http://schemas.microsoft.com/office/drawing/2014/main" id="{D4480887-8962-D3AF-E27E-D44B2840DB96}"/>
                </a:ext>
              </a:extLst>
            </p:cNvPr>
            <p:cNvPicPr>
              <a:picLocks noChangeAspect="1"/>
            </p:cNvPicPr>
            <p:nvPr>
              <p:custDataLst>
                <p:tags r:id="rId52"/>
              </p:custDataLst>
            </p:nvPr>
          </p:nvPicPr>
          <p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>
              <a:off x="6275612" y="2874983"/>
              <a:ext cx="468000" cy="468000"/>
            </a:xfrm>
            <a:prstGeom prst="rect">
              <a:avLst/>
            </a:prstGeom>
            <a:extLst>
              <a:ext uri="{91240B29-F687-4F45-9708-019B960494DF}">
                <a14:hiddenLine xmlns:a14="http://schemas.microsoft.com/office/drawing/2010/main" w="9525" cap="flat">
                  <a:solidFill>
                    <a:schemeClr val="accent3">
                      <a:lumMod val="100000"/>
                    </a:schemeClr>
                  </a:solidFill>
                  <a:prstDash val="solid"/>
                  <a:miter/>
                </a14:hiddenLine>
              </a:ext>
            </a:extLst>
          </p:spPr>
        </p:pic>
      </p:grp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6A634C1-05AD-1D72-6888-50A129B5AD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>
                <a:latin typeface="+mn-lt"/>
              </a:rPr>
              <a:t>Introduction to </a:t>
            </a:r>
            <a:r>
              <a:rPr lang="en-US" noProof="0" dirty="0" err="1">
                <a:latin typeface="+mn-lt"/>
              </a:rPr>
              <a:t>cer</a:t>
            </a:r>
            <a:endParaRPr lang="en-US" noProof="0" dirty="0">
              <a:latin typeface="+mn-lt"/>
            </a:endParaRPr>
          </a:p>
        </p:txBody>
      </p:sp>
      <p:grpSp>
        <p:nvGrpSpPr>
          <p:cNvPr id="152" name="Groupe 151">
            <a:extLst>
              <a:ext uri="{FF2B5EF4-FFF2-40B4-BE49-F238E27FC236}">
                <a16:creationId xmlns:a16="http://schemas.microsoft.com/office/drawing/2014/main" id="{E05D3516-3B0D-115B-8C26-E37BCB1B822F}"/>
              </a:ext>
            </a:extLst>
          </p:cNvPr>
          <p:cNvGrpSpPr/>
          <p:nvPr/>
        </p:nvGrpSpPr>
        <p:grpSpPr>
          <a:xfrm>
            <a:off x="141814" y="2617924"/>
            <a:ext cx="5427264" cy="3947658"/>
            <a:chOff x="379919" y="3013523"/>
            <a:chExt cx="5427264" cy="3790965"/>
          </a:xfrm>
        </p:grpSpPr>
        <p:grpSp>
          <p:nvGrpSpPr>
            <p:cNvPr id="30" name="Group 15">
              <a:extLst>
                <a:ext uri="{FF2B5EF4-FFF2-40B4-BE49-F238E27FC236}">
                  <a16:creationId xmlns:a16="http://schemas.microsoft.com/office/drawing/2014/main" id="{697EDAB5-D208-DEB6-A411-18D2051B9B88}"/>
                </a:ext>
              </a:extLst>
            </p:cNvPr>
            <p:cNvGrpSpPr>
              <a:grpSpLocks/>
            </p:cNvGrpSpPr>
            <p:nvPr>
              <p:custDataLst>
                <p:tags r:id="rId31"/>
              </p:custDataLst>
            </p:nvPr>
          </p:nvGrpSpPr>
          <p:grpSpPr>
            <a:xfrm>
              <a:off x="4311093" y="5692437"/>
              <a:ext cx="468000" cy="468000"/>
              <a:chOff x="-1162896" y="1099986"/>
              <a:chExt cx="1619250" cy="1619250"/>
            </a:xfrm>
          </p:grpSpPr>
          <p:pic>
            <p:nvPicPr>
              <p:cNvPr id="31" name="Graphic 2 [2]" hidden="1">
                <a:extLst>
                  <a:ext uri="{FF2B5EF4-FFF2-40B4-BE49-F238E27FC236}">
                    <a16:creationId xmlns:a16="http://schemas.microsoft.com/office/drawing/2014/main" id="{5F3673D6-0A49-D2CC-A129-E49670EDCA1E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8"/>
                </p:custDataLst>
              </p:nvPr>
            </p:nvPicPr>
            <p:blipFill>
              <a:blip r:embed="rId57">
                <a:extLst>
                  <a:ext uri="{96DAC541-7B7A-43D3-8B79-37D633B846F1}">
                    <asvg:svgBlip xmlns:asvg="http://schemas.microsoft.com/office/drawing/2016/SVG/main" r:embed="rId58"/>
                  </a:ext>
                </a:extLst>
              </a:blip>
              <a:stretch>
                <a:fillRect/>
              </a:stretch>
            </p:blipFill>
            <p:spPr>
              <a:xfrm>
                <a:off x="-1162896" y="1099986"/>
                <a:ext cx="1619250" cy="1619250"/>
              </a:xfrm>
              <a:prstGeom prst="rect">
                <a:avLst/>
              </a:prstGeom>
            </p:spPr>
          </p:pic>
          <p:pic>
            <p:nvPicPr>
              <p:cNvPr id="32" name="Graphic 4 [0]" hidden="1">
                <a:extLst>
                  <a:ext uri="{FF2B5EF4-FFF2-40B4-BE49-F238E27FC236}">
                    <a16:creationId xmlns:a16="http://schemas.microsoft.com/office/drawing/2014/main" id="{A0FA6F18-257D-CFD1-29FF-E82017BB9704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9"/>
                </p:custDataLst>
              </p:nvPr>
            </p:nvPicPr>
            <p:blipFill>
              <a:blip r:embed="rId59">
                <a:extLst>
                  <a:ext uri="{96DAC541-7B7A-43D3-8B79-37D633B846F1}">
                    <asvg:svgBlip xmlns:asvg="http://schemas.microsoft.com/office/drawing/2016/SVG/main" r:embed="rId60"/>
                  </a:ext>
                </a:extLst>
              </a:blip>
              <a:stretch>
                <a:fillRect/>
              </a:stretch>
            </p:blipFill>
            <p:spPr>
              <a:xfrm>
                <a:off x="-1162896" y="1099986"/>
                <a:ext cx="1619250" cy="1619250"/>
              </a:xfrm>
              <a:prstGeom prst="rect">
                <a:avLst/>
              </a:prstGeom>
            </p:spPr>
          </p:pic>
          <p:pic>
            <p:nvPicPr>
              <p:cNvPr id="33" name="Graphic 8 [1]" hidden="1">
                <a:extLst>
                  <a:ext uri="{FF2B5EF4-FFF2-40B4-BE49-F238E27FC236}">
                    <a16:creationId xmlns:a16="http://schemas.microsoft.com/office/drawing/2014/main" id="{89E82EDD-94B9-BCF7-FE07-96715324BAC8}"/>
                  </a:ext>
                </a:extLst>
              </p:cNvPr>
              <p:cNvPicPr>
                <a:picLocks noChangeAspect="1"/>
              </p:cNvPicPr>
              <p:nvPr>
                <p:custDataLst>
                  <p:tags r:id="rId50"/>
                </p:custDataLst>
              </p:nvPr>
            </p:nvPicPr>
            <p:blipFill>
              <a:blip r:embed="rId61">
                <a:extLst>
                  <a:ext uri="{96DAC541-7B7A-43D3-8B79-37D633B846F1}">
                    <asvg:svgBlip xmlns:asvg="http://schemas.microsoft.com/office/drawing/2016/SVG/main" r:embed="rId62"/>
                  </a:ext>
                </a:extLst>
              </a:blip>
              <a:stretch>
                <a:fillRect/>
              </a:stretch>
            </p:blipFill>
            <p:spPr>
              <a:xfrm>
                <a:off x="-1162896" y="1099986"/>
                <a:ext cx="1619250" cy="1619250"/>
              </a:xfrm>
              <a:prstGeom prst="rect">
                <a:avLst/>
              </a:prstGeom>
            </p:spPr>
          </p:pic>
        </p:grpSp>
        <p:grpSp>
          <p:nvGrpSpPr>
            <p:cNvPr id="34" name="Group 9">
              <a:extLst>
                <a:ext uri="{FF2B5EF4-FFF2-40B4-BE49-F238E27FC236}">
                  <a16:creationId xmlns:a16="http://schemas.microsoft.com/office/drawing/2014/main" id="{DA37AF84-EBF0-0B46-C49F-60301A5AEDC2}"/>
                </a:ext>
              </a:extLst>
            </p:cNvPr>
            <p:cNvGrpSpPr>
              <a:grpSpLocks/>
            </p:cNvGrpSpPr>
            <p:nvPr>
              <p:custDataLst>
                <p:tags r:id="rId32"/>
              </p:custDataLst>
            </p:nvPr>
          </p:nvGrpSpPr>
          <p:grpSpPr>
            <a:xfrm>
              <a:off x="4311093" y="5692437"/>
              <a:ext cx="468000" cy="468000"/>
              <a:chOff x="-1079159" y="856823"/>
              <a:chExt cx="1619250" cy="1619250"/>
            </a:xfrm>
          </p:grpSpPr>
          <p:pic>
            <p:nvPicPr>
              <p:cNvPr id="35" name="Graphic 2 [3]" hidden="1">
                <a:extLst>
                  <a:ext uri="{FF2B5EF4-FFF2-40B4-BE49-F238E27FC236}">
                    <a16:creationId xmlns:a16="http://schemas.microsoft.com/office/drawing/2014/main" id="{B1859FC5-5BFD-E231-44FC-34CB9C419CAF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5"/>
                </p:custDataLst>
              </p:nvPr>
            </p:nvPicPr>
            <p:blipFill>
              <a:blip r:embed="rId63">
                <a:extLst>
                  <a:ext uri="{96DAC541-7B7A-43D3-8B79-37D633B846F1}">
                    <asvg:svgBlip xmlns:asvg="http://schemas.microsoft.com/office/drawing/2016/SVG/main" r:embed="rId64"/>
                  </a:ext>
                </a:extLst>
              </a:blip>
              <a:stretch>
                <a:fillRect/>
              </a:stretch>
            </p:blipFill>
            <p:spPr>
              <a:xfrm>
                <a:off x="-1079159" y="856823"/>
                <a:ext cx="1619250" cy="1619250"/>
              </a:xfrm>
              <a:prstGeom prst="rect">
                <a:avLst/>
              </a:prstGeom>
            </p:spPr>
          </p:pic>
          <p:pic>
            <p:nvPicPr>
              <p:cNvPr id="36" name="Graphic 4 [2]" hidden="1">
                <a:extLst>
                  <a:ext uri="{FF2B5EF4-FFF2-40B4-BE49-F238E27FC236}">
                    <a16:creationId xmlns:a16="http://schemas.microsoft.com/office/drawing/2014/main" id="{067D615A-1CF1-E2DE-11B9-99FF5964858E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6"/>
                </p:custDataLst>
              </p:nvPr>
            </p:nvPicPr>
            <p:blipFill>
              <a:blip r:embed="rId65">
                <a:extLst>
                  <a:ext uri="{96DAC541-7B7A-43D3-8B79-37D633B846F1}">
                    <asvg:svgBlip xmlns:asvg="http://schemas.microsoft.com/office/drawing/2016/SVG/main" r:embed="rId66"/>
                  </a:ext>
                </a:extLst>
              </a:blip>
              <a:stretch>
                <a:fillRect/>
              </a:stretch>
            </p:blipFill>
            <p:spPr>
              <a:xfrm>
                <a:off x="-1079159" y="856823"/>
                <a:ext cx="1619250" cy="1619250"/>
              </a:xfrm>
              <a:prstGeom prst="rect">
                <a:avLst/>
              </a:prstGeom>
            </p:spPr>
          </p:pic>
          <p:pic>
            <p:nvPicPr>
              <p:cNvPr id="37" name="Graphic 6 [0]" hidden="1">
                <a:extLst>
                  <a:ext uri="{FF2B5EF4-FFF2-40B4-BE49-F238E27FC236}">
                    <a16:creationId xmlns:a16="http://schemas.microsoft.com/office/drawing/2014/main" id="{32FB10A6-9394-E592-E49E-15F6F3962B60}"/>
                  </a:ext>
                </a:extLst>
              </p:cNvPr>
              <p:cNvPicPr>
                <a:picLocks noChangeAspect="1"/>
              </p:cNvPicPr>
              <p:nvPr>
                <p:custDataLst>
                  <p:tags r:id="rId47"/>
                </p:custDataLst>
              </p:nvPr>
            </p:nvPicPr>
            <p:blipFill>
              <a:blip r:embed="rId67">
                <a:extLst>
                  <a:ext uri="{96DAC541-7B7A-43D3-8B79-37D633B846F1}">
                    <asvg:svgBlip xmlns:asvg="http://schemas.microsoft.com/office/drawing/2016/SVG/main" r:embed="rId68"/>
                  </a:ext>
                </a:extLst>
              </a:blip>
              <a:stretch>
                <a:fillRect/>
              </a:stretch>
            </p:blipFill>
            <p:spPr>
              <a:xfrm>
                <a:off x="-1079159" y="856823"/>
                <a:ext cx="1619250" cy="1619250"/>
              </a:xfrm>
              <a:prstGeom prst="rect">
                <a:avLst/>
              </a:prstGeom>
            </p:spPr>
          </p:pic>
        </p:grpSp>
        <p:grpSp>
          <p:nvGrpSpPr>
            <p:cNvPr id="63" name="Groupe 62">
              <a:extLst>
                <a:ext uri="{FF2B5EF4-FFF2-40B4-BE49-F238E27FC236}">
                  <a16:creationId xmlns:a16="http://schemas.microsoft.com/office/drawing/2014/main" id="{837EB91B-3306-7063-EB77-9CEA5FD49FC9}"/>
                </a:ext>
              </a:extLst>
            </p:cNvPr>
            <p:cNvGrpSpPr>
              <a:grpSpLocks/>
            </p:cNvGrpSpPr>
            <p:nvPr/>
          </p:nvGrpSpPr>
          <p:grpSpPr>
            <a:xfrm>
              <a:off x="379919" y="3013523"/>
              <a:ext cx="5427264" cy="3790965"/>
              <a:chOff x="237091" y="2749340"/>
              <a:chExt cx="5427264" cy="3790965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FBF130A9-1E71-70D2-A025-D730449EC8C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37091" y="2908404"/>
                <a:ext cx="5427264" cy="3631901"/>
              </a:xfrm>
              <a:prstGeom prst="rect">
                <a:avLst/>
              </a:prstGeom>
              <a:solidFill>
                <a:schemeClr val="accent4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600"/>
                  </a:spcBef>
                </a:pPr>
                <a:endParaRPr lang="en-US" sz="1050" b="1" noProof="0" dirty="0">
                  <a:solidFill>
                    <a:schemeClr val="accent1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65" name="Parallélogramme 64">
                <a:extLst>
                  <a:ext uri="{FF2B5EF4-FFF2-40B4-BE49-F238E27FC236}">
                    <a16:creationId xmlns:a16="http://schemas.microsoft.com/office/drawing/2014/main" id="{09AD89FE-270C-9BD2-7C43-547FE68AA96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27572" y="2749340"/>
                <a:ext cx="3364653" cy="326523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108000" rIns="108000" bIns="10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ahoma (en-tête)"/>
                    <a:ea typeface="+mn-ea"/>
                    <a:cs typeface="+mn-cs"/>
                  </a:rPr>
                  <a:t>CER aims at</a:t>
                </a:r>
                <a:r>
                  <a:rPr lang="en-US" sz="1050" b="1" noProof="0" dirty="0">
                    <a:solidFill>
                      <a:srgbClr val="FFFFFF"/>
                    </a:solidFill>
                    <a:latin typeface="Tahoma (en-tête)"/>
                  </a:rPr>
                  <a:t>:</a:t>
                </a:r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highlight>
                    <a:srgbClr val="FFFF00"/>
                  </a:highlight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66" name="ZoneTexte 65">
                <a:extLst>
                  <a:ext uri="{FF2B5EF4-FFF2-40B4-BE49-F238E27FC236}">
                    <a16:creationId xmlns:a16="http://schemas.microsoft.com/office/drawing/2014/main" id="{86609C5F-A5BE-EBFE-508F-418E1C32C6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04195" y="3092799"/>
                <a:ext cx="1771861" cy="86451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171450" marR="0" lvl="0" indent="-17145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Tx/>
                  <a:buFont typeface="Aptos" panose="020B0004020202020204" pitchFamily="34" charset="0"/>
                  <a:buChar char="⁄"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10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Ensure activity in </a:t>
                </a:r>
                <a:r>
                  <a:rPr kumimoji="0" lang="en-US" sz="105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bg1">
                        <a:lumMod val="10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cas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10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of incident on critical infrastructures and economic activity continuity </a:t>
                </a:r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100000"/>
                    </a:schemeClr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cxnSp>
            <p:nvCxnSpPr>
              <p:cNvPr id="67" name="Connecteur droit 66">
                <a:extLst>
                  <a:ext uri="{FF2B5EF4-FFF2-40B4-BE49-F238E27FC236}">
                    <a16:creationId xmlns:a16="http://schemas.microsoft.com/office/drawing/2014/main" id="{E88D0C39-46E2-6D35-097D-FA5A7BA8F8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4195" y="3075863"/>
                <a:ext cx="0" cy="1467488"/>
              </a:xfrm>
              <a:prstGeom prst="line">
                <a:avLst/>
              </a:prstGeom>
              <a:ln w="12700" cap="flat" cmpd="sng" algn="ctr">
                <a:solidFill>
                  <a:srgbClr val="677677"/>
                </a:solidFill>
                <a:prstDash val="sysDot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" name="Group 10">
                <a:extLst>
                  <a:ext uri="{FF2B5EF4-FFF2-40B4-BE49-F238E27FC236}">
                    <a16:creationId xmlns:a16="http://schemas.microsoft.com/office/drawing/2014/main" id="{F4ABC8DC-E758-3302-CC4E-F60692522BE4}"/>
                  </a:ext>
                </a:extLst>
              </p:cNvPr>
              <p:cNvGrpSpPr>
                <a:grpSpLocks/>
              </p:cNvGrpSpPr>
              <p:nvPr>
                <p:custDataLst>
                  <p:tags r:id="rId33"/>
                </p:custDataLst>
              </p:nvPr>
            </p:nvGrpSpPr>
            <p:grpSpPr>
              <a:xfrm>
                <a:off x="840706" y="3186032"/>
                <a:ext cx="468000" cy="468000"/>
                <a:chOff x="863522" y="-278387"/>
                <a:chExt cx="1619250" cy="1619250"/>
              </a:xfrm>
              <a:solidFill>
                <a:schemeClr val="accent6"/>
              </a:solidFill>
            </p:grpSpPr>
            <p:pic>
              <p:nvPicPr>
                <p:cNvPr id="88" name="Graphic 2 [2]" hidden="1">
                  <a:extLst>
                    <a:ext uri="{FF2B5EF4-FFF2-40B4-BE49-F238E27FC236}">
                      <a16:creationId xmlns:a16="http://schemas.microsoft.com/office/drawing/2014/main" id="{CD70BB76-0E53-8D50-ABD6-54E3BE6BDC86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42"/>
                  </p:custDataLst>
                </p:nvPr>
              </p:nvPicPr>
              <p:blipFill>
                <a:blip r:embed="rId69">
                  <a:extLst>
                    <a:ext uri="{96DAC541-7B7A-43D3-8B79-37D633B846F1}">
                      <asvg:svgBlip xmlns:asvg="http://schemas.microsoft.com/office/drawing/2016/SVG/main" r:embed="rId7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3522" y="-278387"/>
                  <a:ext cx="1619250" cy="1619250"/>
                </a:xfrm>
                <a:prstGeom prst="rect">
                  <a:avLst/>
                </a:prstGeom>
              </p:spPr>
            </p:pic>
            <p:pic>
              <p:nvPicPr>
                <p:cNvPr id="89" name="Graphic 4 [1]" hidden="1">
                  <a:extLst>
                    <a:ext uri="{FF2B5EF4-FFF2-40B4-BE49-F238E27FC236}">
                      <a16:creationId xmlns:a16="http://schemas.microsoft.com/office/drawing/2014/main" id="{6F67FBC9-05AA-EF42-814A-CBEF4E2601B5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43"/>
                  </p:custDataLst>
                </p:nvPr>
              </p:nvPicPr>
              <p:blipFill>
                <a:blip r:embed="rId71">
                  <a:extLst>
                    <a:ext uri="{96DAC541-7B7A-43D3-8B79-37D633B846F1}">
                      <asvg:svgBlip xmlns:asvg="http://schemas.microsoft.com/office/drawing/2016/SVG/main" r:embed="rId7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3522" y="-278387"/>
                  <a:ext cx="1619250" cy="1619250"/>
                </a:xfrm>
                <a:prstGeom prst="rect">
                  <a:avLst/>
                </a:prstGeom>
              </p:spPr>
            </p:pic>
            <p:pic>
              <p:nvPicPr>
                <p:cNvPr id="90" name="Graphic 7 [0]" hidden="1">
                  <a:extLst>
                    <a:ext uri="{FF2B5EF4-FFF2-40B4-BE49-F238E27FC236}">
                      <a16:creationId xmlns:a16="http://schemas.microsoft.com/office/drawing/2014/main" id="{F91AFC96-CB28-E9F6-51AA-30786990B26C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44"/>
                  </p:custDataLst>
                </p:nvPr>
              </p:nvPicPr>
              <p:blipFill>
                <a:blip r:embed="rId73">
                  <a:extLst>
                    <a:ext uri="{96DAC541-7B7A-43D3-8B79-37D633B846F1}">
                      <asvg:svgBlip xmlns:asvg="http://schemas.microsoft.com/office/drawing/2016/SVG/main" r:embed="rId7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3522" y="-278387"/>
                  <a:ext cx="1619250" cy="1619250"/>
                </a:xfrm>
                <a:prstGeom prst="rect">
                  <a:avLst/>
                </a:prstGeom>
              </p:spPr>
            </p:pic>
          </p:grpSp>
          <p:grpSp>
            <p:nvGrpSpPr>
              <p:cNvPr id="69" name="Group 15">
                <a:extLst>
                  <a:ext uri="{FF2B5EF4-FFF2-40B4-BE49-F238E27FC236}">
                    <a16:creationId xmlns:a16="http://schemas.microsoft.com/office/drawing/2014/main" id="{E6216EEB-E2F0-D1BE-53DF-3BC8F336DBA6}"/>
                  </a:ext>
                </a:extLst>
              </p:cNvPr>
              <p:cNvGrpSpPr>
                <a:grpSpLocks/>
              </p:cNvGrpSpPr>
              <p:nvPr>
                <p:custDataLst>
                  <p:tags r:id="rId34"/>
                </p:custDataLst>
              </p:nvPr>
            </p:nvGrpSpPr>
            <p:grpSpPr>
              <a:xfrm>
                <a:off x="2575899" y="3186032"/>
                <a:ext cx="468000" cy="468000"/>
                <a:chOff x="1570256" y="602764"/>
                <a:chExt cx="1619250" cy="1619250"/>
              </a:xfrm>
              <a:solidFill>
                <a:schemeClr val="accent6"/>
              </a:solidFill>
            </p:grpSpPr>
            <p:pic>
              <p:nvPicPr>
                <p:cNvPr id="84" name="Graphic 2 [2]" hidden="1">
                  <a:extLst>
                    <a:ext uri="{FF2B5EF4-FFF2-40B4-BE49-F238E27FC236}">
                      <a16:creationId xmlns:a16="http://schemas.microsoft.com/office/drawing/2014/main" id="{02D42F2A-E63D-F212-40A1-BEC9BE3406C7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39"/>
                  </p:custDataLst>
                </p:nvPr>
              </p:nvPicPr>
              <p:blipFill>
                <a:blip r:embed="rId75">
                  <a:extLst>
                    <a:ext uri="{96DAC541-7B7A-43D3-8B79-37D633B846F1}">
                      <asvg:svgBlip xmlns:asvg="http://schemas.microsoft.com/office/drawing/2016/SVG/main" r:embed="rId7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70256" y="602764"/>
                  <a:ext cx="1619250" cy="1619250"/>
                </a:xfrm>
                <a:prstGeom prst="rect">
                  <a:avLst/>
                </a:prstGeom>
              </p:spPr>
            </p:pic>
            <p:pic>
              <p:nvPicPr>
                <p:cNvPr id="85" name="Graphic 4 [0]" hidden="1">
                  <a:extLst>
                    <a:ext uri="{FF2B5EF4-FFF2-40B4-BE49-F238E27FC236}">
                      <a16:creationId xmlns:a16="http://schemas.microsoft.com/office/drawing/2014/main" id="{1DEB1BAC-D40B-E72C-B9BC-4F48A0B0C9DB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40"/>
                  </p:custDataLst>
                </p:nvPr>
              </p:nvPicPr>
              <p:blipFill>
                <a:blip r:embed="rId77">
                  <a:extLst>
                    <a:ext uri="{96DAC541-7B7A-43D3-8B79-37D633B846F1}">
                      <asvg:svgBlip xmlns:asvg="http://schemas.microsoft.com/office/drawing/2016/SVG/main" r:embed="rId7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70256" y="602764"/>
                  <a:ext cx="1619250" cy="1619250"/>
                </a:xfrm>
                <a:prstGeom prst="rect">
                  <a:avLst/>
                </a:prstGeom>
              </p:spPr>
            </p:pic>
            <p:pic>
              <p:nvPicPr>
                <p:cNvPr id="86" name="Graphic 8 [1]" hidden="1">
                  <a:extLst>
                    <a:ext uri="{FF2B5EF4-FFF2-40B4-BE49-F238E27FC236}">
                      <a16:creationId xmlns:a16="http://schemas.microsoft.com/office/drawing/2014/main" id="{0D1D4E0E-C250-7AE7-06A8-C25D51F96822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41"/>
                  </p:custDataLst>
                </p:nvPr>
              </p:nvPicPr>
              <p:blipFill>
                <a:blip r:embed="rId79">
                  <a:extLst>
                    <a:ext uri="{96DAC541-7B7A-43D3-8B79-37D633B846F1}">
                      <asvg:svgBlip xmlns:asvg="http://schemas.microsoft.com/office/drawing/2016/SVG/main" r:embed="rId8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70256" y="602764"/>
                  <a:ext cx="1619250" cy="1619250"/>
                </a:xfrm>
                <a:prstGeom prst="rect">
                  <a:avLst/>
                </a:prstGeom>
              </p:spPr>
            </p:pic>
          </p:grpSp>
          <p:grpSp>
            <p:nvGrpSpPr>
              <p:cNvPr id="70" name="Group 15">
                <a:extLst>
                  <a:ext uri="{FF2B5EF4-FFF2-40B4-BE49-F238E27FC236}">
                    <a16:creationId xmlns:a16="http://schemas.microsoft.com/office/drawing/2014/main" id="{84DD2855-973F-5991-0027-88510DE08FA0}"/>
                  </a:ext>
                </a:extLst>
              </p:cNvPr>
              <p:cNvGrpSpPr>
                <a:grpSpLocks/>
              </p:cNvGrpSpPr>
              <p:nvPr>
                <p:custDataLst>
                  <p:tags r:id="rId35"/>
                </p:custDataLst>
              </p:nvPr>
            </p:nvGrpSpPr>
            <p:grpSpPr>
              <a:xfrm>
                <a:off x="4311093" y="3186032"/>
                <a:ext cx="468000" cy="468000"/>
                <a:chOff x="-1162896" y="1099986"/>
                <a:chExt cx="1619250" cy="1619250"/>
              </a:xfrm>
              <a:solidFill>
                <a:schemeClr val="accent6"/>
              </a:solidFill>
            </p:grpSpPr>
            <p:pic>
              <p:nvPicPr>
                <p:cNvPr id="80" name="Graphic 2 [2]" hidden="1">
                  <a:extLst>
                    <a:ext uri="{FF2B5EF4-FFF2-40B4-BE49-F238E27FC236}">
                      <a16:creationId xmlns:a16="http://schemas.microsoft.com/office/drawing/2014/main" id="{A1B17FE0-4B95-1D29-00F8-95AF2E92E298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36"/>
                  </p:custDataLst>
                </p:nvPr>
              </p:nvPicPr>
              <p:blipFill>
                <a:blip r:embed="rId57">
                  <a:extLst>
                    <a:ext uri="{96DAC541-7B7A-43D3-8B79-37D633B846F1}">
                      <asvg:svgBlip xmlns:asvg="http://schemas.microsoft.com/office/drawing/2016/SVG/main" r:embed="rId8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1162896" y="1099986"/>
                  <a:ext cx="1619250" cy="1619250"/>
                </a:xfrm>
                <a:prstGeom prst="rect">
                  <a:avLst/>
                </a:prstGeom>
              </p:spPr>
            </p:pic>
            <p:pic>
              <p:nvPicPr>
                <p:cNvPr id="81" name="Graphic 4 [0]" hidden="1">
                  <a:extLst>
                    <a:ext uri="{FF2B5EF4-FFF2-40B4-BE49-F238E27FC236}">
                      <a16:creationId xmlns:a16="http://schemas.microsoft.com/office/drawing/2014/main" id="{CDF2C056-FCC2-CA3B-37E6-ABFE4BC4FF4E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37"/>
                  </p:custDataLst>
                </p:nvPr>
              </p:nvPicPr>
              <p:blipFill>
                <a:blip r:embed="rId59">
                  <a:extLst>
                    <a:ext uri="{96DAC541-7B7A-43D3-8B79-37D633B846F1}">
                      <asvg:svgBlip xmlns:asvg="http://schemas.microsoft.com/office/drawing/2016/SVG/main" r:embed="rId8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1162896" y="1099986"/>
                  <a:ext cx="1619250" cy="1619250"/>
                </a:xfrm>
                <a:prstGeom prst="rect">
                  <a:avLst/>
                </a:prstGeom>
              </p:spPr>
            </p:pic>
            <p:pic>
              <p:nvPicPr>
                <p:cNvPr id="82" name="Graphic 8 [1]" hidden="1">
                  <a:extLst>
                    <a:ext uri="{FF2B5EF4-FFF2-40B4-BE49-F238E27FC236}">
                      <a16:creationId xmlns:a16="http://schemas.microsoft.com/office/drawing/2014/main" id="{CE55C77A-881A-E9C4-316B-C97E6FD33F3A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38"/>
                  </p:custDataLst>
                </p:nvPr>
              </p:nvPicPr>
              <p:blipFill>
                <a:blip r:embed="rId61">
                  <a:extLst>
                    <a:ext uri="{96DAC541-7B7A-43D3-8B79-37D633B846F1}">
                      <asvg:svgBlip xmlns:asvg="http://schemas.microsoft.com/office/drawing/2016/SVG/main" r:embed="rId8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1162896" y="1099986"/>
                  <a:ext cx="1619250" cy="1619250"/>
                </a:xfrm>
                <a:prstGeom prst="rect">
                  <a:avLst/>
                </a:prstGeom>
              </p:spPr>
            </p:pic>
          </p:grpSp>
          <p:sp>
            <p:nvSpPr>
              <p:cNvPr id="71" name="ZoneTexte 70">
                <a:extLst>
                  <a:ext uri="{FF2B5EF4-FFF2-40B4-BE49-F238E27FC236}">
                    <a16:creationId xmlns:a16="http://schemas.microsoft.com/office/drawing/2014/main" id="{95150E63-C983-774B-39D7-2505C1E6D8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96206" y="3092799"/>
                <a:ext cx="1548000" cy="101968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171450" marR="0" lvl="0" indent="-17145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Tx/>
                  <a:buFont typeface="Aptos" panose="020B0004020202020204" pitchFamily="34" charset="0"/>
                  <a:buChar char="⁄"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10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Support and facilitate cooperation and information sharing at the national and transnational level</a:t>
                </a:r>
                <a:endParaRPr kumimoji="0" lang="en-US" sz="105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100000"/>
                    </a:schemeClr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70DBDB2E-4B33-4BD0-5B69-C3B771DCAC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2974" y="3092799"/>
                <a:ext cx="1711221" cy="55417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171450" marR="0" lvl="0" indent="-17145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Tx/>
                  <a:buFont typeface="Aptos" panose="020B0004020202020204" pitchFamily="34" charset="0"/>
                  <a:buChar char="⁄"/>
                  <a:tabLst/>
                  <a:defRPr/>
                </a:pPr>
                <a:r>
                  <a:rPr lang="en-US" sz="1050" b="1" noProof="0" dirty="0">
                    <a:solidFill>
                      <a:schemeClr val="bg1">
                        <a:lumMod val="100000"/>
                      </a:schemeClr>
                    </a:solidFill>
                  </a:rPr>
                  <a:t>Protecting critical infrastructures by anticipating incidents</a:t>
                </a:r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100000"/>
                    </a:schemeClr>
                  </a:solidFill>
                  <a:effectLst/>
                  <a:uLnTx/>
                  <a:uFillTx/>
                  <a:ea typeface="Tahoma"/>
                  <a:cs typeface="Tahoma"/>
                </a:endParaRPr>
              </a:p>
            </p:txBody>
          </p:sp>
          <p:cxnSp>
            <p:nvCxnSpPr>
              <p:cNvPr id="73" name="Connecteur droit 72">
                <a:extLst>
                  <a:ext uri="{FF2B5EF4-FFF2-40B4-BE49-F238E27FC236}">
                    <a16:creationId xmlns:a16="http://schemas.microsoft.com/office/drawing/2014/main" id="{BD6A6DF7-D023-5A38-E292-AAB63B6655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5402" y="3055477"/>
                <a:ext cx="0" cy="1467488"/>
              </a:xfrm>
              <a:prstGeom prst="line">
                <a:avLst/>
              </a:prstGeom>
              <a:ln w="12700" cap="flat" cmpd="sng" algn="ctr">
                <a:solidFill>
                  <a:srgbClr val="677677"/>
                </a:solidFill>
                <a:prstDash val="sysDot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Parallélogramme 73">
                <a:extLst>
                  <a:ext uri="{FF2B5EF4-FFF2-40B4-BE49-F238E27FC236}">
                    <a16:creationId xmlns:a16="http://schemas.microsoft.com/office/drawing/2014/main" id="{3CB67BDA-474A-C65E-641D-DFB72965808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65562" y="4290160"/>
                <a:ext cx="3364653" cy="326523"/>
              </a:xfrm>
              <a:prstGeom prst="parallelogram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108000" rIns="108000" bIns="10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050" b="1" noProof="0" dirty="0">
                    <a:solidFill>
                      <a:srgbClr val="FFFFFF"/>
                    </a:solidFill>
                    <a:latin typeface="Tahoma (en-tête)"/>
                  </a:rPr>
                  <a:t>… and requires to :</a:t>
                </a:r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75" name="ZoneTexte 74">
                <a:extLst>
                  <a:ext uri="{FF2B5EF4-FFF2-40B4-BE49-F238E27FC236}">
                    <a16:creationId xmlns:a16="http://schemas.microsoft.com/office/drawing/2014/main" id="{F8C3D579-DE4D-D128-7F5F-4E089853DF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6396" y="4606094"/>
                <a:ext cx="1597112" cy="14851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Clr>
                    <a:schemeClr val="accent1"/>
                  </a:buClr>
                  <a:buFont typeface="Aptos" panose="020B0004020202020204" pitchFamily="34" charset="0"/>
                  <a:buChar char="⁄"/>
                </a:pP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10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Identify critical infrastructures and perform risk analysis to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10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detect threats and vulnerabilities</a:t>
                </a:r>
                <a:endParaRPr lang="en-US" sz="1050" b="1" noProof="0" dirty="0">
                  <a:solidFill>
                    <a:schemeClr val="bg1"/>
                  </a:solidFill>
                </a:endParaRPr>
              </a:p>
              <a:p>
                <a:pPr marL="171450" indent="-171450">
                  <a:buClr>
                    <a:schemeClr val="accent1"/>
                  </a:buClr>
                  <a:buFont typeface="Aptos" panose="020B0004020202020204" pitchFamily="34" charset="0"/>
                  <a:buChar char="⁄"/>
                </a:pPr>
                <a:r>
                  <a:rPr lang="en-US" sz="1050" dirty="0">
                    <a:solidFill>
                      <a:schemeClr val="bg1"/>
                    </a:solidFill>
                  </a:rPr>
                  <a:t>Increase cyber maturity for critical</a:t>
                </a:r>
                <a:r>
                  <a:rPr lang="en-US" sz="1050" noProof="0" dirty="0">
                    <a:solidFill>
                      <a:schemeClr val="bg1"/>
                    </a:solidFill>
                  </a:rPr>
                  <a:t> infrastructures</a:t>
                </a:r>
              </a:p>
            </p:txBody>
          </p:sp>
          <p:cxnSp>
            <p:nvCxnSpPr>
              <p:cNvPr id="76" name="Connecteur droit 75">
                <a:extLst>
                  <a:ext uri="{FF2B5EF4-FFF2-40B4-BE49-F238E27FC236}">
                    <a16:creationId xmlns:a16="http://schemas.microsoft.com/office/drawing/2014/main" id="{9E4B7940-8694-CC2C-F780-EA1A148954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04195" y="5141117"/>
                <a:ext cx="0" cy="1152000"/>
              </a:xfrm>
              <a:prstGeom prst="line">
                <a:avLst/>
              </a:prstGeom>
              <a:ln w="12700" cap="flat" cmpd="sng" algn="ctr">
                <a:solidFill>
                  <a:srgbClr val="677677"/>
                </a:solidFill>
                <a:prstDash val="sysDot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9A0811C4-257C-6D15-5032-3F79204E04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11095" y="4623322"/>
                <a:ext cx="1548000" cy="86451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Tx/>
                  <a:buFont typeface="Aptos" panose="020B0004020202020204" pitchFamily="34" charset="0"/>
                  <a:buChar char="⁄"/>
                  <a:tabLst/>
                  <a:defRPr/>
                </a:pPr>
                <a:r>
                  <a:rPr lang="en-US" sz="1050" b="1" dirty="0">
                    <a:solidFill>
                      <a:schemeClr val="bg1">
                        <a:lumMod val="100000"/>
                      </a:schemeClr>
                    </a:solidFill>
                  </a:rPr>
                  <a:t>Define and test business continuity 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10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 plan (BIA) and disaster recovery plan</a:t>
                </a:r>
                <a:r>
                  <a:rPr kumimoji="0" lang="en-US" sz="1050" b="1" i="0" u="none" strike="noStrike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</a:rPr>
                  <a:t> (DRP).</a:t>
                </a:r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100000"/>
                    </a:schemeClr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892CF4E7-F839-5B29-1E90-0DD0ECEB58A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39282" y="4623322"/>
                <a:ext cx="1548000" cy="70934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1"/>
                  </a:buClr>
                  <a:buSzTx/>
                  <a:buFont typeface="Aptos" panose="020B0004020202020204" pitchFamily="34" charset="0"/>
                  <a:buChar char="⁄"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10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rPr>
                  <a:t>Perform controls to ensure compliance and potentially sanction</a:t>
                </a:r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100000"/>
                    </a:schemeClr>
                  </a:solidFill>
                  <a:effectLst/>
                  <a:uLnTx/>
                  <a:uFillTx/>
                  <a:ea typeface="Tahoma"/>
                  <a:cs typeface="Tahoma"/>
                </a:endParaRPr>
              </a:p>
            </p:txBody>
          </p:sp>
          <p:cxnSp>
            <p:nvCxnSpPr>
              <p:cNvPr id="79" name="Connecteur droit 78">
                <a:extLst>
                  <a:ext uri="{FF2B5EF4-FFF2-40B4-BE49-F238E27FC236}">
                    <a16:creationId xmlns:a16="http://schemas.microsoft.com/office/drawing/2014/main" id="{74AA7594-3F66-B775-F832-737043DA41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26087" y="5141117"/>
                <a:ext cx="0" cy="1152000"/>
              </a:xfrm>
              <a:prstGeom prst="line">
                <a:avLst/>
              </a:prstGeom>
              <a:ln w="12700" cap="flat" cmpd="sng" algn="ctr">
                <a:solidFill>
                  <a:srgbClr val="677677"/>
                </a:solidFill>
                <a:prstDash val="sysDot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8AC3E2DE-2F3A-D4B6-07CD-BE38824A5251}"/>
              </a:ext>
            </a:extLst>
          </p:cNvPr>
          <p:cNvGrpSpPr/>
          <p:nvPr/>
        </p:nvGrpSpPr>
        <p:grpSpPr>
          <a:xfrm>
            <a:off x="5849265" y="4076084"/>
            <a:ext cx="5894089" cy="2489500"/>
            <a:chOff x="5873295" y="3896129"/>
            <a:chExt cx="5894089" cy="2489500"/>
          </a:xfrm>
        </p:grpSpPr>
        <p:grpSp>
          <p:nvGrpSpPr>
            <p:cNvPr id="151" name="Groupe 150">
              <a:extLst>
                <a:ext uri="{FF2B5EF4-FFF2-40B4-BE49-F238E27FC236}">
                  <a16:creationId xmlns:a16="http://schemas.microsoft.com/office/drawing/2014/main" id="{2E602541-0339-09D2-A46A-9C69A40736EE}"/>
                </a:ext>
              </a:extLst>
            </p:cNvPr>
            <p:cNvGrpSpPr/>
            <p:nvPr/>
          </p:nvGrpSpPr>
          <p:grpSpPr>
            <a:xfrm>
              <a:off x="5873295" y="3896129"/>
              <a:ext cx="5894089" cy="2489500"/>
              <a:chOff x="6050782" y="4027486"/>
              <a:chExt cx="5894089" cy="2489500"/>
            </a:xfrm>
          </p:grpSpPr>
          <p:grpSp>
            <p:nvGrpSpPr>
              <p:cNvPr id="103" name="Groupe 102">
                <a:extLst>
                  <a:ext uri="{FF2B5EF4-FFF2-40B4-BE49-F238E27FC236}">
                    <a16:creationId xmlns:a16="http://schemas.microsoft.com/office/drawing/2014/main" id="{4F3DFEA9-A53E-C50D-2726-5D78887F7FC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188376" y="4497627"/>
                <a:ext cx="5636875" cy="1800000"/>
                <a:chOff x="2070265" y="2241362"/>
                <a:chExt cx="8302659" cy="2651252"/>
              </a:xfrm>
            </p:grpSpPr>
            <p:sp>
              <p:nvSpPr>
                <p:cNvPr id="132" name="TextBox 17">
                  <a:extLst>
                    <a:ext uri="{FF2B5EF4-FFF2-40B4-BE49-F238E27FC236}">
                      <a16:creationId xmlns:a16="http://schemas.microsoft.com/office/drawing/2014/main" id="{27DCDE04-02C0-B124-8381-B406A14CCE0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070266" y="2241362"/>
                  <a:ext cx="3803157" cy="396000"/>
                </a:xfrm>
                <a:prstGeom prst="roundRect">
                  <a:avLst>
                    <a:gd name="adj" fmla="val 9499"/>
                  </a:avLst>
                </a:prstGeom>
                <a:solidFill>
                  <a:schemeClr val="tx2"/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square" lIns="108000" tIns="108000" rIns="108000" bIns="10800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sz="1050" noProof="0" dirty="0">
                      <a:solidFill>
                        <a:schemeClr val="bg2"/>
                      </a:solidFill>
                    </a:rPr>
                    <a:t>Energy</a:t>
                  </a:r>
                </a:p>
              </p:txBody>
            </p:sp>
            <p:sp>
              <p:nvSpPr>
                <p:cNvPr id="130" name="TextBox 17">
                  <a:extLst>
                    <a:ext uri="{FF2B5EF4-FFF2-40B4-BE49-F238E27FC236}">
                      <a16:creationId xmlns:a16="http://schemas.microsoft.com/office/drawing/2014/main" id="{D9449B49-7C7E-9A20-BC78-D46075C12D3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569765" y="2241362"/>
                  <a:ext cx="3803157" cy="396000"/>
                </a:xfrm>
                <a:prstGeom prst="roundRect">
                  <a:avLst>
                    <a:gd name="adj" fmla="val 9499"/>
                  </a:avLst>
                </a:prstGeom>
                <a:solidFill>
                  <a:schemeClr val="tx2"/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square" lIns="108000" tIns="108000" rIns="108000" bIns="10800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sz="1050" dirty="0">
                      <a:solidFill>
                        <a:schemeClr val="bg2"/>
                      </a:solidFill>
                    </a:rPr>
                    <a:t>Drinking water and wastewater</a:t>
                  </a:r>
                  <a:endParaRPr lang="en-US" sz="1050" noProof="0" dirty="0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128" name="TextBox 17">
                  <a:extLst>
                    <a:ext uri="{FF2B5EF4-FFF2-40B4-BE49-F238E27FC236}">
                      <a16:creationId xmlns:a16="http://schemas.microsoft.com/office/drawing/2014/main" id="{51AA9ED6-7692-9CEC-1C29-1B707233E15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070265" y="3368988"/>
                  <a:ext cx="3803157" cy="396000"/>
                </a:xfrm>
                <a:prstGeom prst="roundRect">
                  <a:avLst>
                    <a:gd name="adj" fmla="val 9499"/>
                  </a:avLst>
                </a:prstGeom>
                <a:solidFill>
                  <a:schemeClr val="tx2"/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square" lIns="108000" tIns="108000" rIns="108000" bIns="10800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sz="1050" noProof="0" dirty="0">
                      <a:solidFill>
                        <a:schemeClr val="bg2"/>
                      </a:solidFill>
                    </a:rPr>
                    <a:t>Banking</a:t>
                  </a:r>
                </a:p>
              </p:txBody>
            </p:sp>
            <p:sp>
              <p:nvSpPr>
                <p:cNvPr id="126" name="TextBox 17">
                  <a:extLst>
                    <a:ext uri="{FF2B5EF4-FFF2-40B4-BE49-F238E27FC236}">
                      <a16:creationId xmlns:a16="http://schemas.microsoft.com/office/drawing/2014/main" id="{B8BC40CB-8775-17B5-656C-8D0EC748050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569765" y="3371937"/>
                  <a:ext cx="3803157" cy="396000"/>
                </a:xfrm>
                <a:prstGeom prst="roundRect">
                  <a:avLst>
                    <a:gd name="adj" fmla="val 9499"/>
                  </a:avLst>
                </a:prstGeom>
                <a:solidFill>
                  <a:schemeClr val="tx2"/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square" lIns="108000" tIns="108000" rIns="108000" bIns="10800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sz="1050" dirty="0">
                      <a:solidFill>
                        <a:schemeClr val="bg2"/>
                      </a:solidFill>
                    </a:rPr>
                    <a:t>Public a</a:t>
                  </a:r>
                  <a:r>
                    <a:rPr lang="en-US" sz="1050" noProof="0" dirty="0" err="1">
                      <a:solidFill>
                        <a:schemeClr val="bg2"/>
                      </a:solidFill>
                    </a:rPr>
                    <a:t>dministration</a:t>
                  </a:r>
                  <a:endParaRPr lang="en-US" sz="1050" noProof="0" dirty="0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124" name="TextBox 17">
                  <a:extLst>
                    <a:ext uri="{FF2B5EF4-FFF2-40B4-BE49-F238E27FC236}">
                      <a16:creationId xmlns:a16="http://schemas.microsoft.com/office/drawing/2014/main" id="{B6EFC75F-D4A3-3B79-EFA0-5BA21FD92F3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569764" y="2803700"/>
                  <a:ext cx="3803157" cy="396000"/>
                </a:xfrm>
                <a:prstGeom prst="roundRect">
                  <a:avLst>
                    <a:gd name="adj" fmla="val 9499"/>
                  </a:avLst>
                </a:prstGeom>
                <a:solidFill>
                  <a:schemeClr val="tx2"/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square" lIns="108000" tIns="108000" rIns="108000" bIns="10800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sz="1050" noProof="0" dirty="0">
                      <a:solidFill>
                        <a:schemeClr val="bg2"/>
                      </a:solidFill>
                    </a:rPr>
                    <a:t>Digital infrastructures</a:t>
                  </a:r>
                </a:p>
              </p:txBody>
            </p:sp>
            <p:sp>
              <p:nvSpPr>
                <p:cNvPr id="122" name="TextBox 17">
                  <a:extLst>
                    <a:ext uri="{FF2B5EF4-FFF2-40B4-BE49-F238E27FC236}">
                      <a16:creationId xmlns:a16="http://schemas.microsoft.com/office/drawing/2014/main" id="{39D5509A-28B5-321D-B4D4-7D942F51C6F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569767" y="3934275"/>
                  <a:ext cx="3803157" cy="396000"/>
                </a:xfrm>
                <a:prstGeom prst="roundRect">
                  <a:avLst>
                    <a:gd name="adj" fmla="val 9499"/>
                  </a:avLst>
                </a:prstGeom>
                <a:solidFill>
                  <a:schemeClr val="tx2"/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square" lIns="108000" tIns="108000" rIns="108000" bIns="10800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sz="1050" noProof="0" dirty="0">
                      <a:solidFill>
                        <a:schemeClr val="bg2"/>
                      </a:solidFill>
                    </a:rPr>
                    <a:t>Space</a:t>
                  </a:r>
                </a:p>
              </p:txBody>
            </p:sp>
            <p:sp>
              <p:nvSpPr>
                <p:cNvPr id="120" name="TextBox 17">
                  <a:extLst>
                    <a:ext uri="{FF2B5EF4-FFF2-40B4-BE49-F238E27FC236}">
                      <a16:creationId xmlns:a16="http://schemas.microsoft.com/office/drawing/2014/main" id="{96331873-A766-FF09-4075-2BF51627F97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070265" y="3932800"/>
                  <a:ext cx="3803157" cy="396000"/>
                </a:xfrm>
                <a:prstGeom prst="roundRect">
                  <a:avLst>
                    <a:gd name="adj" fmla="val 9499"/>
                  </a:avLst>
                </a:prstGeom>
                <a:solidFill>
                  <a:schemeClr val="tx2"/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square" lIns="108000" tIns="108000" rIns="108000" bIns="10800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sz="1000" noProof="0" dirty="0">
                      <a:solidFill>
                        <a:schemeClr val="bg2"/>
                      </a:solidFill>
                    </a:rPr>
                    <a:t>       </a:t>
                  </a:r>
                  <a:r>
                    <a:rPr lang="en-US" sz="1000" dirty="0">
                      <a:solidFill>
                        <a:schemeClr val="bg2"/>
                      </a:solidFill>
                    </a:rPr>
                    <a:t>Financial market infrastructures</a:t>
                  </a:r>
                  <a:endParaRPr lang="en-US" sz="1000" noProof="0" dirty="0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118" name="TextBox 17">
                  <a:extLst>
                    <a:ext uri="{FF2B5EF4-FFF2-40B4-BE49-F238E27FC236}">
                      <a16:creationId xmlns:a16="http://schemas.microsoft.com/office/drawing/2014/main" id="{DCCE837A-4C98-E323-C916-C1555929327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569766" y="4496614"/>
                  <a:ext cx="3803157" cy="396000"/>
                </a:xfrm>
                <a:prstGeom prst="roundRect">
                  <a:avLst>
                    <a:gd name="adj" fmla="val 9499"/>
                  </a:avLst>
                </a:prstGeom>
                <a:solidFill>
                  <a:schemeClr val="tx2"/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square" lIns="360000" tIns="108000" rIns="360000" bIns="108000" rtlCol="0" anchor="ctr">
                  <a:noAutofit/>
                </a:bodyPr>
                <a:lstStyle/>
                <a:p>
                  <a:pPr algn="ctr"/>
                  <a:r>
                    <a:rPr lang="en-US" sz="1050" noProof="0" dirty="0">
                      <a:solidFill>
                        <a:schemeClr val="bg2"/>
                      </a:solidFill>
                    </a:rPr>
                    <a:t>Production, processing and distribution of food</a:t>
                  </a:r>
                </a:p>
              </p:txBody>
            </p:sp>
            <p:sp>
              <p:nvSpPr>
                <p:cNvPr id="116" name="TextBox 17">
                  <a:extLst>
                    <a:ext uri="{FF2B5EF4-FFF2-40B4-BE49-F238E27FC236}">
                      <a16:creationId xmlns:a16="http://schemas.microsoft.com/office/drawing/2014/main" id="{78A3AC3C-3D0A-0C4F-9315-EFF248D3411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070265" y="4496614"/>
                  <a:ext cx="3803157" cy="396000"/>
                </a:xfrm>
                <a:prstGeom prst="roundRect">
                  <a:avLst>
                    <a:gd name="adj" fmla="val 9499"/>
                  </a:avLst>
                </a:prstGeom>
                <a:solidFill>
                  <a:schemeClr val="tx2"/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square" lIns="108000" tIns="108000" rIns="108000" bIns="10800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sz="1050" dirty="0">
                      <a:solidFill>
                        <a:schemeClr val="bg2"/>
                      </a:solidFill>
                    </a:rPr>
                    <a:t>Health</a:t>
                  </a:r>
                  <a:endParaRPr lang="en-US" sz="1050" noProof="0" dirty="0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114" name="TextBox 17">
                  <a:extLst>
                    <a:ext uri="{FF2B5EF4-FFF2-40B4-BE49-F238E27FC236}">
                      <a16:creationId xmlns:a16="http://schemas.microsoft.com/office/drawing/2014/main" id="{E66DA1EC-9B25-9B92-0D48-46A2AA37098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070265" y="2805174"/>
                  <a:ext cx="3803157" cy="396000"/>
                </a:xfrm>
                <a:prstGeom prst="roundRect">
                  <a:avLst>
                    <a:gd name="adj" fmla="val 9499"/>
                  </a:avLst>
                </a:prstGeom>
                <a:solidFill>
                  <a:schemeClr val="tx2"/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square" lIns="108000" tIns="108000" rIns="108000" bIns="10800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sz="1050" noProof="0" dirty="0">
                      <a:solidFill>
                        <a:schemeClr val="bg2"/>
                      </a:solidFill>
                    </a:rPr>
                    <a:t>Transports</a:t>
                  </a:r>
                </a:p>
              </p:txBody>
            </p:sp>
          </p:grp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2DFA6AF3-BAA7-A46D-F4AE-FE80B79D9EC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50782" y="4207370"/>
                <a:ext cx="5894089" cy="2309616"/>
              </a:xfrm>
              <a:prstGeom prst="rect">
                <a:avLst/>
              </a:prstGeom>
              <a:noFill/>
              <a:ln w="38100" cap="flat" cmpd="sng" algn="ctr">
                <a:solidFill>
                  <a:schemeClr val="accent1">
                    <a:lumMod val="10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600"/>
                  </a:spcBef>
                </a:pPr>
                <a:endParaRPr lang="en-US" sz="1400" b="1" noProof="0" dirty="0">
                  <a:solidFill>
                    <a:schemeClr val="accent1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135" name="Parallélogramme 134">
                <a:extLst>
                  <a:ext uri="{FF2B5EF4-FFF2-40B4-BE49-F238E27FC236}">
                    <a16:creationId xmlns:a16="http://schemas.microsoft.com/office/drawing/2014/main" id="{F1952668-8E52-D77F-9202-D43BA075455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320576" y="4027486"/>
                <a:ext cx="3364653" cy="326523"/>
              </a:xfrm>
              <a:prstGeom prst="parallelogram">
                <a:avLst/>
              </a:prstGeom>
              <a:solidFill>
                <a:schemeClr val="bg2">
                  <a:lumMod val="10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108000" rIns="108000" bIns="10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ahoma (en-tête)"/>
                    <a:ea typeface="+mn-ea"/>
                    <a:cs typeface="+mn-cs"/>
                  </a:rPr>
                  <a:t>CER applies to the following sectors:</a:t>
                </a:r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cxnSp>
            <p:nvCxnSpPr>
              <p:cNvPr id="136" name="Connecteur droit 135">
                <a:extLst>
                  <a:ext uri="{FF2B5EF4-FFF2-40B4-BE49-F238E27FC236}">
                    <a16:creationId xmlns:a16="http://schemas.microsoft.com/office/drawing/2014/main" id="{4BD4A8A8-9458-A4F4-F6CC-A6A5B8E311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12918" y="4490199"/>
                <a:ext cx="0" cy="1800000"/>
              </a:xfrm>
              <a:prstGeom prst="line">
                <a:avLst/>
              </a:prstGeom>
              <a:ln w="12700" cap="flat" cmpd="sng" algn="ctr">
                <a:solidFill>
                  <a:srgbClr val="677677"/>
                </a:solidFill>
                <a:prstDash val="sysDot"/>
                <a:miter lim="800000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09330A62-813A-3EBA-4FBE-1A44B6A1F190}"/>
                </a:ext>
              </a:extLst>
            </p:cNvPr>
            <p:cNvGrpSpPr/>
            <p:nvPr/>
          </p:nvGrpSpPr>
          <p:grpSpPr>
            <a:xfrm>
              <a:off x="6065873" y="4412940"/>
              <a:ext cx="3328938" cy="1726903"/>
              <a:chOff x="6065873" y="4412940"/>
              <a:chExt cx="3328938" cy="1726903"/>
            </a:xfrm>
          </p:grpSpPr>
          <p:grpSp>
            <p:nvGrpSpPr>
              <p:cNvPr id="9" name="Groupe 8">
                <a:extLst>
                  <a:ext uri="{FF2B5EF4-FFF2-40B4-BE49-F238E27FC236}">
                    <a16:creationId xmlns:a16="http://schemas.microsoft.com/office/drawing/2014/main" id="{3C0DC795-B460-1DDF-8B9F-CFE06DFD19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custDataLst>
                  <p:tags r:id="rId1"/>
                </p:custDataLst>
              </p:nvPr>
            </p:nvGrpSpPr>
            <p:grpSpPr>
              <a:xfrm>
                <a:off x="6075744" y="4412940"/>
                <a:ext cx="180000" cy="180000"/>
                <a:chOff x="722313" y="722313"/>
                <a:chExt cx="715962" cy="715962"/>
              </a:xfrm>
            </p:grpSpPr>
            <p:pic>
              <p:nvPicPr>
                <p:cNvPr id="10" name="Play [0]">
                  <a:extLst>
                    <a:ext uri="{FF2B5EF4-FFF2-40B4-BE49-F238E27FC236}">
                      <a16:creationId xmlns:a16="http://schemas.microsoft.com/office/drawing/2014/main" id="{A369CFA9-C181-72AF-20EF-F96CF10AE5C5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9"/>
                  </p:custDataLst>
                </p:nvPr>
              </p:nvPicPr>
              <p:blipFill>
                <a:blip r:embed="rId84">
                  <a:extLst>
                    <a:ext uri="{96DAC541-7B7A-43D3-8B79-37D633B846F1}">
                      <asvg:svgBlip xmlns:asvg="http://schemas.microsoft.com/office/drawing/2016/SVG/main" r:embed="rId85"/>
                    </a:ext>
                  </a:extLst>
                </a:blip>
                <a:srcRect/>
                <a:stretch/>
              </p:blipFill>
              <p:spPr>
                <a:xfrm>
                  <a:off x="722313" y="722313"/>
                  <a:ext cx="715962" cy="715962"/>
                </a:xfrm>
                <a:prstGeom prst="rect">
                  <a:avLst/>
                </a:prstGeom>
              </p:spPr>
            </p:pic>
            <p:pic>
              <p:nvPicPr>
                <p:cNvPr id="11" name="Play [1]" hidden="1">
                  <a:extLst>
                    <a:ext uri="{FF2B5EF4-FFF2-40B4-BE49-F238E27FC236}">
                      <a16:creationId xmlns:a16="http://schemas.microsoft.com/office/drawing/2014/main" id="{147937BD-9A05-A715-C316-B934F0255C35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30"/>
                  </p:custDataLst>
                </p:nvPr>
              </p:nvPicPr>
              <p:blipFill>
                <a:blip r:embed="rId86">
                  <a:extLst>
                    <a:ext uri="{96DAC541-7B7A-43D3-8B79-37D633B846F1}">
                      <asvg:svgBlip xmlns:asvg="http://schemas.microsoft.com/office/drawing/2016/SVG/main" r:embed="rId87"/>
                    </a:ext>
                  </a:extLst>
                </a:blip>
                <a:srcRect/>
                <a:stretch/>
              </p:blipFill>
              <p:spPr>
                <a:xfrm>
                  <a:off x="722313" y="722313"/>
                  <a:ext cx="715962" cy="715962"/>
                </a:xfrm>
                <a:prstGeom prst="rect">
                  <a:avLst/>
                </a:prstGeom>
              </p:spPr>
            </p:pic>
          </p:grpSp>
          <p:grpSp>
            <p:nvGrpSpPr>
              <p:cNvPr id="16" name="Groupe 15">
                <a:extLst>
                  <a:ext uri="{FF2B5EF4-FFF2-40B4-BE49-F238E27FC236}">
                    <a16:creationId xmlns:a16="http://schemas.microsoft.com/office/drawing/2014/main" id="{6690A0F8-3E46-4607-EAB4-7E812F48DA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custDataLst>
                  <p:tags r:id="rId2"/>
                </p:custDataLst>
              </p:nvPr>
            </p:nvGrpSpPr>
            <p:grpSpPr>
              <a:xfrm>
                <a:off x="6065873" y="4776911"/>
                <a:ext cx="180000" cy="180000"/>
                <a:chOff x="722312" y="738222"/>
                <a:chExt cx="715964" cy="684144"/>
              </a:xfrm>
            </p:grpSpPr>
            <p:pic>
              <p:nvPicPr>
                <p:cNvPr id="18" name="Graphic 13 [0]">
                  <a:extLst>
                    <a:ext uri="{FF2B5EF4-FFF2-40B4-BE49-F238E27FC236}">
                      <a16:creationId xmlns:a16="http://schemas.microsoft.com/office/drawing/2014/main" id="{7D786281-2E7A-CAF7-7AD9-F680BB890CD7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7"/>
                  </p:custDataLst>
                </p:nvPr>
              </p:nvPicPr>
              <p:blipFill>
                <a:blip r:embed="rId88">
                  <a:extLst>
                    <a:ext uri="{96DAC541-7B7A-43D3-8B79-37D633B846F1}">
                      <asvg:svgBlip xmlns:asvg="http://schemas.microsoft.com/office/drawing/2016/SVG/main" r:embed="rId8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2312" y="738222"/>
                  <a:ext cx="715964" cy="684144"/>
                </a:xfrm>
                <a:prstGeom prst="rect">
                  <a:avLst/>
                </a:prstGeom>
              </p:spPr>
            </p:pic>
            <p:pic>
              <p:nvPicPr>
                <p:cNvPr id="19" name="Graphic 13 [1]" hidden="1">
                  <a:extLst>
                    <a:ext uri="{FF2B5EF4-FFF2-40B4-BE49-F238E27FC236}">
                      <a16:creationId xmlns:a16="http://schemas.microsoft.com/office/drawing/2014/main" id="{51F1DE0A-96D1-97E2-200F-F2B0E8CF219F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8"/>
                  </p:custDataLst>
                </p:nvPr>
              </p:nvPicPr>
              <p:blipFill>
                <a:blip r:embed="rId88">
                  <a:lum bright="100000"/>
                  <a:extLst>
                    <a:ext uri="{96DAC541-7B7A-43D3-8B79-37D633B846F1}">
                      <asvg:svgBlip xmlns:asvg="http://schemas.microsoft.com/office/drawing/2016/SVG/main" r:embed="rId8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2312" y="738222"/>
                  <a:ext cx="715964" cy="684144"/>
                </a:xfrm>
                <a:prstGeom prst="rect">
                  <a:avLst/>
                </a:prstGeom>
              </p:spPr>
            </p:pic>
          </p:grpSp>
          <p:grpSp>
            <p:nvGrpSpPr>
              <p:cNvPr id="28" name="Groupe 27">
                <a:extLst>
                  <a:ext uri="{FF2B5EF4-FFF2-40B4-BE49-F238E27FC236}">
                    <a16:creationId xmlns:a16="http://schemas.microsoft.com/office/drawing/2014/main" id="{B7AF0F89-E905-C1A1-B541-F3FE11CDE6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custDataLst>
                  <p:tags r:id="rId3"/>
                </p:custDataLst>
              </p:nvPr>
            </p:nvGrpSpPr>
            <p:grpSpPr>
              <a:xfrm>
                <a:off x="6072019" y="5176270"/>
                <a:ext cx="180000" cy="180000"/>
                <a:chOff x="719932" y="719932"/>
                <a:chExt cx="720724" cy="720724"/>
              </a:xfrm>
            </p:grpSpPr>
            <p:pic>
              <p:nvPicPr>
                <p:cNvPr id="29" name="Graphic - Money - currency [0]">
                  <a:extLst>
                    <a:ext uri="{FF2B5EF4-FFF2-40B4-BE49-F238E27FC236}">
                      <a16:creationId xmlns:a16="http://schemas.microsoft.com/office/drawing/2014/main" id="{20B6ECF7-76F7-5DEA-BDEA-3A964D3121B7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5"/>
                  </p:custDataLst>
                </p:nvPr>
              </p:nvPicPr>
              <p:blipFill>
                <a:blip r:embed="rId90">
                  <a:extLst>
                    <a:ext uri="{96DAC541-7B7A-43D3-8B79-37D633B846F1}">
                      <asvg:svgBlip xmlns:asvg="http://schemas.microsoft.com/office/drawing/2016/SVG/main" r:embed="rId91"/>
                    </a:ext>
                  </a:extLst>
                </a:blip>
                <a:srcRect/>
                <a:stretch/>
              </p:blipFill>
              <p:spPr>
                <a:xfrm>
                  <a:off x="719932" y="719932"/>
                  <a:ext cx="720724" cy="720724"/>
                </a:xfrm>
                <a:prstGeom prst="rect">
                  <a:avLst/>
                </a:prstGeom>
              </p:spPr>
            </p:pic>
            <p:pic>
              <p:nvPicPr>
                <p:cNvPr id="39" name="Graphic - Money - currency [1]" hidden="1">
                  <a:extLst>
                    <a:ext uri="{FF2B5EF4-FFF2-40B4-BE49-F238E27FC236}">
                      <a16:creationId xmlns:a16="http://schemas.microsoft.com/office/drawing/2014/main" id="{C9ED0311-359E-3A20-4153-8071A2BC5D57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6"/>
                  </p:custDataLst>
                </p:nvPr>
              </p:nvPicPr>
              <p:blipFill>
                <a:blip r:embed="rId92">
                  <a:extLst>
                    <a:ext uri="{96DAC541-7B7A-43D3-8B79-37D633B846F1}">
                      <asvg:svgBlip xmlns:asvg="http://schemas.microsoft.com/office/drawing/2016/SVG/main" r:embed="rId93"/>
                    </a:ext>
                  </a:extLst>
                </a:blip>
                <a:srcRect/>
                <a:stretch/>
              </p:blipFill>
              <p:spPr>
                <a:xfrm>
                  <a:off x="719932" y="719932"/>
                  <a:ext cx="720724" cy="720724"/>
                </a:xfrm>
                <a:prstGeom prst="rect">
                  <a:avLst/>
                </a:prstGeom>
              </p:spPr>
            </p:pic>
          </p:grpSp>
          <p:grpSp>
            <p:nvGrpSpPr>
              <p:cNvPr id="40" name="Groupe 39">
                <a:extLst>
                  <a:ext uri="{FF2B5EF4-FFF2-40B4-BE49-F238E27FC236}">
                    <a16:creationId xmlns:a16="http://schemas.microsoft.com/office/drawing/2014/main" id="{127DC74B-6AB3-C9FF-A70E-48365F7248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custDataLst>
                  <p:tags r:id="rId4"/>
                </p:custDataLst>
              </p:nvPr>
            </p:nvGrpSpPr>
            <p:grpSpPr>
              <a:xfrm>
                <a:off x="6075561" y="5559056"/>
                <a:ext cx="180183" cy="180000"/>
                <a:chOff x="719932" y="719932"/>
                <a:chExt cx="720724" cy="720724"/>
              </a:xfrm>
            </p:grpSpPr>
            <p:pic>
              <p:nvPicPr>
                <p:cNvPr id="41" name="Graphic - Growth graphic [0]">
                  <a:extLst>
                    <a:ext uri="{FF2B5EF4-FFF2-40B4-BE49-F238E27FC236}">
                      <a16:creationId xmlns:a16="http://schemas.microsoft.com/office/drawing/2014/main" id="{4AA156D6-0AC0-BBE3-B757-3EAE9C41A981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3"/>
                  </p:custDataLst>
                </p:nvPr>
              </p:nvPicPr>
              <p:blipFill>
                <a:blip r:embed="rId94">
                  <a:extLst>
                    <a:ext uri="{96DAC541-7B7A-43D3-8B79-37D633B846F1}">
                      <asvg:svgBlip xmlns:asvg="http://schemas.microsoft.com/office/drawing/2016/SVG/main" r:embed="rId95"/>
                    </a:ext>
                  </a:extLst>
                </a:blip>
                <a:srcRect/>
                <a:stretch/>
              </p:blipFill>
              <p:spPr>
                <a:xfrm>
                  <a:off x="719932" y="719932"/>
                  <a:ext cx="720724" cy="720724"/>
                </a:xfrm>
                <a:prstGeom prst="rect">
                  <a:avLst/>
                </a:prstGeom>
              </p:spPr>
            </p:pic>
            <p:pic>
              <p:nvPicPr>
                <p:cNvPr id="42" name="Graphic - Growth graphic [1]" hidden="1">
                  <a:extLst>
                    <a:ext uri="{FF2B5EF4-FFF2-40B4-BE49-F238E27FC236}">
                      <a16:creationId xmlns:a16="http://schemas.microsoft.com/office/drawing/2014/main" id="{BD6E4845-5DED-4479-2AA6-FB64BEF05B04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4"/>
                  </p:custDataLst>
                </p:nvPr>
              </p:nvPicPr>
              <p:blipFill>
                <a:blip r:embed="rId96">
                  <a:extLst>
                    <a:ext uri="{96DAC541-7B7A-43D3-8B79-37D633B846F1}">
                      <asvg:svgBlip xmlns:asvg="http://schemas.microsoft.com/office/drawing/2016/SVG/main" r:embed="rId97"/>
                    </a:ext>
                  </a:extLst>
                </a:blip>
                <a:srcRect/>
                <a:stretch/>
              </p:blipFill>
              <p:spPr>
                <a:xfrm>
                  <a:off x="719932" y="719932"/>
                  <a:ext cx="720724" cy="720724"/>
                </a:xfrm>
                <a:prstGeom prst="rect">
                  <a:avLst/>
                </a:prstGeom>
              </p:spPr>
            </p:pic>
          </p:grpSp>
          <p:grpSp>
            <p:nvGrpSpPr>
              <p:cNvPr id="43" name="Groupe 42">
                <a:extLst>
                  <a:ext uri="{FF2B5EF4-FFF2-40B4-BE49-F238E27FC236}">
                    <a16:creationId xmlns:a16="http://schemas.microsoft.com/office/drawing/2014/main" id="{EA405D5A-112C-2082-CCCB-560E7F9ABB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custDataLst>
                  <p:tags r:id="rId5"/>
                </p:custDataLst>
              </p:nvPr>
            </p:nvGrpSpPr>
            <p:grpSpPr>
              <a:xfrm>
                <a:off x="6065873" y="5935907"/>
                <a:ext cx="180183" cy="180000"/>
                <a:chOff x="719932" y="719932"/>
                <a:chExt cx="720724" cy="720724"/>
              </a:xfrm>
            </p:grpSpPr>
            <p:pic>
              <p:nvPicPr>
                <p:cNvPr id="44" name="Graphic - Fractured heart [0]" descr="Fractured heart">
                  <a:extLst>
                    <a:ext uri="{FF2B5EF4-FFF2-40B4-BE49-F238E27FC236}">
                      <a16:creationId xmlns:a16="http://schemas.microsoft.com/office/drawing/2014/main" id="{89EFA461-AE66-4407-98DF-2F23691000B4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1"/>
                  </p:custDataLst>
                </p:nvPr>
              </p:nvPicPr>
              <p:blipFill>
                <a:blip r:embed="rId98">
                  <a:extLst>
                    <a:ext uri="{96DAC541-7B7A-43D3-8B79-37D633B846F1}">
                      <asvg:svgBlip xmlns:asvg="http://schemas.microsoft.com/office/drawing/2016/SVG/main" r:embed="rId99"/>
                    </a:ext>
                  </a:extLst>
                </a:blip>
                <a:srcRect/>
                <a:stretch/>
              </p:blipFill>
              <p:spPr>
                <a:xfrm>
                  <a:off x="719932" y="719932"/>
                  <a:ext cx="720724" cy="720724"/>
                </a:xfrm>
                <a:prstGeom prst="rect">
                  <a:avLst/>
                </a:prstGeom>
              </p:spPr>
            </p:pic>
            <p:pic>
              <p:nvPicPr>
                <p:cNvPr id="45" name="Graphic - Fractured heart [1]" descr="Fractured heart " hidden="1">
                  <a:extLst>
                    <a:ext uri="{FF2B5EF4-FFF2-40B4-BE49-F238E27FC236}">
                      <a16:creationId xmlns:a16="http://schemas.microsoft.com/office/drawing/2014/main" id="{F01FDD25-75FA-3A3F-7D0F-764FF8D41BBE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2"/>
                  </p:custDataLst>
                </p:nvPr>
              </p:nvPicPr>
              <p:blipFill>
                <a:blip r:embed="rId100">
                  <a:extLst>
                    <a:ext uri="{96DAC541-7B7A-43D3-8B79-37D633B846F1}">
                      <asvg:svgBlip xmlns:asvg="http://schemas.microsoft.com/office/drawing/2016/SVG/main" r:embed="rId101"/>
                    </a:ext>
                  </a:extLst>
                </a:blip>
                <a:srcRect/>
                <a:stretch/>
              </p:blipFill>
              <p:spPr>
                <a:xfrm>
                  <a:off x="719932" y="719932"/>
                  <a:ext cx="720724" cy="720724"/>
                </a:xfrm>
                <a:prstGeom prst="rect">
                  <a:avLst/>
                </a:prstGeom>
              </p:spPr>
            </p:pic>
          </p:grpSp>
          <p:grpSp>
            <p:nvGrpSpPr>
              <p:cNvPr id="46" name="Groupe 45">
                <a:extLst>
                  <a:ext uri="{FF2B5EF4-FFF2-40B4-BE49-F238E27FC236}">
                    <a16:creationId xmlns:a16="http://schemas.microsoft.com/office/drawing/2014/main" id="{C2C5617D-0CB3-513E-B96E-C17C34066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custDataLst>
                  <p:tags r:id="rId6"/>
                </p:custDataLst>
              </p:nvPr>
            </p:nvGrpSpPr>
            <p:grpSpPr>
              <a:xfrm>
                <a:off x="9156371" y="4424915"/>
                <a:ext cx="180000" cy="180183"/>
                <a:chOff x="719932" y="719932"/>
                <a:chExt cx="720724" cy="720724"/>
              </a:xfrm>
            </p:grpSpPr>
            <p:pic>
              <p:nvPicPr>
                <p:cNvPr id="47" name="Graphic 4 - Waves [0]" descr="Waves">
                  <a:extLst>
                    <a:ext uri="{FF2B5EF4-FFF2-40B4-BE49-F238E27FC236}">
                      <a16:creationId xmlns:a16="http://schemas.microsoft.com/office/drawing/2014/main" id="{619975F9-F7FB-B6CB-7FA2-16BD89104AAC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9"/>
                  </p:custDataLst>
                </p:nvPr>
              </p:nvPicPr>
              <p:blipFill>
                <a:blip r:embed="rId102">
                  <a:extLst>
                    <a:ext uri="{96DAC541-7B7A-43D3-8B79-37D633B846F1}">
                      <asvg:svgBlip xmlns:asvg="http://schemas.microsoft.com/office/drawing/2016/SVG/main" r:embed="rId10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9932" y="719932"/>
                  <a:ext cx="720724" cy="720724"/>
                </a:xfrm>
                <a:prstGeom prst="rect">
                  <a:avLst/>
                </a:prstGeom>
              </p:spPr>
            </p:pic>
            <p:pic>
              <p:nvPicPr>
                <p:cNvPr id="48" name="Graphic - Waves [1]" descr="Waves" hidden="1">
                  <a:extLst>
                    <a:ext uri="{FF2B5EF4-FFF2-40B4-BE49-F238E27FC236}">
                      <a16:creationId xmlns:a16="http://schemas.microsoft.com/office/drawing/2014/main" id="{D7E18BDE-45FA-8C87-27A7-1D0553C0A7E4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20"/>
                  </p:custDataLst>
                </p:nvPr>
              </p:nvPicPr>
              <p:blipFill>
                <a:blip r:embed="rId104">
                  <a:extLst>
                    <a:ext uri="{96DAC541-7B7A-43D3-8B79-37D633B846F1}">
                      <asvg:svgBlip xmlns:asvg="http://schemas.microsoft.com/office/drawing/2016/SVG/main" r:embed="rId10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9932" y="719932"/>
                  <a:ext cx="720724" cy="720724"/>
                </a:xfrm>
                <a:prstGeom prst="rect">
                  <a:avLst/>
                </a:prstGeom>
              </p:spPr>
            </p:pic>
          </p:grpSp>
          <p:grpSp>
            <p:nvGrpSpPr>
              <p:cNvPr id="49" name="Groupe 48">
                <a:extLst>
                  <a:ext uri="{FF2B5EF4-FFF2-40B4-BE49-F238E27FC236}">
                    <a16:creationId xmlns:a16="http://schemas.microsoft.com/office/drawing/2014/main" id="{3093D581-FBC7-217C-76BA-55022737B9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custDataLst>
                  <p:tags r:id="rId7"/>
                </p:custDataLst>
              </p:nvPr>
            </p:nvGrpSpPr>
            <p:grpSpPr>
              <a:xfrm>
                <a:off x="9156371" y="4815008"/>
                <a:ext cx="180183" cy="180000"/>
                <a:chOff x="719932" y="719932"/>
                <a:chExt cx="720724" cy="720724"/>
              </a:xfrm>
            </p:grpSpPr>
            <p:pic>
              <p:nvPicPr>
                <p:cNvPr id="50" name="Graphic 4 [0]">
                  <a:extLst>
                    <a:ext uri="{FF2B5EF4-FFF2-40B4-BE49-F238E27FC236}">
                      <a16:creationId xmlns:a16="http://schemas.microsoft.com/office/drawing/2014/main" id="{EB0E4F62-5DD3-6AD0-A2A3-F24B1A057951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7"/>
                  </p:custDataLst>
                </p:nvPr>
              </p:nvPicPr>
              <p:blipFill>
                <a:blip r:embed="rId106">
                  <a:extLst>
                    <a:ext uri="{96DAC541-7B7A-43D3-8B79-37D633B846F1}">
                      <asvg:svgBlip xmlns:asvg="http://schemas.microsoft.com/office/drawing/2016/SVG/main" r:embed="rId10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9932" y="719932"/>
                  <a:ext cx="720724" cy="720724"/>
                </a:xfrm>
                <a:prstGeom prst="rect">
                  <a:avLst/>
                </a:prstGeom>
              </p:spPr>
            </p:pic>
            <p:pic>
              <p:nvPicPr>
                <p:cNvPr id="51" name="Graphic 4 [1]" hidden="1">
                  <a:extLst>
                    <a:ext uri="{FF2B5EF4-FFF2-40B4-BE49-F238E27FC236}">
                      <a16:creationId xmlns:a16="http://schemas.microsoft.com/office/drawing/2014/main" id="{B37F8CFB-4A5D-D3B0-AA01-C85A1758E8F5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8"/>
                  </p:custDataLst>
                </p:nvPr>
              </p:nvPicPr>
              <p:blipFill>
                <a:blip r:embed="rId108">
                  <a:extLst>
                    <a:ext uri="{96DAC541-7B7A-43D3-8B79-37D633B846F1}">
                      <asvg:svgBlip xmlns:asvg="http://schemas.microsoft.com/office/drawing/2016/SVG/main" r:embed="rId10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9932" y="719932"/>
                  <a:ext cx="720724" cy="720724"/>
                </a:xfrm>
                <a:prstGeom prst="rect">
                  <a:avLst/>
                </a:prstGeom>
              </p:spPr>
            </p:pic>
          </p:grpSp>
          <p:grpSp>
            <p:nvGrpSpPr>
              <p:cNvPr id="52" name="Groupe 51">
                <a:extLst>
                  <a:ext uri="{FF2B5EF4-FFF2-40B4-BE49-F238E27FC236}">
                    <a16:creationId xmlns:a16="http://schemas.microsoft.com/office/drawing/2014/main" id="{DA7E4202-2D5C-AC34-4EFA-39384383B0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custDataLst>
                  <p:tags r:id="rId8"/>
                </p:custDataLst>
              </p:nvPr>
            </p:nvGrpSpPr>
            <p:grpSpPr>
              <a:xfrm>
                <a:off x="9156371" y="5923843"/>
                <a:ext cx="216000" cy="216000"/>
                <a:chOff x="719932" y="719932"/>
                <a:chExt cx="720724" cy="720724"/>
              </a:xfrm>
            </p:grpSpPr>
            <p:pic>
              <p:nvPicPr>
                <p:cNvPr id="53" name="Balance [0]">
                  <a:extLst>
                    <a:ext uri="{FF2B5EF4-FFF2-40B4-BE49-F238E27FC236}">
                      <a16:creationId xmlns:a16="http://schemas.microsoft.com/office/drawing/2014/main" id="{E710ED7B-8357-26F4-ED95-99B85F273895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5"/>
                  </p:custDataLst>
                </p:nvPr>
              </p:nvPicPr>
              <p:blipFill>
                <a:blip r:embed="rId110">
                  <a:extLst>
                    <a:ext uri="{96DAC541-7B7A-43D3-8B79-37D633B846F1}">
                      <asvg:svgBlip xmlns:asvg="http://schemas.microsoft.com/office/drawing/2016/SVG/main" r:embed="rId111"/>
                    </a:ext>
                  </a:extLst>
                </a:blip>
                <a:srcRect/>
                <a:stretch/>
              </p:blipFill>
              <p:spPr>
                <a:xfrm>
                  <a:off x="719932" y="719932"/>
                  <a:ext cx="720724" cy="720724"/>
                </a:xfrm>
                <a:prstGeom prst="rect">
                  <a:avLst/>
                </a:prstGeom>
              </p:spPr>
            </p:pic>
            <p:pic>
              <p:nvPicPr>
                <p:cNvPr id="54" name="Balance [1]" hidden="1">
                  <a:extLst>
                    <a:ext uri="{FF2B5EF4-FFF2-40B4-BE49-F238E27FC236}">
                      <a16:creationId xmlns:a16="http://schemas.microsoft.com/office/drawing/2014/main" id="{77186D47-E406-BFC1-1AE7-FDA1F9BFE92D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6"/>
                  </p:custDataLst>
                </p:nvPr>
              </p:nvPicPr>
              <p:blipFill>
                <a:blip r:embed="rId112">
                  <a:extLst>
                    <a:ext uri="{96DAC541-7B7A-43D3-8B79-37D633B846F1}">
                      <asvg:svgBlip xmlns:asvg="http://schemas.microsoft.com/office/drawing/2016/SVG/main" r:embed="rId113"/>
                    </a:ext>
                  </a:extLst>
                </a:blip>
                <a:srcRect/>
                <a:stretch/>
              </p:blipFill>
              <p:spPr>
                <a:xfrm>
                  <a:off x="719932" y="719932"/>
                  <a:ext cx="720724" cy="720724"/>
                </a:xfrm>
                <a:prstGeom prst="rect">
                  <a:avLst/>
                </a:prstGeom>
              </p:spPr>
            </p:pic>
          </p:grpSp>
          <p:grpSp>
            <p:nvGrpSpPr>
              <p:cNvPr id="58" name="Groupe 57">
                <a:extLst>
                  <a:ext uri="{FF2B5EF4-FFF2-40B4-BE49-F238E27FC236}">
                    <a16:creationId xmlns:a16="http://schemas.microsoft.com/office/drawing/2014/main" id="{B188FF9D-F632-B9B6-82A5-61E6AB2BF0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custDataLst>
                  <p:tags r:id="rId9"/>
                </p:custDataLst>
              </p:nvPr>
            </p:nvGrpSpPr>
            <p:grpSpPr>
              <a:xfrm>
                <a:off x="9214811" y="5559056"/>
                <a:ext cx="180000" cy="180000"/>
                <a:chOff x="722313" y="722313"/>
                <a:chExt cx="715962" cy="715962"/>
              </a:xfrm>
            </p:grpSpPr>
            <p:pic>
              <p:nvPicPr>
                <p:cNvPr id="59" name="Idea [0]">
                  <a:extLst>
                    <a:ext uri="{FF2B5EF4-FFF2-40B4-BE49-F238E27FC236}">
                      <a16:creationId xmlns:a16="http://schemas.microsoft.com/office/drawing/2014/main" id="{5C6C592C-6211-4BB2-6351-408A5BBA0C17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3"/>
                  </p:custDataLst>
                </p:nvPr>
              </p:nvPicPr>
              <p:blipFill>
                <a:blip r:embed="rId114">
                  <a:extLst>
                    <a:ext uri="{96DAC541-7B7A-43D3-8B79-37D633B846F1}">
                      <asvg:svgBlip xmlns:asvg="http://schemas.microsoft.com/office/drawing/2016/SVG/main" r:embed="rId115"/>
                    </a:ext>
                  </a:extLst>
                </a:blip>
                <a:srcRect/>
                <a:stretch/>
              </p:blipFill>
              <p:spPr>
                <a:xfrm>
                  <a:off x="722313" y="722313"/>
                  <a:ext cx="715962" cy="715962"/>
                </a:xfrm>
                <a:prstGeom prst="rect">
                  <a:avLst/>
                </a:prstGeom>
              </p:spPr>
            </p:pic>
            <p:pic>
              <p:nvPicPr>
                <p:cNvPr id="60" name="Idea [1]" hidden="1">
                  <a:extLst>
                    <a:ext uri="{FF2B5EF4-FFF2-40B4-BE49-F238E27FC236}">
                      <a16:creationId xmlns:a16="http://schemas.microsoft.com/office/drawing/2014/main" id="{4C75A6E7-7FEF-19E7-788D-F3E3428DF675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4"/>
                  </p:custDataLst>
                </p:nvPr>
              </p:nvPicPr>
              <p:blipFill>
                <a:blip r:embed="rId116">
                  <a:extLst>
                    <a:ext uri="{96DAC541-7B7A-43D3-8B79-37D633B846F1}">
                      <asvg:svgBlip xmlns:asvg="http://schemas.microsoft.com/office/drawing/2016/SVG/main" r:embed="rId117"/>
                    </a:ext>
                  </a:extLst>
                </a:blip>
                <a:srcRect/>
                <a:stretch/>
              </p:blipFill>
              <p:spPr>
                <a:xfrm>
                  <a:off x="722313" y="722313"/>
                  <a:ext cx="715962" cy="715962"/>
                </a:xfrm>
                <a:prstGeom prst="rect">
                  <a:avLst/>
                </a:prstGeom>
              </p:spPr>
            </p:pic>
          </p:grpSp>
          <p:grpSp>
            <p:nvGrpSpPr>
              <p:cNvPr id="87" name="Groupe 86">
                <a:extLst>
                  <a:ext uri="{FF2B5EF4-FFF2-40B4-BE49-F238E27FC236}">
                    <a16:creationId xmlns:a16="http://schemas.microsoft.com/office/drawing/2014/main" id="{5C72AF96-AC37-7C8E-254C-958322C743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custDataLst>
                  <p:tags r:id="rId10"/>
                </p:custDataLst>
              </p:nvPr>
            </p:nvGrpSpPr>
            <p:grpSpPr>
              <a:xfrm>
                <a:off x="9182370" y="5176270"/>
                <a:ext cx="180000" cy="180000"/>
                <a:chOff x="722313" y="722313"/>
                <a:chExt cx="715962" cy="715962"/>
              </a:xfrm>
            </p:grpSpPr>
            <p:pic>
              <p:nvPicPr>
                <p:cNvPr id="91" name="Idea [0]">
                  <a:extLst>
                    <a:ext uri="{FF2B5EF4-FFF2-40B4-BE49-F238E27FC236}">
                      <a16:creationId xmlns:a16="http://schemas.microsoft.com/office/drawing/2014/main" id="{D92E6198-A067-6731-5D76-1CD3CE16605D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1"/>
                  </p:custDataLst>
                </p:nvPr>
              </p:nvPicPr>
              <p:blipFill>
                <a:blip r:embed="rId118">
                  <a:extLst>
                    <a:ext uri="{96DAC541-7B7A-43D3-8B79-37D633B846F1}">
                      <asvg:svgBlip xmlns:asvg="http://schemas.microsoft.com/office/drawing/2016/SVG/main" r:embed="rId119"/>
                    </a:ext>
                  </a:extLst>
                </a:blip>
                <a:srcRect/>
                <a:stretch/>
              </p:blipFill>
              <p:spPr>
                <a:xfrm>
                  <a:off x="722313" y="722313"/>
                  <a:ext cx="715962" cy="715962"/>
                </a:xfrm>
                <a:prstGeom prst="rect">
                  <a:avLst/>
                </a:prstGeom>
              </p:spPr>
            </p:pic>
            <p:pic>
              <p:nvPicPr>
                <p:cNvPr id="92" name="Idea [1]" hidden="1">
                  <a:extLst>
                    <a:ext uri="{FF2B5EF4-FFF2-40B4-BE49-F238E27FC236}">
                      <a16:creationId xmlns:a16="http://schemas.microsoft.com/office/drawing/2014/main" id="{8E0597FB-BA48-A26D-3C13-88B3F3FD3EA4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12"/>
                  </p:custDataLst>
                </p:nvPr>
              </p:nvPicPr>
              <p:blipFill>
                <a:blip r:embed="rId120">
                  <a:extLst>
                    <a:ext uri="{96DAC541-7B7A-43D3-8B79-37D633B846F1}">
                      <asvg:svgBlip xmlns:asvg="http://schemas.microsoft.com/office/drawing/2016/SVG/main" r:embed="rId121"/>
                    </a:ext>
                  </a:extLst>
                </a:blip>
                <a:srcRect/>
                <a:stretch/>
              </p:blipFill>
              <p:spPr>
                <a:xfrm>
                  <a:off x="722313" y="722313"/>
                  <a:ext cx="715962" cy="715962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65" name="Groupe 164">
            <a:extLst>
              <a:ext uri="{FF2B5EF4-FFF2-40B4-BE49-F238E27FC236}">
                <a16:creationId xmlns:a16="http://schemas.microsoft.com/office/drawing/2014/main" id="{AD69AA0F-51F8-2D2C-9F60-D5B8C8A35E42}"/>
              </a:ext>
            </a:extLst>
          </p:cNvPr>
          <p:cNvGrpSpPr/>
          <p:nvPr/>
        </p:nvGrpSpPr>
        <p:grpSpPr>
          <a:xfrm>
            <a:off x="1367107" y="967032"/>
            <a:ext cx="10057385" cy="1472486"/>
            <a:chOff x="167491" y="848199"/>
            <a:chExt cx="10057385" cy="1472486"/>
          </a:xfrm>
        </p:grpSpPr>
        <p:grpSp>
          <p:nvGrpSpPr>
            <p:cNvPr id="140" name="Groupe 139">
              <a:extLst>
                <a:ext uri="{FF2B5EF4-FFF2-40B4-BE49-F238E27FC236}">
                  <a16:creationId xmlns:a16="http://schemas.microsoft.com/office/drawing/2014/main" id="{CB39F661-030C-029A-2E09-558AFAEA4285}"/>
                </a:ext>
              </a:extLst>
            </p:cNvPr>
            <p:cNvGrpSpPr/>
            <p:nvPr/>
          </p:nvGrpSpPr>
          <p:grpSpPr>
            <a:xfrm>
              <a:off x="167491" y="848199"/>
              <a:ext cx="10057385" cy="1472486"/>
              <a:chOff x="0" y="1254004"/>
              <a:chExt cx="10057385" cy="1472486"/>
            </a:xfrm>
          </p:grpSpPr>
          <p:cxnSp>
            <p:nvCxnSpPr>
              <p:cNvPr id="5" name="Connecteur droit 4">
                <a:extLst>
                  <a:ext uri="{FF2B5EF4-FFF2-40B4-BE49-F238E27FC236}">
                    <a16:creationId xmlns:a16="http://schemas.microsoft.com/office/drawing/2014/main" id="{E2B1D29F-A981-ACDB-45DE-8DAAFC2600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0" y="2595663"/>
                <a:ext cx="10057385" cy="0"/>
              </a:xfrm>
              <a:prstGeom prst="line">
                <a:avLst/>
              </a:prstGeom>
              <a:ln w="57150" cap="flat" cmpd="sng" algn="ctr">
                <a:solidFill>
                  <a:schemeClr val="accent4">
                    <a:lumMod val="100000"/>
                  </a:schemeClr>
                </a:solidFill>
                <a:prstDash val="solid"/>
                <a:miter lim="800000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9" name="Groupe 138">
                <a:extLst>
                  <a:ext uri="{FF2B5EF4-FFF2-40B4-BE49-F238E27FC236}">
                    <a16:creationId xmlns:a16="http://schemas.microsoft.com/office/drawing/2014/main" id="{C8C68CF4-254F-5B72-70F8-A99DD064C9E7}"/>
                  </a:ext>
                </a:extLst>
              </p:cNvPr>
              <p:cNvGrpSpPr/>
              <p:nvPr/>
            </p:nvGrpSpPr>
            <p:grpSpPr>
              <a:xfrm>
                <a:off x="260003" y="1254004"/>
                <a:ext cx="9544186" cy="1472486"/>
                <a:chOff x="260003" y="1254004"/>
                <a:chExt cx="9544186" cy="1472486"/>
              </a:xfrm>
            </p:grpSpPr>
            <p:sp>
              <p:nvSpPr>
                <p:cNvPr id="6" name="ZoneTexte 2">
                  <a:extLst>
                    <a:ext uri="{FF2B5EF4-FFF2-40B4-BE49-F238E27FC236}">
                      <a16:creationId xmlns:a16="http://schemas.microsoft.com/office/drawing/2014/main" id="{20B498A1-5AA0-0728-6427-4C5AAEC3A7C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543690" y="1275367"/>
                  <a:ext cx="1175867" cy="113107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914395">
                    <a:defRPr/>
                  </a:pPr>
                  <a:r>
                    <a:rPr lang="en-US" sz="1050" b="1" noProof="0" dirty="0">
                      <a:solidFill>
                        <a:schemeClr val="bg2"/>
                      </a:solidFill>
                    </a:rPr>
                    <a:t>2022</a:t>
                  </a:r>
                  <a:r>
                    <a:rPr kumimoji="0" lang="en-US" sz="105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2">
                          <a:lumMod val="100000"/>
                        </a:schemeClr>
                      </a:solidFill>
                      <a:effectLst/>
                      <a:uLnTx/>
                      <a:uFillTx/>
                    </a:rPr>
                    <a:t>
</a:t>
                  </a:r>
                  <a:r>
                    <a:rPr lang="en-US" sz="1050" noProof="0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Adoption of the  2022/2557 directive (</a:t>
                  </a:r>
                  <a:r>
                    <a:rPr lang="en-US" sz="1050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C</a:t>
                  </a:r>
                  <a:r>
                    <a:rPr lang="en-US" sz="1050" noProof="0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ER). Members states have 3 years to transpose it into national law</a:t>
                  </a:r>
                  <a:endPara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100000"/>
                      </a:schemeClr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cxnSp>
              <p:nvCxnSpPr>
                <p:cNvPr id="8" name="Connecteur droit 7">
                  <a:extLst>
                    <a:ext uri="{FF2B5EF4-FFF2-40B4-BE49-F238E27FC236}">
                      <a16:creationId xmlns:a16="http://schemas.microsoft.com/office/drawing/2014/main" id="{DB028B28-417C-B996-3AB1-2A1D747A95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267920" y="2014798"/>
                  <a:ext cx="1" cy="470797"/>
                </a:xfrm>
                <a:prstGeom prst="line">
                  <a:avLst/>
                </a:prstGeom>
                <a:solidFill>
                  <a:schemeClr val="tx2"/>
                </a:solidFill>
                <a:ln w="57150" cap="flat" cmpd="sng" algn="ctr">
                  <a:solidFill>
                    <a:schemeClr val="bg2">
                      <a:lumMod val="100000"/>
                    </a:schemeClr>
                  </a:solidFill>
                  <a:prstDash val="solid"/>
                  <a:miter lim="800000"/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" name="Bouée 6">
                  <a:extLst>
                    <a:ext uri="{FF2B5EF4-FFF2-40B4-BE49-F238E27FC236}">
                      <a16:creationId xmlns:a16="http://schemas.microsoft.com/office/drawing/2014/main" id="{0FB6AE79-D75E-D34D-7615-180F5732D14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158794" y="1612575"/>
                  <a:ext cx="227426" cy="360000"/>
                </a:xfrm>
                <a:custGeom>
                  <a:avLst/>
                  <a:gdLst>
                    <a:gd name="connsiteX0" fmla="*/ 0 w 340583"/>
                    <a:gd name="connsiteY0" fmla="*/ 170292 h 340583"/>
                    <a:gd name="connsiteX1" fmla="*/ 170292 w 340583"/>
                    <a:gd name="connsiteY1" fmla="*/ 0 h 340583"/>
                    <a:gd name="connsiteX2" fmla="*/ 340584 w 340583"/>
                    <a:gd name="connsiteY2" fmla="*/ 170292 h 340583"/>
                    <a:gd name="connsiteX3" fmla="*/ 170292 w 340583"/>
                    <a:gd name="connsiteY3" fmla="*/ 340584 h 340583"/>
                    <a:gd name="connsiteX4" fmla="*/ 0 w 340583"/>
                    <a:gd name="connsiteY4" fmla="*/ 170292 h 340583"/>
                    <a:gd name="connsiteX5" fmla="*/ 85146 w 340583"/>
                    <a:gd name="connsiteY5" fmla="*/ 170292 h 340583"/>
                    <a:gd name="connsiteX6" fmla="*/ 170292 w 340583"/>
                    <a:gd name="connsiteY6" fmla="*/ 255438 h 340583"/>
                    <a:gd name="connsiteX7" fmla="*/ 255438 w 340583"/>
                    <a:gd name="connsiteY7" fmla="*/ 170292 h 340583"/>
                    <a:gd name="connsiteX8" fmla="*/ 170292 w 340583"/>
                    <a:gd name="connsiteY8" fmla="*/ 85146 h 340583"/>
                    <a:gd name="connsiteX9" fmla="*/ 85146 w 340583"/>
                    <a:gd name="connsiteY9" fmla="*/ 170292 h 340583"/>
                    <a:gd name="connsiteX0" fmla="*/ 0 w 340584"/>
                    <a:gd name="connsiteY0" fmla="*/ 170292 h 535847"/>
                    <a:gd name="connsiteX1" fmla="*/ 170292 w 340584"/>
                    <a:gd name="connsiteY1" fmla="*/ 0 h 535847"/>
                    <a:gd name="connsiteX2" fmla="*/ 340584 w 340584"/>
                    <a:gd name="connsiteY2" fmla="*/ 170292 h 535847"/>
                    <a:gd name="connsiteX3" fmla="*/ 170292 w 340584"/>
                    <a:gd name="connsiteY3" fmla="*/ 535847 h 535847"/>
                    <a:gd name="connsiteX4" fmla="*/ 0 w 340584"/>
                    <a:gd name="connsiteY4" fmla="*/ 170292 h 535847"/>
                    <a:gd name="connsiteX5" fmla="*/ 85146 w 340584"/>
                    <a:gd name="connsiteY5" fmla="*/ 170292 h 535847"/>
                    <a:gd name="connsiteX6" fmla="*/ 170292 w 340584"/>
                    <a:gd name="connsiteY6" fmla="*/ 255438 h 535847"/>
                    <a:gd name="connsiteX7" fmla="*/ 255438 w 340584"/>
                    <a:gd name="connsiteY7" fmla="*/ 170292 h 535847"/>
                    <a:gd name="connsiteX8" fmla="*/ 170292 w 340584"/>
                    <a:gd name="connsiteY8" fmla="*/ 85146 h 535847"/>
                    <a:gd name="connsiteX9" fmla="*/ 85146 w 340584"/>
                    <a:gd name="connsiteY9" fmla="*/ 170292 h 535847"/>
                    <a:gd name="connsiteX0" fmla="*/ 0 w 340584"/>
                    <a:gd name="connsiteY0" fmla="*/ 170292 h 535906"/>
                    <a:gd name="connsiteX1" fmla="*/ 170292 w 340584"/>
                    <a:gd name="connsiteY1" fmla="*/ 0 h 535906"/>
                    <a:gd name="connsiteX2" fmla="*/ 340584 w 340584"/>
                    <a:gd name="connsiteY2" fmla="*/ 170292 h 535906"/>
                    <a:gd name="connsiteX3" fmla="*/ 170292 w 340584"/>
                    <a:gd name="connsiteY3" fmla="*/ 535847 h 535906"/>
                    <a:gd name="connsiteX4" fmla="*/ 0 w 340584"/>
                    <a:gd name="connsiteY4" fmla="*/ 170292 h 535906"/>
                    <a:gd name="connsiteX5" fmla="*/ 85146 w 340584"/>
                    <a:gd name="connsiteY5" fmla="*/ 170292 h 535906"/>
                    <a:gd name="connsiteX6" fmla="*/ 170292 w 340584"/>
                    <a:gd name="connsiteY6" fmla="*/ 255438 h 535906"/>
                    <a:gd name="connsiteX7" fmla="*/ 255438 w 340584"/>
                    <a:gd name="connsiteY7" fmla="*/ 170292 h 535906"/>
                    <a:gd name="connsiteX8" fmla="*/ 170292 w 340584"/>
                    <a:gd name="connsiteY8" fmla="*/ 85146 h 535906"/>
                    <a:gd name="connsiteX9" fmla="*/ 85146 w 340584"/>
                    <a:gd name="connsiteY9" fmla="*/ 170292 h 5359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40584" h="535906">
                      <a:moveTo>
                        <a:pt x="0" y="170292"/>
                      </a:moveTo>
                      <a:cubicBezTo>
                        <a:pt x="0" y="80984"/>
                        <a:pt x="76242" y="0"/>
                        <a:pt x="170292" y="0"/>
                      </a:cubicBezTo>
                      <a:cubicBezTo>
                        <a:pt x="264342" y="0"/>
                        <a:pt x="340584" y="80984"/>
                        <a:pt x="340584" y="170292"/>
                      </a:cubicBezTo>
                      <a:cubicBezTo>
                        <a:pt x="340584" y="259600"/>
                        <a:pt x="169092" y="540610"/>
                        <a:pt x="170292" y="535847"/>
                      </a:cubicBezTo>
                      <a:cubicBezTo>
                        <a:pt x="171492" y="531084"/>
                        <a:pt x="0" y="259600"/>
                        <a:pt x="0" y="170292"/>
                      </a:cubicBezTo>
                      <a:close/>
                      <a:moveTo>
                        <a:pt x="85146" y="170292"/>
                      </a:moveTo>
                      <a:cubicBezTo>
                        <a:pt x="85146" y="217317"/>
                        <a:pt x="123267" y="255438"/>
                        <a:pt x="170292" y="255438"/>
                      </a:cubicBezTo>
                      <a:cubicBezTo>
                        <a:pt x="217317" y="255438"/>
                        <a:pt x="255438" y="217317"/>
                        <a:pt x="255438" y="170292"/>
                      </a:cubicBezTo>
                      <a:cubicBezTo>
                        <a:pt x="255438" y="123267"/>
                        <a:pt x="217317" y="85146"/>
                        <a:pt x="170292" y="85146"/>
                      </a:cubicBezTo>
                      <a:cubicBezTo>
                        <a:pt x="123267" y="85146"/>
                        <a:pt x="85146" y="123267"/>
                        <a:pt x="85146" y="17029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9731" tIns="54866" rIns="109731" bIns="54866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914395"/>
                  <a:endParaRPr lang="en-US" sz="1400" noProof="0" dirty="0">
                    <a:solidFill>
                      <a:srgbClr val="048B9A"/>
                    </a:solidFill>
                    <a:latin typeface="Tahoma"/>
                  </a:endParaRPr>
                </a:p>
              </p:txBody>
            </p:sp>
            <p:sp>
              <p:nvSpPr>
                <p:cNvPr id="20" name="ZoneTexte 16">
                  <a:extLst>
                    <a:ext uri="{FF2B5EF4-FFF2-40B4-BE49-F238E27FC236}">
                      <a16:creationId xmlns:a16="http://schemas.microsoft.com/office/drawing/2014/main" id="{744ECCA5-8C78-295D-C6D5-F3EC72210FA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597529" y="1256857"/>
                  <a:ext cx="1186338" cy="14696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914395">
                    <a:defRPr/>
                  </a:pPr>
                  <a:r>
                    <a:rPr kumimoji="0" lang="en-US" sz="105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LnTx/>
                      <a:uFillTx/>
                    </a:rPr>
                    <a:t>2019</a:t>
                  </a:r>
                  <a:r>
                    <a:rPr kumimoji="0" lang="en-US" sz="105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accent6">
                          <a:lumMod val="50000"/>
                        </a:schemeClr>
                      </a:solidFill>
                      <a:effectLst/>
                      <a:uLnTx/>
                      <a:uFillTx/>
                    </a:rPr>
                    <a:t>
</a:t>
                  </a:r>
                  <a:r>
                    <a:rPr lang="en-US" sz="1050" dirty="0">
                      <a:solidFill>
                        <a:schemeClr val="accent6">
                          <a:lumMod val="50000"/>
                        </a:schemeClr>
                      </a:solidFill>
                      <a:ea typeface="+mj-ea"/>
                      <a:cs typeface="+mj-cs"/>
                    </a:rPr>
                    <a:t> Evaluation of the directive from 2008 emphasizing the necessity to strengthen existing rules</a:t>
                  </a:r>
                  <a:endParaRPr lang="en-US" sz="1050" noProof="0" dirty="0">
                    <a:solidFill>
                      <a:schemeClr val="accent6">
                        <a:lumMod val="50000"/>
                      </a:schemeClr>
                    </a:solidFill>
                    <a:ea typeface="+mj-ea"/>
                    <a:cs typeface="+mj-cs"/>
                  </a:endParaRPr>
                </a:p>
                <a:p>
                  <a:pPr marL="0" marR="0" lvl="0" indent="0" algn="l" defTabSz="91439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accent3">
                          <a:lumMod val="100000"/>
                        </a:schemeClr>
                      </a:solidFill>
                      <a:effectLst/>
                      <a:uLnTx/>
                      <a:uFillTx/>
                    </a:rPr>
                    <a:t>
</a:t>
                  </a:r>
                  <a:endPara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>
                        <a:lumMod val="100000"/>
                      </a:schemeClr>
                    </a:solidFill>
                    <a:effectLst/>
                    <a:uLnTx/>
                    <a:uFillTx/>
                    <a:ea typeface="Tahoma"/>
                    <a:cs typeface="Tahoma"/>
                  </a:endParaRPr>
                </a:p>
              </p:txBody>
            </p:sp>
            <p:cxnSp>
              <p:nvCxnSpPr>
                <p:cNvPr id="22" name="Connecteur droit 21">
                  <a:extLst>
                    <a:ext uri="{FF2B5EF4-FFF2-40B4-BE49-F238E27FC236}">
                      <a16:creationId xmlns:a16="http://schemas.microsoft.com/office/drawing/2014/main" id="{A726BF93-4482-85BA-17CE-5E16AF33B5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323503" y="1983542"/>
                  <a:ext cx="1" cy="470797"/>
                </a:xfrm>
                <a:prstGeom prst="line">
                  <a:avLst/>
                </a:prstGeom>
                <a:solidFill>
                  <a:schemeClr val="bg2"/>
                </a:solidFill>
                <a:ln w="57150" cap="flat" cmpd="sng" algn="ctr">
                  <a:solidFill>
                    <a:schemeClr val="bg2"/>
                  </a:solidFill>
                  <a:prstDash val="solid"/>
                  <a:miter lim="800000"/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" name="Bouée 6">
                  <a:extLst>
                    <a:ext uri="{FF2B5EF4-FFF2-40B4-BE49-F238E27FC236}">
                      <a16:creationId xmlns:a16="http://schemas.microsoft.com/office/drawing/2014/main" id="{D03763D2-2480-A4B0-0546-6BC058A4399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210830" y="1597328"/>
                  <a:ext cx="227426" cy="360000"/>
                </a:xfrm>
                <a:custGeom>
                  <a:avLst/>
                  <a:gdLst>
                    <a:gd name="connsiteX0" fmla="*/ 0 w 340583"/>
                    <a:gd name="connsiteY0" fmla="*/ 170292 h 340583"/>
                    <a:gd name="connsiteX1" fmla="*/ 170292 w 340583"/>
                    <a:gd name="connsiteY1" fmla="*/ 0 h 340583"/>
                    <a:gd name="connsiteX2" fmla="*/ 340584 w 340583"/>
                    <a:gd name="connsiteY2" fmla="*/ 170292 h 340583"/>
                    <a:gd name="connsiteX3" fmla="*/ 170292 w 340583"/>
                    <a:gd name="connsiteY3" fmla="*/ 340584 h 340583"/>
                    <a:gd name="connsiteX4" fmla="*/ 0 w 340583"/>
                    <a:gd name="connsiteY4" fmla="*/ 170292 h 340583"/>
                    <a:gd name="connsiteX5" fmla="*/ 85146 w 340583"/>
                    <a:gd name="connsiteY5" fmla="*/ 170292 h 340583"/>
                    <a:gd name="connsiteX6" fmla="*/ 170292 w 340583"/>
                    <a:gd name="connsiteY6" fmla="*/ 255438 h 340583"/>
                    <a:gd name="connsiteX7" fmla="*/ 255438 w 340583"/>
                    <a:gd name="connsiteY7" fmla="*/ 170292 h 340583"/>
                    <a:gd name="connsiteX8" fmla="*/ 170292 w 340583"/>
                    <a:gd name="connsiteY8" fmla="*/ 85146 h 340583"/>
                    <a:gd name="connsiteX9" fmla="*/ 85146 w 340583"/>
                    <a:gd name="connsiteY9" fmla="*/ 170292 h 340583"/>
                    <a:gd name="connsiteX0" fmla="*/ 0 w 340584"/>
                    <a:gd name="connsiteY0" fmla="*/ 170292 h 535847"/>
                    <a:gd name="connsiteX1" fmla="*/ 170292 w 340584"/>
                    <a:gd name="connsiteY1" fmla="*/ 0 h 535847"/>
                    <a:gd name="connsiteX2" fmla="*/ 340584 w 340584"/>
                    <a:gd name="connsiteY2" fmla="*/ 170292 h 535847"/>
                    <a:gd name="connsiteX3" fmla="*/ 170292 w 340584"/>
                    <a:gd name="connsiteY3" fmla="*/ 535847 h 535847"/>
                    <a:gd name="connsiteX4" fmla="*/ 0 w 340584"/>
                    <a:gd name="connsiteY4" fmla="*/ 170292 h 535847"/>
                    <a:gd name="connsiteX5" fmla="*/ 85146 w 340584"/>
                    <a:gd name="connsiteY5" fmla="*/ 170292 h 535847"/>
                    <a:gd name="connsiteX6" fmla="*/ 170292 w 340584"/>
                    <a:gd name="connsiteY6" fmla="*/ 255438 h 535847"/>
                    <a:gd name="connsiteX7" fmla="*/ 255438 w 340584"/>
                    <a:gd name="connsiteY7" fmla="*/ 170292 h 535847"/>
                    <a:gd name="connsiteX8" fmla="*/ 170292 w 340584"/>
                    <a:gd name="connsiteY8" fmla="*/ 85146 h 535847"/>
                    <a:gd name="connsiteX9" fmla="*/ 85146 w 340584"/>
                    <a:gd name="connsiteY9" fmla="*/ 170292 h 535847"/>
                    <a:gd name="connsiteX0" fmla="*/ 0 w 340584"/>
                    <a:gd name="connsiteY0" fmla="*/ 170292 h 535906"/>
                    <a:gd name="connsiteX1" fmla="*/ 170292 w 340584"/>
                    <a:gd name="connsiteY1" fmla="*/ 0 h 535906"/>
                    <a:gd name="connsiteX2" fmla="*/ 340584 w 340584"/>
                    <a:gd name="connsiteY2" fmla="*/ 170292 h 535906"/>
                    <a:gd name="connsiteX3" fmla="*/ 170292 w 340584"/>
                    <a:gd name="connsiteY3" fmla="*/ 535847 h 535906"/>
                    <a:gd name="connsiteX4" fmla="*/ 0 w 340584"/>
                    <a:gd name="connsiteY4" fmla="*/ 170292 h 535906"/>
                    <a:gd name="connsiteX5" fmla="*/ 85146 w 340584"/>
                    <a:gd name="connsiteY5" fmla="*/ 170292 h 535906"/>
                    <a:gd name="connsiteX6" fmla="*/ 170292 w 340584"/>
                    <a:gd name="connsiteY6" fmla="*/ 255438 h 535906"/>
                    <a:gd name="connsiteX7" fmla="*/ 255438 w 340584"/>
                    <a:gd name="connsiteY7" fmla="*/ 170292 h 535906"/>
                    <a:gd name="connsiteX8" fmla="*/ 170292 w 340584"/>
                    <a:gd name="connsiteY8" fmla="*/ 85146 h 535906"/>
                    <a:gd name="connsiteX9" fmla="*/ 85146 w 340584"/>
                    <a:gd name="connsiteY9" fmla="*/ 170292 h 5359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40584" h="535906">
                      <a:moveTo>
                        <a:pt x="0" y="170292"/>
                      </a:moveTo>
                      <a:cubicBezTo>
                        <a:pt x="0" y="80984"/>
                        <a:pt x="76242" y="0"/>
                        <a:pt x="170292" y="0"/>
                      </a:cubicBezTo>
                      <a:cubicBezTo>
                        <a:pt x="264342" y="0"/>
                        <a:pt x="340584" y="80984"/>
                        <a:pt x="340584" y="170292"/>
                      </a:cubicBezTo>
                      <a:cubicBezTo>
                        <a:pt x="340584" y="259600"/>
                        <a:pt x="169092" y="540610"/>
                        <a:pt x="170292" y="535847"/>
                      </a:cubicBezTo>
                      <a:cubicBezTo>
                        <a:pt x="171492" y="531084"/>
                        <a:pt x="0" y="259600"/>
                        <a:pt x="0" y="170292"/>
                      </a:cubicBezTo>
                      <a:close/>
                      <a:moveTo>
                        <a:pt x="85146" y="170292"/>
                      </a:moveTo>
                      <a:cubicBezTo>
                        <a:pt x="85146" y="217317"/>
                        <a:pt x="123267" y="255438"/>
                        <a:pt x="170292" y="255438"/>
                      </a:cubicBezTo>
                      <a:cubicBezTo>
                        <a:pt x="217317" y="255438"/>
                        <a:pt x="255438" y="217317"/>
                        <a:pt x="255438" y="170292"/>
                      </a:cubicBezTo>
                      <a:cubicBezTo>
                        <a:pt x="255438" y="123267"/>
                        <a:pt x="217317" y="85146"/>
                        <a:pt x="170292" y="85146"/>
                      </a:cubicBezTo>
                      <a:cubicBezTo>
                        <a:pt x="123267" y="85146"/>
                        <a:pt x="85146" y="123267"/>
                        <a:pt x="85146" y="17029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9731" tIns="54866" rIns="109731" bIns="54866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39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C5340"/>
                    </a:solidFill>
                    <a:effectLst/>
                    <a:uLnTx/>
                    <a:uFillTx/>
                    <a:latin typeface="Tahoma"/>
                    <a:ea typeface="Tahoma"/>
                    <a:cs typeface="Tahoma"/>
                  </a:endParaRPr>
                </a:p>
              </p:txBody>
            </p:sp>
            <p:sp>
              <p:nvSpPr>
                <p:cNvPr id="24" name="ZoneTexte 20">
                  <a:extLst>
                    <a:ext uri="{FF2B5EF4-FFF2-40B4-BE49-F238E27FC236}">
                      <a16:creationId xmlns:a16="http://schemas.microsoft.com/office/drawing/2014/main" id="{F21E4D49-ED5C-735C-30BD-EEDF642D6A3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55797" y="1254004"/>
                  <a:ext cx="1254435" cy="11464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050" b="1" noProof="0" dirty="0">
                      <a:solidFill>
                        <a:schemeClr val="bg2"/>
                      </a:solidFill>
                      <a:ea typeface="+mj-ea"/>
                      <a:cs typeface="+mj-cs"/>
                    </a:rPr>
                    <a:t>2008</a:t>
                  </a:r>
                </a:p>
                <a:p>
                  <a:r>
                    <a:rPr lang="en-US" sz="1050" noProof="0" dirty="0">
                      <a:solidFill>
                        <a:schemeClr val="accent6">
                          <a:lumMod val="50000"/>
                        </a:schemeClr>
                      </a:solidFill>
                      <a:ea typeface="+mj-ea"/>
                      <a:cs typeface="+mj-cs"/>
                    </a:rPr>
                    <a:t>Directive related to inventory of European critical infrastructures </a:t>
                  </a:r>
                </a:p>
                <a:p>
                  <a:pPr marL="0" marR="0" lvl="0" indent="0" algn="l" defTabSz="91439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accent3">
                          <a:lumMod val="100000"/>
                        </a:schemeClr>
                      </a:solidFill>
                      <a:effectLst/>
                      <a:uLnTx/>
                      <a:uFillTx/>
                    </a:rPr>
                    <a:t>
</a:t>
                  </a:r>
                  <a:endPara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>
                        <a:lumMod val="100000"/>
                      </a:schemeClr>
                    </a:solidFill>
                    <a:effectLst/>
                    <a:uLnTx/>
                    <a:uFillTx/>
                    <a:ea typeface="Tahoma"/>
                    <a:cs typeface="Tahoma"/>
                  </a:endParaRPr>
                </a:p>
              </p:txBody>
            </p:sp>
            <p:cxnSp>
              <p:nvCxnSpPr>
                <p:cNvPr id="26" name="Connecteur droit 25">
                  <a:extLst>
                    <a:ext uri="{FF2B5EF4-FFF2-40B4-BE49-F238E27FC236}">
                      <a16:creationId xmlns:a16="http://schemas.microsoft.com/office/drawing/2014/main" id="{7DCF0B5B-C9B0-C939-585F-137B1B463D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79086" y="1983542"/>
                  <a:ext cx="1" cy="470797"/>
                </a:xfrm>
                <a:prstGeom prst="line">
                  <a:avLst/>
                </a:prstGeom>
                <a:solidFill>
                  <a:schemeClr val="bg2"/>
                </a:solidFill>
                <a:ln w="57150" cap="flat" cmpd="sng" algn="ctr">
                  <a:solidFill>
                    <a:schemeClr val="bg2"/>
                  </a:solidFill>
                  <a:prstDash val="solid"/>
                  <a:miter lim="800000"/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Bouée 6">
                  <a:extLst>
                    <a:ext uri="{FF2B5EF4-FFF2-40B4-BE49-F238E27FC236}">
                      <a16:creationId xmlns:a16="http://schemas.microsoft.com/office/drawing/2014/main" id="{DDC39CB2-AC1A-AD50-4DBF-AA1E8184120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66933" y="1597328"/>
                  <a:ext cx="227426" cy="360000"/>
                </a:xfrm>
                <a:custGeom>
                  <a:avLst/>
                  <a:gdLst>
                    <a:gd name="connsiteX0" fmla="*/ 0 w 340583"/>
                    <a:gd name="connsiteY0" fmla="*/ 170292 h 340583"/>
                    <a:gd name="connsiteX1" fmla="*/ 170292 w 340583"/>
                    <a:gd name="connsiteY1" fmla="*/ 0 h 340583"/>
                    <a:gd name="connsiteX2" fmla="*/ 340584 w 340583"/>
                    <a:gd name="connsiteY2" fmla="*/ 170292 h 340583"/>
                    <a:gd name="connsiteX3" fmla="*/ 170292 w 340583"/>
                    <a:gd name="connsiteY3" fmla="*/ 340584 h 340583"/>
                    <a:gd name="connsiteX4" fmla="*/ 0 w 340583"/>
                    <a:gd name="connsiteY4" fmla="*/ 170292 h 340583"/>
                    <a:gd name="connsiteX5" fmla="*/ 85146 w 340583"/>
                    <a:gd name="connsiteY5" fmla="*/ 170292 h 340583"/>
                    <a:gd name="connsiteX6" fmla="*/ 170292 w 340583"/>
                    <a:gd name="connsiteY6" fmla="*/ 255438 h 340583"/>
                    <a:gd name="connsiteX7" fmla="*/ 255438 w 340583"/>
                    <a:gd name="connsiteY7" fmla="*/ 170292 h 340583"/>
                    <a:gd name="connsiteX8" fmla="*/ 170292 w 340583"/>
                    <a:gd name="connsiteY8" fmla="*/ 85146 h 340583"/>
                    <a:gd name="connsiteX9" fmla="*/ 85146 w 340583"/>
                    <a:gd name="connsiteY9" fmla="*/ 170292 h 340583"/>
                    <a:gd name="connsiteX0" fmla="*/ 0 w 340584"/>
                    <a:gd name="connsiteY0" fmla="*/ 170292 h 535847"/>
                    <a:gd name="connsiteX1" fmla="*/ 170292 w 340584"/>
                    <a:gd name="connsiteY1" fmla="*/ 0 h 535847"/>
                    <a:gd name="connsiteX2" fmla="*/ 340584 w 340584"/>
                    <a:gd name="connsiteY2" fmla="*/ 170292 h 535847"/>
                    <a:gd name="connsiteX3" fmla="*/ 170292 w 340584"/>
                    <a:gd name="connsiteY3" fmla="*/ 535847 h 535847"/>
                    <a:gd name="connsiteX4" fmla="*/ 0 w 340584"/>
                    <a:gd name="connsiteY4" fmla="*/ 170292 h 535847"/>
                    <a:gd name="connsiteX5" fmla="*/ 85146 w 340584"/>
                    <a:gd name="connsiteY5" fmla="*/ 170292 h 535847"/>
                    <a:gd name="connsiteX6" fmla="*/ 170292 w 340584"/>
                    <a:gd name="connsiteY6" fmla="*/ 255438 h 535847"/>
                    <a:gd name="connsiteX7" fmla="*/ 255438 w 340584"/>
                    <a:gd name="connsiteY7" fmla="*/ 170292 h 535847"/>
                    <a:gd name="connsiteX8" fmla="*/ 170292 w 340584"/>
                    <a:gd name="connsiteY8" fmla="*/ 85146 h 535847"/>
                    <a:gd name="connsiteX9" fmla="*/ 85146 w 340584"/>
                    <a:gd name="connsiteY9" fmla="*/ 170292 h 535847"/>
                    <a:gd name="connsiteX0" fmla="*/ 0 w 340584"/>
                    <a:gd name="connsiteY0" fmla="*/ 170292 h 535906"/>
                    <a:gd name="connsiteX1" fmla="*/ 170292 w 340584"/>
                    <a:gd name="connsiteY1" fmla="*/ 0 h 535906"/>
                    <a:gd name="connsiteX2" fmla="*/ 340584 w 340584"/>
                    <a:gd name="connsiteY2" fmla="*/ 170292 h 535906"/>
                    <a:gd name="connsiteX3" fmla="*/ 170292 w 340584"/>
                    <a:gd name="connsiteY3" fmla="*/ 535847 h 535906"/>
                    <a:gd name="connsiteX4" fmla="*/ 0 w 340584"/>
                    <a:gd name="connsiteY4" fmla="*/ 170292 h 535906"/>
                    <a:gd name="connsiteX5" fmla="*/ 85146 w 340584"/>
                    <a:gd name="connsiteY5" fmla="*/ 170292 h 535906"/>
                    <a:gd name="connsiteX6" fmla="*/ 170292 w 340584"/>
                    <a:gd name="connsiteY6" fmla="*/ 255438 h 535906"/>
                    <a:gd name="connsiteX7" fmla="*/ 255438 w 340584"/>
                    <a:gd name="connsiteY7" fmla="*/ 170292 h 535906"/>
                    <a:gd name="connsiteX8" fmla="*/ 170292 w 340584"/>
                    <a:gd name="connsiteY8" fmla="*/ 85146 h 535906"/>
                    <a:gd name="connsiteX9" fmla="*/ 85146 w 340584"/>
                    <a:gd name="connsiteY9" fmla="*/ 170292 h 5359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40584" h="535906">
                      <a:moveTo>
                        <a:pt x="0" y="170292"/>
                      </a:moveTo>
                      <a:cubicBezTo>
                        <a:pt x="0" y="80984"/>
                        <a:pt x="76242" y="0"/>
                        <a:pt x="170292" y="0"/>
                      </a:cubicBezTo>
                      <a:cubicBezTo>
                        <a:pt x="264342" y="0"/>
                        <a:pt x="340584" y="80984"/>
                        <a:pt x="340584" y="170292"/>
                      </a:cubicBezTo>
                      <a:cubicBezTo>
                        <a:pt x="340584" y="259600"/>
                        <a:pt x="169092" y="540610"/>
                        <a:pt x="170292" y="535847"/>
                      </a:cubicBezTo>
                      <a:cubicBezTo>
                        <a:pt x="171492" y="531084"/>
                        <a:pt x="0" y="259600"/>
                        <a:pt x="0" y="170292"/>
                      </a:cubicBezTo>
                      <a:close/>
                      <a:moveTo>
                        <a:pt x="85146" y="170292"/>
                      </a:moveTo>
                      <a:cubicBezTo>
                        <a:pt x="85146" y="217317"/>
                        <a:pt x="123267" y="255438"/>
                        <a:pt x="170292" y="255438"/>
                      </a:cubicBezTo>
                      <a:cubicBezTo>
                        <a:pt x="217317" y="255438"/>
                        <a:pt x="255438" y="217317"/>
                        <a:pt x="255438" y="170292"/>
                      </a:cubicBezTo>
                      <a:cubicBezTo>
                        <a:pt x="255438" y="123267"/>
                        <a:pt x="217317" y="85146"/>
                        <a:pt x="170292" y="85146"/>
                      </a:cubicBezTo>
                      <a:cubicBezTo>
                        <a:pt x="123267" y="85146"/>
                        <a:pt x="85146" y="123267"/>
                        <a:pt x="85146" y="17029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9731" tIns="54866" rIns="109731" bIns="54866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39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C5340"/>
                    </a:solidFill>
                    <a:effectLst/>
                    <a:uLnTx/>
                    <a:uFillTx/>
                    <a:latin typeface="Tahoma"/>
                    <a:ea typeface="Tahoma"/>
                    <a:cs typeface="Tahoma"/>
                  </a:endParaRPr>
                </a:p>
              </p:txBody>
            </p:sp>
            <p:pic>
              <p:nvPicPr>
                <p:cNvPr id="38" name="Image 37" descr="Une image contenant fleur, tournesol, plante&#10;&#10;Description générée automatiquement">
                  <a:extLst>
                    <a:ext uri="{FF2B5EF4-FFF2-40B4-BE49-F238E27FC236}">
                      <a16:creationId xmlns:a16="http://schemas.microsoft.com/office/drawing/2014/main" id="{C9EE33A1-B9C2-7D21-9F76-03291DBB1E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0627" y="1266591"/>
                  <a:ext cx="269999" cy="180000"/>
                </a:xfrm>
                <a:prstGeom prst="rect">
                  <a:avLst/>
                </a:prstGeom>
              </p:spPr>
            </p:pic>
            <p:pic>
              <p:nvPicPr>
                <p:cNvPr id="93" name="Image 92" descr="Une image contenant fleur, tournesol, plante&#10;&#10;Description générée automatiquement">
                  <a:extLst>
                    <a:ext uri="{FF2B5EF4-FFF2-40B4-BE49-F238E27FC236}">
                      <a16:creationId xmlns:a16="http://schemas.microsoft.com/office/drawing/2014/main" id="{C97E7550-B437-0814-B5AC-16193C5758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28483" y="1266591"/>
                  <a:ext cx="269999" cy="180000"/>
                </a:xfrm>
                <a:prstGeom prst="rect">
                  <a:avLst/>
                </a:prstGeom>
              </p:spPr>
            </p:pic>
            <p:cxnSp>
              <p:nvCxnSpPr>
                <p:cNvPr id="99" name="Connecteur droit 98">
                  <a:extLst>
                    <a:ext uri="{FF2B5EF4-FFF2-40B4-BE49-F238E27FC236}">
                      <a16:creationId xmlns:a16="http://schemas.microsoft.com/office/drawing/2014/main" id="{B0793DA3-0F54-2C89-522B-E18850663B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71645" y="1983542"/>
                  <a:ext cx="0" cy="470796"/>
                </a:xfrm>
                <a:prstGeom prst="line">
                  <a:avLst/>
                </a:prstGeom>
                <a:solidFill>
                  <a:schemeClr val="tx2"/>
                </a:solidFill>
                <a:ln w="57150" cap="flat" cmpd="sng" algn="ctr">
                  <a:solidFill>
                    <a:schemeClr val="bg2">
                      <a:lumMod val="100000"/>
                    </a:schemeClr>
                  </a:solidFill>
                  <a:prstDash val="solid"/>
                  <a:miter lim="800000"/>
                  <a:headEnd type="none" w="med" len="med"/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0" name="Bouée 6">
                  <a:extLst>
                    <a:ext uri="{FF2B5EF4-FFF2-40B4-BE49-F238E27FC236}">
                      <a16:creationId xmlns:a16="http://schemas.microsoft.com/office/drawing/2014/main" id="{7AFC8613-7126-EA55-EDD4-A275204810F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257932" y="1597328"/>
                  <a:ext cx="227426" cy="360000"/>
                </a:xfrm>
                <a:custGeom>
                  <a:avLst/>
                  <a:gdLst>
                    <a:gd name="connsiteX0" fmla="*/ 0 w 340583"/>
                    <a:gd name="connsiteY0" fmla="*/ 170292 h 340583"/>
                    <a:gd name="connsiteX1" fmla="*/ 170292 w 340583"/>
                    <a:gd name="connsiteY1" fmla="*/ 0 h 340583"/>
                    <a:gd name="connsiteX2" fmla="*/ 340584 w 340583"/>
                    <a:gd name="connsiteY2" fmla="*/ 170292 h 340583"/>
                    <a:gd name="connsiteX3" fmla="*/ 170292 w 340583"/>
                    <a:gd name="connsiteY3" fmla="*/ 340584 h 340583"/>
                    <a:gd name="connsiteX4" fmla="*/ 0 w 340583"/>
                    <a:gd name="connsiteY4" fmla="*/ 170292 h 340583"/>
                    <a:gd name="connsiteX5" fmla="*/ 85146 w 340583"/>
                    <a:gd name="connsiteY5" fmla="*/ 170292 h 340583"/>
                    <a:gd name="connsiteX6" fmla="*/ 170292 w 340583"/>
                    <a:gd name="connsiteY6" fmla="*/ 255438 h 340583"/>
                    <a:gd name="connsiteX7" fmla="*/ 255438 w 340583"/>
                    <a:gd name="connsiteY7" fmla="*/ 170292 h 340583"/>
                    <a:gd name="connsiteX8" fmla="*/ 170292 w 340583"/>
                    <a:gd name="connsiteY8" fmla="*/ 85146 h 340583"/>
                    <a:gd name="connsiteX9" fmla="*/ 85146 w 340583"/>
                    <a:gd name="connsiteY9" fmla="*/ 170292 h 340583"/>
                    <a:gd name="connsiteX0" fmla="*/ 0 w 340584"/>
                    <a:gd name="connsiteY0" fmla="*/ 170292 h 535847"/>
                    <a:gd name="connsiteX1" fmla="*/ 170292 w 340584"/>
                    <a:gd name="connsiteY1" fmla="*/ 0 h 535847"/>
                    <a:gd name="connsiteX2" fmla="*/ 340584 w 340584"/>
                    <a:gd name="connsiteY2" fmla="*/ 170292 h 535847"/>
                    <a:gd name="connsiteX3" fmla="*/ 170292 w 340584"/>
                    <a:gd name="connsiteY3" fmla="*/ 535847 h 535847"/>
                    <a:gd name="connsiteX4" fmla="*/ 0 w 340584"/>
                    <a:gd name="connsiteY4" fmla="*/ 170292 h 535847"/>
                    <a:gd name="connsiteX5" fmla="*/ 85146 w 340584"/>
                    <a:gd name="connsiteY5" fmla="*/ 170292 h 535847"/>
                    <a:gd name="connsiteX6" fmla="*/ 170292 w 340584"/>
                    <a:gd name="connsiteY6" fmla="*/ 255438 h 535847"/>
                    <a:gd name="connsiteX7" fmla="*/ 255438 w 340584"/>
                    <a:gd name="connsiteY7" fmla="*/ 170292 h 535847"/>
                    <a:gd name="connsiteX8" fmla="*/ 170292 w 340584"/>
                    <a:gd name="connsiteY8" fmla="*/ 85146 h 535847"/>
                    <a:gd name="connsiteX9" fmla="*/ 85146 w 340584"/>
                    <a:gd name="connsiteY9" fmla="*/ 170292 h 535847"/>
                    <a:gd name="connsiteX0" fmla="*/ 0 w 340584"/>
                    <a:gd name="connsiteY0" fmla="*/ 170292 h 535906"/>
                    <a:gd name="connsiteX1" fmla="*/ 170292 w 340584"/>
                    <a:gd name="connsiteY1" fmla="*/ 0 h 535906"/>
                    <a:gd name="connsiteX2" fmla="*/ 340584 w 340584"/>
                    <a:gd name="connsiteY2" fmla="*/ 170292 h 535906"/>
                    <a:gd name="connsiteX3" fmla="*/ 170292 w 340584"/>
                    <a:gd name="connsiteY3" fmla="*/ 535847 h 535906"/>
                    <a:gd name="connsiteX4" fmla="*/ 0 w 340584"/>
                    <a:gd name="connsiteY4" fmla="*/ 170292 h 535906"/>
                    <a:gd name="connsiteX5" fmla="*/ 85146 w 340584"/>
                    <a:gd name="connsiteY5" fmla="*/ 170292 h 535906"/>
                    <a:gd name="connsiteX6" fmla="*/ 170292 w 340584"/>
                    <a:gd name="connsiteY6" fmla="*/ 255438 h 535906"/>
                    <a:gd name="connsiteX7" fmla="*/ 255438 w 340584"/>
                    <a:gd name="connsiteY7" fmla="*/ 170292 h 535906"/>
                    <a:gd name="connsiteX8" fmla="*/ 170292 w 340584"/>
                    <a:gd name="connsiteY8" fmla="*/ 85146 h 535906"/>
                    <a:gd name="connsiteX9" fmla="*/ 85146 w 340584"/>
                    <a:gd name="connsiteY9" fmla="*/ 170292 h 5359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40584" h="535906">
                      <a:moveTo>
                        <a:pt x="0" y="170292"/>
                      </a:moveTo>
                      <a:cubicBezTo>
                        <a:pt x="0" y="80984"/>
                        <a:pt x="76242" y="0"/>
                        <a:pt x="170292" y="0"/>
                      </a:cubicBezTo>
                      <a:cubicBezTo>
                        <a:pt x="264342" y="0"/>
                        <a:pt x="340584" y="80984"/>
                        <a:pt x="340584" y="170292"/>
                      </a:cubicBezTo>
                      <a:cubicBezTo>
                        <a:pt x="340584" y="259600"/>
                        <a:pt x="169092" y="540610"/>
                        <a:pt x="170292" y="535847"/>
                      </a:cubicBezTo>
                      <a:cubicBezTo>
                        <a:pt x="171492" y="531084"/>
                        <a:pt x="0" y="259600"/>
                        <a:pt x="0" y="170292"/>
                      </a:cubicBezTo>
                      <a:close/>
                      <a:moveTo>
                        <a:pt x="85146" y="170292"/>
                      </a:moveTo>
                      <a:cubicBezTo>
                        <a:pt x="85146" y="217317"/>
                        <a:pt x="123267" y="255438"/>
                        <a:pt x="170292" y="255438"/>
                      </a:cubicBezTo>
                      <a:cubicBezTo>
                        <a:pt x="217317" y="255438"/>
                        <a:pt x="255438" y="217317"/>
                        <a:pt x="255438" y="170292"/>
                      </a:cubicBezTo>
                      <a:cubicBezTo>
                        <a:pt x="255438" y="123267"/>
                        <a:pt x="217317" y="85146"/>
                        <a:pt x="170292" y="85146"/>
                      </a:cubicBezTo>
                      <a:cubicBezTo>
                        <a:pt x="123267" y="85146"/>
                        <a:pt x="85146" y="123267"/>
                        <a:pt x="85146" y="17029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9731" tIns="54866" rIns="109731" bIns="54866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39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8B9A"/>
                    </a:solidFill>
                    <a:effectLst/>
                    <a:uLnTx/>
                    <a:uFillTx/>
                    <a:latin typeface="Tahoma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ZoneTexte 9">
                  <a:extLst>
                    <a:ext uri="{FF2B5EF4-FFF2-40B4-BE49-F238E27FC236}">
                      <a16:creationId xmlns:a16="http://schemas.microsoft.com/office/drawing/2014/main" id="{20E7C3F2-C5CC-A8EA-FB07-BE259809041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672238" y="1258588"/>
                  <a:ext cx="1131951" cy="6463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defTabSz="914395">
                    <a:defRPr/>
                  </a:pPr>
                  <a:r>
                    <a:rPr lang="en-US" sz="1050" b="1" noProof="0" dirty="0">
                      <a:solidFill>
                        <a:schemeClr val="bg2"/>
                      </a:solidFill>
                    </a:rPr>
                    <a:t>July 2027</a:t>
                  </a:r>
                </a:p>
                <a:p>
                  <a:pPr defTabSz="914395">
                    <a:defRPr/>
                  </a:pPr>
                  <a:r>
                    <a:rPr lang="en-US" sz="1050" noProof="0" dirty="0">
                      <a:solidFill>
                        <a:schemeClr val="accent6">
                          <a:lumMod val="50000"/>
                        </a:schemeClr>
                      </a:solidFill>
                    </a:rPr>
                    <a:t>Member states must identity their critical entities </a:t>
                  </a:r>
                  <a:endParaRPr lang="en-US" sz="1050" noProof="0" dirty="0">
                    <a:solidFill>
                      <a:schemeClr val="accent4">
                        <a:lumMod val="100000"/>
                      </a:schemeClr>
                    </a:solidFill>
                  </a:endParaRPr>
                </a:p>
              </p:txBody>
            </p:sp>
            <p:pic>
              <p:nvPicPr>
                <p:cNvPr id="137" name="Image 136" descr="Une image contenant fleur, tournesol, plante&#10;&#10;Description générée automatiquement">
                  <a:extLst>
                    <a:ext uri="{FF2B5EF4-FFF2-40B4-BE49-F238E27FC236}">
                      <a16:creationId xmlns:a16="http://schemas.microsoft.com/office/drawing/2014/main" id="{232DAE04-7B23-F6FF-B626-FE0D457858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99555" y="1266591"/>
                  <a:ext cx="269999" cy="180000"/>
                </a:xfrm>
                <a:prstGeom prst="rect">
                  <a:avLst/>
                </a:prstGeom>
              </p:spPr>
            </p:pic>
            <p:sp>
              <p:nvSpPr>
                <p:cNvPr id="25" name="Ellipse 24">
                  <a:extLst>
                    <a:ext uri="{FF2B5EF4-FFF2-40B4-BE49-F238E27FC236}">
                      <a16:creationId xmlns:a16="http://schemas.microsoft.com/office/drawing/2014/main" id="{B2A82A7C-0CD9-BD5A-B0C9-C1DBEC5E44F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60003" y="2488322"/>
                  <a:ext cx="238168" cy="238168"/>
                </a:xfrm>
                <a:prstGeom prst="ellipse">
                  <a:avLst/>
                </a:prstGeom>
                <a:solidFill>
                  <a:schemeClr val="bg1"/>
                </a:solidFill>
                <a:ln w="76200" cap="flat" cmpd="sng" algn="ctr">
                  <a:solidFill>
                    <a:schemeClr val="bg2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9731" tIns="54866" rIns="109731" bIns="54866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39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C9B9C">
                        <a:lumMod val="75000"/>
                      </a:srgbClr>
                    </a:solidFill>
                    <a:effectLst/>
                    <a:uLnTx/>
                    <a:uFillTx/>
                    <a:latin typeface="Tahoma"/>
                    <a:ea typeface="+mn-ea"/>
                    <a:cs typeface="+mn-cs"/>
                  </a:endParaRPr>
                </a:p>
              </p:txBody>
            </p:sp>
            <p:sp>
              <p:nvSpPr>
                <p:cNvPr id="98" name="Ellipse 97">
                  <a:extLst>
                    <a:ext uri="{FF2B5EF4-FFF2-40B4-BE49-F238E27FC236}">
                      <a16:creationId xmlns:a16="http://schemas.microsoft.com/office/drawing/2014/main" id="{6069549E-FE36-245F-F6F1-C1C5EE3E243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204420" y="2455775"/>
                  <a:ext cx="238168" cy="238168"/>
                </a:xfrm>
                <a:prstGeom prst="ellipse">
                  <a:avLst/>
                </a:prstGeom>
                <a:solidFill>
                  <a:schemeClr val="bg1"/>
                </a:solidFill>
                <a:ln w="76200" cap="flat" cmpd="sng" algn="ctr">
                  <a:solidFill>
                    <a:schemeClr val="bg2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9731" tIns="54866" rIns="109731" bIns="54866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39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C9B9C">
                        <a:lumMod val="75000"/>
                      </a:srgbClr>
                    </a:solidFill>
                    <a:effectLst/>
                    <a:uLnTx/>
                    <a:uFillTx/>
                    <a:latin typeface="Tahoma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Ellipse 96">
                  <a:extLst>
                    <a:ext uri="{FF2B5EF4-FFF2-40B4-BE49-F238E27FC236}">
                      <a16:creationId xmlns:a16="http://schemas.microsoft.com/office/drawing/2014/main" id="{6F9FE66B-1A5F-0AC4-FBD2-42373E66ED9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148837" y="2455775"/>
                  <a:ext cx="238168" cy="238168"/>
                </a:xfrm>
                <a:prstGeom prst="ellipse">
                  <a:avLst/>
                </a:prstGeom>
                <a:solidFill>
                  <a:schemeClr val="bg1"/>
                </a:solidFill>
                <a:ln w="76200" cap="flat" cmpd="sng" algn="ctr">
                  <a:solidFill>
                    <a:schemeClr val="bg2">
                      <a:lumMod val="100000"/>
                    </a:scheme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9731" tIns="54866" rIns="109731" bIns="54866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914395"/>
                  <a:endParaRPr lang="en-US" sz="1400" noProof="0" dirty="0">
                    <a:solidFill>
                      <a:srgbClr val="8C9B9C">
                        <a:lumMod val="75000"/>
                      </a:srgbClr>
                    </a:solidFill>
                    <a:latin typeface="Tahoma"/>
                  </a:endParaRPr>
                </a:p>
              </p:txBody>
            </p:sp>
            <p:sp>
              <p:nvSpPr>
                <p:cNvPr id="142" name="Ellipse 141">
                  <a:extLst>
                    <a:ext uri="{FF2B5EF4-FFF2-40B4-BE49-F238E27FC236}">
                      <a16:creationId xmlns:a16="http://schemas.microsoft.com/office/drawing/2014/main" id="{A94845E7-C6DD-7FE5-F56C-4D551FCA84E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263579" y="2444032"/>
                  <a:ext cx="238168" cy="238168"/>
                </a:xfrm>
                <a:prstGeom prst="ellipse">
                  <a:avLst/>
                </a:prstGeom>
                <a:solidFill>
                  <a:schemeClr val="bg1"/>
                </a:solidFill>
                <a:ln w="76200" cap="flat" cmpd="sng" algn="ctr">
                  <a:solidFill>
                    <a:schemeClr val="bg2">
                      <a:lumMod val="100000"/>
                    </a:scheme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109731" tIns="54866" rIns="109731" bIns="54866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39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C9B9C">
                        <a:lumMod val="75000"/>
                      </a:srgbClr>
                    </a:solidFill>
                    <a:effectLst/>
                    <a:uLnTx/>
                    <a:uFillTx/>
                    <a:latin typeface="Tahoma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163" name="Image 162" descr="Une image contenant fleur, tournesol, plante&#10;&#10;Description générée automatiquement">
              <a:extLst>
                <a:ext uri="{FF2B5EF4-FFF2-40B4-BE49-F238E27FC236}">
                  <a16:creationId xmlns:a16="http://schemas.microsoft.com/office/drawing/2014/main" id="{0BF4BB7C-D5E5-1FC6-FA34-1077A3417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9239" y="848199"/>
              <a:ext cx="269999" cy="180000"/>
            </a:xfrm>
            <a:prstGeom prst="rect">
              <a:avLst/>
            </a:prstGeom>
          </p:spPr>
        </p:pic>
      </p:grpSp>
      <p:sp>
        <p:nvSpPr>
          <p:cNvPr id="56" name="ZoneTexte 2">
            <a:extLst>
              <a:ext uri="{FF2B5EF4-FFF2-40B4-BE49-F238E27FC236}">
                <a16:creationId xmlns:a16="http://schemas.microsoft.com/office/drawing/2014/main" id="{423F785A-6F98-7992-CB6A-BC16F50AD00D}"/>
              </a:ext>
            </a:extLst>
          </p:cNvPr>
          <p:cNvSpPr txBox="1">
            <a:spLocks/>
          </p:cNvSpPr>
          <p:nvPr/>
        </p:nvSpPr>
        <p:spPr>
          <a:xfrm>
            <a:off x="8061947" y="976247"/>
            <a:ext cx="1175867" cy="96949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95">
              <a:defRPr/>
            </a:pPr>
            <a:r>
              <a:rPr lang="en-US" sz="1050" b="1" noProof="0" dirty="0">
                <a:solidFill>
                  <a:schemeClr val="bg2"/>
                </a:solidFill>
              </a:rPr>
              <a:t>2024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0"/>
                  </a:schemeClr>
                </a:solidFill>
                <a:effectLst/>
                <a:uLnTx/>
                <a:uFillTx/>
              </a:rPr>
              <a:t>
</a:t>
            </a:r>
            <a:r>
              <a:rPr lang="en-US" sz="1050" noProof="0" dirty="0">
                <a:solidFill>
                  <a:schemeClr val="accent6">
                    <a:lumMod val="50000"/>
                  </a:schemeClr>
                </a:solidFill>
              </a:rPr>
              <a:t>Italy, Lithuania and Ireland become the first countries to transpose the directive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100000"/>
                </a:scheme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7" name="Bouée 6">
            <a:extLst>
              <a:ext uri="{FF2B5EF4-FFF2-40B4-BE49-F238E27FC236}">
                <a16:creationId xmlns:a16="http://schemas.microsoft.com/office/drawing/2014/main" id="{EB52360F-8328-B6DD-71C8-0BF73A11E52E}"/>
              </a:ext>
            </a:extLst>
          </p:cNvPr>
          <p:cNvSpPr>
            <a:spLocks noChangeAspect="1"/>
          </p:cNvSpPr>
          <p:nvPr/>
        </p:nvSpPr>
        <p:spPr>
          <a:xfrm>
            <a:off x="7687582" y="1313934"/>
            <a:ext cx="227426" cy="360000"/>
          </a:xfrm>
          <a:custGeom>
            <a:avLst/>
            <a:gdLst>
              <a:gd name="connsiteX0" fmla="*/ 0 w 340583"/>
              <a:gd name="connsiteY0" fmla="*/ 170292 h 340583"/>
              <a:gd name="connsiteX1" fmla="*/ 170292 w 340583"/>
              <a:gd name="connsiteY1" fmla="*/ 0 h 340583"/>
              <a:gd name="connsiteX2" fmla="*/ 340584 w 340583"/>
              <a:gd name="connsiteY2" fmla="*/ 170292 h 340583"/>
              <a:gd name="connsiteX3" fmla="*/ 170292 w 340583"/>
              <a:gd name="connsiteY3" fmla="*/ 340584 h 340583"/>
              <a:gd name="connsiteX4" fmla="*/ 0 w 340583"/>
              <a:gd name="connsiteY4" fmla="*/ 170292 h 340583"/>
              <a:gd name="connsiteX5" fmla="*/ 85146 w 340583"/>
              <a:gd name="connsiteY5" fmla="*/ 170292 h 340583"/>
              <a:gd name="connsiteX6" fmla="*/ 170292 w 340583"/>
              <a:gd name="connsiteY6" fmla="*/ 255438 h 340583"/>
              <a:gd name="connsiteX7" fmla="*/ 255438 w 340583"/>
              <a:gd name="connsiteY7" fmla="*/ 170292 h 340583"/>
              <a:gd name="connsiteX8" fmla="*/ 170292 w 340583"/>
              <a:gd name="connsiteY8" fmla="*/ 85146 h 340583"/>
              <a:gd name="connsiteX9" fmla="*/ 85146 w 340583"/>
              <a:gd name="connsiteY9" fmla="*/ 170292 h 340583"/>
              <a:gd name="connsiteX0" fmla="*/ 0 w 340584"/>
              <a:gd name="connsiteY0" fmla="*/ 170292 h 535847"/>
              <a:gd name="connsiteX1" fmla="*/ 170292 w 340584"/>
              <a:gd name="connsiteY1" fmla="*/ 0 h 535847"/>
              <a:gd name="connsiteX2" fmla="*/ 340584 w 340584"/>
              <a:gd name="connsiteY2" fmla="*/ 170292 h 535847"/>
              <a:gd name="connsiteX3" fmla="*/ 170292 w 340584"/>
              <a:gd name="connsiteY3" fmla="*/ 535847 h 535847"/>
              <a:gd name="connsiteX4" fmla="*/ 0 w 340584"/>
              <a:gd name="connsiteY4" fmla="*/ 170292 h 535847"/>
              <a:gd name="connsiteX5" fmla="*/ 85146 w 340584"/>
              <a:gd name="connsiteY5" fmla="*/ 170292 h 535847"/>
              <a:gd name="connsiteX6" fmla="*/ 170292 w 340584"/>
              <a:gd name="connsiteY6" fmla="*/ 255438 h 535847"/>
              <a:gd name="connsiteX7" fmla="*/ 255438 w 340584"/>
              <a:gd name="connsiteY7" fmla="*/ 170292 h 535847"/>
              <a:gd name="connsiteX8" fmla="*/ 170292 w 340584"/>
              <a:gd name="connsiteY8" fmla="*/ 85146 h 535847"/>
              <a:gd name="connsiteX9" fmla="*/ 85146 w 340584"/>
              <a:gd name="connsiteY9" fmla="*/ 170292 h 535847"/>
              <a:gd name="connsiteX0" fmla="*/ 0 w 340584"/>
              <a:gd name="connsiteY0" fmla="*/ 170292 h 535906"/>
              <a:gd name="connsiteX1" fmla="*/ 170292 w 340584"/>
              <a:gd name="connsiteY1" fmla="*/ 0 h 535906"/>
              <a:gd name="connsiteX2" fmla="*/ 340584 w 340584"/>
              <a:gd name="connsiteY2" fmla="*/ 170292 h 535906"/>
              <a:gd name="connsiteX3" fmla="*/ 170292 w 340584"/>
              <a:gd name="connsiteY3" fmla="*/ 535847 h 535906"/>
              <a:gd name="connsiteX4" fmla="*/ 0 w 340584"/>
              <a:gd name="connsiteY4" fmla="*/ 170292 h 535906"/>
              <a:gd name="connsiteX5" fmla="*/ 85146 w 340584"/>
              <a:gd name="connsiteY5" fmla="*/ 170292 h 535906"/>
              <a:gd name="connsiteX6" fmla="*/ 170292 w 340584"/>
              <a:gd name="connsiteY6" fmla="*/ 255438 h 535906"/>
              <a:gd name="connsiteX7" fmla="*/ 255438 w 340584"/>
              <a:gd name="connsiteY7" fmla="*/ 170292 h 535906"/>
              <a:gd name="connsiteX8" fmla="*/ 170292 w 340584"/>
              <a:gd name="connsiteY8" fmla="*/ 85146 h 535906"/>
              <a:gd name="connsiteX9" fmla="*/ 85146 w 340584"/>
              <a:gd name="connsiteY9" fmla="*/ 170292 h 535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0584" h="535906">
                <a:moveTo>
                  <a:pt x="0" y="170292"/>
                </a:moveTo>
                <a:cubicBezTo>
                  <a:pt x="0" y="80984"/>
                  <a:pt x="76242" y="0"/>
                  <a:pt x="170292" y="0"/>
                </a:cubicBezTo>
                <a:cubicBezTo>
                  <a:pt x="264342" y="0"/>
                  <a:pt x="340584" y="80984"/>
                  <a:pt x="340584" y="170292"/>
                </a:cubicBezTo>
                <a:cubicBezTo>
                  <a:pt x="340584" y="259600"/>
                  <a:pt x="169092" y="540610"/>
                  <a:pt x="170292" y="535847"/>
                </a:cubicBezTo>
                <a:cubicBezTo>
                  <a:pt x="171492" y="531084"/>
                  <a:pt x="0" y="259600"/>
                  <a:pt x="0" y="170292"/>
                </a:cubicBezTo>
                <a:close/>
                <a:moveTo>
                  <a:pt x="85146" y="170292"/>
                </a:moveTo>
                <a:cubicBezTo>
                  <a:pt x="85146" y="217317"/>
                  <a:pt x="123267" y="255438"/>
                  <a:pt x="170292" y="255438"/>
                </a:cubicBezTo>
                <a:cubicBezTo>
                  <a:pt x="217317" y="255438"/>
                  <a:pt x="255438" y="217317"/>
                  <a:pt x="255438" y="170292"/>
                </a:cubicBezTo>
                <a:cubicBezTo>
                  <a:pt x="255438" y="123267"/>
                  <a:pt x="217317" y="85146"/>
                  <a:pt x="170292" y="85146"/>
                </a:cubicBezTo>
                <a:cubicBezTo>
                  <a:pt x="123267" y="85146"/>
                  <a:pt x="85146" y="123267"/>
                  <a:pt x="85146" y="170292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31" tIns="54866" rIns="109731" bIns="5486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95"/>
            <a:endParaRPr lang="en-US" sz="1400" noProof="0" dirty="0">
              <a:solidFill>
                <a:srgbClr val="048B9A"/>
              </a:solidFill>
              <a:latin typeface="Tahoma"/>
            </a:endParaRPr>
          </a:p>
        </p:txBody>
      </p:sp>
      <p:sp>
        <p:nvSpPr>
          <p:cNvPr id="61" name="Ellipse 96">
            <a:extLst>
              <a:ext uri="{FF2B5EF4-FFF2-40B4-BE49-F238E27FC236}">
                <a16:creationId xmlns:a16="http://schemas.microsoft.com/office/drawing/2014/main" id="{F0D1F5BC-A658-E788-80D3-9748B61077F2}"/>
              </a:ext>
            </a:extLst>
          </p:cNvPr>
          <p:cNvSpPr>
            <a:spLocks/>
          </p:cNvSpPr>
          <p:nvPr/>
        </p:nvSpPr>
        <p:spPr>
          <a:xfrm>
            <a:off x="7686269" y="2167366"/>
            <a:ext cx="238168" cy="238168"/>
          </a:xfrm>
          <a:prstGeom prst="ellipse">
            <a:avLst/>
          </a:prstGeom>
          <a:solidFill>
            <a:schemeClr val="bg1"/>
          </a:solidFill>
          <a:ln w="76200" cap="flat" cmpd="sng" algn="ctr">
            <a:solidFill>
              <a:schemeClr val="bg2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9731" tIns="54866" rIns="109731" bIns="5486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95"/>
            <a:endParaRPr lang="en-US" sz="1400" noProof="0" dirty="0">
              <a:solidFill>
                <a:srgbClr val="8C9B9C">
                  <a:lumMod val="75000"/>
                </a:srgbClr>
              </a:solidFill>
              <a:latin typeface="Tahoma"/>
            </a:endParaRPr>
          </a:p>
        </p:txBody>
      </p:sp>
      <p:cxnSp>
        <p:nvCxnSpPr>
          <p:cNvPr id="83" name="Connecteur droit 7">
            <a:extLst>
              <a:ext uri="{FF2B5EF4-FFF2-40B4-BE49-F238E27FC236}">
                <a16:creationId xmlns:a16="http://schemas.microsoft.com/office/drawing/2014/main" id="{3000254B-7E38-F11D-746F-506EF071022B}"/>
              </a:ext>
            </a:extLst>
          </p:cNvPr>
          <p:cNvCxnSpPr>
            <a:cxnSpLocks/>
          </p:cNvCxnSpPr>
          <p:nvPr/>
        </p:nvCxnSpPr>
        <p:spPr>
          <a:xfrm flipH="1" flipV="1">
            <a:off x="7801049" y="1726087"/>
            <a:ext cx="1" cy="470797"/>
          </a:xfrm>
          <a:prstGeom prst="line">
            <a:avLst/>
          </a:prstGeom>
          <a:solidFill>
            <a:schemeClr val="tx2"/>
          </a:solidFill>
          <a:ln w="57150" cap="flat" cmpd="sng" algn="ctr">
            <a:solidFill>
              <a:schemeClr val="bg2">
                <a:lumMod val="100000"/>
              </a:schemeClr>
            </a:solidFill>
            <a:prstDash val="solid"/>
            <a:miter lim="800000"/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Drapeau de la Lituanie">
            <a:extLst>
              <a:ext uri="{FF2B5EF4-FFF2-40B4-BE49-F238E27FC236}">
                <a16:creationId xmlns:a16="http://schemas.microsoft.com/office/drawing/2014/main" id="{45D0E691-3C81-5A7A-6A45-BF6230C21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5103" y="1034525"/>
            <a:ext cx="270000" cy="162000"/>
          </a:xfrm>
          <a:prstGeom prst="rect">
            <a:avLst/>
          </a:prstGeom>
          <a:solidFill>
            <a:srgbClr val="FFFF00"/>
          </a:solidFill>
        </p:spPr>
      </p:pic>
      <p:pic>
        <p:nvPicPr>
          <p:cNvPr id="104" name="Italy" descr="Italy">
            <a:extLst>
              <a:ext uri="{FF2B5EF4-FFF2-40B4-BE49-F238E27FC236}">
                <a16:creationId xmlns:a16="http://schemas.microsoft.com/office/drawing/2014/main" id="{75FF9CBC-B478-AE1F-0E7E-636F817EC3CD}"/>
              </a:ext>
            </a:extLst>
          </p:cNvPr>
          <p:cNvPicPr>
            <a:picLocks noChangeAspect="1"/>
          </p:cNvPicPr>
          <p:nvPr/>
        </p:nvPicPr>
        <p:blipFill>
          <a:blip r:embed="rId124"/>
          <a:stretch>
            <a:fillRect/>
          </a:stretch>
        </p:blipFill>
        <p:spPr>
          <a:xfrm>
            <a:off x="7542137" y="977894"/>
            <a:ext cx="270000" cy="164699"/>
          </a:xfrm>
          <a:prstGeom prst="rect">
            <a:avLst/>
          </a:prstGeom>
        </p:spPr>
      </p:pic>
      <p:pic>
        <p:nvPicPr>
          <p:cNvPr id="105" name="Ireland" descr="Ireland">
            <a:extLst>
              <a:ext uri="{FF2B5EF4-FFF2-40B4-BE49-F238E27FC236}">
                <a16:creationId xmlns:a16="http://schemas.microsoft.com/office/drawing/2014/main" id="{B36A87AC-8EB5-AA78-98D8-92B669E38966}"/>
              </a:ext>
            </a:extLst>
          </p:cNvPr>
          <p:cNvPicPr>
            <a:picLocks noChangeAspect="1"/>
          </p:cNvPicPr>
          <p:nvPr/>
        </p:nvPicPr>
        <p:blipFill>
          <a:blip r:embed="rId125"/>
          <a:stretch>
            <a:fillRect/>
          </a:stretch>
        </p:blipFill>
        <p:spPr>
          <a:xfrm>
            <a:off x="7436601" y="928595"/>
            <a:ext cx="270000" cy="16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310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58FDF-CD77-FFBA-2B5E-7F9F01806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C28863-C2EC-39AB-71BC-10ADF5B74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177" y="440285"/>
            <a:ext cx="11342769" cy="936773"/>
          </a:xfrm>
        </p:spPr>
        <p:txBody>
          <a:bodyPr/>
          <a:lstStyle/>
          <a:p>
            <a:r>
              <a:rPr lang="en-US" sz="2200" noProof="0" dirty="0"/>
              <a:t>Complementarity between CER and NIS 2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3B0577-9512-AEBD-0669-5888724C4D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>
                <a:latin typeface="+mn-lt"/>
              </a:rPr>
              <a:t>Introduction to </a:t>
            </a:r>
            <a:r>
              <a:rPr lang="en-US" noProof="0" dirty="0" err="1">
                <a:latin typeface="+mn-lt"/>
              </a:rPr>
              <a:t>cer</a:t>
            </a:r>
            <a:endParaRPr lang="en-US" noProof="0" dirty="0">
              <a:latin typeface="+mn-lt"/>
            </a:endParaRPr>
          </a:p>
        </p:txBody>
      </p:sp>
      <p:sp>
        <p:nvSpPr>
          <p:cNvPr id="56" name="ZoneTexte 59">
            <a:extLst>
              <a:ext uri="{FF2B5EF4-FFF2-40B4-BE49-F238E27FC236}">
                <a16:creationId xmlns:a16="http://schemas.microsoft.com/office/drawing/2014/main" id="{4B05BA64-1233-2F2A-E188-90381DDAE7FB}"/>
              </a:ext>
            </a:extLst>
          </p:cNvPr>
          <p:cNvSpPr txBox="1"/>
          <p:nvPr/>
        </p:nvSpPr>
        <p:spPr>
          <a:xfrm>
            <a:off x="376604" y="963848"/>
            <a:ext cx="11491841" cy="58477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noProof="0" dirty="0">
                <a:solidFill>
                  <a:schemeClr val="bg2"/>
                </a:solidFill>
              </a:rPr>
              <a:t>“In light of the relationship between the physical security and cybersecurity of critical entities, Member States shall ensure that this Directive and Directive (EU) 2022/2555 are implemented in a coordinated manner” (CER Directive- Article 1)</a:t>
            </a:r>
          </a:p>
        </p:txBody>
      </p:sp>
      <p:sp>
        <p:nvSpPr>
          <p:cNvPr id="57" name="Triangle isocèle 60">
            <a:extLst>
              <a:ext uri="{FF2B5EF4-FFF2-40B4-BE49-F238E27FC236}">
                <a16:creationId xmlns:a16="http://schemas.microsoft.com/office/drawing/2014/main" id="{79E6F6F2-8497-3FF7-5C80-E639E00C1571}"/>
              </a:ext>
            </a:extLst>
          </p:cNvPr>
          <p:cNvSpPr/>
          <p:nvPr/>
        </p:nvSpPr>
        <p:spPr>
          <a:xfrm rot="10800000">
            <a:off x="5192965" y="1641944"/>
            <a:ext cx="1470167" cy="179469"/>
          </a:xfrm>
          <a:prstGeom prst="triangl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600"/>
              </a:spcBef>
            </a:pPr>
            <a:endParaRPr lang="en-US" sz="2000" noProof="0" dirty="0">
              <a:solidFill>
                <a:schemeClr val="bg2"/>
              </a:solidFill>
              <a:ea typeface="+mj-ea"/>
              <a:cs typeface="+mj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C52B7ED-6965-0EF4-6857-EB941758BFE5}"/>
              </a:ext>
            </a:extLst>
          </p:cNvPr>
          <p:cNvSpPr/>
          <p:nvPr/>
        </p:nvSpPr>
        <p:spPr>
          <a:xfrm>
            <a:off x="722862" y="1862436"/>
            <a:ext cx="11054761" cy="731359"/>
          </a:xfrm>
          <a:prstGeom prst="rect">
            <a:avLst/>
          </a:prstGeom>
          <a:noFill/>
          <a:ln w="285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600" noProof="0" dirty="0">
                <a:solidFill>
                  <a:schemeClr val="bg2"/>
                </a:solidFill>
                <a:ea typeface="+mj-ea"/>
                <a:cs typeface="+mj-cs"/>
              </a:rPr>
              <a:t>CER and NIS2 are intertwined. While NIS2 focuses on increasing the overall level of maturity of IS, the CER focuses on critical infrastructures physical security and resilience 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09D2E37-5E87-7457-79A0-D23F2A52D5F7}"/>
              </a:ext>
            </a:extLst>
          </p:cNvPr>
          <p:cNvSpPr/>
          <p:nvPr/>
        </p:nvSpPr>
        <p:spPr>
          <a:xfrm>
            <a:off x="5971199" y="3226484"/>
            <a:ext cx="6154991" cy="93776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« Enhancing the cybersecurity maturity and resilience of 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critical infrastructures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that play a vital role for the EU security and economy”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	</a:t>
            </a:r>
          </a:p>
        </p:txBody>
      </p:sp>
      <p:sp>
        <p:nvSpPr>
          <p:cNvPr id="104" name="Parallélogramme 92">
            <a:extLst>
              <a:ext uri="{FF2B5EF4-FFF2-40B4-BE49-F238E27FC236}">
                <a16:creationId xmlns:a16="http://schemas.microsoft.com/office/drawing/2014/main" id="{EB15290A-352E-C0B4-9242-1214739EE031}"/>
              </a:ext>
            </a:extLst>
          </p:cNvPr>
          <p:cNvSpPr/>
          <p:nvPr/>
        </p:nvSpPr>
        <p:spPr>
          <a:xfrm>
            <a:off x="198397" y="4294950"/>
            <a:ext cx="2044222" cy="1176620"/>
          </a:xfrm>
          <a:prstGeom prst="parallelogram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noProof="0" dirty="0">
                <a:solidFill>
                  <a:schemeClr val="bg1"/>
                </a:solidFill>
                <a:ea typeface="+mj-ea"/>
                <a:cs typeface="+mj-cs"/>
              </a:rPr>
              <a:t>SCOPE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3C10C70-1C06-00AD-A014-45A053ECFF70}"/>
              </a:ext>
            </a:extLst>
          </p:cNvPr>
          <p:cNvSpPr>
            <a:spLocks/>
          </p:cNvSpPr>
          <p:nvPr/>
        </p:nvSpPr>
        <p:spPr>
          <a:xfrm>
            <a:off x="198398" y="3210537"/>
            <a:ext cx="2044221" cy="954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noProof="0" dirty="0">
                <a:solidFill>
                  <a:schemeClr val="bg1"/>
                </a:solidFill>
                <a:ea typeface="+mj-ea"/>
                <a:cs typeface="+mj-cs"/>
              </a:rPr>
              <a:t>OBJECTIVE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1F9FDFB-C7AA-964A-64DD-6329E89C63F5}"/>
              </a:ext>
            </a:extLst>
          </p:cNvPr>
          <p:cNvSpPr>
            <a:spLocks/>
          </p:cNvSpPr>
          <p:nvPr/>
        </p:nvSpPr>
        <p:spPr>
          <a:xfrm>
            <a:off x="2404436" y="2770059"/>
            <a:ext cx="3479670" cy="4076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100" b="1" noProof="0" dirty="0">
                <a:solidFill>
                  <a:schemeClr val="bg2"/>
                </a:solidFill>
                <a:ea typeface="+mj-ea"/>
                <a:cs typeface="+mj-cs"/>
              </a:rPr>
              <a:t>NIS2 – Network and Information Security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853F2CB-B0EA-7588-687E-065717FEDB2A}"/>
              </a:ext>
            </a:extLst>
          </p:cNvPr>
          <p:cNvSpPr/>
          <p:nvPr/>
        </p:nvSpPr>
        <p:spPr>
          <a:xfrm>
            <a:off x="5971201" y="2772451"/>
            <a:ext cx="6154991" cy="4076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100" b="1" noProof="0" dirty="0">
                <a:solidFill>
                  <a:schemeClr val="bg2"/>
                </a:solidFill>
                <a:ea typeface="+mj-ea"/>
                <a:cs typeface="+mj-cs"/>
              </a:rPr>
              <a:t>CER – Critical entities resilience</a:t>
            </a:r>
          </a:p>
        </p:txBody>
      </p:sp>
      <p:cxnSp>
        <p:nvCxnSpPr>
          <p:cNvPr id="108" name="Connecteur droit 115">
            <a:extLst>
              <a:ext uri="{FF2B5EF4-FFF2-40B4-BE49-F238E27FC236}">
                <a16:creationId xmlns:a16="http://schemas.microsoft.com/office/drawing/2014/main" id="{54654A93-046F-5523-13E1-673A6C4AD337}"/>
              </a:ext>
            </a:extLst>
          </p:cNvPr>
          <p:cNvCxnSpPr>
            <a:cxnSpLocks/>
          </p:cNvCxnSpPr>
          <p:nvPr/>
        </p:nvCxnSpPr>
        <p:spPr>
          <a:xfrm>
            <a:off x="4087245" y="3221179"/>
            <a:ext cx="144000" cy="0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e 119">
            <a:extLst>
              <a:ext uri="{FF2B5EF4-FFF2-40B4-BE49-F238E27FC236}">
                <a16:creationId xmlns:a16="http://schemas.microsoft.com/office/drawing/2014/main" id="{1111620E-2490-E295-5622-AD6F7E7A7640}"/>
              </a:ext>
            </a:extLst>
          </p:cNvPr>
          <p:cNvGrpSpPr>
            <a:grpSpLocks/>
          </p:cNvGrpSpPr>
          <p:nvPr/>
        </p:nvGrpSpPr>
        <p:grpSpPr>
          <a:xfrm>
            <a:off x="7778364" y="3072469"/>
            <a:ext cx="3781382" cy="428078"/>
            <a:chOff x="840706" y="3186032"/>
            <a:chExt cx="3938387" cy="468000"/>
          </a:xfrm>
        </p:grpSpPr>
        <p:grpSp>
          <p:nvGrpSpPr>
            <p:cNvPr id="110" name="Group 10">
              <a:extLst>
                <a:ext uri="{FF2B5EF4-FFF2-40B4-BE49-F238E27FC236}">
                  <a16:creationId xmlns:a16="http://schemas.microsoft.com/office/drawing/2014/main" id="{3DA4FC63-32B7-E97C-BE88-54DA5039BA5E}"/>
                </a:ext>
              </a:extLst>
            </p:cNvPr>
            <p:cNvGrpSpPr>
              <a:grpSpLocks/>
            </p:cNvGrpSpPr>
            <p:nvPr>
              <p:custDataLst>
                <p:tags r:id="rId28"/>
              </p:custDataLst>
            </p:nvPr>
          </p:nvGrpSpPr>
          <p:grpSpPr>
            <a:xfrm>
              <a:off x="840706" y="3186032"/>
              <a:ext cx="468000" cy="468000"/>
              <a:chOff x="863522" y="-278387"/>
              <a:chExt cx="1619250" cy="1619250"/>
            </a:xfrm>
            <a:solidFill>
              <a:schemeClr val="accent6"/>
            </a:solidFill>
          </p:grpSpPr>
          <p:pic>
            <p:nvPicPr>
              <p:cNvPr id="125" name="Graphic 2 [2]" hidden="1">
                <a:extLst>
                  <a:ext uri="{FF2B5EF4-FFF2-40B4-BE49-F238E27FC236}">
                    <a16:creationId xmlns:a16="http://schemas.microsoft.com/office/drawing/2014/main" id="{EEF19140-29CE-424D-D498-146A9FD49883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7"/>
                </p:custDataLst>
              </p:nvPr>
            </p:nvPicPr>
            <p:blipFill>
              <a:blip r:embed="rId42">
                <a:extLst>
                  <a:ext uri="{96DAC541-7B7A-43D3-8B79-37D633B846F1}">
                    <asvg:svgBlip xmlns:asvg="http://schemas.microsoft.com/office/drawing/2016/SVG/main" r:embed="rId43"/>
                  </a:ext>
                </a:extLst>
              </a:blip>
              <a:stretch>
                <a:fillRect/>
              </a:stretch>
            </p:blipFill>
            <p:spPr>
              <a:xfrm>
                <a:off x="863522" y="-278387"/>
                <a:ext cx="1619250" cy="1619250"/>
              </a:xfrm>
              <a:prstGeom prst="rect">
                <a:avLst/>
              </a:prstGeom>
            </p:spPr>
          </p:pic>
          <p:pic>
            <p:nvPicPr>
              <p:cNvPr id="127" name="Graphic 4 [1]" hidden="1">
                <a:extLst>
                  <a:ext uri="{FF2B5EF4-FFF2-40B4-BE49-F238E27FC236}">
                    <a16:creationId xmlns:a16="http://schemas.microsoft.com/office/drawing/2014/main" id="{A2C327CE-F28F-DB3C-BD9A-655742ACCF4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8"/>
                </p:custDataLst>
              </p:nvPr>
            </p:nvPicPr>
            <p:blipFill>
              <a:blip r:embed="rId44">
                <a:extLst>
                  <a:ext uri="{96DAC541-7B7A-43D3-8B79-37D633B846F1}">
                    <asvg:svgBlip xmlns:asvg="http://schemas.microsoft.com/office/drawing/2016/SVG/main" r:embed="rId45"/>
                  </a:ext>
                </a:extLst>
              </a:blip>
              <a:stretch>
                <a:fillRect/>
              </a:stretch>
            </p:blipFill>
            <p:spPr>
              <a:xfrm>
                <a:off x="863522" y="-278387"/>
                <a:ext cx="1619250" cy="1619250"/>
              </a:xfrm>
              <a:prstGeom prst="rect">
                <a:avLst/>
              </a:prstGeom>
            </p:spPr>
          </p:pic>
          <p:pic>
            <p:nvPicPr>
              <p:cNvPr id="129" name="Graphic 7 [0]" hidden="1">
                <a:extLst>
                  <a:ext uri="{FF2B5EF4-FFF2-40B4-BE49-F238E27FC236}">
                    <a16:creationId xmlns:a16="http://schemas.microsoft.com/office/drawing/2014/main" id="{147147F8-8E69-023D-1B05-7CF1557270B6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9"/>
                </p:custDataLst>
              </p:nvPr>
            </p:nvPicPr>
            <p:blipFill>
              <a:blip r:embed="rId46">
                <a:extLst>
                  <a:ext uri="{96DAC541-7B7A-43D3-8B79-37D633B846F1}">
                    <asvg:svgBlip xmlns:asvg="http://schemas.microsoft.com/office/drawing/2016/SVG/main" r:embed="rId47"/>
                  </a:ext>
                </a:extLst>
              </a:blip>
              <a:stretch>
                <a:fillRect/>
              </a:stretch>
            </p:blipFill>
            <p:spPr>
              <a:xfrm>
                <a:off x="863522" y="-278387"/>
                <a:ext cx="1619250" cy="1619250"/>
              </a:xfrm>
              <a:prstGeom prst="rect">
                <a:avLst/>
              </a:prstGeom>
            </p:spPr>
          </p:pic>
        </p:grpSp>
        <p:grpSp>
          <p:nvGrpSpPr>
            <p:cNvPr id="111" name="Group 15">
              <a:extLst>
                <a:ext uri="{FF2B5EF4-FFF2-40B4-BE49-F238E27FC236}">
                  <a16:creationId xmlns:a16="http://schemas.microsoft.com/office/drawing/2014/main" id="{163F06DE-1250-F228-E7CA-67AA7054F813}"/>
                </a:ext>
              </a:extLst>
            </p:cNvPr>
            <p:cNvGrpSpPr>
              <a:grpSpLocks/>
            </p:cNvGrpSpPr>
            <p:nvPr>
              <p:custDataLst>
                <p:tags r:id="rId29"/>
              </p:custDataLst>
            </p:nvPr>
          </p:nvGrpSpPr>
          <p:grpSpPr>
            <a:xfrm>
              <a:off x="2575899" y="3186032"/>
              <a:ext cx="468000" cy="468000"/>
              <a:chOff x="1570256" y="602764"/>
              <a:chExt cx="1619250" cy="1619250"/>
            </a:xfrm>
            <a:solidFill>
              <a:schemeClr val="accent6"/>
            </a:solidFill>
          </p:grpSpPr>
          <p:pic>
            <p:nvPicPr>
              <p:cNvPr id="119" name="Graphic 2 [2]" hidden="1">
                <a:extLst>
                  <a:ext uri="{FF2B5EF4-FFF2-40B4-BE49-F238E27FC236}">
                    <a16:creationId xmlns:a16="http://schemas.microsoft.com/office/drawing/2014/main" id="{973B9326-2717-8E1A-C5B7-E870A1E785FF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4"/>
                </p:custDataLst>
              </p:nvPr>
            </p:nvPicPr>
            <p:blipFill>
              <a:blip r:embed="rId48">
                <a:extLst>
                  <a:ext uri="{96DAC541-7B7A-43D3-8B79-37D633B846F1}">
                    <asvg:svgBlip xmlns:asvg="http://schemas.microsoft.com/office/drawing/2016/SVG/main" r:embed="rId49"/>
                  </a:ext>
                </a:extLst>
              </a:blip>
              <a:stretch>
                <a:fillRect/>
              </a:stretch>
            </p:blipFill>
            <p:spPr>
              <a:xfrm>
                <a:off x="1570256" y="602764"/>
                <a:ext cx="1619250" cy="1619250"/>
              </a:xfrm>
              <a:prstGeom prst="rect">
                <a:avLst/>
              </a:prstGeom>
            </p:spPr>
          </p:pic>
          <p:pic>
            <p:nvPicPr>
              <p:cNvPr id="121" name="Graphic 4 [0]" hidden="1">
                <a:extLst>
                  <a:ext uri="{FF2B5EF4-FFF2-40B4-BE49-F238E27FC236}">
                    <a16:creationId xmlns:a16="http://schemas.microsoft.com/office/drawing/2014/main" id="{F96E8527-345D-DD11-F989-E36D28EFDAA0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5"/>
                </p:custDataLst>
              </p:nvPr>
            </p:nvPicPr>
            <p:blipFill>
              <a:blip r:embed="rId50">
                <a:extLst>
                  <a:ext uri="{96DAC541-7B7A-43D3-8B79-37D633B846F1}">
                    <asvg:svgBlip xmlns:asvg="http://schemas.microsoft.com/office/drawing/2016/SVG/main" r:embed="rId51"/>
                  </a:ext>
                </a:extLst>
              </a:blip>
              <a:stretch>
                <a:fillRect/>
              </a:stretch>
            </p:blipFill>
            <p:spPr>
              <a:xfrm>
                <a:off x="1570256" y="602764"/>
                <a:ext cx="1619250" cy="1619250"/>
              </a:xfrm>
              <a:prstGeom prst="rect">
                <a:avLst/>
              </a:prstGeom>
            </p:spPr>
          </p:pic>
          <p:pic>
            <p:nvPicPr>
              <p:cNvPr id="123" name="Graphic 8 [1]" hidden="1">
                <a:extLst>
                  <a:ext uri="{FF2B5EF4-FFF2-40B4-BE49-F238E27FC236}">
                    <a16:creationId xmlns:a16="http://schemas.microsoft.com/office/drawing/2014/main" id="{FCEA1347-B1B5-9F45-F48E-3660EEC3813E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6"/>
                </p:custDataLst>
              </p:nvPr>
            </p:nvPicPr>
            <p:blipFill>
              <a:blip r:embed="rId52">
                <a:extLst>
                  <a:ext uri="{96DAC541-7B7A-43D3-8B79-37D633B846F1}">
                    <asvg:svgBlip xmlns:asvg="http://schemas.microsoft.com/office/drawing/2016/SVG/main" r:embed="rId53"/>
                  </a:ext>
                </a:extLst>
              </a:blip>
              <a:stretch>
                <a:fillRect/>
              </a:stretch>
            </p:blipFill>
            <p:spPr>
              <a:xfrm>
                <a:off x="1570256" y="602764"/>
                <a:ext cx="1619250" cy="1619250"/>
              </a:xfrm>
              <a:prstGeom prst="rect">
                <a:avLst/>
              </a:prstGeom>
            </p:spPr>
          </p:pic>
        </p:grpSp>
        <p:grpSp>
          <p:nvGrpSpPr>
            <p:cNvPr id="112" name="Group 15">
              <a:extLst>
                <a:ext uri="{FF2B5EF4-FFF2-40B4-BE49-F238E27FC236}">
                  <a16:creationId xmlns:a16="http://schemas.microsoft.com/office/drawing/2014/main" id="{48A53AEE-2462-BBA7-8CA9-B50C80147B9A}"/>
                </a:ext>
              </a:extLst>
            </p:cNvPr>
            <p:cNvGrpSpPr>
              <a:grpSpLocks/>
            </p:cNvGrpSpPr>
            <p:nvPr>
              <p:custDataLst>
                <p:tags r:id="rId30"/>
              </p:custDataLst>
            </p:nvPr>
          </p:nvGrpSpPr>
          <p:grpSpPr>
            <a:xfrm>
              <a:off x="4311093" y="3186032"/>
              <a:ext cx="468000" cy="468000"/>
              <a:chOff x="-1162896" y="1099986"/>
              <a:chExt cx="1619250" cy="1619250"/>
            </a:xfrm>
            <a:solidFill>
              <a:schemeClr val="accent6"/>
            </a:solidFill>
          </p:grpSpPr>
          <p:pic>
            <p:nvPicPr>
              <p:cNvPr id="113" name="Graphic 2 [2]" hidden="1">
                <a:extLst>
                  <a:ext uri="{FF2B5EF4-FFF2-40B4-BE49-F238E27FC236}">
                    <a16:creationId xmlns:a16="http://schemas.microsoft.com/office/drawing/2014/main" id="{7BD5A4BE-C678-4407-4ADD-156ADFF37966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1"/>
                </p:custDataLst>
              </p:nvPr>
            </p:nvPicPr>
            <p:blipFill>
              <a:blip r:embed="rId54">
                <a:extLst>
                  <a:ext uri="{96DAC541-7B7A-43D3-8B79-37D633B846F1}">
                    <asvg:svgBlip xmlns:asvg="http://schemas.microsoft.com/office/drawing/2016/SVG/main" r:embed="rId55"/>
                  </a:ext>
                </a:extLst>
              </a:blip>
              <a:stretch>
                <a:fillRect/>
              </a:stretch>
            </p:blipFill>
            <p:spPr>
              <a:xfrm>
                <a:off x="-1162896" y="1099986"/>
                <a:ext cx="1619250" cy="1619250"/>
              </a:xfrm>
              <a:prstGeom prst="rect">
                <a:avLst/>
              </a:prstGeom>
            </p:spPr>
          </p:pic>
          <p:pic>
            <p:nvPicPr>
              <p:cNvPr id="115" name="Graphic 4 [0]" hidden="1">
                <a:extLst>
                  <a:ext uri="{FF2B5EF4-FFF2-40B4-BE49-F238E27FC236}">
                    <a16:creationId xmlns:a16="http://schemas.microsoft.com/office/drawing/2014/main" id="{11D65442-91FB-F06E-2FA4-7D90EBEDD66B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2"/>
                </p:custDataLst>
              </p:nvPr>
            </p:nvPicPr>
            <p:blipFill>
              <a:blip r:embed="rId56">
                <a:extLst>
                  <a:ext uri="{96DAC541-7B7A-43D3-8B79-37D633B846F1}">
                    <asvg:svgBlip xmlns:asvg="http://schemas.microsoft.com/office/drawing/2016/SVG/main" r:embed="rId57"/>
                  </a:ext>
                </a:extLst>
              </a:blip>
              <a:stretch>
                <a:fillRect/>
              </a:stretch>
            </p:blipFill>
            <p:spPr>
              <a:xfrm>
                <a:off x="-1162896" y="1099986"/>
                <a:ext cx="1619250" cy="1619250"/>
              </a:xfrm>
              <a:prstGeom prst="rect">
                <a:avLst/>
              </a:prstGeom>
            </p:spPr>
          </p:pic>
          <p:pic>
            <p:nvPicPr>
              <p:cNvPr id="117" name="Graphic 8 [1]" hidden="1">
                <a:extLst>
                  <a:ext uri="{FF2B5EF4-FFF2-40B4-BE49-F238E27FC236}">
                    <a16:creationId xmlns:a16="http://schemas.microsoft.com/office/drawing/2014/main" id="{ED323B98-8202-6AB4-B117-20B3D688EA45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3"/>
                </p:custDataLst>
              </p:nvPr>
            </p:nvPicPr>
            <p:blipFill>
              <a:blip r:embed="rId58">
                <a:extLst>
                  <a:ext uri="{96DAC541-7B7A-43D3-8B79-37D633B846F1}">
                    <asvg:svgBlip xmlns:asvg="http://schemas.microsoft.com/office/drawing/2016/SVG/main" r:embed="rId59"/>
                  </a:ext>
                </a:extLst>
              </a:blip>
              <a:stretch>
                <a:fillRect/>
              </a:stretch>
            </p:blipFill>
            <p:spPr>
              <a:xfrm>
                <a:off x="-1162896" y="1099986"/>
                <a:ext cx="1619250" cy="1619250"/>
              </a:xfrm>
              <a:prstGeom prst="rect">
                <a:avLst/>
              </a:prstGeom>
            </p:spPr>
          </p:pic>
        </p:grpSp>
      </p:grpSp>
      <p:cxnSp>
        <p:nvCxnSpPr>
          <p:cNvPr id="131" name="Connecteur droit 132">
            <a:extLst>
              <a:ext uri="{FF2B5EF4-FFF2-40B4-BE49-F238E27FC236}">
                <a16:creationId xmlns:a16="http://schemas.microsoft.com/office/drawing/2014/main" id="{726532CD-BF84-B4D6-BA95-A9B696F021CF}"/>
              </a:ext>
            </a:extLst>
          </p:cNvPr>
          <p:cNvCxnSpPr>
            <a:cxnSpLocks/>
          </p:cNvCxnSpPr>
          <p:nvPr/>
        </p:nvCxnSpPr>
        <p:spPr>
          <a:xfrm>
            <a:off x="4109844" y="6795803"/>
            <a:ext cx="144000" cy="0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C5A5C85F-5524-1435-DB26-8B97824A8189}"/>
              </a:ext>
            </a:extLst>
          </p:cNvPr>
          <p:cNvSpPr>
            <a:spLocks/>
          </p:cNvSpPr>
          <p:nvPr/>
        </p:nvSpPr>
        <p:spPr>
          <a:xfrm>
            <a:off x="2404437" y="3213822"/>
            <a:ext cx="3479670" cy="954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« Enhancing the cybersecurity maturity of entities that play an essential or important role for the EU economic activity »</a:t>
            </a:r>
            <a:endParaRPr lang="en-US" sz="1600" noProof="0" dirty="0">
              <a:solidFill>
                <a:schemeClr val="bg1"/>
              </a:solidFill>
              <a:ea typeface="+mj-ea"/>
              <a:cs typeface="+mj-cs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F9B3F9DB-947B-F4FE-248B-1A9D6ABF5DD4}"/>
              </a:ext>
            </a:extLst>
          </p:cNvPr>
          <p:cNvSpPr>
            <a:spLocks/>
          </p:cNvSpPr>
          <p:nvPr/>
        </p:nvSpPr>
        <p:spPr>
          <a:xfrm>
            <a:off x="2404437" y="4287431"/>
            <a:ext cx="1705408" cy="1184139"/>
          </a:xfrm>
          <a:prstGeom prst="rect">
            <a:avLst/>
          </a:prstGeom>
          <a:solidFill>
            <a:srgbClr val="1308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200" b="1" noProof="0" dirty="0">
                <a:solidFill>
                  <a:schemeClr val="bg1"/>
                </a:solidFill>
              </a:rPr>
              <a:t>Essential</a:t>
            </a:r>
            <a:r>
              <a:rPr lang="en-US" sz="1200" noProof="0" dirty="0">
                <a:solidFill>
                  <a:schemeClr val="bg1"/>
                </a:solidFill>
              </a:rPr>
              <a:t> and </a:t>
            </a:r>
            <a:r>
              <a:rPr lang="en-US" sz="1200" b="1" noProof="0" dirty="0">
                <a:solidFill>
                  <a:schemeClr val="bg1"/>
                </a:solidFill>
              </a:rPr>
              <a:t>Important entities</a:t>
            </a:r>
          </a:p>
        </p:txBody>
      </p:sp>
      <p:sp>
        <p:nvSpPr>
          <p:cNvPr id="141" name="Parallélogramme 176">
            <a:extLst>
              <a:ext uri="{FF2B5EF4-FFF2-40B4-BE49-F238E27FC236}">
                <a16:creationId xmlns:a16="http://schemas.microsoft.com/office/drawing/2014/main" id="{B92B46F0-3097-C9D1-E6FE-529C45974E07}"/>
              </a:ext>
            </a:extLst>
          </p:cNvPr>
          <p:cNvSpPr/>
          <p:nvPr/>
        </p:nvSpPr>
        <p:spPr>
          <a:xfrm>
            <a:off x="7708900" y="4305621"/>
            <a:ext cx="4417290" cy="1165947"/>
          </a:xfrm>
          <a:prstGeom prst="parallelogram">
            <a:avLst>
              <a:gd name="adj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grpSp>
        <p:nvGrpSpPr>
          <p:cNvPr id="143" name="Groupe 164">
            <a:extLst>
              <a:ext uri="{FF2B5EF4-FFF2-40B4-BE49-F238E27FC236}">
                <a16:creationId xmlns:a16="http://schemas.microsoft.com/office/drawing/2014/main" id="{0678E699-2C66-4FF0-1A38-CFBCFB3C7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979769" y="4950622"/>
            <a:ext cx="396000" cy="396000"/>
            <a:chOff x="719932" y="719932"/>
            <a:chExt cx="720724" cy="720724"/>
          </a:xfrm>
        </p:grpSpPr>
        <p:pic>
          <p:nvPicPr>
            <p:cNvPr id="144" name="Graphic - Ambulance [0]" descr="Ambulance">
              <a:extLst>
                <a:ext uri="{FF2B5EF4-FFF2-40B4-BE49-F238E27FC236}">
                  <a16:creationId xmlns:a16="http://schemas.microsoft.com/office/drawing/2014/main" id="{44DB1C2F-34E8-21F2-94F4-577A50A7D67F}"/>
                </a:ext>
              </a:extLst>
            </p:cNvPr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rcRect/>
            <a:stretch/>
          </p:blipFill>
          <p:spPr>
            <a:xfrm>
              <a:off x="719932" y="719932"/>
              <a:ext cx="720724" cy="720724"/>
            </a:xfrm>
            <a:prstGeom prst="rect">
              <a:avLst/>
            </a:prstGeom>
          </p:spPr>
        </p:pic>
        <p:pic>
          <p:nvPicPr>
            <p:cNvPr id="145" name="Graphic - Ambulance [1]" descr="Ambulance" hidden="1">
              <a:extLst>
                <a:ext uri="{FF2B5EF4-FFF2-40B4-BE49-F238E27FC236}">
                  <a16:creationId xmlns:a16="http://schemas.microsoft.com/office/drawing/2014/main" id="{19E4C6DC-FDEA-B943-AAB0-C9CA6C98CF02}"/>
                </a:ext>
              </a:extLst>
            </p:cNvPr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rcRect/>
            <a:stretch/>
          </p:blipFill>
          <p:spPr>
            <a:xfrm>
              <a:off x="719932" y="719932"/>
              <a:ext cx="720724" cy="720724"/>
            </a:xfrm>
            <a:prstGeom prst="rect">
              <a:avLst/>
            </a:prstGeom>
          </p:spPr>
        </p:pic>
      </p:grpSp>
      <p:grpSp>
        <p:nvGrpSpPr>
          <p:cNvPr id="146" name="Groupe 170">
            <a:extLst>
              <a:ext uri="{FF2B5EF4-FFF2-40B4-BE49-F238E27FC236}">
                <a16:creationId xmlns:a16="http://schemas.microsoft.com/office/drawing/2014/main" id="{703AE220-8BE2-507D-1FB8-702BE8E6B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8987474" y="4950622"/>
            <a:ext cx="396000" cy="396000"/>
            <a:chOff x="719932" y="719932"/>
            <a:chExt cx="720724" cy="720724"/>
          </a:xfrm>
        </p:grpSpPr>
        <p:pic>
          <p:nvPicPr>
            <p:cNvPr id="150" name="Graphic 4 [0]">
              <a:extLst>
                <a:ext uri="{FF2B5EF4-FFF2-40B4-BE49-F238E27FC236}">
                  <a16:creationId xmlns:a16="http://schemas.microsoft.com/office/drawing/2014/main" id="{D25097DD-0789-B678-6312-39498495F280}"/>
                </a:ext>
              </a:extLst>
            </p:cNvPr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719932" y="719932"/>
              <a:ext cx="720724" cy="720724"/>
            </a:xfrm>
            <a:prstGeom prst="rect">
              <a:avLst/>
            </a:prstGeom>
          </p:spPr>
        </p:pic>
        <p:pic>
          <p:nvPicPr>
            <p:cNvPr id="153" name="Graphic 4 [1]" hidden="1">
              <a:extLst>
                <a:ext uri="{FF2B5EF4-FFF2-40B4-BE49-F238E27FC236}">
                  <a16:creationId xmlns:a16="http://schemas.microsoft.com/office/drawing/2014/main" id="{8589A0EB-FFA0-E64E-5A70-E89ED7D9F05D}"/>
                </a:ext>
              </a:extLst>
            </p:cNvPr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/>
            </a:stretch>
          </p:blipFill>
          <p:spPr>
            <a:xfrm>
              <a:off x="719932" y="719932"/>
              <a:ext cx="720724" cy="720724"/>
            </a:xfrm>
            <a:prstGeom prst="rect">
              <a:avLst/>
            </a:prstGeom>
          </p:spPr>
        </p:pic>
      </p:grpSp>
      <p:grpSp>
        <p:nvGrpSpPr>
          <p:cNvPr id="154" name="Groupe 173">
            <a:extLst>
              <a:ext uri="{FF2B5EF4-FFF2-40B4-BE49-F238E27FC236}">
                <a16:creationId xmlns:a16="http://schemas.microsoft.com/office/drawing/2014/main" id="{F25104DB-7C36-4122-7DC1-256ECA783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8478542" y="4950622"/>
            <a:ext cx="396000" cy="396000"/>
            <a:chOff x="719932" y="719932"/>
            <a:chExt cx="720724" cy="720724"/>
          </a:xfrm>
        </p:grpSpPr>
        <p:pic>
          <p:nvPicPr>
            <p:cNvPr id="155" name="Balance [0]">
              <a:extLst>
                <a:ext uri="{FF2B5EF4-FFF2-40B4-BE49-F238E27FC236}">
                  <a16:creationId xmlns:a16="http://schemas.microsoft.com/office/drawing/2014/main" id="{3E633D4C-F4E3-1592-C079-08E42D04E66B}"/>
                </a:ext>
              </a:extLst>
            </p:cNvPr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rcRect/>
            <a:stretch/>
          </p:blipFill>
          <p:spPr>
            <a:xfrm>
              <a:off x="719932" y="719932"/>
              <a:ext cx="720724" cy="720724"/>
            </a:xfrm>
            <a:prstGeom prst="rect">
              <a:avLst/>
            </a:prstGeom>
          </p:spPr>
        </p:pic>
        <p:pic>
          <p:nvPicPr>
            <p:cNvPr id="156" name="Balance [1]" hidden="1">
              <a:extLst>
                <a:ext uri="{FF2B5EF4-FFF2-40B4-BE49-F238E27FC236}">
                  <a16:creationId xmlns:a16="http://schemas.microsoft.com/office/drawing/2014/main" id="{C3A4E0DF-8863-5D25-314D-5E1309535D51}"/>
                </a:ext>
              </a:extLst>
            </p:cNvPr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rcRect/>
            <a:stretch/>
          </p:blipFill>
          <p:spPr>
            <a:xfrm>
              <a:off x="719932" y="719932"/>
              <a:ext cx="720724" cy="720724"/>
            </a:xfrm>
            <a:prstGeom prst="rect">
              <a:avLst/>
            </a:prstGeom>
          </p:spPr>
        </p:pic>
      </p:grpSp>
      <p:sp>
        <p:nvSpPr>
          <p:cNvPr id="157" name="Rectangle 156">
            <a:extLst>
              <a:ext uri="{FF2B5EF4-FFF2-40B4-BE49-F238E27FC236}">
                <a16:creationId xmlns:a16="http://schemas.microsoft.com/office/drawing/2014/main" id="{2D1DB513-94FE-92EE-4888-44A494EFA3EC}"/>
              </a:ext>
            </a:extLst>
          </p:cNvPr>
          <p:cNvSpPr>
            <a:spLocks/>
          </p:cNvSpPr>
          <p:nvPr/>
        </p:nvSpPr>
        <p:spPr>
          <a:xfrm>
            <a:off x="5971200" y="4299470"/>
            <a:ext cx="1705408" cy="1172106"/>
          </a:xfrm>
          <a:prstGeom prst="rect">
            <a:avLst/>
          </a:prstGeom>
          <a:solidFill>
            <a:srgbClr val="1308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noProof="0" dirty="0">
                <a:solidFill>
                  <a:schemeClr val="bg1"/>
                </a:solidFill>
              </a:rPr>
              <a:t>Critical entities</a:t>
            </a:r>
          </a:p>
          <a:p>
            <a:pPr algn="ctr"/>
            <a:r>
              <a:rPr lang="en-US" sz="1200" noProof="0" dirty="0">
                <a:solidFill>
                  <a:schemeClr val="bg1"/>
                </a:solidFill>
              </a:rPr>
              <a:t>(subset of essential entities)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F3A503BE-E14D-04CA-2391-F0EFCC3DBCE5}"/>
              </a:ext>
            </a:extLst>
          </p:cNvPr>
          <p:cNvSpPr>
            <a:spLocks/>
          </p:cNvSpPr>
          <p:nvPr/>
        </p:nvSpPr>
        <p:spPr>
          <a:xfrm>
            <a:off x="4207890" y="4287431"/>
            <a:ext cx="1705408" cy="1184143"/>
          </a:xfrm>
          <a:prstGeom prst="rect">
            <a:avLst/>
          </a:prstGeom>
          <a:solidFill>
            <a:srgbClr val="1308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defRPr/>
            </a:pPr>
            <a:r>
              <a:rPr lang="en-US" sz="1050" noProof="0" dirty="0">
                <a:solidFill>
                  <a:srgbClr val="FFFFFF"/>
                </a:solidFill>
                <a:latin typeface="Aptos"/>
              </a:rPr>
              <a:t>Information system</a:t>
            </a:r>
          </a:p>
        </p:txBody>
      </p:sp>
      <p:grpSp>
        <p:nvGrpSpPr>
          <p:cNvPr id="159" name="Groupe 181">
            <a:extLst>
              <a:ext uri="{FF2B5EF4-FFF2-40B4-BE49-F238E27FC236}">
                <a16:creationId xmlns:a16="http://schemas.microsoft.com/office/drawing/2014/main" id="{6E963659-C3C5-9C4E-2DD9-E75EE6FFD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4394343" y="4941243"/>
            <a:ext cx="396000" cy="396000"/>
            <a:chOff x="722313" y="722313"/>
            <a:chExt cx="715962" cy="715962"/>
          </a:xfrm>
        </p:grpSpPr>
        <p:pic>
          <p:nvPicPr>
            <p:cNvPr id="160" name="Chip [0]">
              <a:extLst>
                <a:ext uri="{FF2B5EF4-FFF2-40B4-BE49-F238E27FC236}">
                  <a16:creationId xmlns:a16="http://schemas.microsoft.com/office/drawing/2014/main" id="{2CA61D49-1877-47A8-027B-4A9781F27D0B}"/>
                </a:ext>
              </a:extLst>
            </p:cNvPr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rcRect/>
            <a:stretch/>
          </p:blipFill>
          <p:spPr>
            <a:xfrm>
              <a:off x="722313" y="722313"/>
              <a:ext cx="715962" cy="715962"/>
            </a:xfrm>
            <a:prstGeom prst="rect">
              <a:avLst/>
            </a:prstGeom>
          </p:spPr>
        </p:pic>
        <p:pic>
          <p:nvPicPr>
            <p:cNvPr id="161" name="Chip [1]" hidden="1">
              <a:extLst>
                <a:ext uri="{FF2B5EF4-FFF2-40B4-BE49-F238E27FC236}">
                  <a16:creationId xmlns:a16="http://schemas.microsoft.com/office/drawing/2014/main" id="{090FEE13-620A-83C0-2193-08705B13F6C9}"/>
                </a:ext>
              </a:extLst>
            </p:cNvPr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72">
              <a:lum bright="100000"/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rcRect/>
            <a:stretch/>
          </p:blipFill>
          <p:spPr>
            <a:xfrm>
              <a:off x="722313" y="722313"/>
              <a:ext cx="715962" cy="715962"/>
            </a:xfrm>
            <a:prstGeom prst="rect">
              <a:avLst/>
            </a:prstGeom>
          </p:spPr>
        </p:pic>
      </p:grpSp>
      <p:grpSp>
        <p:nvGrpSpPr>
          <p:cNvPr id="162" name="Groupe 184">
            <a:extLst>
              <a:ext uri="{FF2B5EF4-FFF2-40B4-BE49-F238E27FC236}">
                <a16:creationId xmlns:a16="http://schemas.microsoft.com/office/drawing/2014/main" id="{D6B2C74A-8BC0-5116-2F75-7532F9D0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153820" y="4941243"/>
            <a:ext cx="396000" cy="396000"/>
            <a:chOff x="722313" y="722313"/>
            <a:chExt cx="715962" cy="715962"/>
          </a:xfrm>
        </p:grpSpPr>
        <p:pic>
          <p:nvPicPr>
            <p:cNvPr id="164" name="Graphic 5 [0]">
              <a:extLst>
                <a:ext uri="{FF2B5EF4-FFF2-40B4-BE49-F238E27FC236}">
                  <a16:creationId xmlns:a16="http://schemas.microsoft.com/office/drawing/2014/main" id="{5F2841BA-02ED-7CE1-FDAD-D3FE4697959F}"/>
                </a:ext>
              </a:extLst>
            </p:cNvPr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74">
              <a:extLs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rcRect/>
            <a:stretch/>
          </p:blipFill>
          <p:spPr>
            <a:xfrm>
              <a:off x="722313" y="722313"/>
              <a:ext cx="715962" cy="715962"/>
            </a:xfrm>
            <a:prstGeom prst="rect">
              <a:avLst/>
            </a:prstGeom>
          </p:spPr>
        </p:pic>
        <p:pic>
          <p:nvPicPr>
            <p:cNvPr id="166" name="Graphic 5 [1]" hidden="1">
              <a:extLst>
                <a:ext uri="{FF2B5EF4-FFF2-40B4-BE49-F238E27FC236}">
                  <a16:creationId xmlns:a16="http://schemas.microsoft.com/office/drawing/2014/main" id="{0A5752CC-E2E4-A4A6-021C-4C89BC9B9576}"/>
                </a:ext>
              </a:extLst>
            </p:cNvPr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rcRect/>
            <a:stretch/>
          </p:blipFill>
          <p:spPr>
            <a:xfrm>
              <a:off x="722313" y="722313"/>
              <a:ext cx="715962" cy="715962"/>
            </a:xfrm>
            <a:prstGeom prst="rect">
              <a:avLst/>
            </a:prstGeom>
          </p:spPr>
        </p:pic>
      </p:grpSp>
      <p:cxnSp>
        <p:nvCxnSpPr>
          <p:cNvPr id="167" name="Connecteur droit 187">
            <a:extLst>
              <a:ext uri="{FF2B5EF4-FFF2-40B4-BE49-F238E27FC236}">
                <a16:creationId xmlns:a16="http://schemas.microsoft.com/office/drawing/2014/main" id="{90C4BED5-EC3E-423D-E83E-3D259D9B50F9}"/>
              </a:ext>
            </a:extLst>
          </p:cNvPr>
          <p:cNvCxnSpPr>
            <a:cxnSpLocks/>
          </p:cNvCxnSpPr>
          <p:nvPr/>
        </p:nvCxnSpPr>
        <p:spPr>
          <a:xfrm>
            <a:off x="9802038" y="6813992"/>
            <a:ext cx="144000" cy="0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8" name="Groupe 195">
            <a:extLst>
              <a:ext uri="{FF2B5EF4-FFF2-40B4-BE49-F238E27FC236}">
                <a16:creationId xmlns:a16="http://schemas.microsoft.com/office/drawing/2014/main" id="{EA3C27A5-5B40-C7B4-D51A-E5E287205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10021034" y="4940348"/>
            <a:ext cx="216000" cy="216000"/>
            <a:chOff x="722313" y="722313"/>
            <a:chExt cx="715962" cy="715962"/>
          </a:xfrm>
        </p:grpSpPr>
        <p:pic>
          <p:nvPicPr>
            <p:cNvPr id="169" name="Chip [0]">
              <a:extLst>
                <a:ext uri="{FF2B5EF4-FFF2-40B4-BE49-F238E27FC236}">
                  <a16:creationId xmlns:a16="http://schemas.microsoft.com/office/drawing/2014/main" id="{7905F3DE-30DA-5F21-55C0-9BBC3F7232A7}"/>
                </a:ext>
              </a:extLst>
            </p:cNvPr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rcRect/>
            <a:stretch/>
          </p:blipFill>
          <p:spPr>
            <a:xfrm>
              <a:off x="722313" y="722313"/>
              <a:ext cx="715962" cy="715962"/>
            </a:xfrm>
            <a:prstGeom prst="rect">
              <a:avLst/>
            </a:prstGeom>
          </p:spPr>
        </p:pic>
        <p:pic>
          <p:nvPicPr>
            <p:cNvPr id="170" name="Chip [1]" hidden="1">
              <a:extLst>
                <a:ext uri="{FF2B5EF4-FFF2-40B4-BE49-F238E27FC236}">
                  <a16:creationId xmlns:a16="http://schemas.microsoft.com/office/drawing/2014/main" id="{DDA3AED8-F389-5C78-1C12-97BD5D86C078}"/>
                </a:ext>
              </a:extLst>
            </p:cNvPr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72">
              <a:lum bright="100000"/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rcRect/>
            <a:stretch/>
          </p:blipFill>
          <p:spPr>
            <a:xfrm>
              <a:off x="722313" y="722313"/>
              <a:ext cx="715962" cy="715962"/>
            </a:xfrm>
            <a:prstGeom prst="rect">
              <a:avLst/>
            </a:prstGeom>
          </p:spPr>
        </p:pic>
      </p:grpSp>
      <p:grpSp>
        <p:nvGrpSpPr>
          <p:cNvPr id="171" name="Groupe 201">
            <a:extLst>
              <a:ext uri="{FF2B5EF4-FFF2-40B4-BE49-F238E27FC236}">
                <a16:creationId xmlns:a16="http://schemas.microsoft.com/office/drawing/2014/main" id="{8C1E627B-C729-F616-47DC-1E6C6A9C9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custDataLst>
              <p:tags r:id="rId7"/>
            </p:custDataLst>
          </p:nvPr>
        </p:nvGrpSpPr>
        <p:grpSpPr>
          <a:xfrm>
            <a:off x="10287491" y="4931610"/>
            <a:ext cx="216000" cy="216000"/>
            <a:chOff x="722313" y="722313"/>
            <a:chExt cx="715962" cy="715962"/>
          </a:xfrm>
        </p:grpSpPr>
        <p:pic>
          <p:nvPicPr>
            <p:cNvPr id="172" name="Graphic 5 [0]">
              <a:extLst>
                <a:ext uri="{FF2B5EF4-FFF2-40B4-BE49-F238E27FC236}">
                  <a16:creationId xmlns:a16="http://schemas.microsoft.com/office/drawing/2014/main" id="{634613D3-EB73-3F68-A22D-F054240C6852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74">
              <a:extLs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rcRect/>
            <a:stretch/>
          </p:blipFill>
          <p:spPr>
            <a:xfrm>
              <a:off x="722313" y="722313"/>
              <a:ext cx="715962" cy="715962"/>
            </a:xfrm>
            <a:prstGeom prst="rect">
              <a:avLst/>
            </a:prstGeom>
          </p:spPr>
        </p:pic>
        <p:pic>
          <p:nvPicPr>
            <p:cNvPr id="173" name="Graphic 5 [1]" hidden="1">
              <a:extLst>
                <a:ext uri="{FF2B5EF4-FFF2-40B4-BE49-F238E27FC236}">
                  <a16:creationId xmlns:a16="http://schemas.microsoft.com/office/drawing/2014/main" id="{DDCF4324-46AA-054A-49C3-1F0D3489CDA2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rcRect/>
            <a:stretch/>
          </p:blipFill>
          <p:spPr>
            <a:xfrm>
              <a:off x="722313" y="722313"/>
              <a:ext cx="715962" cy="715962"/>
            </a:xfrm>
            <a:prstGeom prst="rect">
              <a:avLst/>
            </a:prstGeom>
          </p:spPr>
        </p:pic>
      </p:grpSp>
      <p:sp>
        <p:nvSpPr>
          <p:cNvPr id="174" name="Rectangle 173">
            <a:extLst>
              <a:ext uri="{FF2B5EF4-FFF2-40B4-BE49-F238E27FC236}">
                <a16:creationId xmlns:a16="http://schemas.microsoft.com/office/drawing/2014/main" id="{AD20809C-0E80-D104-B5D2-12B5342EFEA2}"/>
              </a:ext>
            </a:extLst>
          </p:cNvPr>
          <p:cNvSpPr>
            <a:spLocks/>
          </p:cNvSpPr>
          <p:nvPr/>
        </p:nvSpPr>
        <p:spPr>
          <a:xfrm>
            <a:off x="9996525" y="5153931"/>
            <a:ext cx="532286" cy="33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100" noProof="0" dirty="0">
                <a:solidFill>
                  <a:schemeClr val="bg1"/>
                </a:solidFill>
                <a:ea typeface="+mj-ea"/>
                <a:cs typeface="+mj-cs"/>
              </a:rPr>
              <a:t>Crit.</a:t>
            </a:r>
          </a:p>
        </p:txBody>
      </p:sp>
      <p:grpSp>
        <p:nvGrpSpPr>
          <p:cNvPr id="175" name="Groupe 205">
            <a:extLst>
              <a:ext uri="{FF2B5EF4-FFF2-40B4-BE49-F238E27FC236}">
                <a16:creationId xmlns:a16="http://schemas.microsoft.com/office/drawing/2014/main" id="{59907BC3-4D0A-F60E-5B54-3EAA440F0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>
            <a:off x="11305503" y="4864148"/>
            <a:ext cx="396000" cy="396000"/>
            <a:chOff x="719932" y="719932"/>
            <a:chExt cx="720724" cy="720724"/>
          </a:xfrm>
        </p:grpSpPr>
        <p:pic>
          <p:nvPicPr>
            <p:cNvPr id="176" name="Graphic - Safe [0]">
              <a:extLst>
                <a:ext uri="{FF2B5EF4-FFF2-40B4-BE49-F238E27FC236}">
                  <a16:creationId xmlns:a16="http://schemas.microsoft.com/office/drawing/2014/main" id="{B767F7E5-7617-9EAB-A49B-EA41DA15839F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78">
              <a:extLst>
                <a:ext uri="{96DAC541-7B7A-43D3-8B79-37D633B846F1}">
                  <asvg:svgBlip xmlns:asvg="http://schemas.microsoft.com/office/drawing/2016/SVG/main" r:embed="rId79"/>
                </a:ext>
              </a:extLst>
            </a:blip>
            <a:stretch>
              <a:fillRect/>
            </a:stretch>
          </p:blipFill>
          <p:spPr>
            <a:xfrm>
              <a:off x="719932" y="719932"/>
              <a:ext cx="720724" cy="720724"/>
            </a:xfrm>
            <a:prstGeom prst="rect">
              <a:avLst/>
            </a:prstGeom>
          </p:spPr>
        </p:pic>
        <p:pic>
          <p:nvPicPr>
            <p:cNvPr id="177" name="Graphic - Safe [1]" hidden="1">
              <a:extLst>
                <a:ext uri="{FF2B5EF4-FFF2-40B4-BE49-F238E27FC236}">
                  <a16:creationId xmlns:a16="http://schemas.microsoft.com/office/drawing/2014/main" id="{323E32EC-5954-5C3B-C91C-5ACF9EB719E4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80"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/>
            </a:stretch>
          </p:blipFill>
          <p:spPr>
            <a:xfrm>
              <a:off x="719932" y="719932"/>
              <a:ext cx="720724" cy="720724"/>
            </a:xfrm>
            <a:prstGeom prst="rect">
              <a:avLst/>
            </a:prstGeom>
          </p:spPr>
        </p:pic>
      </p:grpSp>
      <p:grpSp>
        <p:nvGrpSpPr>
          <p:cNvPr id="178" name="Groupe 208">
            <a:extLst>
              <a:ext uri="{FF2B5EF4-FFF2-40B4-BE49-F238E27FC236}">
                <a16:creationId xmlns:a16="http://schemas.microsoft.com/office/drawing/2014/main" id="{C1F91FD0-A14E-2652-7894-7F29207A4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custDataLst>
              <p:tags r:id="rId9"/>
            </p:custDataLst>
          </p:nvPr>
        </p:nvGrpSpPr>
        <p:grpSpPr>
          <a:xfrm>
            <a:off x="10687427" y="4864148"/>
            <a:ext cx="396000" cy="396000"/>
            <a:chOff x="719932" y="719932"/>
            <a:chExt cx="720724" cy="720724"/>
          </a:xfrm>
        </p:grpSpPr>
        <p:pic>
          <p:nvPicPr>
            <p:cNvPr id="179" name="Graphic - Shield [0]" descr="Shield">
              <a:extLst>
                <a:ext uri="{FF2B5EF4-FFF2-40B4-BE49-F238E27FC236}">
                  <a16:creationId xmlns:a16="http://schemas.microsoft.com/office/drawing/2014/main" id="{F76E4691-06EA-31F2-FD10-5A7B40D9E49D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82"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rcRect/>
            <a:stretch/>
          </p:blipFill>
          <p:spPr>
            <a:xfrm>
              <a:off x="719932" y="719932"/>
              <a:ext cx="720724" cy="720724"/>
            </a:xfrm>
            <a:prstGeom prst="rect">
              <a:avLst/>
            </a:prstGeom>
          </p:spPr>
        </p:pic>
        <p:pic>
          <p:nvPicPr>
            <p:cNvPr id="180" name="Graphic - Shield [1]" descr="Shield" hidden="1">
              <a:extLst>
                <a:ext uri="{FF2B5EF4-FFF2-40B4-BE49-F238E27FC236}">
                  <a16:creationId xmlns:a16="http://schemas.microsoft.com/office/drawing/2014/main" id="{BB69E633-F659-0E39-1918-9AEBD6DC6C64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rcRect/>
            <a:stretch/>
          </p:blipFill>
          <p:spPr>
            <a:xfrm>
              <a:off x="719932" y="719932"/>
              <a:ext cx="720724" cy="720724"/>
            </a:xfrm>
            <a:prstGeom prst="rect">
              <a:avLst/>
            </a:prstGeom>
          </p:spPr>
        </p:pic>
      </p:grpSp>
      <p:sp>
        <p:nvSpPr>
          <p:cNvPr id="181" name="Rectangle 180">
            <a:extLst>
              <a:ext uri="{FF2B5EF4-FFF2-40B4-BE49-F238E27FC236}">
                <a16:creationId xmlns:a16="http://schemas.microsoft.com/office/drawing/2014/main" id="{5B8E6BD1-E6F6-93B4-37D9-50AD6CFBEF93}"/>
              </a:ext>
            </a:extLst>
          </p:cNvPr>
          <p:cNvSpPr>
            <a:spLocks/>
          </p:cNvSpPr>
          <p:nvPr/>
        </p:nvSpPr>
        <p:spPr>
          <a:xfrm>
            <a:off x="11245337" y="5153931"/>
            <a:ext cx="532286" cy="33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100" noProof="0" dirty="0">
                <a:solidFill>
                  <a:schemeClr val="bg1"/>
                </a:solidFill>
                <a:ea typeface="+mj-ea"/>
                <a:cs typeface="+mj-cs"/>
              </a:rPr>
              <a:t>BMS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0207B113-4C0F-93BE-92E6-2C078E34489A}"/>
              </a:ext>
            </a:extLst>
          </p:cNvPr>
          <p:cNvSpPr>
            <a:spLocks/>
          </p:cNvSpPr>
          <p:nvPr/>
        </p:nvSpPr>
        <p:spPr>
          <a:xfrm>
            <a:off x="10577449" y="5153931"/>
            <a:ext cx="637506" cy="33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100" noProof="0" dirty="0">
                <a:solidFill>
                  <a:schemeClr val="bg1"/>
                </a:solidFill>
                <a:ea typeface="+mj-ea"/>
                <a:cs typeface="+mj-cs"/>
              </a:rPr>
              <a:t>P. SEC</a:t>
            </a:r>
          </a:p>
        </p:txBody>
      </p:sp>
      <p:sp>
        <p:nvSpPr>
          <p:cNvPr id="183" name="ZoneTexte 4">
            <a:extLst>
              <a:ext uri="{FF2B5EF4-FFF2-40B4-BE49-F238E27FC236}">
                <a16:creationId xmlns:a16="http://schemas.microsoft.com/office/drawing/2014/main" id="{DFECCE0B-47BB-8B8E-8D60-2E00270D2C95}"/>
              </a:ext>
            </a:extLst>
          </p:cNvPr>
          <p:cNvSpPr txBox="1"/>
          <p:nvPr/>
        </p:nvSpPr>
        <p:spPr>
          <a:xfrm>
            <a:off x="7734510" y="4303468"/>
            <a:ext cx="425909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050" noProof="0" dirty="0">
                <a:solidFill>
                  <a:srgbClr val="FFFFFF"/>
                </a:solidFill>
                <a:latin typeface="Aptos"/>
              </a:rPr>
              <a:t>Critical Infrastructures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4" name="ZoneTexte 5">
            <a:extLst>
              <a:ext uri="{FF2B5EF4-FFF2-40B4-BE49-F238E27FC236}">
                <a16:creationId xmlns:a16="http://schemas.microsoft.com/office/drawing/2014/main" id="{5D87A78A-915B-EAEE-700C-9D38F1C999E9}"/>
              </a:ext>
            </a:extLst>
          </p:cNvPr>
          <p:cNvSpPr txBox="1"/>
          <p:nvPr/>
        </p:nvSpPr>
        <p:spPr>
          <a:xfrm>
            <a:off x="7835899" y="4621604"/>
            <a:ext cx="1771343" cy="82328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no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050" noProof="0" dirty="0">
                <a:solidFill>
                  <a:srgbClr val="FFFFFF"/>
                </a:solidFill>
                <a:latin typeface="Aptos"/>
              </a:rPr>
              <a:t>Physical sites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5" name="ZoneTexte 9">
            <a:extLst>
              <a:ext uri="{FF2B5EF4-FFF2-40B4-BE49-F238E27FC236}">
                <a16:creationId xmlns:a16="http://schemas.microsoft.com/office/drawing/2014/main" id="{EA1C29E2-6F25-3C8C-AC0C-3A2B19AD0A93}"/>
              </a:ext>
            </a:extLst>
          </p:cNvPr>
          <p:cNvSpPr txBox="1"/>
          <p:nvPr/>
        </p:nvSpPr>
        <p:spPr>
          <a:xfrm>
            <a:off x="9821873" y="4621604"/>
            <a:ext cx="1955750" cy="82328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no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Information system</a:t>
            </a:r>
          </a:p>
        </p:txBody>
      </p:sp>
      <p:sp>
        <p:nvSpPr>
          <p:cNvPr id="186" name="ZoneTexte 10">
            <a:extLst>
              <a:ext uri="{FF2B5EF4-FFF2-40B4-BE49-F238E27FC236}">
                <a16:creationId xmlns:a16="http://schemas.microsoft.com/office/drawing/2014/main" id="{5C08553C-3D09-B75A-AFF0-AB6DF15065A9}"/>
              </a:ext>
            </a:extLst>
          </p:cNvPr>
          <p:cNvSpPr txBox="1"/>
          <p:nvPr/>
        </p:nvSpPr>
        <p:spPr>
          <a:xfrm>
            <a:off x="4331921" y="4621604"/>
            <a:ext cx="1415511" cy="82328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no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050" noProof="0" dirty="0">
                <a:solidFill>
                  <a:srgbClr val="FFFFFF"/>
                </a:solidFill>
                <a:latin typeface="Aptos"/>
              </a:rPr>
              <a:t>Whole IT &amp; OT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3CC3F96B-59AE-EFFD-5133-9DDD3C613F83}"/>
              </a:ext>
            </a:extLst>
          </p:cNvPr>
          <p:cNvSpPr/>
          <p:nvPr/>
        </p:nvSpPr>
        <p:spPr>
          <a:xfrm>
            <a:off x="198397" y="6043310"/>
            <a:ext cx="10818251" cy="645736"/>
          </a:xfrm>
          <a:prstGeom prst="rect">
            <a:avLst/>
          </a:prstGeom>
          <a:solidFill>
            <a:schemeClr val="accent6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1"/>
            <a:r>
              <a:rPr lang="en-US" sz="1100" b="1" noProof="0" dirty="0">
                <a:solidFill>
                  <a:schemeClr val="bg2"/>
                </a:solidFill>
                <a:ea typeface="+mj-ea"/>
                <a:cs typeface="+mj-cs"/>
              </a:rPr>
              <a:t>Critical entity</a:t>
            </a:r>
            <a:r>
              <a:rPr lang="en-US" sz="1100" noProof="0" dirty="0">
                <a:solidFill>
                  <a:schemeClr val="bg2"/>
                </a:solidFill>
                <a:ea typeface="+mj-ea"/>
                <a:cs typeface="+mj-cs"/>
              </a:rPr>
              <a:t>: public or private entity nominated by a member state that operates an essential service for society.</a:t>
            </a:r>
          </a:p>
          <a:p>
            <a:pPr lvl="1"/>
            <a:r>
              <a:rPr lang="en-US" sz="1100" b="1" noProof="0" dirty="0">
                <a:solidFill>
                  <a:schemeClr val="bg2"/>
                </a:solidFill>
              </a:rPr>
              <a:t>Essential entity</a:t>
            </a:r>
            <a:r>
              <a:rPr lang="en-US" sz="1100" noProof="0" dirty="0">
                <a:solidFill>
                  <a:schemeClr val="bg2"/>
                </a:solidFill>
              </a:rPr>
              <a:t>: entity with at least 250 workers or a 10M revenue or a 43M€ annual balance and operating in a sector listed by NIS 2. </a:t>
            </a:r>
          </a:p>
          <a:p>
            <a:pPr lvl="1"/>
            <a:r>
              <a:rPr lang="en-US" sz="1100" b="1" noProof="0" dirty="0">
                <a:solidFill>
                  <a:schemeClr val="bg2"/>
                </a:solidFill>
              </a:rPr>
              <a:t>Important entity</a:t>
            </a:r>
            <a:r>
              <a:rPr lang="en-US" sz="1100" noProof="0" dirty="0">
                <a:solidFill>
                  <a:schemeClr val="bg2"/>
                </a:solidFill>
              </a:rPr>
              <a:t>: entity with at least 50 workers or a 10M revenue or a 10M€ annual balance and operating in a sector listed by NIS 2</a:t>
            </a:r>
            <a:r>
              <a:rPr lang="en-US" sz="1000" noProof="0" dirty="0">
                <a:solidFill>
                  <a:schemeClr val="bg2"/>
                </a:solidFill>
              </a:rPr>
              <a:t>.</a:t>
            </a:r>
          </a:p>
        </p:txBody>
      </p:sp>
      <p:pic>
        <p:nvPicPr>
          <p:cNvPr id="190" name="Graphic 189" descr="Magnifying glass with solid fill">
            <a:extLst>
              <a:ext uri="{FF2B5EF4-FFF2-40B4-BE49-F238E27FC236}">
                <a16:creationId xmlns:a16="http://schemas.microsoft.com/office/drawing/2014/main" id="{66DD5802-F25C-609E-9574-D9219D6B4BA8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 flipH="1">
            <a:off x="198397" y="6144824"/>
            <a:ext cx="452956" cy="44270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3ABC98-4CB4-7018-283A-0A655DB0D65D}"/>
              </a:ext>
            </a:extLst>
          </p:cNvPr>
          <p:cNvSpPr/>
          <p:nvPr/>
        </p:nvSpPr>
        <p:spPr>
          <a:xfrm>
            <a:off x="5971199" y="5579165"/>
            <a:ext cx="6154991" cy="3149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0" rIns="108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600"/>
              </a:spcBef>
            </a:pPr>
            <a:r>
              <a:rPr lang="en-US" sz="1200" dirty="0">
                <a:solidFill>
                  <a:schemeClr val="bg2"/>
                </a:solidFill>
              </a:rPr>
              <a:t>A CER entity is automatically subjected to NIS 2.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F8FA68-0251-7FAC-4188-D4584214D048}"/>
              </a:ext>
            </a:extLst>
          </p:cNvPr>
          <p:cNvSpPr/>
          <p:nvPr/>
        </p:nvSpPr>
        <p:spPr>
          <a:xfrm>
            <a:off x="231076" y="5573084"/>
            <a:ext cx="2011543" cy="3149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0" rIns="108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200" b="1" dirty="0">
                <a:solidFill>
                  <a:schemeClr val="bg2"/>
                </a:solidFill>
                <a:ea typeface="+mj-ea"/>
                <a:cs typeface="+mj-cs"/>
              </a:rPr>
              <a:t>INCLUSION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381FEA-67F4-6649-A00C-C8F705B27D00}"/>
              </a:ext>
            </a:extLst>
          </p:cNvPr>
          <p:cNvSpPr/>
          <p:nvPr/>
        </p:nvSpPr>
        <p:spPr>
          <a:xfrm>
            <a:off x="2404436" y="5568780"/>
            <a:ext cx="3479670" cy="3253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0" rIns="108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2"/>
                </a:solidFill>
                <a:ea typeface="+mj-ea"/>
                <a:cs typeface="+mj-cs"/>
              </a:rPr>
              <a:t>N/A</a:t>
            </a:r>
          </a:p>
        </p:txBody>
      </p:sp>
    </p:spTree>
    <p:extLst>
      <p:ext uri="{BB962C8B-B14F-4D97-AF65-F5344CB8AC3E}">
        <p14:creationId xmlns:p14="http://schemas.microsoft.com/office/powerpoint/2010/main" val="1859513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9AC040A-821D-5633-EE15-32C9CADD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Dir</a:t>
            </a:r>
            <a:r>
              <a:rPr lang="en-US" dirty="0"/>
              <a:t>Introduction to </a:t>
            </a:r>
            <a:r>
              <a:rPr lang="en-US" dirty="0" err="1"/>
              <a:t>cer</a:t>
            </a: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97A0C1B-4574-14B1-45CE-6EF30757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54" y="404667"/>
            <a:ext cx="11342769" cy="407094"/>
          </a:xfrm>
        </p:spPr>
        <p:txBody>
          <a:bodyPr/>
          <a:lstStyle/>
          <a:p>
            <a:r>
              <a:rPr lang="en-US" noProof="0" dirty="0">
                <a:solidFill>
                  <a:schemeClr val="bg2"/>
                </a:solidFill>
              </a:rPr>
              <a:t>Examples of critical infrastructures and Vital Important Point per sector</a:t>
            </a:r>
          </a:p>
        </p:txBody>
      </p:sp>
      <p:pic>
        <p:nvPicPr>
          <p:cNvPr id="13" name="Graphic - Waves [1]" descr="Waves" hidden="1">
            <a:extLst>
              <a:ext uri="{FF2B5EF4-FFF2-40B4-BE49-F238E27FC236}">
                <a16:creationId xmlns:a16="http://schemas.microsoft.com/office/drawing/2014/main" id="{D474DA59-3CA2-7E8F-3366-F6A960BC106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760887" y="6816996"/>
            <a:ext cx="720724" cy="720724"/>
          </a:xfrm>
          <a:prstGeom prst="rect">
            <a:avLst/>
          </a:prstGeom>
        </p:spPr>
      </p:pic>
      <p:grpSp>
        <p:nvGrpSpPr>
          <p:cNvPr id="114" name="Graphic - Medical report [1]" descr="Medical report " hidden="1">
            <a:extLst>
              <a:ext uri="{FF2B5EF4-FFF2-40B4-BE49-F238E27FC236}">
                <a16:creationId xmlns:a16="http://schemas.microsoft.com/office/drawing/2014/main" id="{4863D6C2-E8BF-E844-51EA-2DAB1B4AD4C8}"/>
              </a:ext>
            </a:extLst>
          </p:cNvPr>
          <p:cNvGrpSpPr/>
          <p:nvPr/>
        </p:nvGrpSpPr>
        <p:grpSpPr>
          <a:xfrm>
            <a:off x="2768103" y="5569132"/>
            <a:ext cx="2664288" cy="2985094"/>
            <a:chOff x="2768103" y="5569132"/>
            <a:chExt cx="2664288" cy="2985094"/>
          </a:xfrm>
          <a:noFill/>
        </p:grpSpPr>
        <p:sp>
          <p:nvSpPr>
            <p:cNvPr id="115" name="Forme libre : forme 114">
              <a:extLst>
                <a:ext uri="{FF2B5EF4-FFF2-40B4-BE49-F238E27FC236}">
                  <a16:creationId xmlns:a16="http://schemas.microsoft.com/office/drawing/2014/main" id="{DCD4317C-B13E-4886-32AF-9E18E54DCD8B}"/>
                </a:ext>
              </a:extLst>
            </p:cNvPr>
            <p:cNvSpPr/>
            <p:nvPr/>
          </p:nvSpPr>
          <p:spPr>
            <a:xfrm>
              <a:off x="4100247" y="6862673"/>
              <a:ext cx="111012" cy="597018"/>
            </a:xfrm>
            <a:custGeom>
              <a:avLst/>
              <a:gdLst>
                <a:gd name="connsiteX0" fmla="*/ 0 w 111012"/>
                <a:gd name="connsiteY0" fmla="*/ 0 h 597018"/>
                <a:gd name="connsiteX1" fmla="*/ 0 w 111012"/>
                <a:gd name="connsiteY1" fmla="*/ 597019 h 597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012" h="597018">
                  <a:moveTo>
                    <a:pt x="0" y="0"/>
                  </a:moveTo>
                  <a:lnTo>
                    <a:pt x="0" y="597019"/>
                  </a:lnTo>
                </a:path>
              </a:pathLst>
            </a:custGeom>
            <a:ln w="220472" cap="sq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6" name="Forme libre : forme 115">
              <a:extLst>
                <a:ext uri="{FF2B5EF4-FFF2-40B4-BE49-F238E27FC236}">
                  <a16:creationId xmlns:a16="http://schemas.microsoft.com/office/drawing/2014/main" id="{767BDBEF-85B4-99A9-9380-BC6F520A0009}"/>
                </a:ext>
              </a:extLst>
            </p:cNvPr>
            <p:cNvSpPr/>
            <p:nvPr/>
          </p:nvSpPr>
          <p:spPr>
            <a:xfrm>
              <a:off x="3767211" y="7161182"/>
              <a:ext cx="666072" cy="99503"/>
            </a:xfrm>
            <a:custGeom>
              <a:avLst/>
              <a:gdLst>
                <a:gd name="connsiteX0" fmla="*/ 0 w 666072"/>
                <a:gd name="connsiteY0" fmla="*/ 0 h 99503"/>
                <a:gd name="connsiteX1" fmla="*/ 666072 w 666072"/>
                <a:gd name="connsiteY1" fmla="*/ 0 h 99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6072" h="99503">
                  <a:moveTo>
                    <a:pt x="0" y="0"/>
                  </a:moveTo>
                  <a:lnTo>
                    <a:pt x="666072" y="0"/>
                  </a:lnTo>
                </a:path>
              </a:pathLst>
            </a:custGeom>
            <a:ln w="220472" cap="sq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7" name="Forme libre : forme 116">
              <a:extLst>
                <a:ext uri="{FF2B5EF4-FFF2-40B4-BE49-F238E27FC236}">
                  <a16:creationId xmlns:a16="http://schemas.microsoft.com/office/drawing/2014/main" id="{EEDB2B62-ACEB-8BE4-FC1D-E476C5DBA3AC}"/>
                </a:ext>
              </a:extLst>
            </p:cNvPr>
            <p:cNvSpPr/>
            <p:nvPr/>
          </p:nvSpPr>
          <p:spPr>
            <a:xfrm>
              <a:off x="2768103" y="5569132"/>
              <a:ext cx="2664288" cy="2985094"/>
            </a:xfrm>
            <a:custGeom>
              <a:avLst/>
              <a:gdLst>
                <a:gd name="connsiteX0" fmla="*/ 0 w 2664288"/>
                <a:gd name="connsiteY0" fmla="*/ 0 h 2985094"/>
                <a:gd name="connsiteX1" fmla="*/ 2664289 w 2664288"/>
                <a:gd name="connsiteY1" fmla="*/ 0 h 2985094"/>
                <a:gd name="connsiteX2" fmla="*/ 2664289 w 2664288"/>
                <a:gd name="connsiteY2" fmla="*/ 2985095 h 2985094"/>
                <a:gd name="connsiteX3" fmla="*/ 0 w 2664288"/>
                <a:gd name="connsiteY3" fmla="*/ 2985095 h 2985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4288" h="2985094">
                  <a:moveTo>
                    <a:pt x="0" y="0"/>
                  </a:moveTo>
                  <a:lnTo>
                    <a:pt x="2664289" y="0"/>
                  </a:lnTo>
                  <a:lnTo>
                    <a:pt x="2664289" y="2985095"/>
                  </a:lnTo>
                  <a:lnTo>
                    <a:pt x="0" y="2985095"/>
                  </a:lnTo>
                  <a:close/>
                </a:path>
              </a:pathLst>
            </a:custGeom>
            <a:noFill/>
            <a:ln w="220472" cap="sq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8" name="Forme libre : forme 117">
              <a:extLst>
                <a:ext uri="{FF2B5EF4-FFF2-40B4-BE49-F238E27FC236}">
                  <a16:creationId xmlns:a16="http://schemas.microsoft.com/office/drawing/2014/main" id="{B78CF03D-4246-B692-645B-1F2AE041C727}"/>
                </a:ext>
              </a:extLst>
            </p:cNvPr>
            <p:cNvSpPr/>
            <p:nvPr/>
          </p:nvSpPr>
          <p:spPr>
            <a:xfrm>
              <a:off x="3212151" y="5967144"/>
              <a:ext cx="1776192" cy="2189069"/>
            </a:xfrm>
            <a:custGeom>
              <a:avLst/>
              <a:gdLst>
                <a:gd name="connsiteX0" fmla="*/ 1443156 w 1776192"/>
                <a:gd name="connsiteY0" fmla="*/ 0 h 2189069"/>
                <a:gd name="connsiteX1" fmla="*/ 1776193 w 1776192"/>
                <a:gd name="connsiteY1" fmla="*/ 0 h 2189069"/>
                <a:gd name="connsiteX2" fmla="*/ 1776193 w 1776192"/>
                <a:gd name="connsiteY2" fmla="*/ 2189070 h 2189069"/>
                <a:gd name="connsiteX3" fmla="*/ 0 w 1776192"/>
                <a:gd name="connsiteY3" fmla="*/ 2189070 h 2189069"/>
                <a:gd name="connsiteX4" fmla="*/ 0 w 1776192"/>
                <a:gd name="connsiteY4" fmla="*/ 0 h 2189069"/>
                <a:gd name="connsiteX5" fmla="*/ 333036 w 1776192"/>
                <a:gd name="connsiteY5" fmla="*/ 0 h 2189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76192" h="2189069">
                  <a:moveTo>
                    <a:pt x="1443156" y="0"/>
                  </a:moveTo>
                  <a:lnTo>
                    <a:pt x="1776193" y="0"/>
                  </a:lnTo>
                  <a:lnTo>
                    <a:pt x="1776193" y="2189070"/>
                  </a:lnTo>
                  <a:lnTo>
                    <a:pt x="0" y="2189070"/>
                  </a:lnTo>
                  <a:lnTo>
                    <a:pt x="0" y="0"/>
                  </a:lnTo>
                  <a:lnTo>
                    <a:pt x="333036" y="0"/>
                  </a:lnTo>
                </a:path>
              </a:pathLst>
            </a:custGeom>
            <a:noFill/>
            <a:ln w="220472" cap="sq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9" name="Forme libre : forme 118">
              <a:extLst>
                <a:ext uri="{FF2B5EF4-FFF2-40B4-BE49-F238E27FC236}">
                  <a16:creationId xmlns:a16="http://schemas.microsoft.com/office/drawing/2014/main" id="{CD7F6A4A-497F-0B26-0D99-921635796727}"/>
                </a:ext>
              </a:extLst>
            </p:cNvPr>
            <p:cNvSpPr/>
            <p:nvPr/>
          </p:nvSpPr>
          <p:spPr>
            <a:xfrm>
              <a:off x="3545187" y="5867641"/>
              <a:ext cx="1110120" cy="398012"/>
            </a:xfrm>
            <a:custGeom>
              <a:avLst/>
              <a:gdLst>
                <a:gd name="connsiteX0" fmla="*/ 0 w 1110120"/>
                <a:gd name="connsiteY0" fmla="*/ 0 h 398012"/>
                <a:gd name="connsiteX1" fmla="*/ 0 w 1110120"/>
                <a:gd name="connsiteY1" fmla="*/ 398013 h 398012"/>
                <a:gd name="connsiteX2" fmla="*/ 366340 w 1110120"/>
                <a:gd name="connsiteY2" fmla="*/ 398013 h 398012"/>
                <a:gd name="connsiteX3" fmla="*/ 555060 w 1110120"/>
                <a:gd name="connsiteY3" fmla="*/ 298509 h 398012"/>
                <a:gd name="connsiteX4" fmla="*/ 743781 w 1110120"/>
                <a:gd name="connsiteY4" fmla="*/ 398013 h 398012"/>
                <a:gd name="connsiteX5" fmla="*/ 1110120 w 1110120"/>
                <a:gd name="connsiteY5" fmla="*/ 398013 h 398012"/>
                <a:gd name="connsiteX6" fmla="*/ 1110120 w 1110120"/>
                <a:gd name="connsiteY6" fmla="*/ 0 h 398012"/>
                <a:gd name="connsiteX7" fmla="*/ 0 w 1110120"/>
                <a:gd name="connsiteY7" fmla="*/ 0 h 398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10120" h="398012">
                  <a:moveTo>
                    <a:pt x="0" y="0"/>
                  </a:moveTo>
                  <a:lnTo>
                    <a:pt x="0" y="398013"/>
                  </a:lnTo>
                  <a:lnTo>
                    <a:pt x="366340" y="398013"/>
                  </a:lnTo>
                  <a:cubicBezTo>
                    <a:pt x="399643" y="338311"/>
                    <a:pt x="477352" y="298509"/>
                    <a:pt x="555060" y="298509"/>
                  </a:cubicBezTo>
                  <a:cubicBezTo>
                    <a:pt x="632769" y="298509"/>
                    <a:pt x="710477" y="338311"/>
                    <a:pt x="743781" y="398013"/>
                  </a:cubicBezTo>
                  <a:lnTo>
                    <a:pt x="1110120" y="398013"/>
                  </a:lnTo>
                  <a:lnTo>
                    <a:pt x="111012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20472" cap="sq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  <p:pic>
        <p:nvPicPr>
          <p:cNvPr id="122" name="Play [1]" hidden="1">
            <a:extLst>
              <a:ext uri="{FF2B5EF4-FFF2-40B4-BE49-F238E27FC236}">
                <a16:creationId xmlns:a16="http://schemas.microsoft.com/office/drawing/2014/main" id="{972B32D8-10E5-D7C4-19FF-101C0434E30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722313" y="722313"/>
            <a:ext cx="715962" cy="715962"/>
          </a:xfrm>
          <a:prstGeom prst="rect">
            <a:avLst/>
          </a:prstGeom>
        </p:spPr>
      </p:pic>
      <p:cxnSp>
        <p:nvCxnSpPr>
          <p:cNvPr id="90" name="Straight Connector 23">
            <a:extLst>
              <a:ext uri="{FF2B5EF4-FFF2-40B4-BE49-F238E27FC236}">
                <a16:creationId xmlns:a16="http://schemas.microsoft.com/office/drawing/2014/main" id="{77911C87-22DB-F84B-E12F-FB58532DF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349255" y="6205991"/>
            <a:ext cx="5868000" cy="0"/>
          </a:xfrm>
          <a:prstGeom prst="line">
            <a:avLst/>
          </a:prstGeom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TextBox 17">
            <a:extLst>
              <a:ext uri="{FF2B5EF4-FFF2-40B4-BE49-F238E27FC236}">
                <a16:creationId xmlns:a16="http://schemas.microsoft.com/office/drawing/2014/main" id="{427F3B7C-25F2-781E-92AA-D08577DD678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20" cstate="print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4240" b="27814"/>
          <a:stretch/>
        </p:blipFill>
        <p:spPr>
          <a:xfrm>
            <a:off x="2400300" y="3743788"/>
            <a:ext cx="2933704" cy="398458"/>
          </a:xfrm>
          <a:prstGeom prst="roundRect">
            <a:avLst/>
          </a:prstGeom>
        </p:spPr>
      </p:pic>
      <p:pic>
        <p:nvPicPr>
          <p:cNvPr id="50" name="TextBox 17">
            <a:extLst>
              <a:ext uri="{FF2B5EF4-FFF2-40B4-BE49-F238E27FC236}">
                <a16:creationId xmlns:a16="http://schemas.microsoft.com/office/drawing/2014/main" id="{65B385BF-46BF-D19C-5C30-AC8606FF9B0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088" b="22952"/>
          <a:stretch/>
        </p:blipFill>
        <p:spPr>
          <a:xfrm>
            <a:off x="2400300" y="2734735"/>
            <a:ext cx="2933704" cy="398458"/>
          </a:xfrm>
          <a:prstGeom prst="roundRect">
            <a:avLst/>
          </a:prstGeom>
        </p:spPr>
      </p:pic>
      <p:sp>
        <p:nvSpPr>
          <p:cNvPr id="65" name="TextBox 42">
            <a:extLst>
              <a:ext uri="{FF2B5EF4-FFF2-40B4-BE49-F238E27FC236}">
                <a16:creationId xmlns:a16="http://schemas.microsoft.com/office/drawing/2014/main" id="{4F89AAB4-BFC7-9DF7-A924-CE219E419D36}"/>
              </a:ext>
            </a:extLst>
          </p:cNvPr>
          <p:cNvSpPr txBox="1">
            <a:spLocks/>
          </p:cNvSpPr>
          <p:nvPr/>
        </p:nvSpPr>
        <p:spPr>
          <a:xfrm>
            <a:off x="5445929" y="5741260"/>
            <a:ext cx="5771326" cy="411257"/>
          </a:xfrm>
          <a:prstGeom prst="rect">
            <a:avLst/>
          </a:prstGeom>
          <a:noFill/>
        </p:spPr>
        <p:txBody>
          <a:bodyPr wrap="square" lIns="0" tIns="36000" rIns="0" bIns="3600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sz="1100" b="0" i="0" noProof="0" dirty="0">
                <a:solidFill>
                  <a:srgbClr val="161616"/>
                </a:solidFill>
                <a:effectLst/>
                <a:highlight>
                  <a:srgbClr val="FFFFFF"/>
                </a:highlight>
              </a:rPr>
              <a:t>Ministries, industrial and defense facilities, government facilities, and national security systems.</a:t>
            </a:r>
            <a:endParaRPr lang="en-US" sz="1100" noProof="0" dirty="0"/>
          </a:p>
        </p:txBody>
      </p:sp>
      <p:sp>
        <p:nvSpPr>
          <p:cNvPr id="64" name="TextBox 42">
            <a:extLst>
              <a:ext uri="{FF2B5EF4-FFF2-40B4-BE49-F238E27FC236}">
                <a16:creationId xmlns:a16="http://schemas.microsoft.com/office/drawing/2014/main" id="{570DD1B1-EAA3-417A-2311-3B454353F5EC}"/>
              </a:ext>
            </a:extLst>
          </p:cNvPr>
          <p:cNvSpPr txBox="1">
            <a:spLocks/>
          </p:cNvSpPr>
          <p:nvPr/>
        </p:nvSpPr>
        <p:spPr>
          <a:xfrm>
            <a:off x="5445929" y="5321372"/>
            <a:ext cx="5771326" cy="241980"/>
          </a:xfrm>
          <a:prstGeom prst="rect">
            <a:avLst/>
          </a:prstGeom>
          <a:noFill/>
        </p:spPr>
        <p:txBody>
          <a:bodyPr wrap="square" lIns="0" tIns="36000" rIns="0" bIns="3600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sz="1100" b="0" i="0" noProof="0" dirty="0">
                <a:solidFill>
                  <a:srgbClr val="161616"/>
                </a:solidFill>
                <a:effectLst/>
                <a:highlight>
                  <a:srgbClr val="FFFFFF"/>
                </a:highlight>
              </a:rPr>
              <a:t>Datacenters, internet providers,</a:t>
            </a:r>
            <a:r>
              <a:rPr lang="en-US" sz="1100" dirty="0">
                <a:solidFill>
                  <a:srgbClr val="161616"/>
                </a:solidFill>
                <a:highlight>
                  <a:srgbClr val="FFFFFF"/>
                </a:highlight>
              </a:rPr>
              <a:t>telecommunication network infrastructures.</a:t>
            </a:r>
            <a:endParaRPr lang="en-US" sz="1100" noProof="0" dirty="0"/>
          </a:p>
        </p:txBody>
      </p:sp>
      <p:sp>
        <p:nvSpPr>
          <p:cNvPr id="46" name="TextBox 42">
            <a:extLst>
              <a:ext uri="{FF2B5EF4-FFF2-40B4-BE49-F238E27FC236}">
                <a16:creationId xmlns:a16="http://schemas.microsoft.com/office/drawing/2014/main" id="{128F221A-252F-4BD7-854E-FF31B0BB5A92}"/>
              </a:ext>
            </a:extLst>
          </p:cNvPr>
          <p:cNvSpPr txBox="1">
            <a:spLocks/>
          </p:cNvSpPr>
          <p:nvPr/>
        </p:nvSpPr>
        <p:spPr>
          <a:xfrm>
            <a:off x="5445929" y="4312318"/>
            <a:ext cx="5771326" cy="241980"/>
          </a:xfrm>
          <a:prstGeom prst="rect">
            <a:avLst/>
          </a:prstGeom>
          <a:noFill/>
        </p:spPr>
        <p:txBody>
          <a:bodyPr wrap="square" lIns="0" tIns="36000" rIns="0" bIns="3600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sz="1100" b="0" i="0" noProof="0" dirty="0">
                <a:solidFill>
                  <a:srgbClr val="161616"/>
                </a:solidFill>
                <a:effectLst/>
                <a:highlight>
                  <a:srgbClr val="FFFFFF"/>
                </a:highlight>
              </a:rPr>
              <a:t>Trade center, stock market, financial information production datacenter.</a:t>
            </a:r>
            <a:endParaRPr lang="en-US" sz="1100" noProof="0" dirty="0"/>
          </a:p>
        </p:txBody>
      </p:sp>
      <p:sp>
        <p:nvSpPr>
          <p:cNvPr id="49" name="TextBox 39">
            <a:extLst>
              <a:ext uri="{FF2B5EF4-FFF2-40B4-BE49-F238E27FC236}">
                <a16:creationId xmlns:a16="http://schemas.microsoft.com/office/drawing/2014/main" id="{D0982580-A836-F315-F8BD-5590469743F6}"/>
              </a:ext>
            </a:extLst>
          </p:cNvPr>
          <p:cNvSpPr txBox="1">
            <a:spLocks/>
          </p:cNvSpPr>
          <p:nvPr/>
        </p:nvSpPr>
        <p:spPr>
          <a:xfrm>
            <a:off x="5445929" y="3807790"/>
            <a:ext cx="5771326" cy="241980"/>
          </a:xfrm>
          <a:prstGeom prst="rect">
            <a:avLst/>
          </a:prstGeom>
          <a:noFill/>
        </p:spPr>
        <p:txBody>
          <a:bodyPr wrap="square" lIns="0" tIns="36000" rIns="0" bIns="3600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sz="1100" noProof="0" dirty="0">
                <a:solidFill>
                  <a:srgbClr val="161616"/>
                </a:solidFill>
                <a:highlight>
                  <a:srgbClr val="FFFFFF"/>
                </a:highlight>
              </a:rPr>
              <a:t>Agricultural warehouse, purchasing center, distribution network, and food security systems.</a:t>
            </a:r>
            <a:endParaRPr lang="en-US" sz="1100" noProof="0" dirty="0"/>
          </a:p>
        </p:txBody>
      </p:sp>
      <p:sp>
        <p:nvSpPr>
          <p:cNvPr id="44" name="TextBox 30">
            <a:extLst>
              <a:ext uri="{FF2B5EF4-FFF2-40B4-BE49-F238E27FC236}">
                <a16:creationId xmlns:a16="http://schemas.microsoft.com/office/drawing/2014/main" id="{052154C5-2471-2CF7-430D-74F7921ABFB6}"/>
              </a:ext>
            </a:extLst>
          </p:cNvPr>
          <p:cNvSpPr txBox="1">
            <a:spLocks/>
          </p:cNvSpPr>
          <p:nvPr/>
        </p:nvSpPr>
        <p:spPr>
          <a:xfrm>
            <a:off x="5445929" y="2294211"/>
            <a:ext cx="5771326" cy="241980"/>
          </a:xfrm>
          <a:prstGeom prst="rect">
            <a:avLst/>
          </a:prstGeom>
          <a:noFill/>
        </p:spPr>
        <p:txBody>
          <a:bodyPr wrap="square" lIns="0" tIns="36000" rIns="0" bIns="3600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sz="1100" noProof="0" dirty="0">
                <a:solidFill>
                  <a:srgbClr val="161616"/>
                </a:solidFill>
                <a:highlight>
                  <a:srgbClr val="FFFFFF"/>
                </a:highlight>
              </a:rPr>
              <a:t>Monetary reserve, banks, </a:t>
            </a:r>
            <a:r>
              <a:rPr lang="en-US" sz="1100" dirty="0">
                <a:solidFill>
                  <a:srgbClr val="161616"/>
                </a:solidFill>
                <a:highlight>
                  <a:srgbClr val="FFFFFF"/>
                </a:highlight>
              </a:rPr>
              <a:t>financial datacenters.</a:t>
            </a:r>
            <a:endParaRPr lang="en-US" sz="1100" noProof="0" dirty="0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43" name="TextBox 5">
            <a:extLst>
              <a:ext uri="{FF2B5EF4-FFF2-40B4-BE49-F238E27FC236}">
                <a16:creationId xmlns:a16="http://schemas.microsoft.com/office/drawing/2014/main" id="{0AAB5420-17C4-52B5-3313-10CCE25C1A77}"/>
              </a:ext>
            </a:extLst>
          </p:cNvPr>
          <p:cNvSpPr txBox="1">
            <a:spLocks/>
          </p:cNvSpPr>
          <p:nvPr/>
        </p:nvSpPr>
        <p:spPr>
          <a:xfrm>
            <a:off x="5445929" y="1200519"/>
            <a:ext cx="5771326" cy="411257"/>
          </a:xfrm>
          <a:prstGeom prst="rect">
            <a:avLst/>
          </a:prstGeom>
          <a:noFill/>
        </p:spPr>
        <p:txBody>
          <a:bodyPr wrap="square" lIns="0" tIns="36000" rIns="0" bIns="3600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sz="1100" noProof="0" dirty="0">
                <a:solidFill>
                  <a:srgbClr val="161616"/>
                </a:solidFill>
                <a:highlight>
                  <a:srgbClr val="FFFFFF"/>
                </a:highlight>
              </a:rPr>
              <a:t>Nuclear reactor, electrical networks</a:t>
            </a:r>
            <a:r>
              <a:rPr lang="en-US" sz="1100" b="0" i="0" noProof="0" dirty="0">
                <a:solidFill>
                  <a:srgbClr val="161616"/>
                </a:solidFill>
                <a:effectLst/>
                <a:highlight>
                  <a:srgbClr val="FFFFFF"/>
                </a:highlight>
              </a:rPr>
              <a:t>, hydroelectric dam, Liquid Natural Gas refineries and compression stations, storage and transports of hydrocarbons.</a:t>
            </a:r>
            <a:endParaRPr lang="en-US" sz="1100" noProof="0" dirty="0">
              <a:solidFill>
                <a:schemeClr val="tx1">
                  <a:lumMod val="100000"/>
                </a:schemeClr>
              </a:solidFill>
              <a:effectLst/>
            </a:endParaRPr>
          </a:p>
        </p:txBody>
      </p:sp>
      <p:cxnSp>
        <p:nvCxnSpPr>
          <p:cNvPr id="23" name="Straight Connector 18">
            <a:extLst>
              <a:ext uri="{FF2B5EF4-FFF2-40B4-BE49-F238E27FC236}">
                <a16:creationId xmlns:a16="http://schemas.microsoft.com/office/drawing/2014/main" id="{C3E3C6D3-9EFF-C0C1-EDB4-2D99D2DC2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349255" y="1643608"/>
            <a:ext cx="5868000" cy="0"/>
          </a:xfrm>
          <a:prstGeom prst="line">
            <a:avLst/>
          </a:prstGeom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0">
            <a:extLst>
              <a:ext uri="{FF2B5EF4-FFF2-40B4-BE49-F238E27FC236}">
                <a16:creationId xmlns:a16="http://schemas.microsoft.com/office/drawing/2014/main" id="{733AECA7-834B-9D0B-346F-47D115FAD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349255" y="2162998"/>
            <a:ext cx="5868000" cy="0"/>
          </a:xfrm>
          <a:prstGeom prst="line">
            <a:avLst/>
          </a:prstGeom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1">
            <a:extLst>
              <a:ext uri="{FF2B5EF4-FFF2-40B4-BE49-F238E27FC236}">
                <a16:creationId xmlns:a16="http://schemas.microsoft.com/office/drawing/2014/main" id="{D545EF11-F023-6EF9-1DA3-32BC73D3D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349255" y="3182812"/>
            <a:ext cx="5868000" cy="0"/>
          </a:xfrm>
          <a:prstGeom prst="line">
            <a:avLst/>
          </a:prstGeom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2">
            <a:extLst>
              <a:ext uri="{FF2B5EF4-FFF2-40B4-BE49-F238E27FC236}">
                <a16:creationId xmlns:a16="http://schemas.microsoft.com/office/drawing/2014/main" id="{0698E8F2-F2D2-727B-2818-B5AF16F8A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349255" y="3678886"/>
            <a:ext cx="5868000" cy="0"/>
          </a:xfrm>
          <a:prstGeom prst="line">
            <a:avLst/>
          </a:prstGeom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3">
            <a:extLst>
              <a:ext uri="{FF2B5EF4-FFF2-40B4-BE49-F238E27FC236}">
                <a16:creationId xmlns:a16="http://schemas.microsoft.com/office/drawing/2014/main" id="{8005C227-330C-0214-7E98-CDF45B64F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349255" y="5698010"/>
            <a:ext cx="5868000" cy="0"/>
          </a:xfrm>
          <a:prstGeom prst="line">
            <a:avLst/>
          </a:prstGeom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4">
            <a:extLst>
              <a:ext uri="{FF2B5EF4-FFF2-40B4-BE49-F238E27FC236}">
                <a16:creationId xmlns:a16="http://schemas.microsoft.com/office/drawing/2014/main" id="{88053037-6BE5-30FD-4FCC-885C2520B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349255" y="4167937"/>
            <a:ext cx="5868000" cy="0"/>
          </a:xfrm>
          <a:prstGeom prst="line">
            <a:avLst/>
          </a:prstGeom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5">
            <a:extLst>
              <a:ext uri="{FF2B5EF4-FFF2-40B4-BE49-F238E27FC236}">
                <a16:creationId xmlns:a16="http://schemas.microsoft.com/office/drawing/2014/main" id="{FFCA1E19-E37C-0DEA-EDD8-A10217515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349255" y="5190523"/>
            <a:ext cx="5868000" cy="0"/>
          </a:xfrm>
          <a:prstGeom prst="line">
            <a:avLst/>
          </a:prstGeom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27">
            <a:extLst>
              <a:ext uri="{FF2B5EF4-FFF2-40B4-BE49-F238E27FC236}">
                <a16:creationId xmlns:a16="http://schemas.microsoft.com/office/drawing/2014/main" id="{DFC9C466-104C-2113-C754-295495BBC808}"/>
              </a:ext>
            </a:extLst>
          </p:cNvPr>
          <p:cNvSpPr txBox="1">
            <a:spLocks/>
          </p:cNvSpPr>
          <p:nvPr/>
        </p:nvSpPr>
        <p:spPr>
          <a:xfrm>
            <a:off x="5445929" y="1790443"/>
            <a:ext cx="5771326" cy="240462"/>
          </a:xfrm>
          <a:prstGeom prst="rect">
            <a:avLst/>
          </a:prstGeom>
          <a:noFill/>
        </p:spPr>
        <p:txBody>
          <a:bodyPr wrap="square" lIns="0" tIns="36000" rIns="0" bIns="3600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sz="1100" b="0" i="0" noProof="0" dirty="0">
                <a:solidFill>
                  <a:srgbClr val="161616"/>
                </a:solidFill>
                <a:effectLst/>
                <a:highlight>
                  <a:srgbClr val="FFFFFF"/>
                </a:highlight>
              </a:rPr>
              <a:t>Wastewater treatment plant, water tanks, </a:t>
            </a:r>
            <a:r>
              <a:rPr lang="en-US" sz="1100" dirty="0">
                <a:solidFill>
                  <a:srgbClr val="161616"/>
                </a:solidFill>
                <a:highlight>
                  <a:srgbClr val="FFFFFF"/>
                </a:highlight>
              </a:rPr>
              <a:t>dam, pumping station.</a:t>
            </a:r>
            <a:endParaRPr lang="en-US" sz="1100" noProof="0" dirty="0">
              <a:solidFill>
                <a:schemeClr val="tx1">
                  <a:lumMod val="100000"/>
                </a:schemeClr>
              </a:solidFill>
            </a:endParaRPr>
          </a:p>
        </p:txBody>
      </p:sp>
      <p:sp>
        <p:nvSpPr>
          <p:cNvPr id="48" name="TextBox 33">
            <a:extLst>
              <a:ext uri="{FF2B5EF4-FFF2-40B4-BE49-F238E27FC236}">
                <a16:creationId xmlns:a16="http://schemas.microsoft.com/office/drawing/2014/main" id="{F2FD779B-237C-8256-6A10-9A02E197A427}"/>
              </a:ext>
            </a:extLst>
          </p:cNvPr>
          <p:cNvSpPr txBox="1">
            <a:spLocks/>
          </p:cNvSpPr>
          <p:nvPr/>
        </p:nvSpPr>
        <p:spPr>
          <a:xfrm>
            <a:off x="5445929" y="2798737"/>
            <a:ext cx="5771326" cy="241980"/>
          </a:xfrm>
          <a:prstGeom prst="rect">
            <a:avLst/>
          </a:prstGeom>
          <a:noFill/>
        </p:spPr>
        <p:txBody>
          <a:bodyPr wrap="square" lIns="0" tIns="36000" rIns="0" bIns="3600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sz="1100" noProof="0" dirty="0">
                <a:solidFill>
                  <a:srgbClr val="161616"/>
                </a:solidFill>
                <a:highlight>
                  <a:srgbClr val="FFFFFF"/>
                </a:highlight>
              </a:rPr>
              <a:t>Airports, ports, railways, highways, bridges and public transportation.</a:t>
            </a:r>
            <a:endParaRPr lang="en-US" sz="1100" noProof="0" dirty="0">
              <a:solidFill>
                <a:schemeClr val="tx1">
                  <a:lumMod val="100000"/>
                </a:schemeClr>
              </a:solidFill>
            </a:endParaRPr>
          </a:p>
        </p:txBody>
      </p:sp>
      <p:pic>
        <p:nvPicPr>
          <p:cNvPr id="84" name="TextBox 17">
            <a:extLst>
              <a:ext uri="{FF2B5EF4-FFF2-40B4-BE49-F238E27FC236}">
                <a16:creationId xmlns:a16="http://schemas.microsoft.com/office/drawing/2014/main" id="{83C66112-8DF2-129A-9801-40C063EEBA7D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023" b="26017"/>
          <a:stretch/>
        </p:blipFill>
        <p:spPr>
          <a:xfrm>
            <a:off x="2400300" y="4248315"/>
            <a:ext cx="2933704" cy="398458"/>
          </a:xfrm>
          <a:prstGeom prst="roundRect">
            <a:avLst/>
          </a:prstGeom>
        </p:spPr>
      </p:pic>
      <p:sp>
        <p:nvSpPr>
          <p:cNvPr id="45" name="TextBox 36">
            <a:extLst>
              <a:ext uri="{FF2B5EF4-FFF2-40B4-BE49-F238E27FC236}">
                <a16:creationId xmlns:a16="http://schemas.microsoft.com/office/drawing/2014/main" id="{E69EF501-4D43-1416-071B-A49822603B7B}"/>
              </a:ext>
            </a:extLst>
          </p:cNvPr>
          <p:cNvSpPr txBox="1">
            <a:spLocks/>
          </p:cNvSpPr>
          <p:nvPr/>
        </p:nvSpPr>
        <p:spPr>
          <a:xfrm>
            <a:off x="5445929" y="3303264"/>
            <a:ext cx="5771326" cy="241980"/>
          </a:xfrm>
          <a:prstGeom prst="rect">
            <a:avLst/>
          </a:prstGeom>
          <a:noFill/>
        </p:spPr>
        <p:txBody>
          <a:bodyPr wrap="square" lIns="0" tIns="36000" rIns="0" bIns="3600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sz="1100" noProof="0" dirty="0"/>
              <a:t>Hospitals, medical clinic, medical equipment warehouse, pharmaceutical laboratories.</a:t>
            </a:r>
            <a:endParaRPr lang="en-US" sz="1100" noProof="0" dirty="0">
              <a:solidFill>
                <a:schemeClr val="tx1">
                  <a:lumMod val="100000"/>
                </a:schemeClr>
              </a:solidFill>
            </a:endParaRPr>
          </a:p>
        </p:txBody>
      </p:sp>
      <p:pic>
        <p:nvPicPr>
          <p:cNvPr id="35" name="TextBox 17">
            <a:extLst>
              <a:ext uri="{FF2B5EF4-FFF2-40B4-BE49-F238E27FC236}">
                <a16:creationId xmlns:a16="http://schemas.microsoft.com/office/drawing/2014/main" id="{DA03E556-E8F4-5C1B-181D-9787FFE925FC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60" b="39360"/>
          <a:stretch/>
        </p:blipFill>
        <p:spPr>
          <a:xfrm>
            <a:off x="2400303" y="1221155"/>
            <a:ext cx="2933703" cy="398458"/>
          </a:xfrm>
          <a:prstGeom prst="roundRect">
            <a:avLst/>
          </a:prstGeom>
        </p:spPr>
      </p:pic>
      <p:pic>
        <p:nvPicPr>
          <p:cNvPr id="12" name="TextBox 17">
            <a:extLst>
              <a:ext uri="{FF2B5EF4-FFF2-40B4-BE49-F238E27FC236}">
                <a16:creationId xmlns:a16="http://schemas.microsoft.com/office/drawing/2014/main" id="{653D0730-FD0D-F74B-0FA3-30A134459A3B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081" b="19959"/>
          <a:stretch/>
        </p:blipFill>
        <p:spPr>
          <a:xfrm>
            <a:off x="2400302" y="1725681"/>
            <a:ext cx="2933704" cy="398458"/>
          </a:xfrm>
          <a:prstGeom prst="roundRect">
            <a:avLst/>
          </a:prstGeom>
        </p:spPr>
      </p:pic>
      <p:pic>
        <p:nvPicPr>
          <p:cNvPr id="5" name="TextBox 17">
            <a:extLst>
              <a:ext uri="{FF2B5EF4-FFF2-40B4-BE49-F238E27FC236}">
                <a16:creationId xmlns:a16="http://schemas.microsoft.com/office/drawing/2014/main" id="{AED52ED5-880E-3C4C-BCD5-D266ACEACDC4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26" cstate="print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1149" b="20891"/>
          <a:stretch/>
        </p:blipFill>
        <p:spPr>
          <a:xfrm>
            <a:off x="2400300" y="3239261"/>
            <a:ext cx="2933704" cy="398458"/>
          </a:xfrm>
          <a:prstGeom prst="roundRect">
            <a:avLst/>
          </a:prstGeom>
        </p:spPr>
      </p:pic>
      <p:pic>
        <p:nvPicPr>
          <p:cNvPr id="34" name="TextBox 17">
            <a:extLst>
              <a:ext uri="{FF2B5EF4-FFF2-40B4-BE49-F238E27FC236}">
                <a16:creationId xmlns:a16="http://schemas.microsoft.com/office/drawing/2014/main" id="{BA82021E-C84A-529C-DF7A-24E0E0639B2D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60" b="30060"/>
          <a:stretch/>
        </p:blipFill>
        <p:spPr>
          <a:xfrm>
            <a:off x="2400300" y="2230208"/>
            <a:ext cx="2933704" cy="398458"/>
          </a:xfrm>
          <a:prstGeom prst="roundRect">
            <a:avLst/>
          </a:prstGeom>
        </p:spPr>
      </p:pic>
      <p:cxnSp>
        <p:nvCxnSpPr>
          <p:cNvPr id="2" name="Straight Connector 18">
            <a:extLst>
              <a:ext uri="{FF2B5EF4-FFF2-40B4-BE49-F238E27FC236}">
                <a16:creationId xmlns:a16="http://schemas.microsoft.com/office/drawing/2014/main" id="{56EC2C22-8B2F-D687-7982-49EB38D7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349255" y="1179162"/>
            <a:ext cx="5868000" cy="0"/>
          </a:xfrm>
          <a:prstGeom prst="line">
            <a:avLst/>
          </a:prstGeom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TextBox 17">
            <a:extLst>
              <a:ext uri="{FF2B5EF4-FFF2-40B4-BE49-F238E27FC236}">
                <a16:creationId xmlns:a16="http://schemas.microsoft.com/office/drawing/2014/main" id="{1C8BDBD3-422C-EE75-5E03-28354384A108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523" b="45209"/>
          <a:stretch/>
        </p:blipFill>
        <p:spPr>
          <a:xfrm>
            <a:off x="2400300" y="5257368"/>
            <a:ext cx="2933704" cy="398458"/>
          </a:xfrm>
          <a:prstGeom prst="roundRect">
            <a:avLst/>
          </a:prstGeom>
        </p:spPr>
      </p:pic>
      <p:pic>
        <p:nvPicPr>
          <p:cNvPr id="100" name="TextBox 17">
            <a:extLst>
              <a:ext uri="{FF2B5EF4-FFF2-40B4-BE49-F238E27FC236}">
                <a16:creationId xmlns:a16="http://schemas.microsoft.com/office/drawing/2014/main" id="{97830EB9-9B8B-CA90-AC89-A0263CF6B1BE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 rotWithShape="1">
          <a:blip r:embed="rId30" cstate="print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65" t="70259" r="-565" b="12895"/>
          <a:stretch/>
        </p:blipFill>
        <p:spPr>
          <a:xfrm>
            <a:off x="2400300" y="5761895"/>
            <a:ext cx="2933704" cy="398458"/>
          </a:xfrm>
          <a:prstGeom prst="roundRect">
            <a:avLst/>
          </a:prstGeom>
        </p:spPr>
      </p:pic>
      <p:pic>
        <p:nvPicPr>
          <p:cNvPr id="89" name="TextBox 17">
            <a:extLst>
              <a:ext uri="{FF2B5EF4-FFF2-40B4-BE49-F238E27FC236}">
                <a16:creationId xmlns:a16="http://schemas.microsoft.com/office/drawing/2014/main" id="{BA940FDC-290F-EAE9-E376-DB647C8A982F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 rotWithShape="1"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" t="54282" r="-285" b="27758"/>
          <a:stretch/>
        </p:blipFill>
        <p:spPr>
          <a:xfrm>
            <a:off x="2400302" y="4752841"/>
            <a:ext cx="2933704" cy="398458"/>
          </a:xfrm>
          <a:prstGeom prst="roundRect">
            <a:avLst/>
          </a:prstGeom>
        </p:spPr>
      </p:pic>
      <p:sp>
        <p:nvSpPr>
          <p:cNvPr id="63" name="TextBox 42">
            <a:extLst>
              <a:ext uri="{FF2B5EF4-FFF2-40B4-BE49-F238E27FC236}">
                <a16:creationId xmlns:a16="http://schemas.microsoft.com/office/drawing/2014/main" id="{4199AA63-0DB2-238A-4F44-D81FF599859F}"/>
              </a:ext>
            </a:extLst>
          </p:cNvPr>
          <p:cNvSpPr txBox="1">
            <a:spLocks/>
          </p:cNvSpPr>
          <p:nvPr/>
        </p:nvSpPr>
        <p:spPr>
          <a:xfrm>
            <a:off x="5445929" y="4816845"/>
            <a:ext cx="5771326" cy="241980"/>
          </a:xfrm>
          <a:prstGeom prst="rect">
            <a:avLst/>
          </a:prstGeom>
          <a:noFill/>
        </p:spPr>
        <p:txBody>
          <a:bodyPr wrap="square" lIns="0" tIns="36000" rIns="0" bIns="36000" rtlCol="0" anchor="ctr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sz="1100" noProof="0" dirty="0">
                <a:solidFill>
                  <a:srgbClr val="161616"/>
                </a:solidFill>
                <a:highlight>
                  <a:srgbClr val="FFFFFF"/>
                </a:highlight>
              </a:rPr>
              <a:t>Launching</a:t>
            </a:r>
            <a:r>
              <a:rPr lang="en-US" sz="1100" dirty="0">
                <a:solidFill>
                  <a:srgbClr val="161616"/>
                </a:solidFill>
                <a:highlight>
                  <a:srgbClr val="FFFFFF"/>
                </a:highlight>
              </a:rPr>
              <a:t> site, R&amp;D &amp; production site.</a:t>
            </a:r>
            <a:endParaRPr lang="en-US" sz="1100" noProof="0" dirty="0"/>
          </a:p>
        </p:txBody>
      </p:sp>
      <p:cxnSp>
        <p:nvCxnSpPr>
          <p:cNvPr id="96" name="Straight Connector 24">
            <a:extLst>
              <a:ext uri="{FF2B5EF4-FFF2-40B4-BE49-F238E27FC236}">
                <a16:creationId xmlns:a16="http://schemas.microsoft.com/office/drawing/2014/main" id="{F953EABC-6FB3-B399-8B8C-D0533E9DF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349255" y="4677887"/>
            <a:ext cx="5868000" cy="0"/>
          </a:xfrm>
          <a:prstGeom prst="line">
            <a:avLst/>
          </a:prstGeom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24">
            <a:extLst>
              <a:ext uri="{FF2B5EF4-FFF2-40B4-BE49-F238E27FC236}">
                <a16:creationId xmlns:a16="http://schemas.microsoft.com/office/drawing/2014/main" id="{DDCF05BC-8426-C390-E9A1-BABE777E4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349255" y="2661274"/>
            <a:ext cx="5868000" cy="0"/>
          </a:xfrm>
          <a:prstGeom prst="line">
            <a:avLst/>
          </a:prstGeom>
          <a:ln w="635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Forme libre : forme 183">
            <a:extLst>
              <a:ext uri="{FF2B5EF4-FFF2-40B4-BE49-F238E27FC236}">
                <a16:creationId xmlns:a16="http://schemas.microsoft.com/office/drawing/2014/main" id="{8D7DDE82-1865-F8BF-BA4B-DBBBF6D95C4F}"/>
              </a:ext>
            </a:extLst>
          </p:cNvPr>
          <p:cNvSpPr/>
          <p:nvPr/>
        </p:nvSpPr>
        <p:spPr>
          <a:xfrm>
            <a:off x="2578852" y="2394919"/>
            <a:ext cx="239899" cy="109045"/>
          </a:xfrm>
          <a:custGeom>
            <a:avLst/>
            <a:gdLst>
              <a:gd name="connsiteX0" fmla="*/ 239261 w 256767"/>
              <a:gd name="connsiteY0" fmla="*/ 90452 h 116712"/>
              <a:gd name="connsiteX1" fmla="*/ 230507 w 256767"/>
              <a:gd name="connsiteY1" fmla="*/ 99206 h 116712"/>
              <a:gd name="connsiteX2" fmla="*/ 29178 w 256767"/>
              <a:gd name="connsiteY2" fmla="*/ 99206 h 116712"/>
              <a:gd name="connsiteX3" fmla="*/ 17507 w 256767"/>
              <a:gd name="connsiteY3" fmla="*/ 87534 h 116712"/>
              <a:gd name="connsiteX4" fmla="*/ 17507 w 256767"/>
              <a:gd name="connsiteY4" fmla="*/ 29178 h 116712"/>
              <a:gd name="connsiteX5" fmla="*/ 29178 w 256767"/>
              <a:gd name="connsiteY5" fmla="*/ 17507 h 116712"/>
              <a:gd name="connsiteX6" fmla="*/ 230507 w 256767"/>
              <a:gd name="connsiteY6" fmla="*/ 17507 h 116712"/>
              <a:gd name="connsiteX7" fmla="*/ 239261 w 256767"/>
              <a:gd name="connsiteY7" fmla="*/ 26260 h 116712"/>
              <a:gd name="connsiteX8" fmla="*/ 239261 w 256767"/>
              <a:gd name="connsiteY8" fmla="*/ 90452 h 116712"/>
              <a:gd name="connsiteX9" fmla="*/ 0 w 256767"/>
              <a:gd name="connsiteY9" fmla="*/ 0 h 116712"/>
              <a:gd name="connsiteX10" fmla="*/ 0 w 256767"/>
              <a:gd name="connsiteY10" fmla="*/ 116713 h 116712"/>
              <a:gd name="connsiteX11" fmla="*/ 256768 w 256767"/>
              <a:gd name="connsiteY11" fmla="*/ 116713 h 116712"/>
              <a:gd name="connsiteX12" fmla="*/ 256768 w 256767"/>
              <a:gd name="connsiteY12" fmla="*/ 0 h 116712"/>
              <a:gd name="connsiteX13" fmla="*/ 0 w 256767"/>
              <a:gd name="connsiteY13" fmla="*/ 0 h 11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6767" h="116712">
                <a:moveTo>
                  <a:pt x="239261" y="90452"/>
                </a:moveTo>
                <a:lnTo>
                  <a:pt x="230507" y="99206"/>
                </a:lnTo>
                <a:lnTo>
                  <a:pt x="29178" y="99206"/>
                </a:lnTo>
                <a:lnTo>
                  <a:pt x="17507" y="87534"/>
                </a:lnTo>
                <a:lnTo>
                  <a:pt x="17507" y="29178"/>
                </a:lnTo>
                <a:lnTo>
                  <a:pt x="29178" y="17507"/>
                </a:lnTo>
                <a:lnTo>
                  <a:pt x="230507" y="17507"/>
                </a:lnTo>
                <a:lnTo>
                  <a:pt x="239261" y="26260"/>
                </a:lnTo>
                <a:lnTo>
                  <a:pt x="239261" y="90452"/>
                </a:lnTo>
                <a:close/>
                <a:moveTo>
                  <a:pt x="0" y="0"/>
                </a:moveTo>
                <a:lnTo>
                  <a:pt x="0" y="116713"/>
                </a:lnTo>
                <a:lnTo>
                  <a:pt x="256768" y="116713"/>
                </a:lnTo>
                <a:lnTo>
                  <a:pt x="25676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8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86" name="Forme libre : forme 185">
            <a:extLst>
              <a:ext uri="{FF2B5EF4-FFF2-40B4-BE49-F238E27FC236}">
                <a16:creationId xmlns:a16="http://schemas.microsoft.com/office/drawing/2014/main" id="{84D687F6-208D-6742-3175-3334625B5185}"/>
              </a:ext>
            </a:extLst>
          </p:cNvPr>
          <p:cNvSpPr/>
          <p:nvPr/>
        </p:nvSpPr>
        <p:spPr>
          <a:xfrm>
            <a:off x="2622470" y="2441264"/>
            <a:ext cx="16356" cy="16356"/>
          </a:xfrm>
          <a:custGeom>
            <a:avLst/>
            <a:gdLst>
              <a:gd name="connsiteX0" fmla="*/ 17507 w 17506"/>
              <a:gd name="connsiteY0" fmla="*/ 8753 h 17506"/>
              <a:gd name="connsiteX1" fmla="*/ 8753 w 17506"/>
              <a:gd name="connsiteY1" fmla="*/ 17507 h 17506"/>
              <a:gd name="connsiteX2" fmla="*/ 0 w 17506"/>
              <a:gd name="connsiteY2" fmla="*/ 8753 h 17506"/>
              <a:gd name="connsiteX3" fmla="*/ 8753 w 17506"/>
              <a:gd name="connsiteY3" fmla="*/ 0 h 17506"/>
              <a:gd name="connsiteX4" fmla="*/ 17507 w 17506"/>
              <a:gd name="connsiteY4" fmla="*/ 8753 h 1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06" h="17506">
                <a:moveTo>
                  <a:pt x="17507" y="8753"/>
                </a:moveTo>
                <a:cubicBezTo>
                  <a:pt x="17507" y="13588"/>
                  <a:pt x="13588" y="17507"/>
                  <a:pt x="8753" y="17507"/>
                </a:cubicBezTo>
                <a:cubicBezTo>
                  <a:pt x="3919" y="17507"/>
                  <a:pt x="0" y="13588"/>
                  <a:pt x="0" y="8753"/>
                </a:cubicBezTo>
                <a:cubicBezTo>
                  <a:pt x="0" y="3919"/>
                  <a:pt x="3919" y="0"/>
                  <a:pt x="8753" y="0"/>
                </a:cubicBezTo>
                <a:cubicBezTo>
                  <a:pt x="13588" y="0"/>
                  <a:pt x="17507" y="3919"/>
                  <a:pt x="17507" y="8753"/>
                </a:cubicBezTo>
                <a:close/>
              </a:path>
            </a:pathLst>
          </a:custGeom>
          <a:solidFill>
            <a:schemeClr val="bg1"/>
          </a:solidFill>
          <a:ln w="28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87" name="Forme libre : forme 186">
            <a:extLst>
              <a:ext uri="{FF2B5EF4-FFF2-40B4-BE49-F238E27FC236}">
                <a16:creationId xmlns:a16="http://schemas.microsoft.com/office/drawing/2014/main" id="{CD43A71B-196D-3B33-ED2B-0B55D3E82978}"/>
              </a:ext>
            </a:extLst>
          </p:cNvPr>
          <p:cNvSpPr/>
          <p:nvPr/>
        </p:nvSpPr>
        <p:spPr>
          <a:xfrm>
            <a:off x="2758776" y="2441264"/>
            <a:ext cx="16356" cy="16356"/>
          </a:xfrm>
          <a:custGeom>
            <a:avLst/>
            <a:gdLst>
              <a:gd name="connsiteX0" fmla="*/ 17507 w 17506"/>
              <a:gd name="connsiteY0" fmla="*/ 8753 h 17506"/>
              <a:gd name="connsiteX1" fmla="*/ 8753 w 17506"/>
              <a:gd name="connsiteY1" fmla="*/ 17507 h 17506"/>
              <a:gd name="connsiteX2" fmla="*/ 0 w 17506"/>
              <a:gd name="connsiteY2" fmla="*/ 8753 h 17506"/>
              <a:gd name="connsiteX3" fmla="*/ 8753 w 17506"/>
              <a:gd name="connsiteY3" fmla="*/ 0 h 17506"/>
              <a:gd name="connsiteX4" fmla="*/ 17507 w 17506"/>
              <a:gd name="connsiteY4" fmla="*/ 8753 h 17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06" h="17506">
                <a:moveTo>
                  <a:pt x="17507" y="8753"/>
                </a:moveTo>
                <a:cubicBezTo>
                  <a:pt x="17507" y="13588"/>
                  <a:pt x="13588" y="17507"/>
                  <a:pt x="8753" y="17507"/>
                </a:cubicBezTo>
                <a:cubicBezTo>
                  <a:pt x="3919" y="17507"/>
                  <a:pt x="0" y="13588"/>
                  <a:pt x="0" y="8753"/>
                </a:cubicBezTo>
                <a:cubicBezTo>
                  <a:pt x="0" y="3919"/>
                  <a:pt x="3919" y="0"/>
                  <a:pt x="8753" y="0"/>
                </a:cubicBezTo>
                <a:cubicBezTo>
                  <a:pt x="13588" y="0"/>
                  <a:pt x="17507" y="3919"/>
                  <a:pt x="17507" y="8753"/>
                </a:cubicBezTo>
                <a:close/>
              </a:path>
            </a:pathLst>
          </a:custGeom>
          <a:solidFill>
            <a:schemeClr val="bg1"/>
          </a:solidFill>
          <a:ln w="28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88" name="Forme libre : forme 187">
            <a:extLst>
              <a:ext uri="{FF2B5EF4-FFF2-40B4-BE49-F238E27FC236}">
                <a16:creationId xmlns:a16="http://schemas.microsoft.com/office/drawing/2014/main" id="{4BD8328B-19FA-5254-5761-13C8148823E6}"/>
              </a:ext>
            </a:extLst>
          </p:cNvPr>
          <p:cNvSpPr/>
          <p:nvPr/>
        </p:nvSpPr>
        <p:spPr>
          <a:xfrm>
            <a:off x="2609930" y="2320769"/>
            <a:ext cx="158116" cy="59974"/>
          </a:xfrm>
          <a:custGeom>
            <a:avLst/>
            <a:gdLst>
              <a:gd name="connsiteX0" fmla="*/ 147350 w 169233"/>
              <a:gd name="connsiteY0" fmla="*/ 23051 h 64191"/>
              <a:gd name="connsiteX1" fmla="*/ 151726 w 169233"/>
              <a:gd name="connsiteY1" fmla="*/ 34138 h 64191"/>
              <a:gd name="connsiteX2" fmla="*/ 169233 w 169233"/>
              <a:gd name="connsiteY2" fmla="*/ 30637 h 64191"/>
              <a:gd name="connsiteX3" fmla="*/ 156978 w 169233"/>
              <a:gd name="connsiteY3" fmla="*/ 0 h 64191"/>
              <a:gd name="connsiteX4" fmla="*/ 0 w 169233"/>
              <a:gd name="connsiteY4" fmla="*/ 64192 h 64191"/>
              <a:gd name="connsiteX5" fmla="*/ 89869 w 169233"/>
              <a:gd name="connsiteY5" fmla="*/ 46393 h 6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9233" h="64191">
                <a:moveTo>
                  <a:pt x="147350" y="23051"/>
                </a:moveTo>
                <a:lnTo>
                  <a:pt x="151726" y="34138"/>
                </a:lnTo>
                <a:lnTo>
                  <a:pt x="169233" y="30637"/>
                </a:lnTo>
                <a:lnTo>
                  <a:pt x="156978" y="0"/>
                </a:lnTo>
                <a:lnTo>
                  <a:pt x="0" y="64192"/>
                </a:lnTo>
                <a:lnTo>
                  <a:pt x="89869" y="46393"/>
                </a:lnTo>
                <a:close/>
              </a:path>
            </a:pathLst>
          </a:custGeom>
          <a:solidFill>
            <a:schemeClr val="bg1"/>
          </a:solidFill>
          <a:ln w="28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189" name="Forme libre : forme 188">
            <a:extLst>
              <a:ext uri="{FF2B5EF4-FFF2-40B4-BE49-F238E27FC236}">
                <a16:creationId xmlns:a16="http://schemas.microsoft.com/office/drawing/2014/main" id="{0BD12BE3-6987-81F0-5D1A-4B63D7F23555}"/>
              </a:ext>
            </a:extLst>
          </p:cNvPr>
          <p:cNvSpPr/>
          <p:nvPr/>
        </p:nvSpPr>
        <p:spPr>
          <a:xfrm>
            <a:off x="2649731" y="2356208"/>
            <a:ext cx="145303" cy="27806"/>
          </a:xfrm>
          <a:custGeom>
            <a:avLst/>
            <a:gdLst>
              <a:gd name="connsiteX0" fmla="*/ 89577 w 155519"/>
              <a:gd name="connsiteY0" fmla="*/ 29762 h 29761"/>
              <a:gd name="connsiteX1" fmla="*/ 135678 w 155519"/>
              <a:gd name="connsiteY1" fmla="*/ 20716 h 29761"/>
              <a:gd name="connsiteX2" fmla="*/ 137721 w 155519"/>
              <a:gd name="connsiteY2" fmla="*/ 29762 h 29761"/>
              <a:gd name="connsiteX3" fmla="*/ 155519 w 155519"/>
              <a:gd name="connsiteY3" fmla="*/ 29762 h 29761"/>
              <a:gd name="connsiteX4" fmla="*/ 149684 w 155519"/>
              <a:gd name="connsiteY4" fmla="*/ 0 h 29761"/>
              <a:gd name="connsiteX5" fmla="*/ 0 w 155519"/>
              <a:gd name="connsiteY5" fmla="*/ 29762 h 29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5519" h="29761">
                <a:moveTo>
                  <a:pt x="89577" y="29762"/>
                </a:moveTo>
                <a:lnTo>
                  <a:pt x="135678" y="20716"/>
                </a:lnTo>
                <a:lnTo>
                  <a:pt x="137721" y="29762"/>
                </a:lnTo>
                <a:lnTo>
                  <a:pt x="155519" y="29762"/>
                </a:lnTo>
                <a:lnTo>
                  <a:pt x="149684" y="0"/>
                </a:lnTo>
                <a:lnTo>
                  <a:pt x="0" y="29762"/>
                </a:lnTo>
                <a:close/>
              </a:path>
            </a:pathLst>
          </a:custGeom>
          <a:solidFill>
            <a:schemeClr val="bg1"/>
          </a:solidFill>
          <a:ln w="28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09" name="Forme libre : forme 208">
            <a:extLst>
              <a:ext uri="{FF2B5EF4-FFF2-40B4-BE49-F238E27FC236}">
                <a16:creationId xmlns:a16="http://schemas.microsoft.com/office/drawing/2014/main" id="{77220623-E1E6-08A7-C148-0CC34A991578}"/>
              </a:ext>
            </a:extLst>
          </p:cNvPr>
          <p:cNvSpPr/>
          <p:nvPr/>
        </p:nvSpPr>
        <p:spPr>
          <a:xfrm rot="14849974">
            <a:off x="2583198" y="4922976"/>
            <a:ext cx="12949" cy="14244"/>
          </a:xfrm>
          <a:custGeom>
            <a:avLst/>
            <a:gdLst>
              <a:gd name="connsiteX0" fmla="*/ 0 w 13859"/>
              <a:gd name="connsiteY0" fmla="*/ 0 h 15245"/>
              <a:gd name="connsiteX1" fmla="*/ 13859 w 13859"/>
              <a:gd name="connsiteY1" fmla="*/ 0 h 15245"/>
              <a:gd name="connsiteX2" fmla="*/ 13859 w 13859"/>
              <a:gd name="connsiteY2" fmla="*/ 15245 h 15245"/>
              <a:gd name="connsiteX3" fmla="*/ 0 w 13859"/>
              <a:gd name="connsiteY3" fmla="*/ 15245 h 15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59" h="15245">
                <a:moveTo>
                  <a:pt x="0" y="0"/>
                </a:moveTo>
                <a:lnTo>
                  <a:pt x="13859" y="0"/>
                </a:lnTo>
                <a:lnTo>
                  <a:pt x="13859" y="15245"/>
                </a:lnTo>
                <a:lnTo>
                  <a:pt x="0" y="15245"/>
                </a:lnTo>
                <a:close/>
              </a:path>
            </a:pathLst>
          </a:custGeom>
          <a:solidFill>
            <a:schemeClr val="accent1"/>
          </a:solidFill>
          <a:ln w="337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21" name="Forme libre : forme 220">
            <a:extLst>
              <a:ext uri="{FF2B5EF4-FFF2-40B4-BE49-F238E27FC236}">
                <a16:creationId xmlns:a16="http://schemas.microsoft.com/office/drawing/2014/main" id="{7D50EB0A-3442-9FE1-F761-377A4272A1C1}"/>
              </a:ext>
            </a:extLst>
          </p:cNvPr>
          <p:cNvSpPr/>
          <p:nvPr/>
        </p:nvSpPr>
        <p:spPr>
          <a:xfrm>
            <a:off x="2684491" y="5857979"/>
            <a:ext cx="10141" cy="30423"/>
          </a:xfrm>
          <a:custGeom>
            <a:avLst/>
            <a:gdLst>
              <a:gd name="connsiteX0" fmla="*/ 0 w 10854"/>
              <a:gd name="connsiteY0" fmla="*/ 0 h 32562"/>
              <a:gd name="connsiteX1" fmla="*/ 10854 w 10854"/>
              <a:gd name="connsiteY1" fmla="*/ 0 h 32562"/>
              <a:gd name="connsiteX2" fmla="*/ 10854 w 10854"/>
              <a:gd name="connsiteY2" fmla="*/ 32562 h 32562"/>
              <a:gd name="connsiteX3" fmla="*/ 0 w 10854"/>
              <a:gd name="connsiteY3" fmla="*/ 32562 h 32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54" h="32562">
                <a:moveTo>
                  <a:pt x="0" y="0"/>
                </a:moveTo>
                <a:lnTo>
                  <a:pt x="10854" y="0"/>
                </a:lnTo>
                <a:lnTo>
                  <a:pt x="10854" y="32562"/>
                </a:lnTo>
                <a:lnTo>
                  <a:pt x="0" y="32562"/>
                </a:lnTo>
                <a:close/>
              </a:path>
            </a:pathLst>
          </a:custGeom>
          <a:solidFill>
            <a:schemeClr val="accent1"/>
          </a:solidFill>
          <a:ln w="267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22" name="Forme libre : forme 221">
            <a:extLst>
              <a:ext uri="{FF2B5EF4-FFF2-40B4-BE49-F238E27FC236}">
                <a16:creationId xmlns:a16="http://schemas.microsoft.com/office/drawing/2014/main" id="{02590C10-9443-B072-E3B6-B4EAB598B438}"/>
              </a:ext>
            </a:extLst>
          </p:cNvPr>
          <p:cNvSpPr/>
          <p:nvPr/>
        </p:nvSpPr>
        <p:spPr>
          <a:xfrm rot="8100000">
            <a:off x="2737351" y="5877122"/>
            <a:ext cx="28648" cy="10141"/>
          </a:xfrm>
          <a:custGeom>
            <a:avLst/>
            <a:gdLst>
              <a:gd name="connsiteX0" fmla="*/ 0 w 30662"/>
              <a:gd name="connsiteY0" fmla="*/ 0 h 10854"/>
              <a:gd name="connsiteX1" fmla="*/ 30663 w 30662"/>
              <a:gd name="connsiteY1" fmla="*/ 0 h 10854"/>
              <a:gd name="connsiteX2" fmla="*/ 30663 w 30662"/>
              <a:gd name="connsiteY2" fmla="*/ 10854 h 10854"/>
              <a:gd name="connsiteX3" fmla="*/ 0 w 30662"/>
              <a:gd name="connsiteY3" fmla="*/ 10854 h 1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62" h="10854">
                <a:moveTo>
                  <a:pt x="0" y="0"/>
                </a:moveTo>
                <a:lnTo>
                  <a:pt x="30663" y="0"/>
                </a:lnTo>
                <a:lnTo>
                  <a:pt x="30663" y="10854"/>
                </a:lnTo>
                <a:lnTo>
                  <a:pt x="0" y="10854"/>
                </a:lnTo>
                <a:close/>
              </a:path>
            </a:pathLst>
          </a:custGeom>
          <a:solidFill>
            <a:schemeClr val="accent1"/>
          </a:solidFill>
          <a:ln w="267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23" name="Forme libre : forme 222">
            <a:extLst>
              <a:ext uri="{FF2B5EF4-FFF2-40B4-BE49-F238E27FC236}">
                <a16:creationId xmlns:a16="http://schemas.microsoft.com/office/drawing/2014/main" id="{35CF465B-7FC4-3859-9D86-6BCB75E18EEE}"/>
              </a:ext>
            </a:extLst>
          </p:cNvPr>
          <p:cNvSpPr/>
          <p:nvPr/>
        </p:nvSpPr>
        <p:spPr>
          <a:xfrm rot="8100000">
            <a:off x="2622249" y="5867741"/>
            <a:ext cx="10141" cy="28648"/>
          </a:xfrm>
          <a:custGeom>
            <a:avLst/>
            <a:gdLst>
              <a:gd name="connsiteX0" fmla="*/ 0 w 10854"/>
              <a:gd name="connsiteY0" fmla="*/ 0 h 30662"/>
              <a:gd name="connsiteX1" fmla="*/ 10854 w 10854"/>
              <a:gd name="connsiteY1" fmla="*/ 0 h 30662"/>
              <a:gd name="connsiteX2" fmla="*/ 10854 w 10854"/>
              <a:gd name="connsiteY2" fmla="*/ 30663 h 30662"/>
              <a:gd name="connsiteX3" fmla="*/ 0 w 10854"/>
              <a:gd name="connsiteY3" fmla="*/ 30663 h 3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54" h="30662">
                <a:moveTo>
                  <a:pt x="0" y="0"/>
                </a:moveTo>
                <a:lnTo>
                  <a:pt x="10854" y="0"/>
                </a:lnTo>
                <a:lnTo>
                  <a:pt x="10854" y="30663"/>
                </a:lnTo>
                <a:lnTo>
                  <a:pt x="0" y="30663"/>
                </a:lnTo>
                <a:close/>
              </a:path>
            </a:pathLst>
          </a:custGeom>
          <a:solidFill>
            <a:schemeClr val="accent1"/>
          </a:solidFill>
          <a:ln w="267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24" name="Forme libre : forme 223">
            <a:extLst>
              <a:ext uri="{FF2B5EF4-FFF2-40B4-BE49-F238E27FC236}">
                <a16:creationId xmlns:a16="http://schemas.microsoft.com/office/drawing/2014/main" id="{F36596D4-565F-83A8-5B8A-C940B8276BEA}"/>
              </a:ext>
            </a:extLst>
          </p:cNvPr>
          <p:cNvSpPr/>
          <p:nvPr/>
        </p:nvSpPr>
        <p:spPr>
          <a:xfrm>
            <a:off x="2750408" y="5928967"/>
            <a:ext cx="25352" cy="10141"/>
          </a:xfrm>
          <a:custGeom>
            <a:avLst/>
            <a:gdLst>
              <a:gd name="connsiteX0" fmla="*/ 0 w 27135"/>
              <a:gd name="connsiteY0" fmla="*/ 0 h 10854"/>
              <a:gd name="connsiteX1" fmla="*/ 27135 w 27135"/>
              <a:gd name="connsiteY1" fmla="*/ 0 h 10854"/>
              <a:gd name="connsiteX2" fmla="*/ 27135 w 27135"/>
              <a:gd name="connsiteY2" fmla="*/ 10854 h 10854"/>
              <a:gd name="connsiteX3" fmla="*/ 0 w 27135"/>
              <a:gd name="connsiteY3" fmla="*/ 10854 h 1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35" h="10854">
                <a:moveTo>
                  <a:pt x="0" y="0"/>
                </a:moveTo>
                <a:lnTo>
                  <a:pt x="27135" y="0"/>
                </a:lnTo>
                <a:lnTo>
                  <a:pt x="27135" y="10854"/>
                </a:lnTo>
                <a:lnTo>
                  <a:pt x="0" y="10854"/>
                </a:lnTo>
                <a:close/>
              </a:path>
            </a:pathLst>
          </a:custGeom>
          <a:solidFill>
            <a:schemeClr val="accent1"/>
          </a:solidFill>
          <a:ln w="267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25" name="Forme libre : forme 224">
            <a:extLst>
              <a:ext uri="{FF2B5EF4-FFF2-40B4-BE49-F238E27FC236}">
                <a16:creationId xmlns:a16="http://schemas.microsoft.com/office/drawing/2014/main" id="{04BD5BF2-3830-00D9-D154-AB904757BE49}"/>
              </a:ext>
            </a:extLst>
          </p:cNvPr>
          <p:cNvSpPr/>
          <p:nvPr/>
        </p:nvSpPr>
        <p:spPr>
          <a:xfrm>
            <a:off x="2603362" y="5928967"/>
            <a:ext cx="25352" cy="10141"/>
          </a:xfrm>
          <a:custGeom>
            <a:avLst/>
            <a:gdLst>
              <a:gd name="connsiteX0" fmla="*/ 0 w 27135"/>
              <a:gd name="connsiteY0" fmla="*/ 0 h 10854"/>
              <a:gd name="connsiteX1" fmla="*/ 27135 w 27135"/>
              <a:gd name="connsiteY1" fmla="*/ 0 h 10854"/>
              <a:gd name="connsiteX2" fmla="*/ 27135 w 27135"/>
              <a:gd name="connsiteY2" fmla="*/ 10854 h 10854"/>
              <a:gd name="connsiteX3" fmla="*/ 0 w 27135"/>
              <a:gd name="connsiteY3" fmla="*/ 10854 h 1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35" h="10854">
                <a:moveTo>
                  <a:pt x="0" y="0"/>
                </a:moveTo>
                <a:lnTo>
                  <a:pt x="27135" y="0"/>
                </a:lnTo>
                <a:lnTo>
                  <a:pt x="27135" y="10854"/>
                </a:lnTo>
                <a:lnTo>
                  <a:pt x="0" y="10854"/>
                </a:lnTo>
                <a:close/>
              </a:path>
            </a:pathLst>
          </a:custGeom>
          <a:solidFill>
            <a:schemeClr val="accent1"/>
          </a:solidFill>
          <a:ln w="267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227" name="Forme libre : forme 226">
            <a:extLst>
              <a:ext uri="{FF2B5EF4-FFF2-40B4-BE49-F238E27FC236}">
                <a16:creationId xmlns:a16="http://schemas.microsoft.com/office/drawing/2014/main" id="{19D5E19E-A9CB-CD6E-C899-48C778E143F1}"/>
              </a:ext>
            </a:extLst>
          </p:cNvPr>
          <p:cNvSpPr/>
          <p:nvPr/>
        </p:nvSpPr>
        <p:spPr>
          <a:xfrm>
            <a:off x="2701731" y="5923896"/>
            <a:ext cx="16733" cy="65916"/>
          </a:xfrm>
          <a:custGeom>
            <a:avLst/>
            <a:gdLst>
              <a:gd name="connsiteX0" fmla="*/ 0 w 17909"/>
              <a:gd name="connsiteY0" fmla="*/ 0 h 70551"/>
              <a:gd name="connsiteX1" fmla="*/ 6784 w 17909"/>
              <a:gd name="connsiteY1" fmla="*/ 70552 h 70551"/>
              <a:gd name="connsiteX2" fmla="*/ 17909 w 17909"/>
              <a:gd name="connsiteY2" fmla="*/ 70552 h 70551"/>
              <a:gd name="connsiteX3" fmla="*/ 10854 w 17909"/>
              <a:gd name="connsiteY3" fmla="*/ 0 h 70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09" h="70551">
                <a:moveTo>
                  <a:pt x="0" y="0"/>
                </a:moveTo>
                <a:lnTo>
                  <a:pt x="6784" y="70552"/>
                </a:lnTo>
                <a:lnTo>
                  <a:pt x="17909" y="70552"/>
                </a:lnTo>
                <a:lnTo>
                  <a:pt x="10854" y="0"/>
                </a:lnTo>
                <a:close/>
              </a:path>
            </a:pathLst>
          </a:custGeom>
          <a:solidFill>
            <a:schemeClr val="bg1"/>
          </a:solidFill>
          <a:ln w="267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C1B2AB6E-EA21-B8C4-43A7-760E9BD79D96}"/>
              </a:ext>
            </a:extLst>
          </p:cNvPr>
          <p:cNvSpPr txBox="1">
            <a:spLocks/>
          </p:cNvSpPr>
          <p:nvPr/>
        </p:nvSpPr>
        <p:spPr>
          <a:xfrm>
            <a:off x="3192979" y="1268746"/>
            <a:ext cx="1348351" cy="28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200" b="1" noProof="0" dirty="0">
                <a:solidFill>
                  <a:schemeClr val="bg1"/>
                </a:solidFill>
              </a:rPr>
              <a:t>Energy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D3F8E64-1ED5-6EA0-C4B1-495CC01B3025}"/>
              </a:ext>
            </a:extLst>
          </p:cNvPr>
          <p:cNvSpPr txBox="1">
            <a:spLocks/>
          </p:cNvSpPr>
          <p:nvPr/>
        </p:nvSpPr>
        <p:spPr>
          <a:xfrm>
            <a:off x="2986657" y="1800489"/>
            <a:ext cx="1760995" cy="257369"/>
          </a:xfrm>
          <a:prstGeom prst="rect">
            <a:avLst/>
          </a:prstGeom>
          <a:noFill/>
        </p:spPr>
        <p:txBody>
          <a:bodyPr wrap="none" lIns="0" tIns="36000" rIns="0" bIns="36000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sz="1200" b="1" dirty="0">
                <a:solidFill>
                  <a:schemeClr val="bg1"/>
                </a:solidFill>
              </a:rPr>
              <a:t>Drinking and waste water</a:t>
            </a:r>
            <a:endParaRPr lang="en-US" sz="1200" b="1" noProof="0" dirty="0">
              <a:solidFill>
                <a:schemeClr val="bg1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E3A556B-F873-E79D-7D17-6C510BE3707C}"/>
              </a:ext>
            </a:extLst>
          </p:cNvPr>
          <p:cNvSpPr txBox="1">
            <a:spLocks/>
          </p:cNvSpPr>
          <p:nvPr/>
        </p:nvSpPr>
        <p:spPr>
          <a:xfrm>
            <a:off x="3586629" y="2302042"/>
            <a:ext cx="561051" cy="257369"/>
          </a:xfrm>
          <a:prstGeom prst="rect">
            <a:avLst/>
          </a:prstGeom>
          <a:noFill/>
        </p:spPr>
        <p:txBody>
          <a:bodyPr wrap="none" lIns="0" tIns="36000" rIns="0" bIns="36000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200" b="1" dirty="0">
                <a:solidFill>
                  <a:schemeClr val="bg1"/>
                </a:solidFill>
              </a:rPr>
              <a:t>Banking</a:t>
            </a:r>
            <a:endParaRPr lang="en-US" sz="1200" b="1" noProof="0" dirty="0">
              <a:solidFill>
                <a:schemeClr val="bg1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40894D2-06AC-B0A4-0E5A-86C330FA6131}"/>
              </a:ext>
            </a:extLst>
          </p:cNvPr>
          <p:cNvSpPr txBox="1">
            <a:spLocks/>
          </p:cNvSpPr>
          <p:nvPr/>
        </p:nvSpPr>
        <p:spPr>
          <a:xfrm>
            <a:off x="3493911" y="2803595"/>
            <a:ext cx="746486" cy="257369"/>
          </a:xfrm>
          <a:prstGeom prst="rect">
            <a:avLst/>
          </a:prstGeom>
          <a:noFill/>
        </p:spPr>
        <p:txBody>
          <a:bodyPr wrap="none" lIns="0" tIns="36000" rIns="0" bIns="36000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sz="1200" b="1" noProof="0" dirty="0">
                <a:solidFill>
                  <a:schemeClr val="bg1"/>
                </a:solidFill>
              </a:rPr>
              <a:t>Transports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CF6DA18-A3FE-0B12-D6ED-B164558FF74E}"/>
              </a:ext>
            </a:extLst>
          </p:cNvPr>
          <p:cNvSpPr txBox="1">
            <a:spLocks/>
          </p:cNvSpPr>
          <p:nvPr/>
        </p:nvSpPr>
        <p:spPr>
          <a:xfrm>
            <a:off x="3631513" y="3305148"/>
            <a:ext cx="471283" cy="257369"/>
          </a:xfrm>
          <a:prstGeom prst="rect">
            <a:avLst/>
          </a:prstGeom>
          <a:noFill/>
        </p:spPr>
        <p:txBody>
          <a:bodyPr wrap="none" lIns="0" tIns="36000" rIns="0" bIns="36000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sz="1200" b="1" dirty="0">
                <a:solidFill>
                  <a:schemeClr val="bg1"/>
                </a:solidFill>
              </a:rPr>
              <a:t>Health</a:t>
            </a:r>
            <a:endParaRPr lang="en-US" sz="1200" b="1" noProof="0" dirty="0">
              <a:solidFill>
                <a:schemeClr val="bg1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C2430A2-D1EF-C17C-3D11-C871EF596311}"/>
              </a:ext>
            </a:extLst>
          </p:cNvPr>
          <p:cNvSpPr txBox="1">
            <a:spLocks/>
          </p:cNvSpPr>
          <p:nvPr/>
        </p:nvSpPr>
        <p:spPr>
          <a:xfrm>
            <a:off x="2408602" y="3711234"/>
            <a:ext cx="2917105" cy="442035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200" b="1" dirty="0">
                <a:solidFill>
                  <a:schemeClr val="bg1"/>
                </a:solidFill>
              </a:rPr>
              <a:t>Food p</a:t>
            </a:r>
            <a:r>
              <a:rPr lang="en-US" sz="1200" b="1" noProof="0" dirty="0" err="1">
                <a:solidFill>
                  <a:schemeClr val="bg1"/>
                </a:solidFill>
              </a:rPr>
              <a:t>roduction</a:t>
            </a:r>
            <a:r>
              <a:rPr lang="en-US" sz="1200" b="1" noProof="0" dirty="0">
                <a:solidFill>
                  <a:schemeClr val="bg1"/>
                </a:solidFill>
              </a:rPr>
              <a:t>, processing, and distribution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3E4DE72-E708-DDEA-C49E-A6D275A1932F}"/>
              </a:ext>
            </a:extLst>
          </p:cNvPr>
          <p:cNvSpPr txBox="1">
            <a:spLocks/>
          </p:cNvSpPr>
          <p:nvPr/>
        </p:nvSpPr>
        <p:spPr>
          <a:xfrm>
            <a:off x="2471350" y="4308254"/>
            <a:ext cx="2791608" cy="257369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200" b="1" noProof="0" dirty="0">
                <a:solidFill>
                  <a:schemeClr val="bg1"/>
                </a:solidFill>
              </a:rPr>
              <a:t>Financial market infrastructure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FAFC8A2-82F3-A22A-9687-CD00B1757C10}"/>
              </a:ext>
            </a:extLst>
          </p:cNvPr>
          <p:cNvSpPr txBox="1">
            <a:spLocks/>
          </p:cNvSpPr>
          <p:nvPr/>
        </p:nvSpPr>
        <p:spPr>
          <a:xfrm>
            <a:off x="3621574" y="4809807"/>
            <a:ext cx="436017" cy="257369"/>
          </a:xfrm>
          <a:prstGeom prst="rect">
            <a:avLst/>
          </a:prstGeom>
          <a:noFill/>
        </p:spPr>
        <p:txBody>
          <a:bodyPr wrap="none" lIns="0" tIns="36000" rIns="0" bIns="36000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sz="1200" b="1" noProof="0" dirty="0">
                <a:solidFill>
                  <a:schemeClr val="bg1"/>
                </a:solidFill>
              </a:rPr>
              <a:t>Space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114DD92-FAAF-602E-62ED-C350E9D7A9B9}"/>
              </a:ext>
            </a:extLst>
          </p:cNvPr>
          <p:cNvSpPr txBox="1">
            <a:spLocks/>
          </p:cNvSpPr>
          <p:nvPr/>
        </p:nvSpPr>
        <p:spPr>
          <a:xfrm>
            <a:off x="3265801" y="5311360"/>
            <a:ext cx="1202702" cy="257369"/>
          </a:xfrm>
          <a:prstGeom prst="rect">
            <a:avLst/>
          </a:prstGeom>
          <a:noFill/>
        </p:spPr>
        <p:txBody>
          <a:bodyPr wrap="none" lIns="0" tIns="36000" rIns="0" bIns="36000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sz="1200" b="1" noProof="0" dirty="0">
                <a:solidFill>
                  <a:schemeClr val="bg1"/>
                </a:solidFill>
              </a:rPr>
              <a:t>IT infrastructures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F4CAEA9E-E0FC-2368-6675-B9B645E65963}"/>
              </a:ext>
            </a:extLst>
          </p:cNvPr>
          <p:cNvSpPr txBox="1">
            <a:spLocks/>
          </p:cNvSpPr>
          <p:nvPr/>
        </p:nvSpPr>
        <p:spPr>
          <a:xfrm>
            <a:off x="3117106" y="5812910"/>
            <a:ext cx="1500091" cy="257369"/>
          </a:xfrm>
          <a:prstGeom prst="rect">
            <a:avLst/>
          </a:prstGeom>
          <a:noFill/>
        </p:spPr>
        <p:txBody>
          <a:bodyPr wrap="none" lIns="0" tIns="36000" rIns="0" bIns="36000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sz="1200" b="1" noProof="0" dirty="0">
                <a:solidFill>
                  <a:schemeClr val="bg1"/>
                </a:solidFill>
              </a:rPr>
              <a:t>Public administration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BB2C5BA-9B01-AAF8-A516-982996575632}"/>
              </a:ext>
            </a:extLst>
          </p:cNvPr>
          <p:cNvSpPr txBox="1"/>
          <p:nvPr/>
        </p:nvSpPr>
        <p:spPr>
          <a:xfrm>
            <a:off x="339339" y="1440499"/>
            <a:ext cx="1903070" cy="357020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sz="1200" noProof="0" dirty="0"/>
              <a:t>The notion of critical infrastructures  is paramount within the CER. It includes:</a:t>
            </a:r>
          </a:p>
          <a:p>
            <a:pPr algn="l">
              <a:spcBef>
                <a:spcPts val="600"/>
              </a:spcBef>
            </a:pPr>
            <a:r>
              <a:rPr lang="en-US" sz="1200" i="1" noProof="0" dirty="0"/>
              <a:t>« </a:t>
            </a:r>
            <a:r>
              <a:rPr lang="en-US" sz="1200" i="1" dirty="0"/>
              <a:t>A good</a:t>
            </a:r>
            <a:r>
              <a:rPr lang="en-US" sz="1200" i="1" noProof="0" dirty="0"/>
              <a:t>, </a:t>
            </a:r>
            <a:r>
              <a:rPr lang="en-US" sz="1200" b="1" dirty="0">
                <a:solidFill>
                  <a:schemeClr val="bg2"/>
                </a:solidFill>
              </a:rPr>
              <a:t>a facility</a:t>
            </a:r>
            <a:r>
              <a:rPr lang="en-US" sz="1200" i="1" noProof="0" dirty="0"/>
              <a:t>, an equipment, a network or a system or a part of them, which is necessary to providing the essential service ». (Art. 2)</a:t>
            </a:r>
          </a:p>
          <a:p>
            <a:pPr algn="l">
              <a:spcBef>
                <a:spcPts val="600"/>
              </a:spcBef>
            </a:pPr>
            <a:r>
              <a:rPr lang="en-US" sz="1200" noProof="0" dirty="0"/>
              <a:t>The security of physical site should be taken into account according to the CER perspective. </a:t>
            </a:r>
            <a:r>
              <a:rPr lang="en-US" sz="1200" b="1" dirty="0">
                <a:solidFill>
                  <a:schemeClr val="bg2"/>
                </a:solidFill>
              </a:rPr>
              <a:t>In France, those critical physical sites are referred as Vital Importance Point</a:t>
            </a:r>
            <a:r>
              <a:rPr lang="en-US" sz="1200" noProof="0" dirty="0"/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6776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FCBFD92-6C16-A778-79E4-50E76FCB913A}"/>
              </a:ext>
            </a:extLst>
          </p:cNvPr>
          <p:cNvSpPr/>
          <p:nvPr/>
        </p:nvSpPr>
        <p:spPr>
          <a:xfrm>
            <a:off x="383028" y="5908281"/>
            <a:ext cx="11385095" cy="546781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bg2"/>
                </a:solidFill>
              </a:rPr>
              <a:t>Up to 10 M€ or 2% of the annual turnover.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7EA6A12-2C24-F44C-4A7E-7FF76C144717}"/>
              </a:ext>
            </a:extLst>
          </p:cNvPr>
          <p:cNvSpPr/>
          <p:nvPr/>
        </p:nvSpPr>
        <p:spPr>
          <a:xfrm>
            <a:off x="383029" y="2778370"/>
            <a:ext cx="11385094" cy="2552131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600"/>
              </a:spcBef>
            </a:pPr>
            <a:endParaRPr lang="fr-FR" sz="2000" dirty="0" err="1">
              <a:solidFill>
                <a:schemeClr val="bg2"/>
              </a:solidFill>
              <a:ea typeface="+mj-ea"/>
              <a:cs typeface="+mj-cs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0D384B6-17A0-C6E4-6E01-C9AE2F464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9C28E59-2CE6-5ED2-E80A-DB3B27DEF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Focus on French transposition | Scope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1B9ADE3-F761-6477-C195-F7B5FB4C6220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405764" y="2240035"/>
            <a:ext cx="4982546" cy="626701"/>
          </a:xfrm>
        </p:spPr>
        <p:txBody>
          <a:bodyPr lIns="216000" rIns="21600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baseline="30000" dirty="0">
                <a:latin typeface="Aptos SemiBold"/>
              </a:rPr>
              <a:t>Scope of the French CER</a:t>
            </a:r>
            <a:endParaRPr kumimoji="0" lang="en-GB" sz="3200" b="1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Aptos SemiBold"/>
              <a:ea typeface="+mn-ea"/>
              <a:cs typeface="+mn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7FEE3A2-4024-8E39-CFFE-815B9959D125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347749" y="2852751"/>
            <a:ext cx="3529044" cy="354143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bg2"/>
                </a:solidFill>
              </a:rPr>
              <a:t>CER entities: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4BAE42B-8384-DE63-4FC1-3BF353BEBF11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7512884" y="2852751"/>
            <a:ext cx="4272295" cy="228865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bg2"/>
                </a:solidFill>
              </a:rPr>
              <a:t>Sovereign entities </a:t>
            </a:r>
            <a:r>
              <a:rPr lang="en-GB" dirty="0">
                <a:solidFill>
                  <a:schemeClr val="bg2"/>
                </a:solidFill>
              </a:rPr>
              <a:t>from already existing </a:t>
            </a:r>
            <a:r>
              <a:rPr lang="en-GB" i="1" dirty="0">
                <a:solidFill>
                  <a:schemeClr val="bg2"/>
                </a:solidFill>
              </a:rPr>
              <a:t>SAIV</a:t>
            </a:r>
            <a:r>
              <a:rPr lang="en-GB" dirty="0">
                <a:solidFill>
                  <a:schemeClr val="bg2"/>
                </a:solidFill>
              </a:rPr>
              <a:t> system (Vital Importance Activities Sector):</a:t>
            </a:r>
          </a:p>
          <a:p>
            <a:pPr marL="0" indent="0">
              <a:buNone/>
            </a:pPr>
            <a:endParaRPr lang="en-GB" dirty="0">
              <a:solidFill>
                <a:schemeClr val="bg2"/>
              </a:solidFill>
            </a:endParaRPr>
          </a:p>
          <a:p>
            <a:pPr lvl="3">
              <a:spcBef>
                <a:spcPts val="0"/>
              </a:spcBef>
            </a:pPr>
            <a:r>
              <a:rPr lang="en-GB" sz="1400" b="1" dirty="0">
                <a:solidFill>
                  <a:schemeClr val="bg2"/>
                </a:solidFill>
              </a:rPr>
              <a:t>Defence entities</a:t>
            </a:r>
          </a:p>
          <a:p>
            <a:pPr lvl="3">
              <a:spcBef>
                <a:spcPts val="0"/>
              </a:spcBef>
            </a:pPr>
            <a:r>
              <a:rPr lang="en-GB" sz="1400" b="1" dirty="0">
                <a:solidFill>
                  <a:schemeClr val="bg2"/>
                </a:solidFill>
              </a:rPr>
              <a:t>National security entities</a:t>
            </a:r>
          </a:p>
          <a:p>
            <a:pPr lvl="3">
              <a:spcBef>
                <a:spcPts val="0"/>
              </a:spcBef>
            </a:pPr>
            <a:r>
              <a:rPr lang="en-GB" sz="1400" b="1" dirty="0">
                <a:solidFill>
                  <a:schemeClr val="bg2"/>
                </a:solidFill>
              </a:rPr>
              <a:t>Some specific local authorities</a:t>
            </a:r>
            <a:endParaRPr lang="en-GB" sz="1800" b="1" dirty="0">
              <a:solidFill>
                <a:schemeClr val="bg2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1CAF7456-3640-3897-CBC5-B971297FF097}"/>
              </a:ext>
            </a:extLst>
          </p:cNvPr>
          <p:cNvSpPr/>
          <p:nvPr/>
        </p:nvSpPr>
        <p:spPr>
          <a:xfrm>
            <a:off x="0" y="896632"/>
            <a:ext cx="12191999" cy="1136119"/>
          </a:xfrm>
          <a:prstGeom prst="rect">
            <a:avLst/>
          </a:prstGeom>
          <a:solidFill>
            <a:schemeClr val="bg2"/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fr-FR" sz="1600" dirty="0">
                <a:solidFill>
                  <a:schemeClr val="bg1"/>
                </a:solidFill>
              </a:rPr>
              <a:t>CER has been </a:t>
            </a:r>
            <a:r>
              <a:rPr lang="fr-FR" sz="1600" dirty="0" err="1">
                <a:solidFill>
                  <a:schemeClr val="bg1"/>
                </a:solidFill>
              </a:rPr>
              <a:t>adopted</a:t>
            </a:r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dirty="0" err="1">
                <a:solidFill>
                  <a:schemeClr val="bg1"/>
                </a:solidFill>
              </a:rPr>
              <a:t>under</a:t>
            </a:r>
            <a:r>
              <a:rPr lang="fr-FR" sz="1600" dirty="0">
                <a:solidFill>
                  <a:schemeClr val="bg1"/>
                </a:solidFill>
              </a:rPr>
              <a:t> French </a:t>
            </a:r>
            <a:r>
              <a:rPr lang="fr-FR" sz="1600" dirty="0" err="1">
                <a:solidFill>
                  <a:schemeClr val="bg1"/>
                </a:solidFill>
              </a:rPr>
              <a:t>presidency</a:t>
            </a:r>
            <a:r>
              <a:rPr lang="fr-FR" sz="1600" dirty="0">
                <a:solidFill>
                  <a:schemeClr val="bg1"/>
                </a:solidFill>
              </a:rPr>
              <a:t> and as </a:t>
            </a:r>
            <a:r>
              <a:rPr lang="fr-FR" sz="1600" dirty="0" err="1">
                <a:solidFill>
                  <a:schemeClr val="bg1"/>
                </a:solidFill>
              </a:rPr>
              <a:t>such</a:t>
            </a:r>
            <a:r>
              <a:rPr lang="fr-FR" sz="1600" dirty="0">
                <a:solidFill>
                  <a:schemeClr val="bg1"/>
                </a:solidFill>
              </a:rPr>
              <a:t> has been </a:t>
            </a:r>
            <a:r>
              <a:rPr lang="fr-FR" sz="1600" dirty="0" err="1">
                <a:solidFill>
                  <a:schemeClr val="bg1"/>
                </a:solidFill>
              </a:rPr>
              <a:t>heavily</a:t>
            </a:r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dirty="0" err="1">
                <a:solidFill>
                  <a:schemeClr val="bg1"/>
                </a:solidFill>
              </a:rPr>
              <a:t>inspired</a:t>
            </a:r>
            <a:r>
              <a:rPr lang="fr-FR" sz="1600" dirty="0">
                <a:solidFill>
                  <a:schemeClr val="bg1"/>
                </a:solidFill>
              </a:rPr>
              <a:t> by French national </a:t>
            </a:r>
            <a:r>
              <a:rPr lang="fr-FR" sz="1600" dirty="0" err="1">
                <a:solidFill>
                  <a:schemeClr val="bg1"/>
                </a:solidFill>
              </a:rPr>
              <a:t>security</a:t>
            </a:r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dirty="0" err="1">
                <a:solidFill>
                  <a:schemeClr val="bg1"/>
                </a:solidFill>
              </a:rPr>
              <a:t>law</a:t>
            </a:r>
            <a:r>
              <a:rPr lang="fr-FR" sz="1600" dirty="0">
                <a:solidFill>
                  <a:schemeClr val="bg1"/>
                </a:solidFill>
              </a:rPr>
              <a:t> to </a:t>
            </a:r>
            <a:r>
              <a:rPr lang="fr-FR" sz="1600" dirty="0" err="1">
                <a:solidFill>
                  <a:schemeClr val="bg1"/>
                </a:solidFill>
              </a:rPr>
              <a:t>secure</a:t>
            </a:r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dirty="0" err="1">
                <a:solidFill>
                  <a:schemeClr val="bg1"/>
                </a:solidFill>
              </a:rPr>
              <a:t>its</a:t>
            </a:r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dirty="0" err="1">
                <a:solidFill>
                  <a:schemeClr val="bg1"/>
                </a:solidFill>
              </a:rPr>
              <a:t>critical</a:t>
            </a:r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dirty="0" err="1">
                <a:solidFill>
                  <a:schemeClr val="bg1"/>
                </a:solidFill>
              </a:rPr>
              <a:t>entities</a:t>
            </a:r>
            <a:r>
              <a:rPr lang="fr-FR" sz="1600" dirty="0">
                <a:solidFill>
                  <a:schemeClr val="bg1"/>
                </a:solidFill>
              </a:rPr>
              <a:t>*.</a:t>
            </a:r>
          </a:p>
          <a:p>
            <a:pPr algn="l"/>
            <a:r>
              <a:rPr lang="fr-FR" sz="1600" dirty="0">
                <a:solidFill>
                  <a:schemeClr val="bg1"/>
                </a:solidFill>
              </a:rPr>
              <a:t>The French transposition </a:t>
            </a:r>
            <a:r>
              <a:rPr lang="fr-FR" sz="1600" dirty="0" err="1">
                <a:solidFill>
                  <a:schemeClr val="bg1"/>
                </a:solidFill>
              </a:rPr>
              <a:t>takes</a:t>
            </a:r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dirty="0" err="1">
                <a:solidFill>
                  <a:schemeClr val="bg1"/>
                </a:solidFill>
              </a:rPr>
              <a:t>into</a:t>
            </a:r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dirty="0" err="1">
                <a:solidFill>
                  <a:schemeClr val="bg1"/>
                </a:solidFill>
              </a:rPr>
              <a:t>account</a:t>
            </a:r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dirty="0" err="1">
                <a:solidFill>
                  <a:schemeClr val="bg1"/>
                </a:solidFill>
              </a:rPr>
              <a:t>this</a:t>
            </a:r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dirty="0" err="1">
                <a:solidFill>
                  <a:schemeClr val="bg1"/>
                </a:solidFill>
              </a:rPr>
              <a:t>inheritance</a:t>
            </a:r>
            <a:r>
              <a:rPr lang="fr-FR" sz="1600" dirty="0">
                <a:solidFill>
                  <a:schemeClr val="bg1"/>
                </a:solidFill>
              </a:rPr>
              <a:t> by </a:t>
            </a:r>
            <a:r>
              <a:rPr lang="fr-FR" sz="1600" b="1" dirty="0" err="1">
                <a:solidFill>
                  <a:schemeClr val="bg1"/>
                </a:solidFill>
              </a:rPr>
              <a:t>keeping</a:t>
            </a:r>
            <a:r>
              <a:rPr lang="fr-FR" sz="1600" b="1" dirty="0">
                <a:solidFill>
                  <a:schemeClr val="bg1"/>
                </a:solidFill>
              </a:rPr>
              <a:t> </a:t>
            </a:r>
            <a:r>
              <a:rPr lang="fr-FR" sz="1600" b="1" dirty="0" err="1">
                <a:solidFill>
                  <a:schemeClr val="bg1"/>
                </a:solidFill>
              </a:rPr>
              <a:t>already</a:t>
            </a:r>
            <a:r>
              <a:rPr lang="fr-FR" sz="1600" b="1" dirty="0">
                <a:solidFill>
                  <a:schemeClr val="bg1"/>
                </a:solidFill>
              </a:rPr>
              <a:t> </a:t>
            </a:r>
            <a:r>
              <a:rPr lang="fr-FR" sz="1600" b="1" dirty="0" err="1">
                <a:solidFill>
                  <a:schemeClr val="bg1"/>
                </a:solidFill>
              </a:rPr>
              <a:t>existing</a:t>
            </a:r>
            <a:r>
              <a:rPr lang="fr-FR" sz="1600" b="1" dirty="0">
                <a:solidFill>
                  <a:schemeClr val="bg1"/>
                </a:solidFill>
              </a:rPr>
              <a:t> </a:t>
            </a:r>
            <a:r>
              <a:rPr lang="fr-FR" sz="1600" b="1" dirty="0" err="1">
                <a:solidFill>
                  <a:schemeClr val="bg1"/>
                </a:solidFill>
              </a:rPr>
              <a:t>terminology</a:t>
            </a:r>
            <a:r>
              <a:rPr lang="fr-FR" sz="1600" b="1" dirty="0">
                <a:solidFill>
                  <a:schemeClr val="bg1"/>
                </a:solidFill>
              </a:rPr>
              <a:t> </a:t>
            </a:r>
            <a:r>
              <a:rPr lang="fr-FR" sz="1600" dirty="0">
                <a:solidFill>
                  <a:schemeClr val="bg1"/>
                </a:solidFill>
              </a:rPr>
              <a:t>and </a:t>
            </a:r>
            <a:r>
              <a:rPr lang="fr-FR" sz="1600" b="1" dirty="0" err="1">
                <a:solidFill>
                  <a:schemeClr val="bg1"/>
                </a:solidFill>
              </a:rPr>
              <a:t>extending</a:t>
            </a:r>
            <a:r>
              <a:rPr lang="fr-FR" sz="1600" b="1" dirty="0">
                <a:solidFill>
                  <a:schemeClr val="bg1"/>
                </a:solidFill>
              </a:rPr>
              <a:t> the scope of the </a:t>
            </a:r>
            <a:r>
              <a:rPr lang="fr-FR" sz="1600" b="1" dirty="0" err="1">
                <a:solidFill>
                  <a:schemeClr val="bg1"/>
                </a:solidFill>
              </a:rPr>
              <a:t>law</a:t>
            </a:r>
            <a:r>
              <a:rPr lang="fr-FR" sz="1600" b="1" dirty="0">
                <a:solidFill>
                  <a:schemeClr val="bg1"/>
                </a:solidFill>
              </a:rPr>
              <a:t> to </a:t>
            </a:r>
            <a:r>
              <a:rPr lang="fr-FR" sz="1600" b="1" dirty="0" err="1">
                <a:solidFill>
                  <a:schemeClr val="bg1"/>
                </a:solidFill>
              </a:rPr>
              <a:t>entities</a:t>
            </a:r>
            <a:r>
              <a:rPr lang="fr-FR" sz="1600" b="1" dirty="0">
                <a:solidFill>
                  <a:schemeClr val="bg1"/>
                </a:solidFill>
              </a:rPr>
              <a:t> </a:t>
            </a:r>
            <a:r>
              <a:rPr lang="fr-FR" sz="1600" b="1" dirty="0" err="1">
                <a:solidFill>
                  <a:schemeClr val="bg1"/>
                </a:solidFill>
              </a:rPr>
              <a:t>related</a:t>
            </a:r>
            <a:r>
              <a:rPr lang="fr-FR" sz="1600" b="1" dirty="0">
                <a:solidFill>
                  <a:schemeClr val="bg1"/>
                </a:solidFill>
              </a:rPr>
              <a:t> to national </a:t>
            </a:r>
            <a:r>
              <a:rPr lang="fr-FR" sz="1600" b="1" dirty="0" err="1">
                <a:solidFill>
                  <a:schemeClr val="bg1"/>
                </a:solidFill>
              </a:rPr>
              <a:t>security</a:t>
            </a:r>
            <a:r>
              <a:rPr lang="fr-FR" sz="1600" b="1" dirty="0">
                <a:solidFill>
                  <a:schemeClr val="bg1"/>
                </a:solidFill>
              </a:rPr>
              <a:t> (</a:t>
            </a:r>
            <a:r>
              <a:rPr lang="fr-FR" sz="1600" b="1" i="1" dirty="0">
                <a:solidFill>
                  <a:schemeClr val="bg1"/>
                </a:solidFill>
              </a:rPr>
              <a:t>SAIV</a:t>
            </a:r>
            <a:r>
              <a:rPr lang="fr-FR" sz="1600" b="1" dirty="0">
                <a:solidFill>
                  <a:schemeClr val="bg1"/>
                </a:solidFill>
              </a:rPr>
              <a:t>).</a:t>
            </a:r>
            <a:endParaRPr lang="fr-FR" sz="1400" b="1" dirty="0">
              <a:solidFill>
                <a:schemeClr val="bg1"/>
              </a:solidFill>
            </a:endParaRP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840199FB-B858-08FA-657F-A82366591B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354" y="144314"/>
            <a:ext cx="11342769" cy="260350"/>
          </a:xfrm>
        </p:spPr>
        <p:txBody>
          <a:bodyPr/>
          <a:lstStyle/>
          <a:p>
            <a:r>
              <a:rPr lang="en-US" noProof="0" dirty="0">
                <a:latin typeface="+mn-lt"/>
              </a:rPr>
              <a:t>INTRODUCTION TO CER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21E2DB-F8C7-A9B5-25AE-D4207468708A}"/>
              </a:ext>
            </a:extLst>
          </p:cNvPr>
          <p:cNvSpPr txBox="1"/>
          <p:nvPr/>
        </p:nvSpPr>
        <p:spPr>
          <a:xfrm>
            <a:off x="442895" y="6600390"/>
            <a:ext cx="5474825" cy="226591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fr-FR" sz="1000" i="1" dirty="0"/>
              <a:t>*</a:t>
            </a:r>
            <a:r>
              <a:rPr lang="fr-FR" sz="1000" i="1" dirty="0" err="1"/>
              <a:t>Special</a:t>
            </a:r>
            <a:r>
              <a:rPr lang="fr-FR" sz="1000" i="1" dirty="0"/>
              <a:t> Commission Report on the  CER </a:t>
            </a:r>
            <a:r>
              <a:rPr lang="fr-FR" sz="1000" i="1" dirty="0" err="1"/>
              <a:t>law</a:t>
            </a:r>
            <a:r>
              <a:rPr lang="fr-FR" sz="1000" i="1" dirty="0"/>
              <a:t> </a:t>
            </a:r>
            <a:r>
              <a:rPr lang="fr-FR" sz="1000" i="1" dirty="0" err="1"/>
              <a:t>project</a:t>
            </a:r>
            <a:r>
              <a:rPr lang="fr-FR" sz="1000" i="1" dirty="0"/>
              <a:t> 2025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27A950B-CE42-A89C-527A-1EAFEF4168CC}"/>
              </a:ext>
            </a:extLst>
          </p:cNvPr>
          <p:cNvGrpSpPr/>
          <p:nvPr/>
        </p:nvGrpSpPr>
        <p:grpSpPr>
          <a:xfrm>
            <a:off x="782528" y="3266486"/>
            <a:ext cx="6545146" cy="1785651"/>
            <a:chOff x="2604461" y="3146415"/>
            <a:chExt cx="5269098" cy="1785651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2874D99E-0E0C-0883-BB67-FB31492E81D7}"/>
                </a:ext>
              </a:extLst>
            </p:cNvPr>
            <p:cNvGrpSpPr>
              <a:grpSpLocks/>
            </p:cNvGrpSpPr>
            <p:nvPr/>
          </p:nvGrpSpPr>
          <p:grpSpPr>
            <a:xfrm>
              <a:off x="5291504" y="3146415"/>
              <a:ext cx="2582055" cy="268854"/>
              <a:chOff x="5236520" y="3994674"/>
              <a:chExt cx="2582055" cy="268854"/>
            </a:xfrm>
          </p:grpSpPr>
          <p:sp>
            <p:nvSpPr>
              <p:cNvPr id="75" name="TextBox 17">
                <a:extLst>
                  <a:ext uri="{FF2B5EF4-FFF2-40B4-BE49-F238E27FC236}">
                    <a16:creationId xmlns:a16="http://schemas.microsoft.com/office/drawing/2014/main" id="{014F7C51-A44F-E3E7-32B5-3723E93856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36520" y="3994674"/>
                <a:ext cx="2582055" cy="268854"/>
              </a:xfrm>
              <a:prstGeom prst="roundRect">
                <a:avLst>
                  <a:gd name="adj" fmla="val 9499"/>
                </a:avLst>
              </a:prstGeom>
              <a:solidFill>
                <a:schemeClr val="tx2"/>
              </a:solidFill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square" lIns="108000" tIns="108000" rIns="108000" bIns="10800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000" noProof="0" dirty="0">
                    <a:solidFill>
                      <a:schemeClr val="bg2"/>
                    </a:solidFill>
                  </a:rPr>
                  <a:t>       </a:t>
                </a:r>
                <a:r>
                  <a:rPr lang="en-US" sz="1000" dirty="0">
                    <a:solidFill>
                      <a:schemeClr val="bg2"/>
                    </a:solidFill>
                  </a:rPr>
                  <a:t>Financial market infrastructures</a:t>
                </a:r>
                <a:endParaRPr lang="en-US" sz="1000" noProof="0" dirty="0">
                  <a:solidFill>
                    <a:schemeClr val="bg2"/>
                  </a:solidFill>
                </a:endParaRPr>
              </a:p>
            </p:txBody>
          </p:sp>
          <p:grpSp>
            <p:nvGrpSpPr>
              <p:cNvPr id="18" name="Groupe 39">
                <a:extLst>
                  <a:ext uri="{FF2B5EF4-FFF2-40B4-BE49-F238E27FC236}">
                    <a16:creationId xmlns:a16="http://schemas.microsoft.com/office/drawing/2014/main" id="{B299E972-E686-22C2-07AB-4948DC0E7D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custDataLst>
                  <p:tags r:id="rId31"/>
                </p:custDataLst>
              </p:nvPr>
            </p:nvGrpSpPr>
            <p:grpSpPr>
              <a:xfrm>
                <a:off x="5301192" y="4039101"/>
                <a:ext cx="180183" cy="180000"/>
                <a:chOff x="719932" y="719932"/>
                <a:chExt cx="720724" cy="720724"/>
              </a:xfrm>
            </p:grpSpPr>
            <p:pic>
              <p:nvPicPr>
                <p:cNvPr id="38" name="Graphic - Growth graphic [0]">
                  <a:extLst>
                    <a:ext uri="{FF2B5EF4-FFF2-40B4-BE49-F238E27FC236}">
                      <a16:creationId xmlns:a16="http://schemas.microsoft.com/office/drawing/2014/main" id="{E23E3631-C5BA-6B9A-3CB2-73DFA813243F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32"/>
                  </p:custDataLst>
                </p:nvPr>
              </p:nvPicPr>
              <p:blipFill>
                <a:blip r:embed="rId35">
                  <a:extLst>
                    <a:ext uri="{96DAC541-7B7A-43D3-8B79-37D633B846F1}">
                      <asvg:svgBlip xmlns:asvg="http://schemas.microsoft.com/office/drawing/2016/SVG/main" r:embed="rId36"/>
                    </a:ext>
                  </a:extLst>
                </a:blip>
                <a:srcRect/>
                <a:stretch/>
              </p:blipFill>
              <p:spPr>
                <a:xfrm>
                  <a:off x="719932" y="719932"/>
                  <a:ext cx="720724" cy="720724"/>
                </a:xfrm>
                <a:prstGeom prst="rect">
                  <a:avLst/>
                </a:prstGeom>
              </p:spPr>
            </p:pic>
            <p:pic>
              <p:nvPicPr>
                <p:cNvPr id="39" name="Graphic - Growth graphic [1]" hidden="1">
                  <a:extLst>
                    <a:ext uri="{FF2B5EF4-FFF2-40B4-BE49-F238E27FC236}">
                      <a16:creationId xmlns:a16="http://schemas.microsoft.com/office/drawing/2014/main" id="{6F079D08-C7CA-304D-0B5E-E97557E58733}"/>
                    </a:ext>
                  </a:extLst>
                </p:cNvPr>
                <p:cNvPicPr>
                  <a:picLocks noChangeAspect="1"/>
                </p:cNvPicPr>
                <p:nvPr>
                  <p:custDataLst>
                    <p:tags r:id="rId33"/>
                  </p:custDataLst>
                </p:nvPr>
              </p:nvPicPr>
              <p:blipFill>
                <a:blip r:embed="rId37">
                  <a:extLst>
                    <a:ext uri="{96DAC541-7B7A-43D3-8B79-37D633B846F1}">
                      <asvg:svgBlip xmlns:asvg="http://schemas.microsoft.com/office/drawing/2016/SVG/main" r:embed="rId38"/>
                    </a:ext>
                  </a:extLst>
                </a:blip>
                <a:srcRect/>
                <a:stretch/>
              </p:blipFill>
              <p:spPr>
                <a:xfrm>
                  <a:off x="719932" y="719932"/>
                  <a:ext cx="720724" cy="720724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AFEBEACF-FF30-318E-CA94-AC1B81BE02DB}"/>
                </a:ext>
              </a:extLst>
            </p:cNvPr>
            <p:cNvGrpSpPr/>
            <p:nvPr/>
          </p:nvGrpSpPr>
          <p:grpSpPr>
            <a:xfrm>
              <a:off x="2604461" y="3146415"/>
              <a:ext cx="5269097" cy="1785651"/>
              <a:chOff x="2604461" y="3146415"/>
              <a:chExt cx="5269097" cy="1785651"/>
            </a:xfrm>
          </p:grpSpPr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031E8966-8791-3598-A380-CDB3E8476255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2610297" y="3146415"/>
                <a:ext cx="2582055" cy="268854"/>
                <a:chOff x="5236521" y="2846315"/>
                <a:chExt cx="2582055" cy="268854"/>
              </a:xfrm>
            </p:grpSpPr>
            <p:sp>
              <p:nvSpPr>
                <p:cNvPr id="69" name="TextBox 17">
                  <a:extLst>
                    <a:ext uri="{FF2B5EF4-FFF2-40B4-BE49-F238E27FC236}">
                      <a16:creationId xmlns:a16="http://schemas.microsoft.com/office/drawing/2014/main" id="{044C45CB-043B-7EC8-B76E-BECF4A0BA86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236521" y="2846315"/>
                  <a:ext cx="2582055" cy="268854"/>
                </a:xfrm>
                <a:prstGeom prst="roundRect">
                  <a:avLst>
                    <a:gd name="adj" fmla="val 9499"/>
                  </a:avLst>
                </a:prstGeom>
                <a:solidFill>
                  <a:schemeClr val="tx2"/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square" lIns="108000" tIns="108000" rIns="108000" bIns="10800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sz="1050" noProof="0" dirty="0">
                      <a:solidFill>
                        <a:schemeClr val="bg2"/>
                      </a:solidFill>
                    </a:rPr>
                    <a:t>Energy</a:t>
                  </a:r>
                </a:p>
              </p:txBody>
            </p:sp>
            <p:grpSp>
              <p:nvGrpSpPr>
                <p:cNvPr id="14" name="Groupe 8">
                  <a:extLst>
                    <a:ext uri="{FF2B5EF4-FFF2-40B4-BE49-F238E27FC236}">
                      <a16:creationId xmlns:a16="http://schemas.microsoft.com/office/drawing/2014/main" id="{75C37C85-BD50-6D6C-6480-40D557C78B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custDataLst>
                    <p:tags r:id="rId28"/>
                  </p:custDataLst>
                </p:nvPr>
              </p:nvGrpSpPr>
              <p:grpSpPr>
                <a:xfrm>
                  <a:off x="5301375" y="2892985"/>
                  <a:ext cx="180000" cy="180000"/>
                  <a:chOff x="722313" y="722313"/>
                  <a:chExt cx="715962" cy="715962"/>
                </a:xfrm>
              </p:grpSpPr>
              <p:pic>
                <p:nvPicPr>
                  <p:cNvPr id="63" name="Play [0]">
                    <a:extLst>
                      <a:ext uri="{FF2B5EF4-FFF2-40B4-BE49-F238E27FC236}">
                        <a16:creationId xmlns:a16="http://schemas.microsoft.com/office/drawing/2014/main" id="{A63A5A57-28EB-5A4E-6CFB-124B4D89D705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29"/>
                    </p:custDataLst>
                  </p:nvPr>
                </p:nvPicPr>
                <p:blipFill>
                  <a:blip r:embed="rId39">
                    <a:extLst>
                      <a:ext uri="{96DAC541-7B7A-43D3-8B79-37D633B846F1}">
                        <asvg:svgBlip xmlns:asvg="http://schemas.microsoft.com/office/drawing/2016/SVG/main" r:embed="rId40"/>
                      </a:ext>
                    </a:extLst>
                  </a:blip>
                  <a:srcRect/>
                  <a:stretch/>
                </p:blipFill>
                <p:spPr>
                  <a:xfrm>
                    <a:off x="722313" y="722313"/>
                    <a:ext cx="715962" cy="715962"/>
                  </a:xfrm>
                  <a:prstGeom prst="rect">
                    <a:avLst/>
                  </a:prstGeom>
                </p:spPr>
              </p:pic>
              <p:pic>
                <p:nvPicPr>
                  <p:cNvPr id="64" name="Play [1]" hidden="1">
                    <a:extLst>
                      <a:ext uri="{FF2B5EF4-FFF2-40B4-BE49-F238E27FC236}">
                        <a16:creationId xmlns:a16="http://schemas.microsoft.com/office/drawing/2014/main" id="{54C1AF9C-D139-3C00-A26D-AE8B6E40A86B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30"/>
                    </p:custDataLst>
                  </p:nvPr>
                </p:nvPicPr>
                <p:blipFill>
                  <a:blip r:embed="rId41">
                    <a:extLst>
                      <a:ext uri="{96DAC541-7B7A-43D3-8B79-37D633B846F1}">
                        <asvg:svgBlip xmlns:asvg="http://schemas.microsoft.com/office/drawing/2016/SVG/main" r:embed="rId42"/>
                      </a:ext>
                    </a:extLst>
                  </a:blip>
                  <a:srcRect/>
                  <a:stretch/>
                </p:blipFill>
                <p:spPr>
                  <a:xfrm>
                    <a:off x="722313" y="722313"/>
                    <a:ext cx="715962" cy="715962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34C541B2-D3E3-7DFB-0D38-0A4ABEEA4A81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2604463" y="3513540"/>
                <a:ext cx="2582055" cy="268854"/>
                <a:chOff x="5236520" y="3229101"/>
                <a:chExt cx="2582055" cy="268854"/>
              </a:xfrm>
            </p:grpSpPr>
            <p:sp>
              <p:nvSpPr>
                <p:cNvPr id="78" name="TextBox 17">
                  <a:extLst>
                    <a:ext uri="{FF2B5EF4-FFF2-40B4-BE49-F238E27FC236}">
                      <a16:creationId xmlns:a16="http://schemas.microsoft.com/office/drawing/2014/main" id="{4205877A-A546-99A7-6B20-2DFC93353E7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236520" y="3229101"/>
                  <a:ext cx="2582055" cy="268854"/>
                </a:xfrm>
                <a:prstGeom prst="roundRect">
                  <a:avLst>
                    <a:gd name="adj" fmla="val 9499"/>
                  </a:avLst>
                </a:prstGeom>
                <a:solidFill>
                  <a:schemeClr val="tx2"/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square" lIns="108000" tIns="108000" rIns="108000" bIns="10800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sz="1050" noProof="0" dirty="0">
                      <a:solidFill>
                        <a:schemeClr val="bg2"/>
                      </a:solidFill>
                    </a:rPr>
                    <a:t>Transports</a:t>
                  </a:r>
                </a:p>
              </p:txBody>
            </p:sp>
            <p:grpSp>
              <p:nvGrpSpPr>
                <p:cNvPr id="15" name="Groupe 15">
                  <a:extLst>
                    <a:ext uri="{FF2B5EF4-FFF2-40B4-BE49-F238E27FC236}">
                      <a16:creationId xmlns:a16="http://schemas.microsoft.com/office/drawing/2014/main" id="{450CEA44-D1CC-FE93-C772-0AA56C4A3D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custDataLst>
                    <p:tags r:id="rId25"/>
                  </p:custDataLst>
                </p:nvPr>
              </p:nvGrpSpPr>
              <p:grpSpPr>
                <a:xfrm>
                  <a:off x="5291504" y="3256956"/>
                  <a:ext cx="180000" cy="180000"/>
                  <a:chOff x="722312" y="738222"/>
                  <a:chExt cx="715964" cy="684144"/>
                </a:xfrm>
              </p:grpSpPr>
              <p:pic>
                <p:nvPicPr>
                  <p:cNvPr id="42" name="Graphic 13 [0]">
                    <a:extLst>
                      <a:ext uri="{FF2B5EF4-FFF2-40B4-BE49-F238E27FC236}">
                        <a16:creationId xmlns:a16="http://schemas.microsoft.com/office/drawing/2014/main" id="{E4DD4660-DAD7-512E-F59D-3C309B2A14D8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26"/>
                    </p:custDataLst>
                  </p:nvPr>
                </p:nvPicPr>
                <p:blipFill>
                  <a:blip r:embed="rId43">
                    <a:extLst>
                      <a:ext uri="{96DAC541-7B7A-43D3-8B79-37D633B846F1}">
                        <asvg:svgBlip xmlns:asvg="http://schemas.microsoft.com/office/drawing/2016/SVG/main" r:embed="rId4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22312" y="738222"/>
                    <a:ext cx="715964" cy="684144"/>
                  </a:xfrm>
                  <a:prstGeom prst="rect">
                    <a:avLst/>
                  </a:prstGeom>
                </p:spPr>
              </p:pic>
              <p:pic>
                <p:nvPicPr>
                  <p:cNvPr id="43" name="Graphic 13 [1]" hidden="1">
                    <a:extLst>
                      <a:ext uri="{FF2B5EF4-FFF2-40B4-BE49-F238E27FC236}">
                        <a16:creationId xmlns:a16="http://schemas.microsoft.com/office/drawing/2014/main" id="{E6D3E4DB-1CFE-9300-E29F-1C233CCE8CA7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27"/>
                    </p:custDataLst>
                  </p:nvPr>
                </p:nvPicPr>
                <p:blipFill>
                  <a:blip r:embed="rId43">
                    <a:lum bright="100000"/>
                    <a:extLst>
                      <a:ext uri="{96DAC541-7B7A-43D3-8B79-37D633B846F1}">
                        <asvg:svgBlip xmlns:asvg="http://schemas.microsoft.com/office/drawing/2016/SVG/main" r:embed="rId4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22312" y="738222"/>
                    <a:ext cx="715964" cy="684144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31292EE3-16C4-12B5-1203-0AA9E5377E4E}"/>
                  </a:ext>
                </a:extLst>
              </p:cNvPr>
              <p:cNvGrpSpPr/>
              <p:nvPr/>
            </p:nvGrpSpPr>
            <p:grpSpPr>
              <a:xfrm>
                <a:off x="2604463" y="3895568"/>
                <a:ext cx="2582055" cy="268854"/>
                <a:chOff x="2604463" y="3895568"/>
                <a:chExt cx="2582055" cy="268854"/>
              </a:xfrm>
            </p:grpSpPr>
            <p:sp>
              <p:nvSpPr>
                <p:cNvPr id="71" name="TextBox 17">
                  <a:extLst>
                    <a:ext uri="{FF2B5EF4-FFF2-40B4-BE49-F238E27FC236}">
                      <a16:creationId xmlns:a16="http://schemas.microsoft.com/office/drawing/2014/main" id="{B5D9D1BB-D82E-D85C-4BF3-7DA29723A09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604463" y="3895568"/>
                  <a:ext cx="2582055" cy="268854"/>
                </a:xfrm>
                <a:prstGeom prst="roundRect">
                  <a:avLst>
                    <a:gd name="adj" fmla="val 9499"/>
                  </a:avLst>
                </a:prstGeom>
                <a:solidFill>
                  <a:schemeClr val="tx2"/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square" lIns="108000" tIns="108000" rIns="108000" bIns="10800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sz="1050" noProof="0" dirty="0">
                      <a:solidFill>
                        <a:schemeClr val="bg2"/>
                      </a:solidFill>
                    </a:rPr>
                    <a:t>Banking</a:t>
                  </a:r>
                </a:p>
              </p:txBody>
            </p:sp>
            <p:grpSp>
              <p:nvGrpSpPr>
                <p:cNvPr id="17" name="Groupe 27">
                  <a:extLst>
                    <a:ext uri="{FF2B5EF4-FFF2-40B4-BE49-F238E27FC236}">
                      <a16:creationId xmlns:a16="http://schemas.microsoft.com/office/drawing/2014/main" id="{A56B70AE-C202-C14F-0EFE-4D99C83B1D2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custDataLst>
                    <p:tags r:id="rId22"/>
                  </p:custDataLst>
                </p:nvPr>
              </p:nvGrpSpPr>
              <p:grpSpPr>
                <a:xfrm>
                  <a:off x="2659447" y="3957544"/>
                  <a:ext cx="180000" cy="180000"/>
                  <a:chOff x="719932" y="719932"/>
                  <a:chExt cx="720724" cy="720724"/>
                </a:xfrm>
              </p:grpSpPr>
              <p:pic>
                <p:nvPicPr>
                  <p:cNvPr id="40" name="Graphic - Money - currency [0]">
                    <a:extLst>
                      <a:ext uri="{FF2B5EF4-FFF2-40B4-BE49-F238E27FC236}">
                        <a16:creationId xmlns:a16="http://schemas.microsoft.com/office/drawing/2014/main" id="{E1863331-B993-CBA2-6337-56DF0E3221F6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23"/>
                    </p:custDataLst>
                  </p:nvPr>
                </p:nvPicPr>
                <p:blipFill>
                  <a:blip r:embed="rId45">
                    <a:extLst>
                      <a:ext uri="{96DAC541-7B7A-43D3-8B79-37D633B846F1}">
                        <asvg:svgBlip xmlns:asvg="http://schemas.microsoft.com/office/drawing/2016/SVG/main" r:embed="rId46"/>
                      </a:ext>
                    </a:extLst>
                  </a:blip>
                  <a:srcRect/>
                  <a:stretch/>
                </p:blipFill>
                <p:spPr>
                  <a:xfrm>
                    <a:off x="719932" y="719932"/>
                    <a:ext cx="720724" cy="720724"/>
                  </a:xfrm>
                  <a:prstGeom prst="rect">
                    <a:avLst/>
                  </a:prstGeom>
                </p:spPr>
              </p:pic>
              <p:pic>
                <p:nvPicPr>
                  <p:cNvPr id="41" name="Graphic - Money - currency [1]" hidden="1">
                    <a:extLst>
                      <a:ext uri="{FF2B5EF4-FFF2-40B4-BE49-F238E27FC236}">
                        <a16:creationId xmlns:a16="http://schemas.microsoft.com/office/drawing/2014/main" id="{FD41DD0C-8A22-DAEA-EA07-FCAF191C3566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24"/>
                    </p:custDataLst>
                  </p:nvPr>
                </p:nvPicPr>
                <p:blipFill>
                  <a:blip r:embed="rId47">
                    <a:extLst>
                      <a:ext uri="{96DAC541-7B7A-43D3-8B79-37D633B846F1}">
                        <asvg:svgBlip xmlns:asvg="http://schemas.microsoft.com/office/drawing/2016/SVG/main" r:embed="rId48"/>
                      </a:ext>
                    </a:extLst>
                  </a:blip>
                  <a:srcRect/>
                  <a:stretch/>
                </p:blipFill>
                <p:spPr>
                  <a:xfrm>
                    <a:off x="719932" y="719932"/>
                    <a:ext cx="720724" cy="720724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2327C1F3-EA54-5AD6-D634-1A39FCB73742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5291503" y="3513540"/>
                <a:ext cx="2582055" cy="268854"/>
                <a:chOff x="5236520" y="4377461"/>
                <a:chExt cx="2582055" cy="268854"/>
              </a:xfrm>
            </p:grpSpPr>
            <p:sp>
              <p:nvSpPr>
                <p:cNvPr id="77" name="TextBox 17">
                  <a:extLst>
                    <a:ext uri="{FF2B5EF4-FFF2-40B4-BE49-F238E27FC236}">
                      <a16:creationId xmlns:a16="http://schemas.microsoft.com/office/drawing/2014/main" id="{EF922254-4C5C-FE34-9F84-E659377E3D0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236520" y="4377461"/>
                  <a:ext cx="2582055" cy="268854"/>
                </a:xfrm>
                <a:prstGeom prst="roundRect">
                  <a:avLst>
                    <a:gd name="adj" fmla="val 9499"/>
                  </a:avLst>
                </a:prstGeom>
                <a:solidFill>
                  <a:schemeClr val="tx2"/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square" lIns="108000" tIns="108000" rIns="108000" bIns="10800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sz="1050" dirty="0">
                      <a:solidFill>
                        <a:schemeClr val="bg2"/>
                      </a:solidFill>
                    </a:rPr>
                    <a:t>Health</a:t>
                  </a:r>
                  <a:endParaRPr lang="en-US" sz="1050" noProof="0" dirty="0">
                    <a:solidFill>
                      <a:schemeClr val="bg2"/>
                    </a:solidFill>
                  </a:endParaRPr>
                </a:p>
              </p:txBody>
            </p:sp>
            <p:grpSp>
              <p:nvGrpSpPr>
                <p:cNvPr id="19" name="Groupe 42">
                  <a:extLst>
                    <a:ext uri="{FF2B5EF4-FFF2-40B4-BE49-F238E27FC236}">
                      <a16:creationId xmlns:a16="http://schemas.microsoft.com/office/drawing/2014/main" id="{25451A96-CF7B-1BD6-E148-2B8F8D3580F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custDataLst>
                    <p:tags r:id="rId19"/>
                  </p:custDataLst>
                </p:nvPr>
              </p:nvGrpSpPr>
              <p:grpSpPr>
                <a:xfrm>
                  <a:off x="5291504" y="4415952"/>
                  <a:ext cx="180183" cy="180000"/>
                  <a:chOff x="719932" y="719932"/>
                  <a:chExt cx="720724" cy="720724"/>
                </a:xfrm>
              </p:grpSpPr>
              <p:pic>
                <p:nvPicPr>
                  <p:cNvPr id="36" name="Graphic - Fractured heart [0]" descr="Fractured heart">
                    <a:extLst>
                      <a:ext uri="{FF2B5EF4-FFF2-40B4-BE49-F238E27FC236}">
                        <a16:creationId xmlns:a16="http://schemas.microsoft.com/office/drawing/2014/main" id="{53423E35-970E-69BA-C030-FBE17B16EE42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20"/>
                    </p:custDataLst>
                  </p:nvPr>
                </p:nvPicPr>
                <p:blipFill>
                  <a:blip r:embed="rId49">
                    <a:extLst>
                      <a:ext uri="{96DAC541-7B7A-43D3-8B79-37D633B846F1}">
                        <asvg:svgBlip xmlns:asvg="http://schemas.microsoft.com/office/drawing/2016/SVG/main" r:embed="rId50"/>
                      </a:ext>
                    </a:extLst>
                  </a:blip>
                  <a:srcRect/>
                  <a:stretch/>
                </p:blipFill>
                <p:spPr>
                  <a:xfrm>
                    <a:off x="719932" y="719932"/>
                    <a:ext cx="720724" cy="720724"/>
                  </a:xfrm>
                  <a:prstGeom prst="rect">
                    <a:avLst/>
                  </a:prstGeom>
                </p:spPr>
              </p:pic>
              <p:pic>
                <p:nvPicPr>
                  <p:cNvPr id="37" name="Graphic - Fractured heart [1]" descr="Fractured heart " hidden="1">
                    <a:extLst>
                      <a:ext uri="{FF2B5EF4-FFF2-40B4-BE49-F238E27FC236}">
                        <a16:creationId xmlns:a16="http://schemas.microsoft.com/office/drawing/2014/main" id="{077C02D9-D4CF-5D55-702B-D2AD400DECF6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21"/>
                    </p:custDataLst>
                  </p:nvPr>
                </p:nvPicPr>
                <p:blipFill>
                  <a:blip r:embed="rId51">
                    <a:extLst>
                      <a:ext uri="{96DAC541-7B7A-43D3-8B79-37D633B846F1}">
                        <asvg:svgBlip xmlns:asvg="http://schemas.microsoft.com/office/drawing/2016/SVG/main" r:embed="rId52"/>
                      </a:ext>
                    </a:extLst>
                  </a:blip>
                  <a:srcRect/>
                  <a:stretch/>
                </p:blipFill>
                <p:spPr>
                  <a:xfrm>
                    <a:off x="719932" y="719932"/>
                    <a:ext cx="720724" cy="720724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10F99E37-6B00-8028-BB1B-2697673427FF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5278466" y="3895568"/>
                <a:ext cx="2582055" cy="268854"/>
                <a:chOff x="8291339" y="2846315"/>
                <a:chExt cx="2582055" cy="268854"/>
              </a:xfrm>
            </p:grpSpPr>
            <p:sp>
              <p:nvSpPr>
                <p:cNvPr id="70" name="TextBox 17">
                  <a:extLst>
                    <a:ext uri="{FF2B5EF4-FFF2-40B4-BE49-F238E27FC236}">
                      <a16:creationId xmlns:a16="http://schemas.microsoft.com/office/drawing/2014/main" id="{77688372-EC65-FAE2-C77C-473472D1B67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291339" y="2846315"/>
                  <a:ext cx="2582055" cy="268854"/>
                </a:xfrm>
                <a:prstGeom prst="roundRect">
                  <a:avLst>
                    <a:gd name="adj" fmla="val 9499"/>
                  </a:avLst>
                </a:prstGeom>
                <a:solidFill>
                  <a:schemeClr val="tx2"/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square" lIns="108000" tIns="108000" rIns="108000" bIns="10800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sz="1050" dirty="0">
                      <a:solidFill>
                        <a:schemeClr val="bg2"/>
                      </a:solidFill>
                    </a:rPr>
                    <a:t>Drinking and waste water</a:t>
                  </a:r>
                  <a:endParaRPr lang="en-US" sz="1050" noProof="0" dirty="0">
                    <a:solidFill>
                      <a:schemeClr val="bg2"/>
                    </a:solidFill>
                  </a:endParaRPr>
                </a:p>
              </p:txBody>
            </p:sp>
            <p:grpSp>
              <p:nvGrpSpPr>
                <p:cNvPr id="20" name="Groupe 45">
                  <a:extLst>
                    <a:ext uri="{FF2B5EF4-FFF2-40B4-BE49-F238E27FC236}">
                      <a16:creationId xmlns:a16="http://schemas.microsoft.com/office/drawing/2014/main" id="{A1A5E2D9-CB24-7263-C521-C60F3C095B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custDataLst>
                    <p:tags r:id="rId16"/>
                  </p:custDataLst>
                </p:nvPr>
              </p:nvGrpSpPr>
              <p:grpSpPr>
                <a:xfrm>
                  <a:off x="8382002" y="2904960"/>
                  <a:ext cx="180000" cy="180183"/>
                  <a:chOff x="719932" y="719932"/>
                  <a:chExt cx="720724" cy="720724"/>
                </a:xfrm>
              </p:grpSpPr>
              <p:pic>
                <p:nvPicPr>
                  <p:cNvPr id="34" name="Graphic 4 - Waves [0]" descr="Waves">
                    <a:extLst>
                      <a:ext uri="{FF2B5EF4-FFF2-40B4-BE49-F238E27FC236}">
                        <a16:creationId xmlns:a16="http://schemas.microsoft.com/office/drawing/2014/main" id="{76E430D3-990E-A3D5-867B-85B2649B7758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17"/>
                    </p:custDataLst>
                  </p:nvPr>
                </p:nvPicPr>
                <p:blipFill>
                  <a:blip r:embed="rId53">
                    <a:extLst>
                      <a:ext uri="{96DAC541-7B7A-43D3-8B79-37D633B846F1}">
                        <asvg:svgBlip xmlns:asvg="http://schemas.microsoft.com/office/drawing/2016/SVG/main" r:embed="rId5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19932" y="719932"/>
                    <a:ext cx="720724" cy="720724"/>
                  </a:xfrm>
                  <a:prstGeom prst="rect">
                    <a:avLst/>
                  </a:prstGeom>
                </p:spPr>
              </p:pic>
              <p:pic>
                <p:nvPicPr>
                  <p:cNvPr id="35" name="Graphic - Waves [1]" descr="Waves" hidden="1">
                    <a:extLst>
                      <a:ext uri="{FF2B5EF4-FFF2-40B4-BE49-F238E27FC236}">
                        <a16:creationId xmlns:a16="http://schemas.microsoft.com/office/drawing/2014/main" id="{5FD84C9F-7DA1-1D27-983B-43885045F781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18"/>
                    </p:custDataLst>
                  </p:nvPr>
                </p:nvPicPr>
                <p:blipFill>
                  <a:blip r:embed="rId55">
                    <a:extLst>
                      <a:ext uri="{96DAC541-7B7A-43D3-8B79-37D633B846F1}">
                        <asvg:svgBlip xmlns:asvg="http://schemas.microsoft.com/office/drawing/2016/SVG/main" r:embed="rId5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19932" y="719932"/>
                    <a:ext cx="720724" cy="720724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0375BEE3-888E-9A61-8D98-250AF8769117}"/>
                  </a:ext>
                </a:extLst>
              </p:cNvPr>
              <p:cNvGrpSpPr/>
              <p:nvPr/>
            </p:nvGrpSpPr>
            <p:grpSpPr>
              <a:xfrm>
                <a:off x="5277178" y="4662689"/>
                <a:ext cx="2582055" cy="268854"/>
                <a:chOff x="8291338" y="3228100"/>
                <a:chExt cx="2582055" cy="268854"/>
              </a:xfrm>
            </p:grpSpPr>
            <p:sp>
              <p:nvSpPr>
                <p:cNvPr id="73" name="TextBox 17">
                  <a:extLst>
                    <a:ext uri="{FF2B5EF4-FFF2-40B4-BE49-F238E27FC236}">
                      <a16:creationId xmlns:a16="http://schemas.microsoft.com/office/drawing/2014/main" id="{29B2AA7A-B005-BCBB-86ED-68FE398B736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291338" y="3228100"/>
                  <a:ext cx="2582055" cy="268854"/>
                </a:xfrm>
                <a:prstGeom prst="roundRect">
                  <a:avLst>
                    <a:gd name="adj" fmla="val 9499"/>
                  </a:avLst>
                </a:prstGeom>
                <a:solidFill>
                  <a:schemeClr val="tx2"/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square" lIns="108000" tIns="108000" rIns="108000" bIns="10800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sz="1050" noProof="0" dirty="0">
                      <a:solidFill>
                        <a:schemeClr val="bg2"/>
                      </a:solidFill>
                    </a:rPr>
                    <a:t>Digital infrastructures</a:t>
                  </a:r>
                </a:p>
              </p:txBody>
            </p:sp>
            <p:grpSp>
              <p:nvGrpSpPr>
                <p:cNvPr id="21" name="Groupe 48">
                  <a:extLst>
                    <a:ext uri="{FF2B5EF4-FFF2-40B4-BE49-F238E27FC236}">
                      <a16:creationId xmlns:a16="http://schemas.microsoft.com/office/drawing/2014/main" id="{E399E6AE-A29B-C445-4B48-9516D2ABFA5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custDataLst>
                    <p:tags r:id="rId13"/>
                  </p:custDataLst>
                </p:nvPr>
              </p:nvGrpSpPr>
              <p:grpSpPr>
                <a:xfrm>
                  <a:off x="8382002" y="3295053"/>
                  <a:ext cx="180183" cy="180000"/>
                  <a:chOff x="719932" y="719932"/>
                  <a:chExt cx="720724" cy="720724"/>
                </a:xfrm>
              </p:grpSpPr>
              <p:pic>
                <p:nvPicPr>
                  <p:cNvPr id="32" name="Graphic 4 [0]">
                    <a:extLst>
                      <a:ext uri="{FF2B5EF4-FFF2-40B4-BE49-F238E27FC236}">
                        <a16:creationId xmlns:a16="http://schemas.microsoft.com/office/drawing/2014/main" id="{F16E253A-35DE-021A-A791-BA719D7DB93F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14"/>
                    </p:custDataLst>
                  </p:nvPr>
                </p:nvPicPr>
                <p:blipFill>
                  <a:blip r:embed="rId57">
                    <a:extLst>
                      <a:ext uri="{96DAC541-7B7A-43D3-8B79-37D633B846F1}">
                        <asvg:svgBlip xmlns:asvg="http://schemas.microsoft.com/office/drawing/2016/SVG/main" r:embed="rId5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19932" y="719932"/>
                    <a:ext cx="720724" cy="720724"/>
                  </a:xfrm>
                  <a:prstGeom prst="rect">
                    <a:avLst/>
                  </a:prstGeom>
                </p:spPr>
              </p:pic>
              <p:pic>
                <p:nvPicPr>
                  <p:cNvPr id="33" name="Graphic 4 [1]" hidden="1">
                    <a:extLst>
                      <a:ext uri="{FF2B5EF4-FFF2-40B4-BE49-F238E27FC236}">
                        <a16:creationId xmlns:a16="http://schemas.microsoft.com/office/drawing/2014/main" id="{44F94687-8C25-616C-80BA-6D19A0091F73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15"/>
                    </p:custDataLst>
                  </p:nvPr>
                </p:nvPicPr>
                <p:blipFill>
                  <a:blip r:embed="rId59">
                    <a:extLst>
                      <a:ext uri="{96DAC541-7B7A-43D3-8B79-37D633B846F1}">
                        <asvg:svgBlip xmlns:asvg="http://schemas.microsoft.com/office/drawing/2016/SVG/main" r:embed="rId6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19932" y="719932"/>
                    <a:ext cx="720724" cy="720724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115FB579-44D0-EF70-7684-B0F5626E13FE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2604462" y="4288097"/>
                <a:ext cx="2582055" cy="268854"/>
                <a:chOff x="8291340" y="4377461"/>
                <a:chExt cx="2582055" cy="268854"/>
              </a:xfrm>
            </p:grpSpPr>
            <p:sp>
              <p:nvSpPr>
                <p:cNvPr id="76" name="TextBox 17">
                  <a:extLst>
                    <a:ext uri="{FF2B5EF4-FFF2-40B4-BE49-F238E27FC236}">
                      <a16:creationId xmlns:a16="http://schemas.microsoft.com/office/drawing/2014/main" id="{BE19D93D-7F63-42E7-8006-2C7A297BF44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291340" y="4377461"/>
                  <a:ext cx="2582055" cy="268854"/>
                </a:xfrm>
                <a:prstGeom prst="roundRect">
                  <a:avLst>
                    <a:gd name="adj" fmla="val 9499"/>
                  </a:avLst>
                </a:prstGeom>
                <a:solidFill>
                  <a:schemeClr val="tx2"/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square" lIns="360000" tIns="108000" rIns="360000" bIns="108000" rtlCol="0" anchor="ctr">
                  <a:noAutofit/>
                </a:bodyPr>
                <a:lstStyle/>
                <a:p>
                  <a:pPr algn="ctr"/>
                  <a:r>
                    <a:rPr lang="en-US" sz="1050" noProof="0" dirty="0">
                      <a:solidFill>
                        <a:schemeClr val="bg2"/>
                      </a:solidFill>
                    </a:rPr>
                    <a:t>Production, processing and distribution of food</a:t>
                  </a:r>
                </a:p>
              </p:txBody>
            </p:sp>
            <p:grpSp>
              <p:nvGrpSpPr>
                <p:cNvPr id="22" name="Groupe 51">
                  <a:extLst>
                    <a:ext uri="{FF2B5EF4-FFF2-40B4-BE49-F238E27FC236}">
                      <a16:creationId xmlns:a16="http://schemas.microsoft.com/office/drawing/2014/main" id="{58C3C82C-06C1-0664-1C66-BC456E421AA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custDataLst>
                    <p:tags r:id="rId10"/>
                  </p:custDataLst>
                </p:nvPr>
              </p:nvGrpSpPr>
              <p:grpSpPr>
                <a:xfrm>
                  <a:off x="8382002" y="4403888"/>
                  <a:ext cx="216000" cy="216000"/>
                  <a:chOff x="719932" y="719932"/>
                  <a:chExt cx="720724" cy="720724"/>
                </a:xfrm>
              </p:grpSpPr>
              <p:pic>
                <p:nvPicPr>
                  <p:cNvPr id="30" name="Balance [0]">
                    <a:extLst>
                      <a:ext uri="{FF2B5EF4-FFF2-40B4-BE49-F238E27FC236}">
                        <a16:creationId xmlns:a16="http://schemas.microsoft.com/office/drawing/2014/main" id="{72EB0F35-3462-121A-5997-71BDAEEE7FEB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11"/>
                    </p:custDataLst>
                  </p:nvPr>
                </p:nvPicPr>
                <p:blipFill>
                  <a:blip r:embed="rId61">
                    <a:extLst>
                      <a:ext uri="{96DAC541-7B7A-43D3-8B79-37D633B846F1}">
                        <asvg:svgBlip xmlns:asvg="http://schemas.microsoft.com/office/drawing/2016/SVG/main" r:embed="rId62"/>
                      </a:ext>
                    </a:extLst>
                  </a:blip>
                  <a:srcRect/>
                  <a:stretch/>
                </p:blipFill>
                <p:spPr>
                  <a:xfrm>
                    <a:off x="719932" y="719932"/>
                    <a:ext cx="720724" cy="720724"/>
                  </a:xfrm>
                  <a:prstGeom prst="rect">
                    <a:avLst/>
                  </a:prstGeom>
                </p:spPr>
              </p:pic>
              <p:pic>
                <p:nvPicPr>
                  <p:cNvPr id="31" name="Balance [1]" hidden="1">
                    <a:extLst>
                      <a:ext uri="{FF2B5EF4-FFF2-40B4-BE49-F238E27FC236}">
                        <a16:creationId xmlns:a16="http://schemas.microsoft.com/office/drawing/2014/main" id="{B16889D0-0990-B766-7ADC-576BD58791CC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12"/>
                    </p:custDataLst>
                  </p:nvPr>
                </p:nvPicPr>
                <p:blipFill>
                  <a:blip r:embed="rId63">
                    <a:extLst>
                      <a:ext uri="{96DAC541-7B7A-43D3-8B79-37D633B846F1}">
                        <asvg:svgBlip xmlns:asvg="http://schemas.microsoft.com/office/drawing/2016/SVG/main" r:embed="rId64"/>
                      </a:ext>
                    </a:extLst>
                  </a:blip>
                  <a:srcRect/>
                  <a:stretch/>
                </p:blipFill>
                <p:spPr>
                  <a:xfrm>
                    <a:off x="719932" y="719932"/>
                    <a:ext cx="720724" cy="720724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EE78E865-FCE3-1DF0-FC41-4739A23D8FFA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5277179" y="4288097"/>
                <a:ext cx="2582055" cy="268854"/>
                <a:chOff x="8291340" y="3995675"/>
                <a:chExt cx="2582055" cy="268854"/>
              </a:xfrm>
            </p:grpSpPr>
            <p:sp>
              <p:nvSpPr>
                <p:cNvPr id="74" name="TextBox 17">
                  <a:extLst>
                    <a:ext uri="{FF2B5EF4-FFF2-40B4-BE49-F238E27FC236}">
                      <a16:creationId xmlns:a16="http://schemas.microsoft.com/office/drawing/2014/main" id="{E696B13E-C9CF-C260-0613-5DBCB6DBDF6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291340" y="3995675"/>
                  <a:ext cx="2582055" cy="268854"/>
                </a:xfrm>
                <a:prstGeom prst="roundRect">
                  <a:avLst>
                    <a:gd name="adj" fmla="val 9499"/>
                  </a:avLst>
                </a:prstGeom>
                <a:solidFill>
                  <a:schemeClr val="tx2"/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square" lIns="108000" tIns="108000" rIns="108000" bIns="10800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sz="1050" noProof="0" dirty="0">
                      <a:solidFill>
                        <a:schemeClr val="bg2"/>
                      </a:solidFill>
                    </a:rPr>
                    <a:t>Space</a:t>
                  </a:r>
                </a:p>
              </p:txBody>
            </p:sp>
            <p:grpSp>
              <p:nvGrpSpPr>
                <p:cNvPr id="24" name="Groupe 57">
                  <a:extLst>
                    <a:ext uri="{FF2B5EF4-FFF2-40B4-BE49-F238E27FC236}">
                      <a16:creationId xmlns:a16="http://schemas.microsoft.com/office/drawing/2014/main" id="{14A431E6-A8B1-185B-F156-A9514C4094A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custDataLst>
                    <p:tags r:id="rId7"/>
                  </p:custDataLst>
                </p:nvPr>
              </p:nvGrpSpPr>
              <p:grpSpPr>
                <a:xfrm>
                  <a:off x="8440442" y="4039101"/>
                  <a:ext cx="180000" cy="180000"/>
                  <a:chOff x="722313" y="722313"/>
                  <a:chExt cx="715962" cy="715962"/>
                </a:xfrm>
              </p:grpSpPr>
              <p:pic>
                <p:nvPicPr>
                  <p:cNvPr id="28" name="Idea [0]">
                    <a:extLst>
                      <a:ext uri="{FF2B5EF4-FFF2-40B4-BE49-F238E27FC236}">
                        <a16:creationId xmlns:a16="http://schemas.microsoft.com/office/drawing/2014/main" id="{DB926E29-F959-60E4-46DB-F9597BAA8FD0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8"/>
                    </p:custDataLst>
                  </p:nvPr>
                </p:nvPicPr>
                <p:blipFill>
                  <a:blip r:embed="rId65">
                    <a:extLst>
                      <a:ext uri="{96DAC541-7B7A-43D3-8B79-37D633B846F1}">
                        <asvg:svgBlip xmlns:asvg="http://schemas.microsoft.com/office/drawing/2016/SVG/main" r:embed="rId66"/>
                      </a:ext>
                    </a:extLst>
                  </a:blip>
                  <a:srcRect/>
                  <a:stretch/>
                </p:blipFill>
                <p:spPr>
                  <a:xfrm>
                    <a:off x="722313" y="722313"/>
                    <a:ext cx="715962" cy="715962"/>
                  </a:xfrm>
                  <a:prstGeom prst="rect">
                    <a:avLst/>
                  </a:prstGeom>
                </p:spPr>
              </p:pic>
              <p:pic>
                <p:nvPicPr>
                  <p:cNvPr id="29" name="Idea [1]" hidden="1">
                    <a:extLst>
                      <a:ext uri="{FF2B5EF4-FFF2-40B4-BE49-F238E27FC236}">
                        <a16:creationId xmlns:a16="http://schemas.microsoft.com/office/drawing/2014/main" id="{4C49374D-1FAA-434B-3A40-8208F4A745B6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9"/>
                    </p:custDataLst>
                  </p:nvPr>
                </p:nvPicPr>
                <p:blipFill>
                  <a:blip r:embed="rId67">
                    <a:extLst>
                      <a:ext uri="{96DAC541-7B7A-43D3-8B79-37D633B846F1}">
                        <asvg:svgBlip xmlns:asvg="http://schemas.microsoft.com/office/drawing/2016/SVG/main" r:embed="rId68"/>
                      </a:ext>
                    </a:extLst>
                  </a:blip>
                  <a:srcRect/>
                  <a:stretch/>
                </p:blipFill>
                <p:spPr>
                  <a:xfrm>
                    <a:off x="722313" y="722313"/>
                    <a:ext cx="715962" cy="715962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7B2AD2A4-96DC-0368-067A-D595255BA423}"/>
                  </a:ext>
                </a:extLst>
              </p:cNvPr>
              <p:cNvGrpSpPr/>
              <p:nvPr/>
            </p:nvGrpSpPr>
            <p:grpSpPr>
              <a:xfrm>
                <a:off x="2604461" y="4663212"/>
                <a:ext cx="2582055" cy="268854"/>
                <a:chOff x="8291339" y="3613890"/>
                <a:chExt cx="2582055" cy="268854"/>
              </a:xfrm>
            </p:grpSpPr>
            <p:sp>
              <p:nvSpPr>
                <p:cNvPr id="72" name="TextBox 17">
                  <a:extLst>
                    <a:ext uri="{FF2B5EF4-FFF2-40B4-BE49-F238E27FC236}">
                      <a16:creationId xmlns:a16="http://schemas.microsoft.com/office/drawing/2014/main" id="{1532CEC0-58D6-7708-2649-8238AA1B843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291339" y="3613890"/>
                  <a:ext cx="2582055" cy="268854"/>
                </a:xfrm>
                <a:prstGeom prst="roundRect">
                  <a:avLst>
                    <a:gd name="adj" fmla="val 9499"/>
                  </a:avLst>
                </a:prstGeom>
                <a:solidFill>
                  <a:schemeClr val="tx2"/>
                </a:solidFill>
                <a:ln w="9525" cap="flat" cmpd="sng" algn="ctr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square" lIns="108000" tIns="108000" rIns="108000" bIns="10800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</a:pPr>
                  <a:r>
                    <a:rPr lang="en-US" sz="1050" dirty="0">
                      <a:solidFill>
                        <a:schemeClr val="bg2"/>
                      </a:solidFill>
                    </a:rPr>
                    <a:t>Public a</a:t>
                  </a:r>
                  <a:r>
                    <a:rPr lang="en-US" sz="1050" noProof="0" dirty="0" err="1">
                      <a:solidFill>
                        <a:schemeClr val="bg2"/>
                      </a:solidFill>
                    </a:rPr>
                    <a:t>dministration</a:t>
                  </a:r>
                  <a:endParaRPr lang="en-US" sz="1050" noProof="0" dirty="0">
                    <a:solidFill>
                      <a:schemeClr val="bg2"/>
                    </a:solidFill>
                  </a:endParaRPr>
                </a:p>
              </p:txBody>
            </p:sp>
            <p:grpSp>
              <p:nvGrpSpPr>
                <p:cNvPr id="25" name="Groupe 86">
                  <a:extLst>
                    <a:ext uri="{FF2B5EF4-FFF2-40B4-BE49-F238E27FC236}">
                      <a16:creationId xmlns:a16="http://schemas.microsoft.com/office/drawing/2014/main" id="{52F65498-85E2-3922-41CB-73F1295C6C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custDataLst>
                    <p:tags r:id="rId4"/>
                  </p:custDataLst>
                </p:nvPr>
              </p:nvGrpSpPr>
              <p:grpSpPr>
                <a:xfrm>
                  <a:off x="8408001" y="3656315"/>
                  <a:ext cx="180000" cy="180000"/>
                  <a:chOff x="722313" y="722313"/>
                  <a:chExt cx="715962" cy="715962"/>
                </a:xfrm>
              </p:grpSpPr>
              <p:pic>
                <p:nvPicPr>
                  <p:cNvPr id="26" name="Idea [0]">
                    <a:extLst>
                      <a:ext uri="{FF2B5EF4-FFF2-40B4-BE49-F238E27FC236}">
                        <a16:creationId xmlns:a16="http://schemas.microsoft.com/office/drawing/2014/main" id="{4D772D9B-870E-DB0E-FD8B-D103B726CEDE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5"/>
                    </p:custDataLst>
                  </p:nvPr>
                </p:nvPicPr>
                <p:blipFill>
                  <a:blip r:embed="rId69">
                    <a:extLst>
                      <a:ext uri="{96DAC541-7B7A-43D3-8B79-37D633B846F1}">
                        <asvg:svgBlip xmlns:asvg="http://schemas.microsoft.com/office/drawing/2016/SVG/main" r:embed="rId70"/>
                      </a:ext>
                    </a:extLst>
                  </a:blip>
                  <a:srcRect/>
                  <a:stretch/>
                </p:blipFill>
                <p:spPr>
                  <a:xfrm>
                    <a:off x="722313" y="722313"/>
                    <a:ext cx="715962" cy="715962"/>
                  </a:xfrm>
                  <a:prstGeom prst="rect">
                    <a:avLst/>
                  </a:prstGeom>
                </p:spPr>
              </p:pic>
              <p:pic>
                <p:nvPicPr>
                  <p:cNvPr id="27" name="Idea [1]" hidden="1">
                    <a:extLst>
                      <a:ext uri="{FF2B5EF4-FFF2-40B4-BE49-F238E27FC236}">
                        <a16:creationId xmlns:a16="http://schemas.microsoft.com/office/drawing/2014/main" id="{539EC904-A326-CDD2-BB38-557514FC393B}"/>
                      </a:ext>
                    </a:extLst>
                  </p:cNvPr>
                  <p:cNvPicPr>
                    <a:picLocks noChangeAspect="1"/>
                  </p:cNvPicPr>
                  <p:nvPr>
                    <p:custDataLst>
                      <p:tags r:id="rId6"/>
                    </p:custDataLst>
                  </p:nvPr>
                </p:nvPicPr>
                <p:blipFill>
                  <a:blip r:embed="rId71">
                    <a:extLst>
                      <a:ext uri="{96DAC541-7B7A-43D3-8B79-37D633B846F1}">
                        <asvg:svgBlip xmlns:asvg="http://schemas.microsoft.com/office/drawing/2016/SVG/main" r:embed="rId72"/>
                      </a:ext>
                    </a:extLst>
                  </a:blip>
                  <a:srcRect/>
                  <a:stretch/>
                </p:blipFill>
                <p:spPr>
                  <a:xfrm>
                    <a:off x="722313" y="722313"/>
                    <a:ext cx="715962" cy="715962"/>
                  </a:xfrm>
                  <a:prstGeom prst="rect">
                    <a:avLst/>
                  </a:prstGeom>
                </p:spPr>
              </p:pic>
            </p:grpSp>
          </p:grpSp>
        </p:grpSp>
      </p:grpSp>
      <p:sp>
        <p:nvSpPr>
          <p:cNvPr id="94" name="Text Placeholder 8">
            <a:extLst>
              <a:ext uri="{FF2B5EF4-FFF2-40B4-BE49-F238E27FC236}">
                <a16:creationId xmlns:a16="http://schemas.microsoft.com/office/drawing/2014/main" id="{5D7A45D5-34AF-4E1B-10EF-B136D6CE3A6B}"/>
              </a:ext>
            </a:extLst>
          </p:cNvPr>
          <p:cNvSpPr txBox="1">
            <a:spLocks/>
          </p:cNvSpPr>
          <p:nvPr/>
        </p:nvSpPr>
        <p:spPr>
          <a:xfrm>
            <a:off x="442895" y="5517200"/>
            <a:ext cx="2563201" cy="333345"/>
          </a:xfrm>
          <a:prstGeom prst="rect">
            <a:avLst/>
          </a:prstGeom>
        </p:spPr>
        <p:txBody>
          <a:bodyPr vert="horz" lIns="216000" tIns="36000" rIns="216000" bIns="3600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tabLst/>
              <a:defRPr sz="3600" i="0" kern="1200" cap="none" baseline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271463" indent="-2714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venir Next LT Pro" panose="020B05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Poppins" panose="00000500000000000000" pitchFamily="2" charset="0"/>
              <a:buChar char="–"/>
              <a:tabLst>
                <a:tab pos="88900" algn="l"/>
              </a:tabLst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6700" algn="l" defTabSz="989013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sz="12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06450" marR="0" indent="-266700" algn="l" defTabSz="6286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750" indent="261938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lang="fr-FR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0725" indent="360363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lang="fr-FR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6450" marR="0" indent="-2667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lang="fr-FR" sz="1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6450" indent="-266700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tabLst>
                <a:tab pos="982663" algn="l"/>
              </a:tabLst>
              <a:defRPr lang="fr-FR" sz="1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Tx/>
              <a:buNone/>
              <a:defRPr/>
            </a:pPr>
            <a:r>
              <a:rPr lang="en-GB" sz="3200" baseline="30000" dirty="0">
                <a:latin typeface="Aptos SemiBold"/>
              </a:rPr>
              <a:t>Sanctions :</a:t>
            </a:r>
            <a:endParaRPr lang="en-GB" sz="3200" dirty="0">
              <a:latin typeface="Aptos SemiBold"/>
            </a:endParaRPr>
          </a:p>
        </p:txBody>
      </p:sp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3693619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2B723-B18E-FEE8-F4BB-2890E74B8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D47D9-82EF-4CA9-31A2-1CF5C562BD70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2AFF732-5B11-7610-52A9-95680039BA17}"/>
              </a:ext>
            </a:extLst>
          </p:cNvPr>
          <p:cNvSpPr/>
          <p:nvPr/>
        </p:nvSpPr>
        <p:spPr>
          <a:xfrm>
            <a:off x="423876" y="911779"/>
            <a:ext cx="11473494" cy="2798319"/>
          </a:xfrm>
          <a:prstGeom prst="roundRect">
            <a:avLst/>
          </a:prstGeom>
          <a:solidFill>
            <a:schemeClr val="accent6">
              <a:lumMod val="100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en-US" sz="1600" b="1" noProof="0" dirty="0">
                <a:solidFill>
                  <a:schemeClr val="bg2"/>
                </a:solidFill>
              </a:rPr>
              <a:t>Operator Resilience Plan </a:t>
            </a:r>
          </a:p>
          <a:p>
            <a:pPr marL="355600" lvl="2"/>
            <a:r>
              <a:rPr lang="en-US" sz="1200" b="1" noProof="0" dirty="0">
                <a:solidFill>
                  <a:schemeClr val="bg2"/>
                </a:solidFill>
              </a:rPr>
              <a:t>Objective: </a:t>
            </a:r>
            <a:r>
              <a:rPr lang="en-US" sz="1200" noProof="0" dirty="0">
                <a:solidFill>
                  <a:schemeClr val="tx1"/>
                </a:solidFill>
              </a:rPr>
              <a:t>Defining the governance and organization of the Vital Importance Operator</a:t>
            </a:r>
            <a:r>
              <a:rPr lang="en-US" sz="1050" noProof="0" dirty="0"/>
              <a:t>.</a:t>
            </a:r>
            <a:endParaRPr lang="en-US" sz="1200" noProof="0" dirty="0">
              <a:solidFill>
                <a:schemeClr val="tx1"/>
              </a:solidFill>
            </a:endParaRPr>
          </a:p>
          <a:p>
            <a:pPr marL="355600" lvl="2">
              <a:spcBef>
                <a:spcPts val="0"/>
              </a:spcBef>
            </a:pPr>
            <a:r>
              <a:rPr lang="en-US" sz="1200" b="1" noProof="0" dirty="0">
                <a:solidFill>
                  <a:schemeClr val="bg2"/>
                </a:solidFill>
              </a:rPr>
              <a:t>Timeline: </a:t>
            </a:r>
            <a:r>
              <a:rPr lang="en-US" sz="1200" noProof="0" dirty="0">
                <a:solidFill>
                  <a:schemeClr val="tx1"/>
                </a:solidFill>
              </a:rPr>
              <a:t>10 months after being designated</a:t>
            </a:r>
          </a:p>
          <a:p>
            <a:pPr marL="355600" lvl="2">
              <a:spcBef>
                <a:spcPts val="0"/>
              </a:spcBef>
            </a:pPr>
            <a:r>
              <a:rPr lang="en-US" sz="1200" b="1" noProof="0" dirty="0">
                <a:solidFill>
                  <a:schemeClr val="bg2"/>
                </a:solidFill>
                <a:ea typeface="+mj-ea"/>
                <a:cs typeface="+mj-cs"/>
              </a:rPr>
              <a:t>Key elements :</a:t>
            </a:r>
          </a:p>
        </p:txBody>
      </p:sp>
      <p:sp>
        <p:nvSpPr>
          <p:cNvPr id="14" name="Espace réservé du texte 1">
            <a:extLst>
              <a:ext uri="{FF2B5EF4-FFF2-40B4-BE49-F238E27FC236}">
                <a16:creationId xmlns:a16="http://schemas.microsoft.com/office/drawing/2014/main" id="{05BC338B-A50F-8E8D-492F-5DD370915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355" y="144313"/>
            <a:ext cx="7794704" cy="260499"/>
          </a:xfrm>
        </p:spPr>
        <p:txBody>
          <a:bodyPr/>
          <a:lstStyle/>
          <a:p>
            <a:r>
              <a:rPr lang="en-US" noProof="0" dirty="0"/>
              <a:t>INTRODUCTION TO CER</a:t>
            </a:r>
            <a:endParaRPr lang="en-US" noProof="0" dirty="0">
              <a:latin typeface="+mn-lt"/>
            </a:endParaRPr>
          </a:p>
        </p:txBody>
      </p:sp>
      <p:sp>
        <p:nvSpPr>
          <p:cNvPr id="15" name="Title 10">
            <a:extLst>
              <a:ext uri="{FF2B5EF4-FFF2-40B4-BE49-F238E27FC236}">
                <a16:creationId xmlns:a16="http://schemas.microsoft.com/office/drawing/2014/main" id="{7CC44324-E00D-918E-6762-96E53DA30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54" y="404667"/>
            <a:ext cx="11342769" cy="507112"/>
          </a:xfrm>
        </p:spPr>
        <p:txBody>
          <a:bodyPr/>
          <a:lstStyle/>
          <a:p>
            <a:r>
              <a:rPr lang="en-US" noProof="0" dirty="0"/>
              <a:t>Focus on French CER | Legal Obligations</a:t>
            </a:r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5803F78A-2F36-051D-FF34-5410206F3463}"/>
              </a:ext>
            </a:extLst>
          </p:cNvPr>
          <p:cNvSpPr txBox="1">
            <a:spLocks/>
          </p:cNvSpPr>
          <p:nvPr/>
        </p:nvSpPr>
        <p:spPr>
          <a:xfrm>
            <a:off x="933485" y="1892937"/>
            <a:ext cx="5731475" cy="735642"/>
          </a:xfrm>
          <a:prstGeom prst="roundRect">
            <a:avLst>
              <a:gd name="adj" fmla="val 9499"/>
            </a:avLst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108000" tIns="108000" rIns="108000" bIns="108000" rtlCol="0" anchor="t">
            <a:noAutofit/>
          </a:bodyPr>
          <a:lstStyle/>
          <a:p>
            <a:pPr algn="ctr"/>
            <a:r>
              <a:rPr lang="en-US" sz="1100" b="1" noProof="0" dirty="0">
                <a:solidFill>
                  <a:schemeClr val="bg2"/>
                </a:solidFill>
              </a:rPr>
              <a:t>Risks analysis</a:t>
            </a:r>
          </a:p>
          <a:p>
            <a:pPr lvl="1"/>
            <a:r>
              <a:rPr lang="en-US" sz="1100" b="1" noProof="0" dirty="0">
                <a:solidFill>
                  <a:schemeClr val="bg2"/>
                </a:solidFill>
              </a:rPr>
              <a:t>Objective: </a:t>
            </a:r>
            <a:r>
              <a:rPr lang="en-US" sz="1100" noProof="0" dirty="0"/>
              <a:t>Anticipate various scenarios (natural disaster, terrorism, cyber attack…</a:t>
            </a:r>
            <a:r>
              <a:rPr lang="en-US" sz="1100" b="1" noProof="0" dirty="0">
                <a:solidFill>
                  <a:schemeClr val="bg2"/>
                </a:solidFill>
              </a:rPr>
              <a:t>)</a:t>
            </a:r>
          </a:p>
          <a:p>
            <a:pPr lvl="1"/>
            <a:r>
              <a:rPr lang="en-US" sz="1100" b="1" noProof="0" dirty="0">
                <a:solidFill>
                  <a:schemeClr val="bg2"/>
                </a:solidFill>
              </a:rPr>
              <a:t>Specific Timeline: </a:t>
            </a:r>
            <a:r>
              <a:rPr lang="en-US" sz="1100" noProof="0" dirty="0"/>
              <a:t>9 months after designation (renewal every 4 years)</a:t>
            </a:r>
            <a:endParaRPr lang="en-US" sz="1100" b="1" noProof="0" dirty="0">
              <a:solidFill>
                <a:schemeClr val="bg2"/>
              </a:solidFill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2F66021-ECAE-08AA-3EF5-6E0902E6DA84}"/>
              </a:ext>
            </a:extLst>
          </p:cNvPr>
          <p:cNvSpPr txBox="1">
            <a:spLocks/>
          </p:cNvSpPr>
          <p:nvPr/>
        </p:nvSpPr>
        <p:spPr>
          <a:xfrm>
            <a:off x="6858000" y="1892937"/>
            <a:ext cx="4766894" cy="735642"/>
          </a:xfrm>
          <a:prstGeom prst="roundRect">
            <a:avLst>
              <a:gd name="adj" fmla="val 9499"/>
            </a:avLst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108000" tIns="108000" rIns="108000" bIns="108000" rtlCol="0" anchor="t">
            <a:noAutofit/>
          </a:bodyPr>
          <a:lstStyle/>
          <a:p>
            <a:pPr algn="ctr"/>
            <a:r>
              <a:rPr lang="en-US" sz="1100" b="1" noProof="0" dirty="0">
                <a:solidFill>
                  <a:schemeClr val="bg2"/>
                </a:solidFill>
              </a:rPr>
              <a:t>Vital Importance Point (VIP) Inventory</a:t>
            </a:r>
          </a:p>
          <a:p>
            <a:r>
              <a:rPr lang="en-US" sz="1100" b="1" noProof="0" dirty="0">
                <a:solidFill>
                  <a:schemeClr val="bg2"/>
                </a:solidFill>
              </a:rPr>
              <a:t>Objective: I</a:t>
            </a:r>
            <a:r>
              <a:rPr lang="en-US" sz="1100" noProof="0" dirty="0"/>
              <a:t>dentify every non-substitutable point of the activities </a:t>
            </a:r>
            <a:endParaRPr lang="en-US" sz="1100" b="1" noProof="0" dirty="0">
              <a:solidFill>
                <a:schemeClr val="bg2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D98B63-9C4C-AFDA-224D-439FEA5252F8}"/>
              </a:ext>
            </a:extLst>
          </p:cNvPr>
          <p:cNvSpPr txBox="1">
            <a:spLocks/>
          </p:cNvSpPr>
          <p:nvPr/>
        </p:nvSpPr>
        <p:spPr>
          <a:xfrm>
            <a:off x="6857998" y="2771464"/>
            <a:ext cx="4766895" cy="813436"/>
          </a:xfrm>
          <a:prstGeom prst="roundRect">
            <a:avLst>
              <a:gd name="adj" fmla="val 9499"/>
            </a:avLst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108000" tIns="108000" rIns="108000" bIns="108000" rtlCol="0" anchor="t">
            <a:noAutofit/>
          </a:bodyPr>
          <a:lstStyle/>
          <a:p>
            <a:r>
              <a:rPr lang="en-US" sz="1100" b="1" noProof="0" dirty="0">
                <a:solidFill>
                  <a:schemeClr val="bg2"/>
                </a:solidFill>
                <a:highlight>
                  <a:srgbClr val="FFFF00"/>
                </a:highlight>
              </a:rPr>
              <a:t>Vital Importance Point* Inventory</a:t>
            </a:r>
          </a:p>
          <a:p>
            <a:r>
              <a:rPr lang="en-US" sz="1100" b="1" noProof="0" dirty="0">
                <a:solidFill>
                  <a:schemeClr val="bg2"/>
                </a:solidFill>
              </a:rPr>
              <a:t>O</a:t>
            </a:r>
            <a:r>
              <a:rPr lang="en-US" sz="1100" b="1" noProof="0" dirty="0">
                <a:solidFill>
                  <a:schemeClr val="bg2"/>
                </a:solidFill>
                <a:highlight>
                  <a:srgbClr val="FFFF00"/>
                </a:highlight>
              </a:rPr>
              <a:t>bjective: </a:t>
            </a:r>
            <a:r>
              <a:rPr lang="en-US" sz="1100" noProof="0" dirty="0">
                <a:highlight>
                  <a:srgbClr val="FFFF00"/>
                </a:highlight>
              </a:rPr>
              <a:t>Define organizational, preventive and protecting measures for the VIP.</a:t>
            </a:r>
            <a:endParaRPr lang="en-US" sz="1100" b="1" noProof="0" dirty="0">
              <a:solidFill>
                <a:schemeClr val="bg2"/>
              </a:solidFill>
              <a:highlight>
                <a:srgbClr val="FFFF00"/>
              </a:highlight>
            </a:endParaRP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43D1A67B-A1AB-F6A3-4072-2D86897020FC}"/>
              </a:ext>
            </a:extLst>
          </p:cNvPr>
          <p:cNvSpPr txBox="1">
            <a:spLocks/>
          </p:cNvSpPr>
          <p:nvPr/>
        </p:nvSpPr>
        <p:spPr>
          <a:xfrm>
            <a:off x="933485" y="2771463"/>
            <a:ext cx="5731475" cy="813436"/>
          </a:xfrm>
          <a:prstGeom prst="roundRect">
            <a:avLst>
              <a:gd name="adj" fmla="val 9499"/>
            </a:avLst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108000" tIns="108000" rIns="108000" bIns="108000" rtlCol="0" anchor="t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100" b="1" noProof="0" dirty="0">
                <a:solidFill>
                  <a:schemeClr val="bg2"/>
                </a:solidFill>
              </a:rPr>
              <a:t>Dependence analysis</a:t>
            </a:r>
          </a:p>
          <a:p>
            <a:pPr lvl="1"/>
            <a:r>
              <a:rPr lang="en-US" sz="1100" b="1" noProof="0" dirty="0">
                <a:solidFill>
                  <a:schemeClr val="bg2"/>
                </a:solidFill>
              </a:rPr>
              <a:t>Objective: </a:t>
            </a:r>
            <a:r>
              <a:rPr lang="en-US" sz="1100" noProof="0" dirty="0"/>
              <a:t>Identify dependencies over third parties and the supply chain</a:t>
            </a:r>
          </a:p>
          <a:p>
            <a:pPr lvl="1"/>
            <a:r>
              <a:rPr lang="en-US" sz="1100" b="1" noProof="0" dirty="0">
                <a:solidFill>
                  <a:schemeClr val="bg2"/>
                </a:solidFill>
              </a:rPr>
              <a:t>Integration in the ORP: </a:t>
            </a:r>
            <a:r>
              <a:rPr lang="en-US" sz="1100" noProof="0" dirty="0"/>
              <a:t>Based on current SAIV, the dependence analysis is likely to be part of the Operator Resilience Plan.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B7CD5B0-45FA-66E6-4A53-7739E4132E00}"/>
              </a:ext>
            </a:extLst>
          </p:cNvPr>
          <p:cNvGrpSpPr/>
          <p:nvPr/>
        </p:nvGrpSpPr>
        <p:grpSpPr>
          <a:xfrm>
            <a:off x="425354" y="3852982"/>
            <a:ext cx="11658845" cy="1044752"/>
            <a:chOff x="567105" y="3834434"/>
            <a:chExt cx="9345952" cy="1044752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8A2B8A8F-982C-5897-82D2-9275C4954613}"/>
                </a:ext>
              </a:extLst>
            </p:cNvPr>
            <p:cNvSpPr/>
            <p:nvPr/>
          </p:nvSpPr>
          <p:spPr>
            <a:xfrm>
              <a:off x="567105" y="3834434"/>
              <a:ext cx="9197371" cy="1044752"/>
            </a:xfrm>
            <a:prstGeom prst="roundRect">
              <a:avLst/>
            </a:prstGeom>
            <a:solidFill>
              <a:schemeClr val="accent6">
                <a:lumMod val="100000"/>
              </a:schemeClr>
            </a:solidFill>
            <a:ln w="28575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600"/>
                </a:spcBef>
              </a:pPr>
              <a:r>
                <a:rPr lang="en-US" sz="1600" b="1" noProof="0" dirty="0">
                  <a:solidFill>
                    <a:schemeClr val="bg2"/>
                  </a:solidFill>
                </a:rPr>
                <a:t>Resilience Particular Plan </a:t>
              </a:r>
            </a:p>
            <a:p>
              <a:pPr marL="355600" lvl="2"/>
              <a:r>
                <a:rPr lang="en-US" sz="1200" b="1" noProof="0" dirty="0">
                  <a:solidFill>
                    <a:schemeClr val="bg2"/>
                  </a:solidFill>
                </a:rPr>
                <a:t>Objective:</a:t>
              </a:r>
              <a:r>
                <a:rPr lang="en-US" sz="1200" b="1" noProof="0" dirty="0">
                  <a:solidFill>
                    <a:schemeClr val="tx1"/>
                  </a:solidFill>
                </a:rPr>
                <a:t> </a:t>
              </a:r>
              <a:r>
                <a:rPr lang="en-US" sz="1200" noProof="0" dirty="0">
                  <a:solidFill>
                    <a:schemeClr val="tx1"/>
                  </a:solidFill>
                </a:rPr>
                <a:t>P</a:t>
              </a:r>
              <a:r>
                <a:rPr lang="en-US" sz="1200" dirty="0" err="1">
                  <a:solidFill>
                    <a:schemeClr val="tx1"/>
                  </a:solidFill>
                </a:rPr>
                <a:t>roviding</a:t>
              </a:r>
              <a:r>
                <a:rPr lang="en-US" sz="1200" dirty="0">
                  <a:solidFill>
                    <a:schemeClr val="tx1"/>
                  </a:solidFill>
                </a:rPr>
                <a:t> permanent protection measures as well as temporary measures aiming at ensuring the business continuity.</a:t>
              </a:r>
            </a:p>
            <a:p>
              <a:pPr marL="355600" lvl="2"/>
              <a:r>
                <a:rPr lang="en-US" sz="1200" b="1" dirty="0">
                  <a:solidFill>
                    <a:schemeClr val="bg2"/>
                  </a:solidFill>
                </a:rPr>
                <a:t>Timeline:</a:t>
              </a:r>
              <a:r>
                <a:rPr lang="en-US" sz="1200" dirty="0">
                  <a:solidFill>
                    <a:schemeClr val="tx1"/>
                  </a:solidFill>
                </a:rPr>
                <a:t> No timeline is specified in the law project. </a:t>
              </a:r>
            </a:p>
            <a:p>
              <a:pPr marL="355600" lvl="2"/>
              <a:r>
                <a:rPr lang="en-US" sz="1200" b="1" dirty="0">
                  <a:solidFill>
                    <a:schemeClr val="bg2"/>
                  </a:solidFill>
                </a:rPr>
                <a:t>Requirement: </a:t>
              </a:r>
              <a:r>
                <a:rPr lang="en-US" sz="1200" dirty="0">
                  <a:solidFill>
                    <a:schemeClr val="tx1"/>
                  </a:solidFill>
                </a:rPr>
                <a:t>the RPP is specific to each of the VIP.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539CCF7-3668-1AD2-EE02-0157EDBB4341}"/>
                </a:ext>
              </a:extLst>
            </p:cNvPr>
            <p:cNvGrpSpPr/>
            <p:nvPr/>
          </p:nvGrpSpPr>
          <p:grpSpPr>
            <a:xfrm>
              <a:off x="7480805" y="3958301"/>
              <a:ext cx="2432252" cy="269553"/>
              <a:chOff x="9715289" y="4223992"/>
              <a:chExt cx="2432252" cy="269553"/>
            </a:xfrm>
          </p:grpSpPr>
          <p:pic>
            <p:nvPicPr>
              <p:cNvPr id="1026" name="Picture 2" descr="France Android/Google Emoji">
                <a:extLst>
                  <a:ext uri="{FF2B5EF4-FFF2-40B4-BE49-F238E27FC236}">
                    <a16:creationId xmlns:a16="http://schemas.microsoft.com/office/drawing/2014/main" id="{1C82EB49-941D-7D33-44AB-9A6683C8560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715289" y="4223992"/>
                <a:ext cx="269553" cy="2695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CE5C7CD-826B-3E95-9D14-EF6BFF5D697A}"/>
                  </a:ext>
                </a:extLst>
              </p:cNvPr>
              <p:cNvSpPr txBox="1"/>
              <p:nvPr/>
            </p:nvSpPr>
            <p:spPr>
              <a:xfrm>
                <a:off x="10142471" y="4223992"/>
                <a:ext cx="2005070" cy="257369"/>
              </a:xfrm>
              <a:prstGeom prst="rect">
                <a:avLst/>
              </a:prstGeom>
              <a:noFill/>
            </p:spPr>
            <p:txBody>
              <a:bodyPr wrap="square" lIns="0" tIns="36000" rIns="0" bIns="36000" rtlCol="0">
                <a:spAutoFit/>
              </a:bodyPr>
              <a:lstStyle/>
              <a:p>
                <a:pPr algn="l">
                  <a:spcBef>
                    <a:spcPts val="600"/>
                  </a:spcBef>
                </a:pPr>
                <a:r>
                  <a:rPr lang="en-US" sz="1200" i="1" noProof="0" dirty="0"/>
                  <a:t>Additional French requirement</a:t>
                </a:r>
              </a:p>
            </p:txBody>
          </p:sp>
        </p:grpSp>
      </p:grp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CF5249D-C1A6-3DF8-8F95-5EF82BFDF239}"/>
              </a:ext>
            </a:extLst>
          </p:cNvPr>
          <p:cNvSpPr/>
          <p:nvPr/>
        </p:nvSpPr>
        <p:spPr>
          <a:xfrm>
            <a:off x="425354" y="5040617"/>
            <a:ext cx="5670646" cy="1558867"/>
          </a:xfrm>
          <a:prstGeom prst="roundRect">
            <a:avLst/>
          </a:prstGeom>
          <a:solidFill>
            <a:schemeClr val="accent6">
              <a:lumMod val="100000"/>
            </a:schemeClr>
          </a:solidFill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en-US" sz="1600" b="1" noProof="0" dirty="0">
                <a:solidFill>
                  <a:schemeClr val="bg2"/>
                </a:solidFill>
              </a:rPr>
              <a:t>Organizational measures</a:t>
            </a:r>
          </a:p>
          <a:p>
            <a:pPr marL="355600" lvl="2"/>
            <a:r>
              <a:rPr lang="en-US" sz="1200" b="1" noProof="0" dirty="0">
                <a:solidFill>
                  <a:schemeClr val="bg2"/>
                </a:solidFill>
              </a:rPr>
              <a:t>Objective:</a:t>
            </a:r>
            <a:r>
              <a:rPr lang="en-US" sz="1200" b="1" noProof="0" dirty="0">
                <a:solidFill>
                  <a:schemeClr val="tx1"/>
                </a:solidFill>
              </a:rPr>
              <a:t> </a:t>
            </a:r>
            <a:r>
              <a:rPr lang="en-US" sz="1200" noProof="0" dirty="0">
                <a:solidFill>
                  <a:schemeClr val="tx1"/>
                </a:solidFill>
              </a:rPr>
              <a:t>Implementing security organizational measures within the OIV</a:t>
            </a:r>
            <a:endParaRPr lang="en-US" sz="1200" dirty="0">
              <a:solidFill>
                <a:schemeClr val="tx1"/>
              </a:solidFill>
            </a:endParaRPr>
          </a:p>
          <a:p>
            <a:pPr marL="355600" lvl="2"/>
            <a:r>
              <a:rPr lang="en-US" sz="1200" b="1" dirty="0">
                <a:solidFill>
                  <a:schemeClr val="bg2"/>
                </a:solidFill>
              </a:rPr>
              <a:t>Key elements: </a:t>
            </a:r>
          </a:p>
          <a:p>
            <a:pPr marL="641350" lvl="2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Perform </a:t>
            </a:r>
            <a:r>
              <a:rPr lang="en-US" sz="1200" b="1" dirty="0">
                <a:solidFill>
                  <a:schemeClr val="tx1"/>
                </a:solidFill>
              </a:rPr>
              <a:t>background checks </a:t>
            </a:r>
            <a:r>
              <a:rPr lang="en-US" sz="1200" dirty="0">
                <a:solidFill>
                  <a:schemeClr val="tx1"/>
                </a:solidFill>
              </a:rPr>
              <a:t>of people accessing the entity</a:t>
            </a:r>
          </a:p>
          <a:p>
            <a:pPr marL="641350" lvl="2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Nominate a point of contact </a:t>
            </a:r>
            <a:r>
              <a:rPr lang="en-US" sz="1200" dirty="0">
                <a:solidFill>
                  <a:schemeClr val="tx1"/>
                </a:solidFill>
              </a:rPr>
              <a:t>for the authorities</a:t>
            </a:r>
          </a:p>
          <a:p>
            <a:pPr marL="641350" lvl="2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Notify authorities within 24 hours</a:t>
            </a:r>
            <a:r>
              <a:rPr lang="en-US" sz="1200" dirty="0">
                <a:solidFill>
                  <a:schemeClr val="tx1"/>
                </a:solidFill>
              </a:rPr>
              <a:t> any incident that may disturb the business continuity</a:t>
            </a:r>
          </a:p>
          <a:p>
            <a:pPr marL="641350" lvl="2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641350" lvl="2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355600" lvl="2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E9C6971-3124-CB5C-E9A1-EB919D0BB068}"/>
              </a:ext>
            </a:extLst>
          </p:cNvPr>
          <p:cNvSpPr/>
          <p:nvPr/>
        </p:nvSpPr>
        <p:spPr>
          <a:xfrm>
            <a:off x="6228202" y="5040618"/>
            <a:ext cx="5670646" cy="1558866"/>
          </a:xfrm>
          <a:prstGeom prst="roundRect">
            <a:avLst/>
          </a:prstGeom>
          <a:solidFill>
            <a:schemeClr val="accent6">
              <a:lumMod val="100000"/>
            </a:schemeClr>
          </a:solidFill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en-US" sz="1600" b="1" noProof="0" dirty="0">
                <a:solidFill>
                  <a:schemeClr val="bg2"/>
                </a:solidFill>
              </a:rPr>
              <a:t>Physical protection</a:t>
            </a:r>
          </a:p>
          <a:p>
            <a:pPr marL="355600" lvl="2"/>
            <a:r>
              <a:rPr lang="en-US" sz="1200" b="1" noProof="0" dirty="0">
                <a:solidFill>
                  <a:schemeClr val="bg2"/>
                </a:solidFill>
              </a:rPr>
              <a:t>Objective:</a:t>
            </a:r>
            <a:r>
              <a:rPr lang="en-US" sz="1200" b="1" noProof="0" dirty="0">
                <a:solidFill>
                  <a:schemeClr val="tx1"/>
                </a:solidFill>
              </a:rPr>
              <a:t> </a:t>
            </a:r>
            <a:r>
              <a:rPr lang="en-US" sz="1200" noProof="0" dirty="0">
                <a:solidFill>
                  <a:schemeClr val="tx1"/>
                </a:solidFill>
              </a:rPr>
              <a:t>Implementing physical protectives measures with redundancy within the OIV</a:t>
            </a:r>
            <a:endParaRPr lang="en-US" sz="1200" dirty="0">
              <a:solidFill>
                <a:schemeClr val="tx1"/>
              </a:solidFill>
            </a:endParaRPr>
          </a:p>
          <a:p>
            <a:pPr marL="355600" lvl="2"/>
            <a:r>
              <a:rPr lang="en-US" sz="1200" b="1" dirty="0">
                <a:solidFill>
                  <a:schemeClr val="bg2"/>
                </a:solidFill>
              </a:rPr>
              <a:t>Examples from current national security framework: </a:t>
            </a:r>
          </a:p>
          <a:p>
            <a:pPr marL="641350" lvl="2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Deployment of CCTV </a:t>
            </a:r>
          </a:p>
          <a:p>
            <a:pPr marL="641350" lvl="2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Use of watchdogs…</a:t>
            </a:r>
          </a:p>
          <a:p>
            <a:pPr marL="641350" lvl="2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641350" lvl="2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355600" lvl="2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C45C62-3A9C-63EE-E1C1-04B6551E092D}"/>
              </a:ext>
            </a:extLst>
          </p:cNvPr>
          <p:cNvSpPr txBox="1"/>
          <p:nvPr/>
        </p:nvSpPr>
        <p:spPr>
          <a:xfrm>
            <a:off x="271748" y="6614534"/>
            <a:ext cx="609783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i="1" dirty="0">
                <a:solidFill>
                  <a:schemeClr val="tx1"/>
                </a:solidFill>
              </a:rPr>
              <a:t>* Vital Importance Point (VIP): </a:t>
            </a:r>
            <a:r>
              <a:rPr lang="fr-FR" sz="1000" i="1" dirty="0" err="1">
                <a:solidFill>
                  <a:schemeClr val="tx1"/>
                </a:solidFill>
              </a:rPr>
              <a:t>most</a:t>
            </a:r>
            <a:r>
              <a:rPr lang="fr-FR" sz="1000" i="1" dirty="0">
                <a:solidFill>
                  <a:schemeClr val="tx1"/>
                </a:solidFill>
              </a:rPr>
              <a:t> sensitive </a:t>
            </a:r>
            <a:r>
              <a:rPr lang="fr-FR" sz="1000" i="1" dirty="0" err="1">
                <a:solidFill>
                  <a:schemeClr val="tx1"/>
                </a:solidFill>
              </a:rPr>
              <a:t>facilities</a:t>
            </a:r>
            <a:r>
              <a:rPr lang="fr-FR" sz="1000" i="1" dirty="0">
                <a:solidFill>
                  <a:schemeClr val="tx1"/>
                </a:solidFill>
              </a:rPr>
              <a:t>, in </a:t>
            </a:r>
            <a:r>
              <a:rPr lang="fr-FR" sz="1000" i="1" dirty="0" err="1">
                <a:solidFill>
                  <a:schemeClr val="tx1"/>
                </a:solidFill>
              </a:rPr>
              <a:t>particular</a:t>
            </a:r>
            <a:r>
              <a:rPr lang="fr-FR" sz="1000" i="1" dirty="0">
                <a:solidFill>
                  <a:schemeClr val="tx1"/>
                </a:solidFill>
              </a:rPr>
              <a:t> </a:t>
            </a:r>
            <a:r>
              <a:rPr lang="fr-FR" sz="1000" i="1" dirty="0" err="1">
                <a:solidFill>
                  <a:schemeClr val="tx1"/>
                </a:solidFill>
              </a:rPr>
              <a:t>those</a:t>
            </a:r>
            <a:r>
              <a:rPr lang="fr-FR" sz="1000" i="1" dirty="0">
                <a:solidFill>
                  <a:schemeClr val="tx1"/>
                </a:solidFill>
              </a:rPr>
              <a:t> </a:t>
            </a:r>
            <a:r>
              <a:rPr lang="fr-FR" sz="1000" i="1" dirty="0" err="1">
                <a:solidFill>
                  <a:schemeClr val="tx1"/>
                </a:solidFill>
              </a:rPr>
              <a:t>that</a:t>
            </a:r>
            <a:r>
              <a:rPr lang="fr-FR" sz="1000" i="1" dirty="0">
                <a:solidFill>
                  <a:schemeClr val="tx1"/>
                </a:solidFill>
              </a:rPr>
              <a:t> are </a:t>
            </a:r>
            <a:r>
              <a:rPr lang="fr-FR" sz="1000" i="1" dirty="0" err="1">
                <a:solidFill>
                  <a:schemeClr val="tx1"/>
                </a:solidFill>
              </a:rPr>
              <a:t>difficult</a:t>
            </a:r>
            <a:r>
              <a:rPr lang="fr-FR" sz="1000" i="1" dirty="0">
                <a:solidFill>
                  <a:schemeClr val="tx1"/>
                </a:solidFill>
              </a:rPr>
              <a:t> to substitute.</a:t>
            </a:r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3415330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63F05-ACDB-D4C3-4F22-4CC801A15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CFAE2-2C62-29C4-2CB2-E27CA2A7095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4" name="Espace réservé du texte 1">
            <a:extLst>
              <a:ext uri="{FF2B5EF4-FFF2-40B4-BE49-F238E27FC236}">
                <a16:creationId xmlns:a16="http://schemas.microsoft.com/office/drawing/2014/main" id="{70368288-5FBA-CF49-667E-662BF3F0F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355" y="144313"/>
            <a:ext cx="7794704" cy="260499"/>
          </a:xfrm>
        </p:spPr>
        <p:txBody>
          <a:bodyPr/>
          <a:lstStyle/>
          <a:p>
            <a:r>
              <a:rPr lang="en-US" noProof="0" dirty="0"/>
              <a:t>Best practices</a:t>
            </a:r>
            <a:endParaRPr lang="en-US" noProof="0" dirty="0">
              <a:latin typeface="+mn-lt"/>
            </a:endParaRPr>
          </a:p>
        </p:txBody>
      </p:sp>
      <p:sp>
        <p:nvSpPr>
          <p:cNvPr id="15" name="Title 10">
            <a:extLst>
              <a:ext uri="{FF2B5EF4-FFF2-40B4-BE49-F238E27FC236}">
                <a16:creationId xmlns:a16="http://schemas.microsoft.com/office/drawing/2014/main" id="{1CFD9F99-BA9C-9484-E65C-6B9708C9F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54" y="404667"/>
            <a:ext cx="11342769" cy="507112"/>
          </a:xfrm>
        </p:spPr>
        <p:txBody>
          <a:bodyPr/>
          <a:lstStyle/>
          <a:p>
            <a:r>
              <a:rPr lang="en-US" noProof="0" dirty="0"/>
              <a:t>Focus on current </a:t>
            </a:r>
            <a:r>
              <a:rPr lang="en-US" i="1" noProof="0" dirty="0"/>
              <a:t>SAIV</a:t>
            </a:r>
            <a:r>
              <a:rPr lang="en-US" noProof="0" dirty="0"/>
              <a:t> obligations | Resilience plan</a:t>
            </a:r>
          </a:p>
        </p:txBody>
      </p:sp>
      <p:sp>
        <p:nvSpPr>
          <p:cNvPr id="2" name="Rectangle: Rounded Corners 24">
            <a:extLst>
              <a:ext uri="{FF2B5EF4-FFF2-40B4-BE49-F238E27FC236}">
                <a16:creationId xmlns:a16="http://schemas.microsoft.com/office/drawing/2014/main" id="{215BF16C-5C2B-F54B-83AD-2515D3274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2895" y="2206131"/>
            <a:ext cx="5348305" cy="4180185"/>
          </a:xfrm>
          <a:prstGeom prst="roundRect">
            <a:avLst>
              <a:gd name="adj" fmla="val 254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lang="en-GB" sz="1600" b="1" dirty="0">
                <a:solidFill>
                  <a:srgbClr val="451DC7"/>
                </a:solidFill>
                <a:latin typeface="Aptos"/>
              </a:rPr>
              <a:t>Operator Security Plan 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lang="en-GB" sz="1200" b="1" i="1" dirty="0">
                <a:solidFill>
                  <a:srgbClr val="451DC7"/>
                </a:solidFill>
                <a:latin typeface="Aptos"/>
              </a:rPr>
              <a:t>(evolving into Operator Resilience Plan)</a:t>
            </a:r>
          </a:p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endParaRPr lang="en-GB" sz="1100" b="1" dirty="0">
              <a:solidFill>
                <a:schemeClr val="bg2"/>
              </a:solidFill>
              <a:latin typeface="Aptos"/>
            </a:endParaRPr>
          </a:p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lang="en-GB" sz="1100" b="1" dirty="0">
                <a:solidFill>
                  <a:schemeClr val="bg2"/>
                </a:solidFill>
                <a:latin typeface="Aptos"/>
              </a:rPr>
              <a:t>Purpose: </a:t>
            </a:r>
          </a:p>
          <a:p>
            <a:pPr marL="171450" marR="0" lvl="0" indent="-17145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100" dirty="0">
                <a:solidFill>
                  <a:schemeClr val="tx1"/>
                </a:solidFill>
                <a:latin typeface="Aptos"/>
              </a:rPr>
              <a:t>Describes an organization and security policy of the operator</a:t>
            </a:r>
            <a:endParaRPr kumimoji="0" lang="en-GB" sz="1100" b="0" i="0" u="none" strike="noStrike" kern="120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endParaRPr lang="en-GB" sz="1100" b="1" dirty="0">
              <a:solidFill>
                <a:schemeClr val="bg2"/>
              </a:solidFill>
              <a:latin typeface="Aptos"/>
            </a:endParaRPr>
          </a:p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lang="en-GB" sz="1100" b="1" dirty="0">
                <a:solidFill>
                  <a:schemeClr val="bg2"/>
                </a:solidFill>
                <a:latin typeface="Aptos"/>
              </a:rPr>
              <a:t>Key elements: </a:t>
            </a:r>
          </a:p>
          <a:p>
            <a:pPr marL="171450" marR="0" lvl="0" indent="-17145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100" dirty="0">
                <a:solidFill>
                  <a:schemeClr val="tx1"/>
                </a:solidFill>
                <a:latin typeface="Aptos"/>
              </a:rPr>
              <a:t>Risk analysis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GB" sz="1100" dirty="0">
                <a:solidFill>
                  <a:schemeClr val="tx1"/>
                </a:solidFill>
                <a:latin typeface="Aptos"/>
              </a:rPr>
              <a:t>Permanent measures transposing DNS</a:t>
            </a:r>
            <a:r>
              <a:rPr lang="en-GB" sz="1100" baseline="30000" dirty="0">
                <a:solidFill>
                  <a:schemeClr val="tx1"/>
                </a:solidFill>
                <a:latin typeface="Aptos"/>
              </a:rPr>
              <a:t>2</a:t>
            </a:r>
            <a:r>
              <a:rPr lang="en-GB" sz="1100" dirty="0">
                <a:solidFill>
                  <a:schemeClr val="tx1"/>
                </a:solidFill>
                <a:latin typeface="Aptos"/>
              </a:rPr>
              <a:t> measures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GB" sz="1100" dirty="0">
                <a:solidFill>
                  <a:schemeClr val="tx1"/>
                </a:solidFill>
                <a:latin typeface="Aptos"/>
              </a:rPr>
              <a:t>D</a:t>
            </a:r>
            <a:r>
              <a:rPr lang="en-GB" sz="1100" dirty="0">
                <a:solidFill>
                  <a:schemeClr val="tx1"/>
                </a:solidFill>
              </a:rPr>
              <a:t>eadlines for the security measures (if applicable)</a:t>
            </a:r>
            <a:endParaRPr lang="en-GB" sz="1100" dirty="0">
              <a:solidFill>
                <a:schemeClr val="tx1"/>
              </a:solidFill>
              <a:latin typeface="Aptos"/>
            </a:endParaRPr>
          </a:p>
          <a:p>
            <a:pPr marL="171450" marR="0" lvl="0" indent="-17145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100" dirty="0">
                <a:solidFill>
                  <a:schemeClr val="tx1"/>
                </a:solidFill>
                <a:latin typeface="Aptos"/>
              </a:rPr>
              <a:t>Anti-terrorist plan measures applicable to the OIV sector</a:t>
            </a:r>
          </a:p>
          <a:p>
            <a:pPr marL="171450" marR="0" lvl="0" indent="-17145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100" dirty="0">
                <a:solidFill>
                  <a:schemeClr val="tx1"/>
                </a:solidFill>
                <a:latin typeface="Aptos"/>
              </a:rPr>
              <a:t>Inventory of the PIV</a:t>
            </a:r>
          </a:p>
          <a:p>
            <a:pPr marL="171450" marR="0" lvl="0" indent="-17145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100" dirty="0">
                <a:solidFill>
                  <a:schemeClr val="tx1"/>
                </a:solidFill>
                <a:latin typeface="Aptos"/>
              </a:rPr>
              <a:t>Background check from administrative authorities to people accessing the site (optional)</a:t>
            </a:r>
          </a:p>
          <a:p>
            <a:pPr marL="171450" marR="0" lvl="0" indent="-17145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sz="1100" dirty="0">
              <a:solidFill>
                <a:schemeClr val="tx1"/>
              </a:solidFill>
              <a:latin typeface="Aptos"/>
            </a:endParaRPr>
          </a:p>
          <a:p>
            <a:pPr>
              <a:lnSpc>
                <a:spcPct val="120000"/>
              </a:lnSpc>
              <a:defRPr/>
            </a:pPr>
            <a:r>
              <a:rPr lang="en-GB" sz="1100" b="1" dirty="0">
                <a:solidFill>
                  <a:schemeClr val="bg2"/>
                </a:solidFill>
                <a:latin typeface="Aptos"/>
              </a:rPr>
              <a:t>Timeline: </a:t>
            </a:r>
          </a:p>
          <a:p>
            <a:pPr marL="171450" marR="0" lvl="0" indent="-17145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If the VIO has only 1 PIV: 6</a:t>
            </a:r>
            <a:r>
              <a:rPr lang="en-GB" sz="1100" dirty="0">
                <a:solidFill>
                  <a:schemeClr val="tx1"/>
                </a:solidFill>
                <a:latin typeface="Aptos"/>
              </a:rPr>
              <a:t> months to submit a risk analysis justifying only 1 PIV</a:t>
            </a:r>
          </a:p>
          <a:p>
            <a:pPr marL="171450" marR="0" lvl="0" indent="-17145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If several the VIO has several PIV : 6 months to sub</a:t>
            </a:r>
            <a:r>
              <a:rPr lang="en-GB" sz="1100" dirty="0">
                <a:solidFill>
                  <a:schemeClr val="tx1"/>
                </a:solidFill>
                <a:latin typeface="Aptos"/>
              </a:rPr>
              <a:t>mit a first version of the OSP</a:t>
            </a:r>
            <a:endParaRPr kumimoji="0" lang="en-GB" sz="1100" b="0" i="0" u="none" strike="noStrike" kern="120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Rectangle: Rounded Corners 24">
            <a:extLst>
              <a:ext uri="{FF2B5EF4-FFF2-40B4-BE49-F238E27FC236}">
                <a16:creationId xmlns:a16="http://schemas.microsoft.com/office/drawing/2014/main" id="{699B1D79-A4C3-5E68-6C58-8AF6521EB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2206131"/>
            <a:ext cx="5348305" cy="4180185"/>
          </a:xfrm>
          <a:prstGeom prst="roundRect">
            <a:avLst>
              <a:gd name="adj" fmla="val 2543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lang="en-GB" sz="1600" b="1" dirty="0">
                <a:solidFill>
                  <a:srgbClr val="451DC7"/>
                </a:solidFill>
                <a:latin typeface="Aptos"/>
              </a:rPr>
              <a:t>Particular Protection Plan </a:t>
            </a:r>
          </a:p>
          <a:p>
            <a:pPr algn="ctr">
              <a:lnSpc>
                <a:spcPct val="120000"/>
              </a:lnSpc>
              <a:defRPr/>
            </a:pPr>
            <a:r>
              <a:rPr lang="en-GB" sz="1200" b="1" i="1" dirty="0">
                <a:solidFill>
                  <a:srgbClr val="451DC7"/>
                </a:solidFill>
                <a:latin typeface="Aptos"/>
              </a:rPr>
              <a:t>(evolving into Resilience Particular Plan</a:t>
            </a:r>
          </a:p>
          <a:p>
            <a:pPr lvl="0">
              <a:lnSpc>
                <a:spcPct val="120000"/>
              </a:lnSpc>
              <a:defRPr/>
            </a:pPr>
            <a:endParaRPr lang="en-GB" sz="1100" b="1" dirty="0">
              <a:solidFill>
                <a:schemeClr val="bg2"/>
              </a:solidFill>
              <a:latin typeface="Aptos"/>
            </a:endParaRPr>
          </a:p>
          <a:p>
            <a:pPr lvl="0">
              <a:lnSpc>
                <a:spcPct val="120000"/>
              </a:lnSpc>
              <a:defRPr/>
            </a:pPr>
            <a:r>
              <a:rPr lang="en-GB" sz="1100" b="1" dirty="0">
                <a:solidFill>
                  <a:schemeClr val="bg2"/>
                </a:solidFill>
                <a:latin typeface="Aptos"/>
              </a:rPr>
              <a:t>Purpose: 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GB" sz="1100" dirty="0">
                <a:solidFill>
                  <a:schemeClr val="tx1"/>
                </a:solidFill>
                <a:latin typeface="Aptos"/>
              </a:rPr>
              <a:t>Provide internal protection measures in order to thwart or delay malicious attempts on a Vital Important Point (VIP).</a:t>
            </a:r>
          </a:p>
          <a:p>
            <a:pPr>
              <a:lnSpc>
                <a:spcPct val="120000"/>
              </a:lnSpc>
              <a:defRPr/>
            </a:pPr>
            <a:endParaRPr lang="en-GB" sz="1100" b="1" dirty="0">
              <a:solidFill>
                <a:schemeClr val="bg2"/>
              </a:solidFill>
              <a:latin typeface="Aptos"/>
            </a:endParaRPr>
          </a:p>
          <a:p>
            <a:pPr>
              <a:lnSpc>
                <a:spcPct val="120000"/>
              </a:lnSpc>
              <a:defRPr/>
            </a:pPr>
            <a:r>
              <a:rPr lang="en-GB" sz="1100" b="1" dirty="0">
                <a:solidFill>
                  <a:schemeClr val="bg2"/>
                </a:solidFill>
                <a:latin typeface="Aptos"/>
              </a:rPr>
              <a:t>Key elements: </a:t>
            </a:r>
          </a:p>
          <a:p>
            <a:pPr marL="171450" lvl="0" indent="-17145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GB" sz="1100" dirty="0">
                <a:solidFill>
                  <a:schemeClr val="tx1"/>
                </a:solidFill>
                <a:latin typeface="Aptos"/>
              </a:rPr>
              <a:t>Risk analysis: required if only one VIP is present in the VIO</a:t>
            </a:r>
          </a:p>
          <a:p>
            <a:pPr marL="171450" lvl="0" indent="-17145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GB" sz="1100" dirty="0">
                <a:solidFill>
                  <a:schemeClr val="tx1"/>
                </a:solidFill>
                <a:latin typeface="Aptos"/>
              </a:rPr>
              <a:t>Renewal: to be performed after a control or update of OSP, request of authorities, or transfer of the PIV to another manager</a:t>
            </a:r>
          </a:p>
          <a:p>
            <a:pPr marL="171450" lvl="0" indent="-171450">
              <a:lnSpc>
                <a:spcPct val="120000"/>
              </a:lnSpc>
              <a:buFontTx/>
              <a:buChar char="-"/>
              <a:defRPr/>
            </a:pPr>
            <a:endParaRPr lang="en-GB" sz="10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defRPr/>
            </a:pPr>
            <a:r>
              <a:rPr lang="en-GB" sz="1100" b="1" dirty="0">
                <a:solidFill>
                  <a:schemeClr val="bg2"/>
                </a:solidFill>
                <a:latin typeface="Aptos"/>
              </a:rPr>
              <a:t>Timeline</a:t>
            </a:r>
            <a:r>
              <a:rPr lang="en-GB" sz="1100" dirty="0">
                <a:solidFill>
                  <a:schemeClr val="tx1"/>
                </a:solidFill>
                <a:latin typeface="Aptos"/>
              </a:rPr>
              <a:t>: 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GB" sz="1100" dirty="0">
                <a:solidFill>
                  <a:schemeClr val="tx1"/>
                </a:solidFill>
                <a:latin typeface="Aptos"/>
              </a:rPr>
              <a:t>To be elaborated within 2 years after the notification</a:t>
            </a:r>
          </a:p>
          <a:p>
            <a:pPr lvl="0">
              <a:lnSpc>
                <a:spcPct val="120000"/>
              </a:lnSpc>
              <a:defRPr/>
            </a:pPr>
            <a:endParaRPr lang="en-GB" sz="1000" dirty="0">
              <a:solidFill>
                <a:schemeClr val="tx1"/>
              </a:solidFill>
            </a:endParaRPr>
          </a:p>
          <a:p>
            <a:pPr marL="171450" lvl="0" indent="-171450">
              <a:lnSpc>
                <a:spcPct val="120000"/>
              </a:lnSpc>
              <a:buFontTx/>
              <a:buChar char="-"/>
              <a:defRPr/>
            </a:pPr>
            <a:endParaRPr lang="en-GB" sz="1000" dirty="0">
              <a:solidFill>
                <a:schemeClr val="tx1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dirty="0">
              <a:ln>
                <a:noFill/>
              </a:ln>
              <a:solidFill>
                <a:srgbClr val="451DC7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0E91C2-C883-DFD3-486D-5F0CD8BDA924}"/>
              </a:ext>
            </a:extLst>
          </p:cNvPr>
          <p:cNvSpPr/>
          <p:nvPr/>
        </p:nvSpPr>
        <p:spPr>
          <a:xfrm>
            <a:off x="0" y="896632"/>
            <a:ext cx="12191999" cy="1141488"/>
          </a:xfrm>
          <a:prstGeom prst="rect">
            <a:avLst/>
          </a:prstGeom>
          <a:solidFill>
            <a:schemeClr val="bg2"/>
          </a:solidFill>
          <a:ln w="381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600" noProof="0">
                <a:solidFill>
                  <a:schemeClr val="bg1"/>
                </a:solidFill>
              </a:rPr>
              <a:t>Current French critical entities obligations were instituted through a ministerial decree</a:t>
            </a:r>
            <a:r>
              <a:rPr lang="en-US" sz="1600" baseline="30000" noProof="0">
                <a:solidFill>
                  <a:schemeClr val="bg1"/>
                </a:solidFill>
              </a:rPr>
              <a:t>1</a:t>
            </a:r>
            <a:r>
              <a:rPr lang="en-US" sz="1600" noProof="0">
                <a:solidFill>
                  <a:schemeClr val="bg1"/>
                </a:solidFill>
              </a:rPr>
              <a:t> from a national security agency (SGDSN).</a:t>
            </a:r>
          </a:p>
          <a:p>
            <a:pPr algn="l"/>
            <a:r>
              <a:rPr lang="en-US" sz="1600" noProof="0" dirty="0">
                <a:solidFill>
                  <a:schemeClr val="bg1"/>
                </a:solidFill>
              </a:rPr>
              <a:t>This decree was published in 2014 and instituted among others things two resilience plans to be formalized by the Vital Importance Operator (VIO).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ED871-4E38-B0F6-ED0F-C08B77DABB8D}"/>
              </a:ext>
            </a:extLst>
          </p:cNvPr>
          <p:cNvSpPr txBox="1"/>
          <p:nvPr/>
        </p:nvSpPr>
        <p:spPr>
          <a:xfrm>
            <a:off x="442895" y="6489142"/>
            <a:ext cx="9545568" cy="395869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r>
              <a:rPr lang="fr-FR" sz="1000" i="1" baseline="30000" dirty="0"/>
              <a:t>1 </a:t>
            </a:r>
            <a:r>
              <a:rPr lang="pt-BR" sz="1050" i="1" dirty="0"/>
              <a:t>N°</a:t>
            </a:r>
            <a:r>
              <a:rPr lang="pt-BR" sz="1000" i="1" dirty="0"/>
              <a:t>6600/SGDSN/PSE/PSN</a:t>
            </a:r>
          </a:p>
          <a:p>
            <a:r>
              <a:rPr lang="pt-BR" sz="1000" i="1" baseline="30000" dirty="0"/>
              <a:t>2 </a:t>
            </a:r>
            <a:r>
              <a:rPr lang="fr-FR" sz="1000" i="1" dirty="0"/>
              <a:t>National Security </a:t>
            </a:r>
            <a:r>
              <a:rPr lang="fr-FR" sz="1050" i="1" dirty="0"/>
              <a:t>Directive: </a:t>
            </a:r>
            <a:r>
              <a:rPr lang="fr-FR" sz="1050" i="1" dirty="0" err="1"/>
              <a:t>precises</a:t>
            </a:r>
            <a:r>
              <a:rPr lang="fr-FR" sz="1050" i="1" dirty="0"/>
              <a:t> the objectives and </a:t>
            </a:r>
            <a:r>
              <a:rPr lang="fr-FR" sz="1050" i="1" dirty="0" err="1"/>
              <a:t>security</a:t>
            </a:r>
            <a:r>
              <a:rPr lang="fr-FR" sz="1050" i="1" dirty="0"/>
              <a:t> </a:t>
            </a:r>
            <a:r>
              <a:rPr lang="fr-FR" sz="1050" i="1" dirty="0" err="1"/>
              <a:t>policies</a:t>
            </a:r>
            <a:r>
              <a:rPr lang="fr-FR" sz="1050" i="1" dirty="0"/>
              <a:t> for the VIO of one </a:t>
            </a:r>
            <a:r>
              <a:rPr lang="fr-FR" sz="1050" i="1" dirty="0" err="1"/>
              <a:t>sector</a:t>
            </a:r>
            <a:r>
              <a:rPr lang="fr-FR" sz="105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758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C076C-FEA4-890A-A83A-D9516419D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2B3D4-E4AA-8ABE-568D-A027C3F41605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4" name="Espace réservé du texte 1">
            <a:extLst>
              <a:ext uri="{FF2B5EF4-FFF2-40B4-BE49-F238E27FC236}">
                <a16:creationId xmlns:a16="http://schemas.microsoft.com/office/drawing/2014/main" id="{56B5B421-C08D-374B-458F-65A808751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355" y="144313"/>
            <a:ext cx="7794704" cy="260499"/>
          </a:xfrm>
        </p:spPr>
        <p:txBody>
          <a:bodyPr/>
          <a:lstStyle/>
          <a:p>
            <a:r>
              <a:rPr lang="en-US" noProof="0" dirty="0"/>
              <a:t>Best practices</a:t>
            </a:r>
            <a:endParaRPr lang="en-US" noProof="0" dirty="0">
              <a:latin typeface="+mn-lt"/>
            </a:endParaRPr>
          </a:p>
        </p:txBody>
      </p:sp>
      <p:sp>
        <p:nvSpPr>
          <p:cNvPr id="15" name="Title 10">
            <a:extLst>
              <a:ext uri="{FF2B5EF4-FFF2-40B4-BE49-F238E27FC236}">
                <a16:creationId xmlns:a16="http://schemas.microsoft.com/office/drawing/2014/main" id="{75B880BF-F4A0-BE34-B60D-D2EE5EBC7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54" y="404667"/>
            <a:ext cx="11342769" cy="507112"/>
          </a:xfrm>
        </p:spPr>
        <p:txBody>
          <a:bodyPr/>
          <a:lstStyle/>
          <a:p>
            <a:r>
              <a:rPr lang="en-US" noProof="0" dirty="0"/>
              <a:t>Focus on </a:t>
            </a:r>
            <a:r>
              <a:rPr lang="en-US" dirty="0"/>
              <a:t>major risk </a:t>
            </a:r>
            <a:r>
              <a:rPr lang="en-US" noProof="0" dirty="0"/>
              <a:t>analysis methodologies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5E16B2-6880-A0F7-DA1D-72585FEBD489}"/>
              </a:ext>
            </a:extLst>
          </p:cNvPr>
          <p:cNvSpPr/>
          <p:nvPr/>
        </p:nvSpPr>
        <p:spPr>
          <a:xfrm>
            <a:off x="442895" y="996034"/>
            <a:ext cx="11342769" cy="1062013"/>
          </a:xfrm>
          <a:prstGeom prst="rect">
            <a:avLst/>
          </a:prstGeom>
          <a:solidFill>
            <a:schemeClr val="accent6">
              <a:lumMod val="100000"/>
            </a:schemeClr>
          </a:solidFill>
          <a:ln w="381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	According to ENISA</a:t>
            </a:r>
            <a:r>
              <a:rPr lang="en-US" sz="1400" baseline="30000" dirty="0">
                <a:solidFill>
                  <a:schemeClr val="tx1"/>
                </a:solidFill>
              </a:rPr>
              <a:t>1</a:t>
            </a:r>
            <a:r>
              <a:rPr lang="en-US" sz="1400" dirty="0">
                <a:solidFill>
                  <a:schemeClr val="tx1"/>
                </a:solidFill>
              </a:rPr>
              <a:t> regarding standard and methodology for risk analysis:</a:t>
            </a:r>
          </a:p>
          <a:p>
            <a:r>
              <a:rPr lang="en-US" sz="1400" dirty="0">
                <a:solidFill>
                  <a:schemeClr val="tx1"/>
                </a:solidFill>
              </a:rPr>
              <a:t>A </a:t>
            </a:r>
            <a:r>
              <a:rPr lang="en-US" sz="1400" b="1" dirty="0">
                <a:solidFill>
                  <a:schemeClr val="tx1"/>
                </a:solidFill>
              </a:rPr>
              <a:t>standard</a:t>
            </a:r>
            <a:r>
              <a:rPr lang="en-US" sz="1400" dirty="0">
                <a:solidFill>
                  <a:schemeClr val="tx1"/>
                </a:solidFill>
              </a:rPr>
              <a:t> is a document generally </a:t>
            </a:r>
            <a:r>
              <a:rPr lang="en-US" sz="1400" b="1" dirty="0">
                <a:solidFill>
                  <a:schemeClr val="tx1"/>
                </a:solidFill>
              </a:rPr>
              <a:t>established by consensus </a:t>
            </a:r>
            <a:r>
              <a:rPr lang="en-US" sz="1400" dirty="0">
                <a:solidFill>
                  <a:schemeClr val="tx1"/>
                </a:solidFill>
              </a:rPr>
              <a:t>and </a:t>
            </a:r>
            <a:r>
              <a:rPr lang="en-US" sz="1400" b="1" dirty="0">
                <a:solidFill>
                  <a:schemeClr val="tx1"/>
                </a:solidFill>
              </a:rPr>
              <a:t>approved by a recognized body </a:t>
            </a:r>
            <a:r>
              <a:rPr lang="en-US" sz="1400" dirty="0">
                <a:solidFill>
                  <a:schemeClr val="tx1"/>
                </a:solidFill>
              </a:rPr>
              <a:t>that provides rules or guidance on the design, use or performance of materials, products, technologies, processes, services, systems or persons.</a:t>
            </a:r>
          </a:p>
          <a:p>
            <a:r>
              <a:rPr lang="en-US" sz="1400" dirty="0">
                <a:solidFill>
                  <a:schemeClr val="tx1"/>
                </a:solidFill>
              </a:rPr>
              <a:t>A </a:t>
            </a:r>
            <a:r>
              <a:rPr lang="en-US" sz="1400" b="1" dirty="0">
                <a:solidFill>
                  <a:schemeClr val="tx1"/>
                </a:solidFill>
              </a:rPr>
              <a:t>methodology</a:t>
            </a:r>
            <a:r>
              <a:rPr lang="en-US" sz="1400" dirty="0">
                <a:solidFill>
                  <a:schemeClr val="tx1"/>
                </a:solidFill>
              </a:rPr>
              <a:t> is a set of principles and methods (at least one) adhering to </a:t>
            </a:r>
            <a:r>
              <a:rPr lang="en-US" sz="1400" b="1" dirty="0">
                <a:solidFill>
                  <a:schemeClr val="tx1"/>
                </a:solidFill>
              </a:rPr>
              <a:t>good practices </a:t>
            </a:r>
            <a:r>
              <a:rPr lang="en-US" sz="1400" dirty="0">
                <a:solidFill>
                  <a:schemeClr val="tx1"/>
                </a:solidFill>
              </a:rPr>
              <a:t>used to perform a particular activity. </a:t>
            </a:r>
          </a:p>
        </p:txBody>
      </p:sp>
      <p:sp>
        <p:nvSpPr>
          <p:cNvPr id="7" name="TextBox 17">
            <a:extLst>
              <a:ext uri="{FF2B5EF4-FFF2-40B4-BE49-F238E27FC236}">
                <a16:creationId xmlns:a16="http://schemas.microsoft.com/office/drawing/2014/main" id="{9D4A1A20-E947-4882-50F5-074182313725}"/>
              </a:ext>
            </a:extLst>
          </p:cNvPr>
          <p:cNvSpPr txBox="1">
            <a:spLocks/>
          </p:cNvSpPr>
          <p:nvPr/>
        </p:nvSpPr>
        <p:spPr>
          <a:xfrm>
            <a:off x="4275114" y="2250385"/>
            <a:ext cx="7534026" cy="1332000"/>
          </a:xfrm>
          <a:prstGeom prst="roundRect">
            <a:avLst>
              <a:gd name="adj" fmla="val 9499"/>
            </a:avLst>
          </a:prstGeom>
          <a:solidFill>
            <a:schemeClr val="tx2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108000" tIns="108000" rIns="108000" bIns="108000" rtlCol="0" anchor="t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100" b="1" dirty="0">
                <a:solidFill>
                  <a:schemeClr val="bg2"/>
                </a:solidFill>
              </a:rPr>
              <a:t>EBIOS Risk Manager</a:t>
            </a:r>
            <a:endParaRPr lang="en-US" sz="1100" b="1" noProof="0" dirty="0">
              <a:solidFill>
                <a:schemeClr val="bg2"/>
              </a:solidFill>
            </a:endParaRPr>
          </a:p>
          <a:p>
            <a:pPr>
              <a:spcBef>
                <a:spcPts val="600"/>
              </a:spcBef>
            </a:pPr>
            <a:r>
              <a:rPr lang="en-US" sz="1100" b="1" noProof="0" dirty="0">
                <a:solidFill>
                  <a:schemeClr val="bg2"/>
                </a:solidFill>
              </a:rPr>
              <a:t>Editor: </a:t>
            </a:r>
            <a:r>
              <a:rPr lang="en-US" sz="1100" noProof="0" dirty="0"/>
              <a:t>French Information Security Agency (ANSSI)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Target:  </a:t>
            </a:r>
            <a:r>
              <a:rPr lang="en-US" sz="1100" dirty="0"/>
              <a:t>All organizations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Major steps: </a:t>
            </a:r>
            <a:r>
              <a:rPr lang="en-US" sz="1100" dirty="0"/>
              <a:t>context, threats, feared events, risks, and security measures</a:t>
            </a:r>
            <a:endParaRPr lang="en-US" sz="1100" b="1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Standard compatibility: </a:t>
            </a:r>
            <a:r>
              <a:rPr lang="en-US" sz="1100" dirty="0"/>
              <a:t>ISO 31000, ISO/IEC 27000</a:t>
            </a:r>
          </a:p>
          <a:p>
            <a:r>
              <a:rPr lang="en-US" sz="1100" b="1" noProof="0" dirty="0">
                <a:solidFill>
                  <a:schemeClr val="bg2"/>
                </a:solidFill>
              </a:rPr>
              <a:t>Dependance analysis: </a:t>
            </a:r>
            <a:r>
              <a:rPr lang="en-US" sz="1100" dirty="0"/>
              <a:t>Yes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88EE53-9C54-1994-C4B2-BFA531E27ED8}"/>
              </a:ext>
            </a:extLst>
          </p:cNvPr>
          <p:cNvSpPr txBox="1"/>
          <p:nvPr/>
        </p:nvSpPr>
        <p:spPr>
          <a:xfrm>
            <a:off x="10520296" y="2334640"/>
            <a:ext cx="2005070" cy="226591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sz="1000" i="1" noProof="0" dirty="0"/>
              <a:t>French methodology</a:t>
            </a:r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CAF50007-F3B8-2F75-41E2-0CC99A134586}"/>
              </a:ext>
            </a:extLst>
          </p:cNvPr>
          <p:cNvSpPr txBox="1">
            <a:spLocks/>
          </p:cNvSpPr>
          <p:nvPr/>
        </p:nvSpPr>
        <p:spPr>
          <a:xfrm>
            <a:off x="4275114" y="3682690"/>
            <a:ext cx="7534026" cy="1332000"/>
          </a:xfrm>
          <a:prstGeom prst="roundRect">
            <a:avLst>
              <a:gd name="adj" fmla="val 9499"/>
            </a:avLst>
          </a:prstGeom>
          <a:solidFill>
            <a:schemeClr val="tx2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108000" tIns="108000" rIns="108000" bIns="108000" rtlCol="0" anchor="t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100" b="1" dirty="0">
                <a:solidFill>
                  <a:schemeClr val="bg2"/>
                </a:solidFill>
              </a:rPr>
              <a:t>NIST SP 800-30</a:t>
            </a:r>
            <a:endParaRPr lang="en-US" sz="1100" b="1" noProof="0" dirty="0">
              <a:solidFill>
                <a:schemeClr val="bg2"/>
              </a:solidFill>
            </a:endParaRPr>
          </a:p>
          <a:p>
            <a:pPr>
              <a:spcBef>
                <a:spcPts val="600"/>
              </a:spcBef>
            </a:pPr>
            <a:r>
              <a:rPr lang="en-US" sz="1100" b="1" dirty="0">
                <a:solidFill>
                  <a:schemeClr val="bg2"/>
                </a:solidFill>
              </a:rPr>
              <a:t>Editor: </a:t>
            </a:r>
            <a:r>
              <a:rPr lang="en-US" sz="1100" dirty="0"/>
              <a:t>National Institute of Standard and Technologies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Target: </a:t>
            </a:r>
            <a:r>
              <a:rPr lang="en-US" sz="1100" dirty="0"/>
              <a:t>Mostly large organizations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Major steps: </a:t>
            </a:r>
            <a:r>
              <a:rPr lang="en-US" sz="1100" dirty="0"/>
              <a:t>preparation, conduction, communication and review of the assessment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Standard compatibility: </a:t>
            </a:r>
            <a:r>
              <a:rPr lang="en-US" sz="1100" dirty="0"/>
              <a:t>ISO/IEC 27001 and NIST standard 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Dependance analysis: </a:t>
            </a:r>
            <a:r>
              <a:rPr lang="en-US" sz="1100" dirty="0"/>
              <a:t>Yes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B194C0-0188-F46A-4D61-6022EE74FA8F}"/>
              </a:ext>
            </a:extLst>
          </p:cNvPr>
          <p:cNvSpPr txBox="1">
            <a:spLocks/>
          </p:cNvSpPr>
          <p:nvPr/>
        </p:nvSpPr>
        <p:spPr>
          <a:xfrm>
            <a:off x="4275114" y="5138839"/>
            <a:ext cx="7534026" cy="1332000"/>
          </a:xfrm>
          <a:prstGeom prst="roundRect">
            <a:avLst>
              <a:gd name="adj" fmla="val 9499"/>
            </a:avLst>
          </a:prstGeom>
          <a:solidFill>
            <a:schemeClr val="tx2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108000" tIns="108000" rIns="108000" bIns="108000" rtlCol="0" anchor="t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100" b="1" dirty="0">
                <a:solidFill>
                  <a:schemeClr val="bg2"/>
                </a:solidFill>
              </a:rPr>
              <a:t>OCTAVE </a:t>
            </a:r>
            <a:endParaRPr lang="en-US" sz="1100" b="1" noProof="0" dirty="0">
              <a:solidFill>
                <a:schemeClr val="bg2"/>
              </a:solidFill>
            </a:endParaRPr>
          </a:p>
          <a:p>
            <a:pPr>
              <a:spcBef>
                <a:spcPts val="600"/>
              </a:spcBef>
            </a:pPr>
            <a:r>
              <a:rPr lang="en-US" sz="1100" b="1" dirty="0">
                <a:solidFill>
                  <a:schemeClr val="bg2"/>
                </a:solidFill>
              </a:rPr>
              <a:t>Editor: </a:t>
            </a:r>
            <a:r>
              <a:rPr lang="en-US" sz="1100" dirty="0" err="1"/>
              <a:t>Carnegy</a:t>
            </a:r>
            <a:r>
              <a:rPr lang="en-US" sz="1100" dirty="0"/>
              <a:t> Mellon University 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Target: </a:t>
            </a:r>
            <a:r>
              <a:rPr lang="en-US" sz="1100" dirty="0"/>
              <a:t>All organizations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Major steps: </a:t>
            </a:r>
            <a:r>
              <a:rPr lang="en-US" sz="1100" dirty="0"/>
              <a:t>threat profiles, infrastructure vulnerability, security strategies and plans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Standard compliance: </a:t>
            </a:r>
            <a:r>
              <a:rPr lang="en-US" sz="1100" dirty="0"/>
              <a:t>No standard related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Dependance analysis: </a:t>
            </a:r>
            <a:r>
              <a:rPr lang="en-US" sz="1100" dirty="0"/>
              <a:t>Not </a:t>
            </a:r>
            <a:r>
              <a:rPr lang="en-US" sz="1100" dirty="0" err="1"/>
              <a:t>explicitely</a:t>
            </a:r>
            <a:endParaRPr lang="en-US" sz="1100" dirty="0"/>
          </a:p>
          <a:p>
            <a:endParaRPr lang="en-US" sz="1100" b="1" dirty="0">
              <a:solidFill>
                <a:schemeClr val="bg2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4D61D4D-7377-7192-9039-2701E66FF20C}"/>
              </a:ext>
            </a:extLst>
          </p:cNvPr>
          <p:cNvSpPr/>
          <p:nvPr/>
        </p:nvSpPr>
        <p:spPr>
          <a:xfrm>
            <a:off x="442895" y="2250385"/>
            <a:ext cx="3204731" cy="1332000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</a:rPr>
              <a:t>Option 1:</a:t>
            </a:r>
          </a:p>
          <a:p>
            <a:pPr>
              <a:spcBef>
                <a:spcPts val="600"/>
              </a:spcBef>
            </a:pPr>
            <a:r>
              <a:rPr lang="en-US" sz="1200" dirty="0">
                <a:solidFill>
                  <a:schemeClr val="tx1"/>
                </a:solidFill>
              </a:rPr>
              <a:t>Methodology is used to achieve conformance to a standard (with reference in part or in whole to a certain standard and its requirements).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67871F-42CB-A829-A91C-6F045272F334}"/>
              </a:ext>
            </a:extLst>
          </p:cNvPr>
          <p:cNvSpPr txBox="1"/>
          <p:nvPr/>
        </p:nvSpPr>
        <p:spPr>
          <a:xfrm>
            <a:off x="368299" y="6620598"/>
            <a:ext cx="8686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aseline="30000" noProof="1"/>
              <a:t>1</a:t>
            </a:r>
            <a:r>
              <a:rPr lang="en-US" sz="1100" noProof="1"/>
              <a:t> European Union Agency for Cybersecurity report: </a:t>
            </a:r>
            <a:r>
              <a:rPr lang="en-US" sz="1100" noProof="1">
                <a:hlinkClick r:id="rId3"/>
              </a:rPr>
              <a:t>Risk Management Standards</a:t>
            </a:r>
            <a:endParaRPr lang="en-US" sz="1100" noProof="1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48F577E-2CC0-493B-F391-0B842F7286B1}"/>
              </a:ext>
            </a:extLst>
          </p:cNvPr>
          <p:cNvSpPr/>
          <p:nvPr/>
        </p:nvSpPr>
        <p:spPr>
          <a:xfrm>
            <a:off x="442895" y="3682690"/>
            <a:ext cx="3204731" cy="1332000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</a:rPr>
              <a:t>Option 2: </a:t>
            </a:r>
          </a:p>
          <a:p>
            <a:pPr>
              <a:spcBef>
                <a:spcPts val="600"/>
              </a:spcBef>
            </a:pPr>
            <a:r>
              <a:rPr lang="en-US" sz="1200" dirty="0">
                <a:solidFill>
                  <a:schemeClr val="tx1"/>
                </a:solidFill>
              </a:rPr>
              <a:t>Methodology is given as a standard and can be used to achieve conformance to a standard and its requirements.</a:t>
            </a:r>
            <a:endParaRPr lang="fr-FR" sz="1200" dirty="0" err="1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AE9F5BC-40AE-9CEF-069F-A70F9D35E587}"/>
              </a:ext>
            </a:extLst>
          </p:cNvPr>
          <p:cNvSpPr/>
          <p:nvPr/>
        </p:nvSpPr>
        <p:spPr>
          <a:xfrm>
            <a:off x="442895" y="5138839"/>
            <a:ext cx="3204731" cy="1338586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200" b="1" dirty="0">
                <a:solidFill>
                  <a:schemeClr val="tx1"/>
                </a:solidFill>
              </a:rPr>
              <a:t>Option 3:  </a:t>
            </a:r>
          </a:p>
          <a:p>
            <a:pPr>
              <a:spcBef>
                <a:spcPts val="600"/>
              </a:spcBef>
            </a:pPr>
            <a:r>
              <a:rPr lang="en-US" sz="1200" dirty="0">
                <a:solidFill>
                  <a:schemeClr val="tx1"/>
                </a:solidFill>
              </a:rPr>
              <a:t>Methodology is a set of good practices but not related to any standard and not used to achieve conformance.</a:t>
            </a:r>
            <a:endParaRPr lang="fr-FR" sz="1200" dirty="0" err="1">
              <a:solidFill>
                <a:schemeClr val="tx1"/>
              </a:solidFill>
            </a:endParaRPr>
          </a:p>
        </p:txBody>
      </p:sp>
      <p:pic>
        <p:nvPicPr>
          <p:cNvPr id="31" name="Graphic 30" descr="Magnifying glass with solid fill">
            <a:extLst>
              <a:ext uri="{FF2B5EF4-FFF2-40B4-BE49-F238E27FC236}">
                <a16:creationId xmlns:a16="http://schemas.microsoft.com/office/drawing/2014/main" id="{D01971A1-7EFD-D86F-4C1B-D0AE438D31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1403" y="1057411"/>
            <a:ext cx="288000" cy="288000"/>
          </a:xfrm>
          <a:prstGeom prst="rect">
            <a:avLst/>
          </a:prstGeom>
        </p:spPr>
      </p:pic>
      <p:pic>
        <p:nvPicPr>
          <p:cNvPr id="32" name="United States of America, USA">
            <a:extLst>
              <a:ext uri="{FF2B5EF4-FFF2-40B4-BE49-F238E27FC236}">
                <a16:creationId xmlns:a16="http://schemas.microsoft.com/office/drawing/2014/main" id="{A6D2FFAE-D0C6-04AC-62C3-A407EC1297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69473" y="3785197"/>
            <a:ext cx="211847" cy="108000"/>
          </a:xfrm>
          <a:prstGeom prst="rect">
            <a:avLst/>
          </a:prstGeom>
        </p:spPr>
      </p:pic>
      <p:pic>
        <p:nvPicPr>
          <p:cNvPr id="33" name="France" descr="France">
            <a:extLst>
              <a:ext uri="{FF2B5EF4-FFF2-40B4-BE49-F238E27FC236}">
                <a16:creationId xmlns:a16="http://schemas.microsoft.com/office/drawing/2014/main" id="{8B84C141-AD35-EB3E-E54F-0684C37D97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6872" y="2393935"/>
            <a:ext cx="177050" cy="108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FBB2C39-5459-3402-01B7-D15FF5F59314}"/>
              </a:ext>
            </a:extLst>
          </p:cNvPr>
          <p:cNvSpPr txBox="1"/>
          <p:nvPr/>
        </p:nvSpPr>
        <p:spPr>
          <a:xfrm>
            <a:off x="10605789" y="3725901"/>
            <a:ext cx="2005070" cy="226591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sz="1000" i="1" dirty="0"/>
              <a:t>US </a:t>
            </a:r>
            <a:r>
              <a:rPr lang="en-US" sz="1000" i="1" noProof="0" dirty="0"/>
              <a:t>methodology</a:t>
            </a:r>
          </a:p>
        </p:txBody>
      </p:sp>
      <p:pic>
        <p:nvPicPr>
          <p:cNvPr id="35" name="United States of America, USA">
            <a:extLst>
              <a:ext uri="{FF2B5EF4-FFF2-40B4-BE49-F238E27FC236}">
                <a16:creationId xmlns:a16="http://schemas.microsoft.com/office/drawing/2014/main" id="{EAD244B4-3EC6-40D1-3C83-6E79826B79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69473" y="5294846"/>
            <a:ext cx="211847" cy="1080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D1B2664-F141-034F-E57A-20120DBC9BB3}"/>
              </a:ext>
            </a:extLst>
          </p:cNvPr>
          <p:cNvSpPr txBox="1"/>
          <p:nvPr/>
        </p:nvSpPr>
        <p:spPr>
          <a:xfrm>
            <a:off x="10605789" y="5235550"/>
            <a:ext cx="2005070" cy="226591"/>
          </a:xfrm>
          <a:prstGeom prst="rect">
            <a:avLst/>
          </a:prstGeom>
          <a:noFill/>
        </p:spPr>
        <p:txBody>
          <a:bodyPr wrap="square" lIns="0" tIns="36000" rIns="0" bIns="36000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sz="1000" i="1" dirty="0"/>
              <a:t>US </a:t>
            </a:r>
            <a:r>
              <a:rPr lang="en-US" sz="1000" i="1" noProof="0" dirty="0"/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1757982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06405-B63B-A293-C5BC-B00FDEE73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BC763-B36A-668D-D0EE-47AC2A4F011B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4" name="Espace réservé du texte 1">
            <a:extLst>
              <a:ext uri="{FF2B5EF4-FFF2-40B4-BE49-F238E27FC236}">
                <a16:creationId xmlns:a16="http://schemas.microsoft.com/office/drawing/2014/main" id="{420F6021-B9F9-4864-EF95-FB9D88EEE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355" y="144313"/>
            <a:ext cx="7794704" cy="260499"/>
          </a:xfrm>
        </p:spPr>
        <p:txBody>
          <a:bodyPr/>
          <a:lstStyle/>
          <a:p>
            <a:r>
              <a:rPr lang="en-US" noProof="0" dirty="0"/>
              <a:t>Best practices</a:t>
            </a:r>
            <a:endParaRPr lang="en-US" noProof="0" dirty="0">
              <a:latin typeface="+mn-lt"/>
            </a:endParaRPr>
          </a:p>
        </p:txBody>
      </p:sp>
      <p:sp>
        <p:nvSpPr>
          <p:cNvPr id="15" name="Title 10">
            <a:extLst>
              <a:ext uri="{FF2B5EF4-FFF2-40B4-BE49-F238E27FC236}">
                <a16:creationId xmlns:a16="http://schemas.microsoft.com/office/drawing/2014/main" id="{45FC3197-9E8D-B5DB-763A-C8DC6EF40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54" y="404667"/>
            <a:ext cx="11342769" cy="507112"/>
          </a:xfrm>
        </p:spPr>
        <p:txBody>
          <a:bodyPr/>
          <a:lstStyle/>
          <a:p>
            <a:r>
              <a:rPr lang="en-US" noProof="0" dirty="0"/>
              <a:t>Focus on </a:t>
            </a:r>
            <a:r>
              <a:rPr lang="en-US" dirty="0"/>
              <a:t>legal obligations for classified information</a:t>
            </a:r>
            <a:endParaRPr lang="en-US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4FB441-FBA0-22D3-9092-FC4137E61D2A}"/>
              </a:ext>
            </a:extLst>
          </p:cNvPr>
          <p:cNvSpPr/>
          <p:nvPr/>
        </p:nvSpPr>
        <p:spPr>
          <a:xfrm>
            <a:off x="4201931" y="5403077"/>
            <a:ext cx="1111500" cy="297677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3" dirty="0"/>
              <a:t>Opinion without objection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A15EDA-5FCF-30FD-B490-A3F1F4F86AE7}"/>
              </a:ext>
            </a:extLst>
          </p:cNvPr>
          <p:cNvSpPr/>
          <p:nvPr/>
        </p:nvSpPr>
        <p:spPr>
          <a:xfrm>
            <a:off x="5664719" y="5403075"/>
            <a:ext cx="1111500" cy="29726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3" dirty="0"/>
              <a:t>Restrictive opinion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E2C43A-9600-4EC8-12DA-37322E0A34BC}"/>
              </a:ext>
            </a:extLst>
          </p:cNvPr>
          <p:cNvSpPr/>
          <p:nvPr/>
        </p:nvSpPr>
        <p:spPr>
          <a:xfrm>
            <a:off x="7107738" y="5403077"/>
            <a:ext cx="1111500" cy="297677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3" dirty="0"/>
              <a:t>Justified negative opinion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E065F6-C89E-3B59-0B15-7A2BBDAB8E24}"/>
              </a:ext>
            </a:extLst>
          </p:cNvPr>
          <p:cNvSpPr/>
          <p:nvPr/>
        </p:nvSpPr>
        <p:spPr>
          <a:xfrm>
            <a:off x="7462992" y="2359394"/>
            <a:ext cx="1480051" cy="497251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3" dirty="0"/>
              <a:t>Logical or physical access to a Vital Importance Information System or a transversal resource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ED1795-E32B-DB66-8BC9-AF6E21B50CBF}"/>
              </a:ext>
            </a:extLst>
          </p:cNvPr>
          <p:cNvSpPr/>
          <p:nvPr/>
        </p:nvSpPr>
        <p:spPr>
          <a:xfrm>
            <a:off x="7462992" y="3691788"/>
            <a:ext cx="555751" cy="235503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3" dirty="0"/>
              <a:t>No</a:t>
            </a:r>
          </a:p>
        </p:txBody>
      </p:sp>
      <p:cxnSp>
        <p:nvCxnSpPr>
          <p:cNvPr id="11" name="Connecteur en angle 85">
            <a:extLst>
              <a:ext uri="{FF2B5EF4-FFF2-40B4-BE49-F238E27FC236}">
                <a16:creationId xmlns:a16="http://schemas.microsoft.com/office/drawing/2014/main" id="{DE8EF8DC-BC2A-FE90-92DE-5C690C401BCF}"/>
              </a:ext>
            </a:extLst>
          </p:cNvPr>
          <p:cNvCxnSpPr>
            <a:stCxn id="8" idx="2"/>
            <a:endCxn id="9" idx="0"/>
          </p:cNvCxnSpPr>
          <p:nvPr/>
        </p:nvCxnSpPr>
        <p:spPr>
          <a:xfrm rot="5400000">
            <a:off x="7554369" y="3043142"/>
            <a:ext cx="835144" cy="462151"/>
          </a:xfrm>
          <a:prstGeom prst="bentConnector3">
            <a:avLst/>
          </a:prstGeom>
          <a:ln w="6350" cap="flat" cmpd="sng" algn="ctr">
            <a:solidFill>
              <a:srgbClr val="70548C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234FE40-126F-2D87-38EA-75673A6FF684}"/>
              </a:ext>
            </a:extLst>
          </p:cNvPr>
          <p:cNvSpPr/>
          <p:nvPr/>
        </p:nvSpPr>
        <p:spPr>
          <a:xfrm>
            <a:off x="8387292" y="3691788"/>
            <a:ext cx="555751" cy="235503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3" dirty="0"/>
              <a:t>Yes</a:t>
            </a:r>
          </a:p>
        </p:txBody>
      </p:sp>
      <p:cxnSp>
        <p:nvCxnSpPr>
          <p:cNvPr id="13" name="Connecteur en angle 88">
            <a:extLst>
              <a:ext uri="{FF2B5EF4-FFF2-40B4-BE49-F238E27FC236}">
                <a16:creationId xmlns:a16="http://schemas.microsoft.com/office/drawing/2014/main" id="{172D82A7-F886-1138-00CC-9BCD8CB03465}"/>
              </a:ext>
            </a:extLst>
          </p:cNvPr>
          <p:cNvCxnSpPr>
            <a:stCxn id="8" idx="2"/>
            <a:endCxn id="12" idx="0"/>
          </p:cNvCxnSpPr>
          <p:nvPr/>
        </p:nvCxnSpPr>
        <p:spPr>
          <a:xfrm rot="16200000" flipH="1">
            <a:off x="8016519" y="3043142"/>
            <a:ext cx="835144" cy="462151"/>
          </a:xfrm>
          <a:prstGeom prst="bentConnector3">
            <a:avLst/>
          </a:prstGeom>
          <a:ln w="6350" cap="flat" cmpd="sng" algn="ctr">
            <a:solidFill>
              <a:srgbClr val="70548C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08D4ACD-FC21-4E01-4600-702569662F4B}"/>
              </a:ext>
            </a:extLst>
          </p:cNvPr>
          <p:cNvSpPr/>
          <p:nvPr/>
        </p:nvSpPr>
        <p:spPr>
          <a:xfrm>
            <a:off x="7791787" y="2956837"/>
            <a:ext cx="822461" cy="226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31" dirty="0">
                <a:solidFill>
                  <a:schemeClr val="bg2"/>
                </a:solidFill>
              </a:rPr>
              <a:t>Possible administrative investigation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5B7AB1-540B-428D-07B2-2F35E971546F}"/>
              </a:ext>
            </a:extLst>
          </p:cNvPr>
          <p:cNvSpPr/>
          <p:nvPr/>
        </p:nvSpPr>
        <p:spPr>
          <a:xfrm>
            <a:off x="7425447" y="2321923"/>
            <a:ext cx="1555141" cy="1635455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F703D7-4A82-C144-B968-DB2B316D1601}"/>
              </a:ext>
            </a:extLst>
          </p:cNvPr>
          <p:cNvSpPr/>
          <p:nvPr/>
        </p:nvSpPr>
        <p:spPr>
          <a:xfrm>
            <a:off x="9468089" y="2351122"/>
            <a:ext cx="1480051" cy="497251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3" dirty="0"/>
              <a:t>Involvement of a physical or legal entity in a national security call for tenders</a:t>
            </a:r>
          </a:p>
        </p:txBody>
      </p:sp>
      <p:cxnSp>
        <p:nvCxnSpPr>
          <p:cNvPr id="21" name="Connecteur en angle 71">
            <a:extLst>
              <a:ext uri="{FF2B5EF4-FFF2-40B4-BE49-F238E27FC236}">
                <a16:creationId xmlns:a16="http://schemas.microsoft.com/office/drawing/2014/main" id="{96B284C2-9486-FE96-E630-55AD239B0EB2}"/>
              </a:ext>
            </a:extLst>
          </p:cNvPr>
          <p:cNvCxnSpPr>
            <a:stCxn id="20" idx="2"/>
            <a:endCxn id="23" idx="0"/>
          </p:cNvCxnSpPr>
          <p:nvPr/>
        </p:nvCxnSpPr>
        <p:spPr>
          <a:xfrm rot="5400000">
            <a:off x="9555331" y="3039006"/>
            <a:ext cx="843416" cy="462151"/>
          </a:xfrm>
          <a:prstGeom prst="bentConnector3">
            <a:avLst/>
          </a:prstGeom>
          <a:ln w="6350" cap="flat" cmpd="sng" algn="ctr">
            <a:solidFill>
              <a:srgbClr val="70548C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en angle 74">
            <a:extLst>
              <a:ext uri="{FF2B5EF4-FFF2-40B4-BE49-F238E27FC236}">
                <a16:creationId xmlns:a16="http://schemas.microsoft.com/office/drawing/2014/main" id="{93E6091D-BEB8-38F4-2E7D-229C5FEE7888}"/>
              </a:ext>
            </a:extLst>
          </p:cNvPr>
          <p:cNvCxnSpPr>
            <a:stCxn id="20" idx="2"/>
            <a:endCxn id="24" idx="0"/>
          </p:cNvCxnSpPr>
          <p:nvPr/>
        </p:nvCxnSpPr>
        <p:spPr>
          <a:xfrm rot="16200000" flipH="1">
            <a:off x="10017481" y="3039007"/>
            <a:ext cx="843416" cy="462151"/>
          </a:xfrm>
          <a:prstGeom prst="bentConnector3">
            <a:avLst/>
          </a:prstGeom>
          <a:ln w="6350" cap="flat" cmpd="sng" algn="ctr">
            <a:solidFill>
              <a:srgbClr val="70548C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C2C6921-C785-E6BC-403D-5338C24997DA}"/>
              </a:ext>
            </a:extLst>
          </p:cNvPr>
          <p:cNvSpPr/>
          <p:nvPr/>
        </p:nvSpPr>
        <p:spPr>
          <a:xfrm>
            <a:off x="9468090" y="3691788"/>
            <a:ext cx="555751" cy="235503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3" dirty="0"/>
              <a:t>No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FBDF9E-F153-98E5-EB6B-466A11FD297A}"/>
              </a:ext>
            </a:extLst>
          </p:cNvPr>
          <p:cNvSpPr/>
          <p:nvPr/>
        </p:nvSpPr>
        <p:spPr>
          <a:xfrm>
            <a:off x="10392391" y="3691788"/>
            <a:ext cx="555751" cy="235503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3" dirty="0"/>
              <a:t>Yes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E18285-FA37-4DDA-CE51-22D5B361E6DE}"/>
              </a:ext>
            </a:extLst>
          </p:cNvPr>
          <p:cNvSpPr/>
          <p:nvPr/>
        </p:nvSpPr>
        <p:spPr>
          <a:xfrm>
            <a:off x="9430736" y="2321923"/>
            <a:ext cx="1555141" cy="1635455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CA87925-3382-15AD-5B58-1236B08A38DE}"/>
              </a:ext>
            </a:extLst>
          </p:cNvPr>
          <p:cNvSpPr/>
          <p:nvPr/>
        </p:nvSpPr>
        <p:spPr>
          <a:xfrm>
            <a:off x="9796885" y="2956837"/>
            <a:ext cx="822461" cy="226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31" dirty="0">
                <a:solidFill>
                  <a:schemeClr val="bg2"/>
                </a:solidFill>
              </a:rPr>
              <a:t>Possible administrative investigation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8711602-B066-EF57-9A16-D5F933E6723F}"/>
              </a:ext>
            </a:extLst>
          </p:cNvPr>
          <p:cNvSpPr/>
          <p:nvPr/>
        </p:nvSpPr>
        <p:spPr>
          <a:xfrm>
            <a:off x="5356304" y="4227691"/>
            <a:ext cx="1751434" cy="32690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3" dirty="0"/>
              <a:t>Request from the VIO of an administrative investigation</a:t>
            </a:r>
          </a:p>
        </p:txBody>
      </p:sp>
      <p:cxnSp>
        <p:nvCxnSpPr>
          <p:cNvPr id="38" name="Connecteur en angle 124">
            <a:extLst>
              <a:ext uri="{FF2B5EF4-FFF2-40B4-BE49-F238E27FC236}">
                <a16:creationId xmlns:a16="http://schemas.microsoft.com/office/drawing/2014/main" id="{114FAE48-5A80-8847-D3C5-9360EC42F059}"/>
              </a:ext>
            </a:extLst>
          </p:cNvPr>
          <p:cNvCxnSpPr>
            <a:cxnSpLocks/>
            <a:stCxn id="72" idx="2"/>
            <a:endCxn id="37" idx="0"/>
          </p:cNvCxnSpPr>
          <p:nvPr/>
        </p:nvCxnSpPr>
        <p:spPr>
          <a:xfrm rot="16200000" flipH="1">
            <a:off x="4831376" y="2827046"/>
            <a:ext cx="300400" cy="250089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en angle 126">
            <a:extLst>
              <a:ext uri="{FF2B5EF4-FFF2-40B4-BE49-F238E27FC236}">
                <a16:creationId xmlns:a16="http://schemas.microsoft.com/office/drawing/2014/main" id="{9B65DC91-F25C-BD4B-38C2-48CAC890EBC3}"/>
              </a:ext>
            </a:extLst>
          </p:cNvPr>
          <p:cNvCxnSpPr>
            <a:cxnSpLocks/>
            <a:stCxn id="56" idx="2"/>
            <a:endCxn id="37" idx="0"/>
          </p:cNvCxnSpPr>
          <p:nvPr/>
        </p:nvCxnSpPr>
        <p:spPr>
          <a:xfrm rot="16200000" flipH="1">
            <a:off x="5833027" y="3828697"/>
            <a:ext cx="300400" cy="4975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en angle 128">
            <a:extLst>
              <a:ext uri="{FF2B5EF4-FFF2-40B4-BE49-F238E27FC236}">
                <a16:creationId xmlns:a16="http://schemas.microsoft.com/office/drawing/2014/main" id="{8B440FC1-B846-A2F2-9515-B76A063F46E2}"/>
              </a:ext>
            </a:extLst>
          </p:cNvPr>
          <p:cNvCxnSpPr>
            <a:cxnSpLocks/>
            <a:stCxn id="12" idx="2"/>
            <a:endCxn id="37" idx="0"/>
          </p:cNvCxnSpPr>
          <p:nvPr/>
        </p:nvCxnSpPr>
        <p:spPr>
          <a:xfrm rot="5400000">
            <a:off x="7298395" y="2860918"/>
            <a:ext cx="300400" cy="24331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en angle 130">
            <a:extLst>
              <a:ext uri="{FF2B5EF4-FFF2-40B4-BE49-F238E27FC236}">
                <a16:creationId xmlns:a16="http://schemas.microsoft.com/office/drawing/2014/main" id="{F7AB5990-AD20-EB0B-01D8-5260862F5FA7}"/>
              </a:ext>
            </a:extLst>
          </p:cNvPr>
          <p:cNvCxnSpPr>
            <a:cxnSpLocks/>
            <a:stCxn id="24" idx="2"/>
            <a:endCxn id="37" idx="0"/>
          </p:cNvCxnSpPr>
          <p:nvPr/>
        </p:nvCxnSpPr>
        <p:spPr>
          <a:xfrm rot="5400000">
            <a:off x="8300944" y="1858368"/>
            <a:ext cx="300400" cy="4438246"/>
          </a:xfrm>
          <a:prstGeom prst="bentConnector3">
            <a:avLst>
              <a:gd name="adj1" fmla="val 50000"/>
            </a:avLst>
          </a:prstGeom>
          <a:ln w="63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en angle 133">
            <a:extLst>
              <a:ext uri="{FF2B5EF4-FFF2-40B4-BE49-F238E27FC236}">
                <a16:creationId xmlns:a16="http://schemas.microsoft.com/office/drawing/2014/main" id="{0BCE327C-C4A0-6D3D-1223-786012152384}"/>
              </a:ext>
            </a:extLst>
          </p:cNvPr>
          <p:cNvCxnSpPr>
            <a:cxnSpLocks/>
            <a:stCxn id="47" idx="2"/>
            <a:endCxn id="2" idx="0"/>
          </p:cNvCxnSpPr>
          <p:nvPr/>
        </p:nvCxnSpPr>
        <p:spPr>
          <a:xfrm rot="5400000">
            <a:off x="5354453" y="4521911"/>
            <a:ext cx="284395" cy="1477937"/>
          </a:xfrm>
          <a:prstGeom prst="bentConnector3">
            <a:avLst>
              <a:gd name="adj1" fmla="val 50000"/>
            </a:avLst>
          </a:prstGeom>
          <a:ln w="6350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en angle 135">
            <a:extLst>
              <a:ext uri="{FF2B5EF4-FFF2-40B4-BE49-F238E27FC236}">
                <a16:creationId xmlns:a16="http://schemas.microsoft.com/office/drawing/2014/main" id="{83882773-3AE6-BB29-2645-36C503280217}"/>
              </a:ext>
            </a:extLst>
          </p:cNvPr>
          <p:cNvCxnSpPr>
            <a:cxnSpLocks/>
            <a:stCxn id="47" idx="2"/>
            <a:endCxn id="5" idx="0"/>
          </p:cNvCxnSpPr>
          <p:nvPr/>
        </p:nvCxnSpPr>
        <p:spPr>
          <a:xfrm rot="16200000" flipH="1">
            <a:off x="6807356" y="4546944"/>
            <a:ext cx="284395" cy="1427870"/>
          </a:xfrm>
          <a:prstGeom prst="bentConnector3">
            <a:avLst>
              <a:gd name="adj1" fmla="val 50000"/>
            </a:avLst>
          </a:prstGeom>
          <a:ln w="6350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0F266330-3667-C8F1-A961-9B03DE5475C1}"/>
              </a:ext>
            </a:extLst>
          </p:cNvPr>
          <p:cNvSpPr/>
          <p:nvPr/>
        </p:nvSpPr>
        <p:spPr>
          <a:xfrm>
            <a:off x="5510352" y="6060775"/>
            <a:ext cx="1433251" cy="32690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3" dirty="0"/>
              <a:t>VIO Decision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0D792C0-EB15-4D6C-AE60-8A270E10EAA7}"/>
              </a:ext>
            </a:extLst>
          </p:cNvPr>
          <p:cNvSpPr/>
          <p:nvPr/>
        </p:nvSpPr>
        <p:spPr>
          <a:xfrm>
            <a:off x="8267325" y="4228325"/>
            <a:ext cx="2279272" cy="3269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>
                    <a:lumMod val="100000"/>
                  </a:schemeClr>
                </a:solidFill>
              </a:rPr>
              <a:t>The </a:t>
            </a:r>
            <a:r>
              <a:rPr lang="en-US" sz="800" dirty="0" err="1">
                <a:solidFill>
                  <a:schemeClr val="tx1">
                    <a:lumMod val="100000"/>
                  </a:schemeClr>
                </a:solidFill>
              </a:rPr>
              <a:t>personne</a:t>
            </a:r>
            <a:r>
              <a:rPr lang="en-US" sz="800" dirty="0">
                <a:solidFill>
                  <a:schemeClr val="tx1">
                    <a:lumMod val="100000"/>
                  </a:schemeClr>
                </a:solidFill>
              </a:rPr>
              <a:t> is informed by the VIO that he or she is likely to investigated 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B70D4FE-9741-03E9-7481-60BDE32D34BA}"/>
              </a:ext>
            </a:extLst>
          </p:cNvPr>
          <p:cNvSpPr/>
          <p:nvPr/>
        </p:nvSpPr>
        <p:spPr>
          <a:xfrm>
            <a:off x="5150137" y="4791782"/>
            <a:ext cx="2170962" cy="32690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3" dirty="0"/>
              <a:t>Administrative investigation performed by the local authorities</a:t>
            </a:r>
          </a:p>
        </p:txBody>
      </p:sp>
      <p:cxnSp>
        <p:nvCxnSpPr>
          <p:cNvPr id="48" name="Connecteur droit avec flèche 169">
            <a:extLst>
              <a:ext uri="{FF2B5EF4-FFF2-40B4-BE49-F238E27FC236}">
                <a16:creationId xmlns:a16="http://schemas.microsoft.com/office/drawing/2014/main" id="{A6E80E97-4829-343F-B01F-8D861745BAB5}"/>
              </a:ext>
            </a:extLst>
          </p:cNvPr>
          <p:cNvCxnSpPr>
            <a:cxnSpLocks/>
            <a:stCxn id="37" idx="2"/>
            <a:endCxn id="47" idx="0"/>
          </p:cNvCxnSpPr>
          <p:nvPr/>
        </p:nvCxnSpPr>
        <p:spPr>
          <a:xfrm>
            <a:off x="6232021" y="4554591"/>
            <a:ext cx="3597" cy="237191"/>
          </a:xfrm>
          <a:prstGeom prst="straightConnector1">
            <a:avLst/>
          </a:prstGeom>
          <a:ln w="6350" cap="flat" cmpd="sng" algn="ctr">
            <a:solidFill>
              <a:schemeClr val="bg2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avec flèche 191">
            <a:extLst>
              <a:ext uri="{FF2B5EF4-FFF2-40B4-BE49-F238E27FC236}">
                <a16:creationId xmlns:a16="http://schemas.microsoft.com/office/drawing/2014/main" id="{FE206CE9-09AC-694C-61CC-D6FB4F0355A4}"/>
              </a:ext>
            </a:extLst>
          </p:cNvPr>
          <p:cNvCxnSpPr>
            <a:stCxn id="4" idx="2"/>
            <a:endCxn id="45" idx="0"/>
          </p:cNvCxnSpPr>
          <p:nvPr/>
        </p:nvCxnSpPr>
        <p:spPr>
          <a:xfrm>
            <a:off x="6220469" y="5700335"/>
            <a:ext cx="6508" cy="360440"/>
          </a:xfrm>
          <a:prstGeom prst="straightConnector1">
            <a:avLst/>
          </a:prstGeom>
          <a:ln w="6350" cap="flat" cmpd="sng" algn="ctr">
            <a:solidFill>
              <a:srgbClr val="70548C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en angle 198">
            <a:extLst>
              <a:ext uri="{FF2B5EF4-FFF2-40B4-BE49-F238E27FC236}">
                <a16:creationId xmlns:a16="http://schemas.microsoft.com/office/drawing/2014/main" id="{A62208BC-CE88-F318-B168-B4C3525D2BC5}"/>
              </a:ext>
            </a:extLst>
          </p:cNvPr>
          <p:cNvCxnSpPr>
            <a:cxnSpLocks/>
            <a:stCxn id="37" idx="3"/>
            <a:endCxn id="46" idx="1"/>
          </p:cNvCxnSpPr>
          <p:nvPr/>
        </p:nvCxnSpPr>
        <p:spPr>
          <a:xfrm>
            <a:off x="7107738" y="4391141"/>
            <a:ext cx="1159587" cy="634"/>
          </a:xfrm>
          <a:prstGeom prst="bentConnector3">
            <a:avLst>
              <a:gd name="adj1" fmla="val 50000"/>
            </a:avLst>
          </a:prstGeom>
          <a:ln w="12700" cap="flat" cmpd="sng" algn="ctr">
            <a:solidFill>
              <a:schemeClr val="tx1">
                <a:lumMod val="100000"/>
              </a:schemeClr>
            </a:solidFill>
            <a:prstDash val="sysDash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0659DF2D-C2CD-785E-83B2-36327806FD60}"/>
              </a:ext>
            </a:extLst>
          </p:cNvPr>
          <p:cNvSpPr/>
          <p:nvPr/>
        </p:nvSpPr>
        <p:spPr>
          <a:xfrm>
            <a:off x="7627573" y="6077575"/>
            <a:ext cx="1854314" cy="3269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>
                    <a:lumMod val="100000"/>
                  </a:schemeClr>
                </a:solidFill>
              </a:rPr>
              <a:t>The opinion shared by the administration is non-biding for the VIO (</a:t>
            </a:r>
            <a:r>
              <a:rPr lang="en-US" sz="800" b="1" i="1" dirty="0">
                <a:solidFill>
                  <a:schemeClr val="tx1">
                    <a:lumMod val="100000"/>
                  </a:schemeClr>
                </a:solidFill>
              </a:rPr>
              <a:t>IGI 6600</a:t>
            </a:r>
            <a:r>
              <a:rPr lang="en-US" sz="800" dirty="0">
                <a:solidFill>
                  <a:schemeClr val="tx1">
                    <a:lumMod val="100000"/>
                  </a:schemeClr>
                </a:solidFill>
              </a:rPr>
              <a:t>)</a:t>
            </a:r>
          </a:p>
        </p:txBody>
      </p:sp>
      <p:cxnSp>
        <p:nvCxnSpPr>
          <p:cNvPr id="53" name="Connecteur en angle 218">
            <a:extLst>
              <a:ext uri="{FF2B5EF4-FFF2-40B4-BE49-F238E27FC236}">
                <a16:creationId xmlns:a16="http://schemas.microsoft.com/office/drawing/2014/main" id="{B190E64D-10C6-84B9-76C8-13F9A09FEDE4}"/>
              </a:ext>
            </a:extLst>
          </p:cNvPr>
          <p:cNvCxnSpPr>
            <a:cxnSpLocks/>
            <a:stCxn id="54" idx="3"/>
            <a:endCxn id="52" idx="0"/>
          </p:cNvCxnSpPr>
          <p:nvPr/>
        </p:nvCxnSpPr>
        <p:spPr>
          <a:xfrm>
            <a:off x="6223335" y="5851707"/>
            <a:ext cx="2331395" cy="225868"/>
          </a:xfrm>
          <a:prstGeom prst="bentConnector2">
            <a:avLst/>
          </a:prstGeom>
          <a:ln w="12700" cap="flat" cmpd="sng" algn="ctr">
            <a:solidFill>
              <a:schemeClr val="tx1">
                <a:lumMod val="100000"/>
              </a:schemeClr>
            </a:solidFill>
            <a:prstDash val="sysDash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7F651C16-D0EA-98E2-FBB5-760C4FC93D03}"/>
              </a:ext>
            </a:extLst>
          </p:cNvPr>
          <p:cNvSpPr/>
          <p:nvPr/>
        </p:nvSpPr>
        <p:spPr>
          <a:xfrm>
            <a:off x="6107550" y="5816593"/>
            <a:ext cx="115785" cy="702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09DAB09-58BC-22AE-81CC-668E67EDA908}"/>
              </a:ext>
            </a:extLst>
          </p:cNvPr>
          <p:cNvSpPr/>
          <p:nvPr/>
        </p:nvSpPr>
        <p:spPr>
          <a:xfrm>
            <a:off x="5456557" y="2359394"/>
            <a:ext cx="1480051" cy="497251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3" dirty="0"/>
              <a:t>Access to a Vital Importance Point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3221C3-87CA-BF6B-8FB5-EA117B8F8C84}"/>
              </a:ext>
            </a:extLst>
          </p:cNvPr>
          <p:cNvSpPr/>
          <p:nvPr/>
        </p:nvSpPr>
        <p:spPr>
          <a:xfrm>
            <a:off x="5456558" y="3691788"/>
            <a:ext cx="555751" cy="235503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3" dirty="0"/>
              <a:t>Yes</a:t>
            </a:r>
          </a:p>
        </p:txBody>
      </p:sp>
      <p:cxnSp>
        <p:nvCxnSpPr>
          <p:cNvPr id="57" name="Connecteur en angle 21">
            <a:extLst>
              <a:ext uri="{FF2B5EF4-FFF2-40B4-BE49-F238E27FC236}">
                <a16:creationId xmlns:a16="http://schemas.microsoft.com/office/drawing/2014/main" id="{379099EC-4021-E52F-39D0-9DAEAAF8C924}"/>
              </a:ext>
            </a:extLst>
          </p:cNvPr>
          <p:cNvCxnSpPr>
            <a:stCxn id="55" idx="2"/>
            <a:endCxn id="56" idx="0"/>
          </p:cNvCxnSpPr>
          <p:nvPr/>
        </p:nvCxnSpPr>
        <p:spPr>
          <a:xfrm rot="5400000">
            <a:off x="5547935" y="3043142"/>
            <a:ext cx="835144" cy="462151"/>
          </a:xfrm>
          <a:prstGeom prst="bentConnector3">
            <a:avLst/>
          </a:prstGeom>
          <a:ln w="6350" cap="flat" cmpd="sng" algn="ctr">
            <a:solidFill>
              <a:srgbClr val="70548C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F3EAD62C-145D-81B4-358A-E0620B9DB70A}"/>
              </a:ext>
            </a:extLst>
          </p:cNvPr>
          <p:cNvSpPr/>
          <p:nvPr/>
        </p:nvSpPr>
        <p:spPr>
          <a:xfrm>
            <a:off x="6380858" y="3691788"/>
            <a:ext cx="555751" cy="235503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3" dirty="0"/>
              <a:t>No</a:t>
            </a:r>
          </a:p>
        </p:txBody>
      </p:sp>
      <p:cxnSp>
        <p:nvCxnSpPr>
          <p:cNvPr id="59" name="Connecteur en angle 23">
            <a:extLst>
              <a:ext uri="{FF2B5EF4-FFF2-40B4-BE49-F238E27FC236}">
                <a16:creationId xmlns:a16="http://schemas.microsoft.com/office/drawing/2014/main" id="{CA088A37-71F8-E0F1-48BE-74273D00F74E}"/>
              </a:ext>
            </a:extLst>
          </p:cNvPr>
          <p:cNvCxnSpPr>
            <a:stCxn id="55" idx="2"/>
            <a:endCxn id="58" idx="0"/>
          </p:cNvCxnSpPr>
          <p:nvPr/>
        </p:nvCxnSpPr>
        <p:spPr>
          <a:xfrm rot="16200000" flipH="1">
            <a:off x="6010084" y="3043142"/>
            <a:ext cx="835144" cy="462151"/>
          </a:xfrm>
          <a:prstGeom prst="bentConnector3">
            <a:avLst/>
          </a:prstGeom>
          <a:ln w="6350" cap="flat" cmpd="sng" algn="ctr">
            <a:solidFill>
              <a:srgbClr val="70548C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4F78421E-5E32-C59F-94AB-3453740F1D93}"/>
              </a:ext>
            </a:extLst>
          </p:cNvPr>
          <p:cNvSpPr/>
          <p:nvPr/>
        </p:nvSpPr>
        <p:spPr>
          <a:xfrm>
            <a:off x="5777669" y="2956837"/>
            <a:ext cx="822461" cy="226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31" dirty="0">
                <a:solidFill>
                  <a:schemeClr val="bg2"/>
                </a:solidFill>
              </a:rPr>
              <a:t>Possible administrative investigation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D4E0CA1-8BB3-E575-B97B-437545CFF0AE}"/>
              </a:ext>
            </a:extLst>
          </p:cNvPr>
          <p:cNvSpPr/>
          <p:nvPr/>
        </p:nvSpPr>
        <p:spPr>
          <a:xfrm>
            <a:off x="5420159" y="2321923"/>
            <a:ext cx="1555141" cy="1635455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1EAFB98-84F3-0B5A-CCE6-8CD36E6AF5F9}"/>
              </a:ext>
            </a:extLst>
          </p:cNvPr>
          <p:cNvSpPr/>
          <p:nvPr/>
        </p:nvSpPr>
        <p:spPr>
          <a:xfrm>
            <a:off x="1409583" y="6089850"/>
            <a:ext cx="211535" cy="6849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C65734C-30AD-DD59-B099-6D7463983212}"/>
              </a:ext>
            </a:extLst>
          </p:cNvPr>
          <p:cNvSpPr/>
          <p:nvPr/>
        </p:nvSpPr>
        <p:spPr>
          <a:xfrm>
            <a:off x="1409583" y="6203356"/>
            <a:ext cx="211535" cy="684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F1882A2-C98E-E3DB-415C-898D01094CF9}"/>
              </a:ext>
            </a:extLst>
          </p:cNvPr>
          <p:cNvSpPr/>
          <p:nvPr/>
        </p:nvSpPr>
        <p:spPr>
          <a:xfrm>
            <a:off x="1693348" y="6062183"/>
            <a:ext cx="944167" cy="961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13" dirty="0">
                <a:solidFill>
                  <a:schemeClr val="tx1">
                    <a:lumMod val="100000"/>
                  </a:schemeClr>
                </a:solidFill>
              </a:rPr>
              <a:t>VIO Action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93B4F4C-0C73-1431-F2E1-D56714057BF7}"/>
              </a:ext>
            </a:extLst>
          </p:cNvPr>
          <p:cNvSpPr/>
          <p:nvPr/>
        </p:nvSpPr>
        <p:spPr>
          <a:xfrm>
            <a:off x="1693352" y="6185281"/>
            <a:ext cx="1614984" cy="4042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13" dirty="0">
                <a:solidFill>
                  <a:schemeClr val="tx1">
                    <a:lumMod val="100000"/>
                  </a:schemeClr>
                </a:solidFill>
              </a:rPr>
              <a:t>State service action (local authorities, Ministry and State Department,…)</a:t>
            </a:r>
          </a:p>
        </p:txBody>
      </p:sp>
      <p:cxnSp>
        <p:nvCxnSpPr>
          <p:cNvPr id="67" name="Connecteur droit avec flèche 235">
            <a:extLst>
              <a:ext uri="{FF2B5EF4-FFF2-40B4-BE49-F238E27FC236}">
                <a16:creationId xmlns:a16="http://schemas.microsoft.com/office/drawing/2014/main" id="{C777EF5C-1E89-A6D9-4A6D-B3DFCCF601E6}"/>
              </a:ext>
            </a:extLst>
          </p:cNvPr>
          <p:cNvCxnSpPr/>
          <p:nvPr/>
        </p:nvCxnSpPr>
        <p:spPr>
          <a:xfrm flipV="1">
            <a:off x="1426827" y="5791336"/>
            <a:ext cx="211535" cy="5159"/>
          </a:xfrm>
          <a:prstGeom prst="straightConnector1">
            <a:avLst/>
          </a:prstGeom>
          <a:ln w="6350" cap="flat" cmpd="sng" algn="ctr">
            <a:solidFill>
              <a:schemeClr val="accent1">
                <a:lumMod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AB1F1DF8-B554-2172-D25D-789955981BA4}"/>
              </a:ext>
            </a:extLst>
          </p:cNvPr>
          <p:cNvSpPr/>
          <p:nvPr/>
        </p:nvSpPr>
        <p:spPr>
          <a:xfrm>
            <a:off x="1691479" y="5748415"/>
            <a:ext cx="1200804" cy="961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13" dirty="0">
                <a:solidFill>
                  <a:schemeClr val="tx1">
                    <a:lumMod val="100000"/>
                  </a:schemeClr>
                </a:solidFill>
              </a:rPr>
              <a:t>Standard process</a:t>
            </a:r>
          </a:p>
        </p:txBody>
      </p:sp>
      <p:cxnSp>
        <p:nvCxnSpPr>
          <p:cNvPr id="69" name="Connecteur droit avec flèche 237">
            <a:extLst>
              <a:ext uri="{FF2B5EF4-FFF2-40B4-BE49-F238E27FC236}">
                <a16:creationId xmlns:a16="http://schemas.microsoft.com/office/drawing/2014/main" id="{83AC68CD-02C3-4D46-C86A-6545A9CE6920}"/>
              </a:ext>
            </a:extLst>
          </p:cNvPr>
          <p:cNvCxnSpPr/>
          <p:nvPr/>
        </p:nvCxnSpPr>
        <p:spPr>
          <a:xfrm flipV="1">
            <a:off x="1426827" y="5938014"/>
            <a:ext cx="211535" cy="5159"/>
          </a:xfrm>
          <a:prstGeom prst="straightConnector1">
            <a:avLst/>
          </a:prstGeom>
          <a:ln w="19050" cap="flat" cmpd="sng" algn="ctr">
            <a:solidFill>
              <a:schemeClr val="tx1">
                <a:lumMod val="100000"/>
              </a:schemeClr>
            </a:solidFill>
            <a:prstDash val="sysDash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356D608B-D113-047D-6FD5-41A40E326F74}"/>
              </a:ext>
            </a:extLst>
          </p:cNvPr>
          <p:cNvSpPr/>
          <p:nvPr/>
        </p:nvSpPr>
        <p:spPr>
          <a:xfrm>
            <a:off x="1693349" y="5866854"/>
            <a:ext cx="1614987" cy="1730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13" dirty="0">
                <a:solidFill>
                  <a:schemeClr val="tx1">
                    <a:lumMod val="100000"/>
                  </a:schemeClr>
                </a:solidFill>
              </a:rPr>
              <a:t>Additional information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CFD5D35-BD04-122A-E229-08E066CA57BE}"/>
              </a:ext>
            </a:extLst>
          </p:cNvPr>
          <p:cNvSpPr/>
          <p:nvPr/>
        </p:nvSpPr>
        <p:spPr>
          <a:xfrm>
            <a:off x="3453258" y="2359393"/>
            <a:ext cx="1481337" cy="522144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3" dirty="0"/>
              <a:t>Access to a zone hosting « Secret » information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1DD9BDE-9C70-7034-7DE0-AC72A3E040DD}"/>
              </a:ext>
            </a:extLst>
          </p:cNvPr>
          <p:cNvSpPr/>
          <p:nvPr/>
        </p:nvSpPr>
        <p:spPr>
          <a:xfrm>
            <a:off x="3453255" y="3691788"/>
            <a:ext cx="555751" cy="235503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3" dirty="0"/>
              <a:t>Yes</a:t>
            </a:r>
          </a:p>
        </p:txBody>
      </p:sp>
      <p:cxnSp>
        <p:nvCxnSpPr>
          <p:cNvPr id="73" name="Connecteur en angle 95">
            <a:extLst>
              <a:ext uri="{FF2B5EF4-FFF2-40B4-BE49-F238E27FC236}">
                <a16:creationId xmlns:a16="http://schemas.microsoft.com/office/drawing/2014/main" id="{DB0731FF-CA4E-EE1D-B54F-2AE4B528F2EA}"/>
              </a:ext>
            </a:extLst>
          </p:cNvPr>
          <p:cNvCxnSpPr>
            <a:stCxn id="71" idx="2"/>
            <a:endCxn id="72" idx="0"/>
          </p:cNvCxnSpPr>
          <p:nvPr/>
        </p:nvCxnSpPr>
        <p:spPr>
          <a:xfrm rot="5400000">
            <a:off x="3557402" y="3055266"/>
            <a:ext cx="810251" cy="462795"/>
          </a:xfrm>
          <a:prstGeom prst="bentConnector3">
            <a:avLst/>
          </a:prstGeom>
          <a:ln w="6350" cap="flat" cmpd="sng" algn="ctr">
            <a:solidFill>
              <a:srgbClr val="70548C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0E4D9BE0-88D0-7716-54D0-4DFE0335F5E1}"/>
              </a:ext>
            </a:extLst>
          </p:cNvPr>
          <p:cNvSpPr/>
          <p:nvPr/>
        </p:nvSpPr>
        <p:spPr>
          <a:xfrm>
            <a:off x="4378843" y="3691788"/>
            <a:ext cx="555751" cy="235503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3" dirty="0"/>
              <a:t>No</a:t>
            </a:r>
          </a:p>
        </p:txBody>
      </p:sp>
      <p:cxnSp>
        <p:nvCxnSpPr>
          <p:cNvPr id="75" name="Connecteur en angle 97">
            <a:extLst>
              <a:ext uri="{FF2B5EF4-FFF2-40B4-BE49-F238E27FC236}">
                <a16:creationId xmlns:a16="http://schemas.microsoft.com/office/drawing/2014/main" id="{9D0BD175-BA0C-06DE-2859-0573D57EC568}"/>
              </a:ext>
            </a:extLst>
          </p:cNvPr>
          <p:cNvCxnSpPr>
            <a:stCxn id="71" idx="2"/>
            <a:endCxn id="74" idx="0"/>
          </p:cNvCxnSpPr>
          <p:nvPr/>
        </p:nvCxnSpPr>
        <p:spPr>
          <a:xfrm rot="16200000" flipH="1">
            <a:off x="4020196" y="3055266"/>
            <a:ext cx="810251" cy="462795"/>
          </a:xfrm>
          <a:prstGeom prst="bentConnector3">
            <a:avLst/>
          </a:prstGeom>
          <a:ln w="6350" cap="flat" cmpd="sng" algn="ctr">
            <a:solidFill>
              <a:srgbClr val="70548C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20B625AA-CEEF-0F9A-C7EE-B9ECB06DD07B}"/>
              </a:ext>
            </a:extLst>
          </p:cNvPr>
          <p:cNvSpPr/>
          <p:nvPr/>
        </p:nvSpPr>
        <p:spPr>
          <a:xfrm>
            <a:off x="3786992" y="2956837"/>
            <a:ext cx="822461" cy="226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31" dirty="0">
                <a:solidFill>
                  <a:schemeClr val="bg2"/>
                </a:solidFill>
              </a:rPr>
              <a:t>Possible administrative investigation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14E5CAA-0730-8C73-069F-053022F32934}"/>
              </a:ext>
            </a:extLst>
          </p:cNvPr>
          <p:cNvSpPr/>
          <p:nvPr/>
        </p:nvSpPr>
        <p:spPr>
          <a:xfrm>
            <a:off x="3414871" y="2321923"/>
            <a:ext cx="1555141" cy="1635455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dirty="0"/>
          </a:p>
        </p:txBody>
      </p:sp>
      <p:cxnSp>
        <p:nvCxnSpPr>
          <p:cNvPr id="79" name="Connecteur en angle 272">
            <a:extLst>
              <a:ext uri="{FF2B5EF4-FFF2-40B4-BE49-F238E27FC236}">
                <a16:creationId xmlns:a16="http://schemas.microsoft.com/office/drawing/2014/main" id="{664017C4-AB25-D367-A734-6A32C5CA441A}"/>
              </a:ext>
            </a:extLst>
          </p:cNvPr>
          <p:cNvCxnSpPr>
            <a:cxnSpLocks/>
            <a:stCxn id="81" idx="2"/>
            <a:endCxn id="37" idx="0"/>
          </p:cNvCxnSpPr>
          <p:nvPr/>
        </p:nvCxnSpPr>
        <p:spPr>
          <a:xfrm rot="16200000" flipH="1">
            <a:off x="3829934" y="1825604"/>
            <a:ext cx="300400" cy="4503773"/>
          </a:xfrm>
          <a:prstGeom prst="bentConnector3">
            <a:avLst>
              <a:gd name="adj1" fmla="val 50000"/>
            </a:avLst>
          </a:prstGeom>
          <a:ln w="635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B866879F-23F8-F81C-F896-545967E877FA}"/>
              </a:ext>
            </a:extLst>
          </p:cNvPr>
          <p:cNvSpPr/>
          <p:nvPr/>
        </p:nvSpPr>
        <p:spPr>
          <a:xfrm>
            <a:off x="1449534" y="2359393"/>
            <a:ext cx="1481337" cy="522144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3" dirty="0"/>
              <a:t>Access to « Secret » information for a person already authorized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3EF27C0-41C0-BBF5-2332-4C52930057EA}"/>
              </a:ext>
            </a:extLst>
          </p:cNvPr>
          <p:cNvSpPr/>
          <p:nvPr/>
        </p:nvSpPr>
        <p:spPr>
          <a:xfrm>
            <a:off x="1450372" y="3691788"/>
            <a:ext cx="555751" cy="235503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3" dirty="0"/>
              <a:t>Yes</a:t>
            </a:r>
          </a:p>
        </p:txBody>
      </p:sp>
      <p:cxnSp>
        <p:nvCxnSpPr>
          <p:cNvPr id="82" name="Connecteur en angle 254">
            <a:extLst>
              <a:ext uri="{FF2B5EF4-FFF2-40B4-BE49-F238E27FC236}">
                <a16:creationId xmlns:a16="http://schemas.microsoft.com/office/drawing/2014/main" id="{D863E9CE-79F6-CD2F-3AE3-3DBE24B9726F}"/>
              </a:ext>
            </a:extLst>
          </p:cNvPr>
          <p:cNvCxnSpPr>
            <a:endCxn id="81" idx="0"/>
          </p:cNvCxnSpPr>
          <p:nvPr/>
        </p:nvCxnSpPr>
        <p:spPr>
          <a:xfrm rot="5400000">
            <a:off x="1562801" y="3063546"/>
            <a:ext cx="793691" cy="462796"/>
          </a:xfrm>
          <a:prstGeom prst="bentConnector3">
            <a:avLst/>
          </a:prstGeom>
          <a:ln w="6350" cap="flat" cmpd="sng" algn="ctr">
            <a:solidFill>
              <a:srgbClr val="70548C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911126F1-21C8-B0F7-799C-EC0DE1186A5B}"/>
              </a:ext>
            </a:extLst>
          </p:cNvPr>
          <p:cNvSpPr/>
          <p:nvPr/>
        </p:nvSpPr>
        <p:spPr>
          <a:xfrm>
            <a:off x="2356662" y="3691788"/>
            <a:ext cx="555751" cy="235503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3" dirty="0"/>
              <a:t>No</a:t>
            </a:r>
          </a:p>
        </p:txBody>
      </p:sp>
      <p:cxnSp>
        <p:nvCxnSpPr>
          <p:cNvPr id="84" name="Connecteur en angle 256">
            <a:extLst>
              <a:ext uri="{FF2B5EF4-FFF2-40B4-BE49-F238E27FC236}">
                <a16:creationId xmlns:a16="http://schemas.microsoft.com/office/drawing/2014/main" id="{F6F7FAC6-FB62-DC21-1070-05F25F111EAD}"/>
              </a:ext>
            </a:extLst>
          </p:cNvPr>
          <p:cNvCxnSpPr>
            <a:stCxn id="80" idx="2"/>
            <a:endCxn id="83" idx="0"/>
          </p:cNvCxnSpPr>
          <p:nvPr/>
        </p:nvCxnSpPr>
        <p:spPr>
          <a:xfrm rot="16200000" flipH="1">
            <a:off x="2007242" y="3064495"/>
            <a:ext cx="810251" cy="444336"/>
          </a:xfrm>
          <a:prstGeom prst="bentConnector3">
            <a:avLst>
              <a:gd name="adj1" fmla="val 51250"/>
            </a:avLst>
          </a:prstGeom>
          <a:ln w="6350" cap="flat" cmpd="sng" algn="ctr">
            <a:solidFill>
              <a:srgbClr val="70548C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C05B884C-754E-E2E5-B2B8-3529720766FE}"/>
              </a:ext>
            </a:extLst>
          </p:cNvPr>
          <p:cNvSpPr/>
          <p:nvPr/>
        </p:nvSpPr>
        <p:spPr>
          <a:xfrm>
            <a:off x="1687029" y="2973399"/>
            <a:ext cx="1012258" cy="2464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31" dirty="0">
                <a:solidFill>
                  <a:schemeClr val="bg2"/>
                </a:solidFill>
              </a:rPr>
              <a:t>Possible administrative investigation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13CFADA-420A-87DF-FF2E-872D0E40D691}"/>
              </a:ext>
            </a:extLst>
          </p:cNvPr>
          <p:cNvSpPr/>
          <p:nvPr/>
        </p:nvSpPr>
        <p:spPr>
          <a:xfrm>
            <a:off x="1367743" y="3365268"/>
            <a:ext cx="768213" cy="2213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69" dirty="0">
                <a:solidFill>
                  <a:schemeClr val="bg2">
                    <a:lumMod val="75000"/>
                  </a:schemeClr>
                </a:solidFill>
              </a:rPr>
              <a:t>Including local authorities-led process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C53C915B-9BD4-131D-6F81-E2B20BE584B0}"/>
              </a:ext>
            </a:extLst>
          </p:cNvPr>
          <p:cNvSpPr/>
          <p:nvPr/>
        </p:nvSpPr>
        <p:spPr>
          <a:xfrm>
            <a:off x="1409583" y="2321923"/>
            <a:ext cx="1555141" cy="1635455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3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4601093-ED6E-87EF-8A5D-2B9BE4248051}"/>
              </a:ext>
            </a:extLst>
          </p:cNvPr>
          <p:cNvSpPr/>
          <p:nvPr/>
        </p:nvSpPr>
        <p:spPr>
          <a:xfrm>
            <a:off x="442895" y="996034"/>
            <a:ext cx="11342769" cy="906457"/>
          </a:xfrm>
          <a:prstGeom prst="rect">
            <a:avLst/>
          </a:prstGeom>
          <a:solidFill>
            <a:schemeClr val="accent6">
              <a:lumMod val="100000"/>
            </a:schemeClr>
          </a:solidFill>
          <a:ln w="381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Before providing access to its facilities or information system, an VIO can request a background check of the employee or visitor to the local authorities.</a:t>
            </a:r>
          </a:p>
          <a:p>
            <a:r>
              <a:rPr lang="en-US" sz="1400" dirty="0">
                <a:solidFill>
                  <a:schemeClr val="tx1"/>
                </a:solidFill>
              </a:rPr>
              <a:t>It is expected that the CER framework works on a similar basis.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3D0B228-404A-1CA8-4787-7BEDC15DE8A8}"/>
              </a:ext>
            </a:extLst>
          </p:cNvPr>
          <p:cNvSpPr/>
          <p:nvPr/>
        </p:nvSpPr>
        <p:spPr>
          <a:xfrm>
            <a:off x="3347023" y="3365267"/>
            <a:ext cx="768213" cy="2213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69" dirty="0">
                <a:solidFill>
                  <a:schemeClr val="bg2">
                    <a:lumMod val="75000"/>
                  </a:schemeClr>
                </a:solidFill>
              </a:rPr>
              <a:t>Including local authorities-led process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85F83E72-7A9E-ECAC-4932-C574CD633E45}"/>
              </a:ext>
            </a:extLst>
          </p:cNvPr>
          <p:cNvSpPr/>
          <p:nvPr/>
        </p:nvSpPr>
        <p:spPr>
          <a:xfrm>
            <a:off x="5356304" y="3365266"/>
            <a:ext cx="768213" cy="2213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69" dirty="0">
                <a:solidFill>
                  <a:schemeClr val="bg2">
                    <a:lumMod val="75000"/>
                  </a:schemeClr>
                </a:solidFill>
              </a:rPr>
              <a:t>Including local authorities-led process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324ED88-61FE-BDF9-ED14-182622A9BF36}"/>
              </a:ext>
            </a:extLst>
          </p:cNvPr>
          <p:cNvSpPr/>
          <p:nvPr/>
        </p:nvSpPr>
        <p:spPr>
          <a:xfrm>
            <a:off x="7407677" y="3361912"/>
            <a:ext cx="768213" cy="2213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69" dirty="0">
                <a:solidFill>
                  <a:schemeClr val="bg2">
                    <a:lumMod val="75000"/>
                  </a:schemeClr>
                </a:solidFill>
              </a:rPr>
              <a:t>Including local authorities-led process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D4CA5A8-C891-5A07-F8B0-F2F07834CE8A}"/>
              </a:ext>
            </a:extLst>
          </p:cNvPr>
          <p:cNvSpPr/>
          <p:nvPr/>
        </p:nvSpPr>
        <p:spPr>
          <a:xfrm>
            <a:off x="9361856" y="3361911"/>
            <a:ext cx="768213" cy="2213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69" dirty="0">
                <a:solidFill>
                  <a:schemeClr val="bg2">
                    <a:lumMod val="75000"/>
                  </a:schemeClr>
                </a:solidFill>
              </a:rPr>
              <a:t>Including local authorities-led process</a:t>
            </a:r>
          </a:p>
        </p:txBody>
      </p:sp>
    </p:spTree>
    <p:extLst>
      <p:ext uri="{BB962C8B-B14F-4D97-AF65-F5344CB8AC3E}">
        <p14:creationId xmlns:p14="http://schemas.microsoft.com/office/powerpoint/2010/main" val="1404808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659AD67-5428-B51D-3119-4771DDFDF2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Best practices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6319FC-F6CF-BE2A-4295-27DD6C872E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0DA18744-829E-0D02-BD3B-751155C5F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Physical protection : defense in depth principle</a:t>
            </a:r>
          </a:p>
        </p:txBody>
      </p:sp>
      <p:sp>
        <p:nvSpPr>
          <p:cNvPr id="12" name="TextBox 10" descr="&#10;">
            <a:extLst>
              <a:ext uri="{FF2B5EF4-FFF2-40B4-BE49-F238E27FC236}">
                <a16:creationId xmlns:a16="http://schemas.microsoft.com/office/drawing/2014/main" id="{C867566E-5EAE-774A-3350-5703AF3270FA}"/>
              </a:ext>
            </a:extLst>
          </p:cNvPr>
          <p:cNvSpPr txBox="1">
            <a:spLocks/>
          </p:cNvSpPr>
          <p:nvPr/>
        </p:nvSpPr>
        <p:spPr>
          <a:xfrm>
            <a:off x="496460" y="873563"/>
            <a:ext cx="11147672" cy="895080"/>
          </a:xfrm>
          <a:prstGeom prst="rect">
            <a:avLst/>
          </a:prstGeom>
        </p:spPr>
        <p:txBody>
          <a:bodyPr vert="horz" lIns="0" tIns="36000" rIns="0" bIns="36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tabLst/>
              <a:defRPr sz="160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1463" indent="-2714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venir Next LT Pro" panose="020B05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Poppins" panose="00000500000000000000" pitchFamily="2" charset="0"/>
              <a:buChar char="–"/>
              <a:tabLst>
                <a:tab pos="88900" algn="l"/>
              </a:tabLst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6700" algn="l" defTabSz="989013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sz="12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06450" marR="0" indent="-266700" algn="l" defTabSz="6286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750" indent="261938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lang="fr-FR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0725" indent="360363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lang="fr-FR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6450" marR="0" indent="-2667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lang="fr-FR" sz="1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6450" indent="-266700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tabLst>
                <a:tab pos="982663" algn="l"/>
              </a:tabLst>
              <a:defRPr lang="fr-FR" sz="1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The protection of Vital Importance Point</a:t>
            </a:r>
            <a:r>
              <a:rPr lang="en-US" sz="1200" b="1" noProof="0" dirty="0"/>
              <a:t>, in the French Military programing law, relies on applying the defense in depth principle:</a:t>
            </a:r>
          </a:p>
          <a:p>
            <a:r>
              <a:rPr lang="en-US" sz="1200" i="1" dirty="0"/>
              <a:t>“ </a:t>
            </a:r>
            <a:r>
              <a:rPr lang="en-US" sz="1200" i="1" u="none" strike="noStrike" baseline="0" noProof="0" dirty="0"/>
              <a:t>Defense in depth consists in superposing several lines of defense, composed of several security measures, each line </a:t>
            </a:r>
            <a:r>
              <a:rPr lang="en-US" sz="1200" i="1" dirty="0"/>
              <a:t>weakening the attack and strengthening the following line in order to avoid the destruction or the takeover of the key component of the VIP, or limiting its effects.”</a:t>
            </a:r>
            <a:r>
              <a:rPr lang="en-US" sz="1200" i="1" u="none" strike="noStrike" baseline="0" noProof="0" dirty="0"/>
              <a:t> Guide </a:t>
            </a:r>
            <a:r>
              <a:rPr lang="en-US" sz="1200" i="1" dirty="0"/>
              <a:t>of the Particular Protection Plan</a:t>
            </a:r>
            <a:endParaRPr lang="en-US" sz="1200" i="1" noProof="0" dirty="0"/>
          </a:p>
        </p:txBody>
      </p:sp>
      <p:sp>
        <p:nvSpPr>
          <p:cNvPr id="14" name="TextBox 10" descr="&#10;">
            <a:extLst>
              <a:ext uri="{FF2B5EF4-FFF2-40B4-BE49-F238E27FC236}">
                <a16:creationId xmlns:a16="http://schemas.microsoft.com/office/drawing/2014/main" id="{40DAA244-2121-8BF0-9770-D1F1B437B4D6}"/>
              </a:ext>
            </a:extLst>
          </p:cNvPr>
          <p:cNvSpPr txBox="1">
            <a:spLocks/>
          </p:cNvSpPr>
          <p:nvPr/>
        </p:nvSpPr>
        <p:spPr>
          <a:xfrm>
            <a:off x="1207884" y="5930856"/>
            <a:ext cx="10229849" cy="59871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72000" tIns="36000" rIns="7200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tabLst/>
              <a:defRPr sz="160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1463" indent="-2714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venir Next LT Pro" panose="020B05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Poppins" panose="00000500000000000000" pitchFamily="2" charset="0"/>
              <a:buChar char="–"/>
              <a:tabLst>
                <a:tab pos="88900" algn="l"/>
              </a:tabLst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6700" algn="l" defTabSz="989013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sz="12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06450" marR="0" indent="-266700" algn="l" defTabSz="6286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750" indent="261938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lang="fr-FR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0725" indent="360363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lang="fr-FR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6450" marR="0" indent="-2667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lang="fr-FR" sz="1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6450" indent="-266700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tabLst>
                <a:tab pos="982663" algn="l"/>
              </a:tabLst>
              <a:defRPr lang="fr-FR" sz="1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The Particular Plan currently describe the VIP security, the protective measures and physical protection related to the compliance to the National Security Law (LPM). </a:t>
            </a:r>
            <a:r>
              <a:rPr lang="en-US" sz="1200" noProof="0" dirty="0"/>
              <a:t> Those elements are likely to be transposed in the </a:t>
            </a:r>
            <a:r>
              <a:rPr lang="en-US" sz="1200" dirty="0"/>
              <a:t>Resilience Particular Plan</a:t>
            </a:r>
            <a:r>
              <a:rPr lang="en-US" sz="1200" noProof="0" dirty="0"/>
              <a:t>.</a:t>
            </a: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A9C4FCFF-B6C6-B78A-16F7-12F0BCBC1752}"/>
              </a:ext>
            </a:extLst>
          </p:cNvPr>
          <p:cNvSpPr txBox="1">
            <a:spLocks/>
          </p:cNvSpPr>
          <p:nvPr/>
        </p:nvSpPr>
        <p:spPr>
          <a:xfrm>
            <a:off x="8455766" y="3274962"/>
            <a:ext cx="1495576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noProof="0" dirty="0"/>
              <a:t>CCTV, </a:t>
            </a:r>
            <a:r>
              <a:rPr lang="en-US" sz="900" dirty="0"/>
              <a:t>motion detectors, intrusion alerts</a:t>
            </a:r>
            <a:endParaRPr lang="en-US" sz="900" noProof="0" dirty="0"/>
          </a:p>
        </p:txBody>
      </p:sp>
      <p:sp>
        <p:nvSpPr>
          <p:cNvPr id="16" name="TextBox 3">
            <a:extLst>
              <a:ext uri="{FF2B5EF4-FFF2-40B4-BE49-F238E27FC236}">
                <a16:creationId xmlns:a16="http://schemas.microsoft.com/office/drawing/2014/main" id="{4BE4D90E-A5EE-5E23-B0C2-F23A5BEBBB7B}"/>
              </a:ext>
            </a:extLst>
          </p:cNvPr>
          <p:cNvSpPr txBox="1">
            <a:spLocks/>
          </p:cNvSpPr>
          <p:nvPr/>
        </p:nvSpPr>
        <p:spPr>
          <a:xfrm>
            <a:off x="7580419" y="4781899"/>
            <a:ext cx="1484273" cy="90794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noProof="0" dirty="0"/>
              <a:t>Protection </a:t>
            </a:r>
            <a:r>
              <a:rPr lang="en-US" sz="900" dirty="0"/>
              <a:t>of vital equipment (</a:t>
            </a:r>
            <a:r>
              <a:rPr lang="en-US" sz="900" noProof="0" dirty="0"/>
              <a:t>generators, communication systems, networks …)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Dangerous material storage  protection</a:t>
            </a:r>
            <a:r>
              <a:rPr lang="en-US" sz="900" noProof="0" dirty="0"/>
              <a:t>…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6FC7F0AA-D0AF-7F12-25A3-B64398D90141}"/>
              </a:ext>
            </a:extLst>
          </p:cNvPr>
          <p:cNvSpPr txBox="1">
            <a:spLocks/>
          </p:cNvSpPr>
          <p:nvPr/>
        </p:nvSpPr>
        <p:spPr>
          <a:xfrm>
            <a:off x="4828809" y="3271278"/>
            <a:ext cx="1495576" cy="4154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Walls</a:t>
            </a:r>
            <a:r>
              <a:rPr lang="en-US" sz="900" noProof="0" dirty="0"/>
              <a:t>, fences, barrier… </a:t>
            </a:r>
            <a:r>
              <a:rPr lang="en-US" sz="900" noProof="0" dirty="0" err="1"/>
              <a:t>Acces</a:t>
            </a:r>
            <a:r>
              <a:rPr lang="en-US" sz="900" noProof="0" dirty="0"/>
              <a:t> reinforcement (doors, windows…)</a:t>
            </a:r>
          </a:p>
        </p:txBody>
      </p:sp>
      <p:sp>
        <p:nvSpPr>
          <p:cNvPr id="20" name="TextBox 2">
            <a:extLst>
              <a:ext uri="{FF2B5EF4-FFF2-40B4-BE49-F238E27FC236}">
                <a16:creationId xmlns:a16="http://schemas.microsoft.com/office/drawing/2014/main" id="{072EB0C0-421B-15AF-F51D-43581D9CAEED}"/>
              </a:ext>
            </a:extLst>
          </p:cNvPr>
          <p:cNvSpPr txBox="1">
            <a:spLocks/>
          </p:cNvSpPr>
          <p:nvPr/>
        </p:nvSpPr>
        <p:spPr>
          <a:xfrm>
            <a:off x="5821827" y="4788318"/>
            <a:ext cx="1484273" cy="4154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Vehicles checking system</a:t>
            </a:r>
            <a:r>
              <a:rPr lang="en-US" sz="900" noProof="0" dirty="0"/>
              <a:t>, license plate… Entry point control, </a:t>
            </a:r>
            <a:r>
              <a:rPr lang="en-US" sz="900" dirty="0"/>
              <a:t>vehicle barrier</a:t>
            </a:r>
            <a:endParaRPr lang="en-US" sz="900" noProof="0" dirty="0"/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D3A2A817-63B5-9C65-1E9E-781BC721D9A6}"/>
              </a:ext>
            </a:extLst>
          </p:cNvPr>
          <p:cNvSpPr txBox="1">
            <a:spLocks/>
          </p:cNvSpPr>
          <p:nvPr/>
        </p:nvSpPr>
        <p:spPr>
          <a:xfrm>
            <a:off x="9339013" y="4790189"/>
            <a:ext cx="1484273" cy="4154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noProof="0" dirty="0"/>
              <a:t>Security patrols, surveillance technologies, dogs…</a:t>
            </a:r>
          </a:p>
        </p:txBody>
      </p:sp>
      <p:graphicFrame>
        <p:nvGraphicFramePr>
          <p:cNvPr id="18" name="Diagramme 17">
            <a:extLst>
              <a:ext uri="{FF2B5EF4-FFF2-40B4-BE49-F238E27FC236}">
                <a16:creationId xmlns:a16="http://schemas.microsoft.com/office/drawing/2014/main" id="{E6A7A70D-4430-35FF-D398-F43E0EA1E0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1519167"/>
              </p:ext>
            </p:extLst>
          </p:nvPr>
        </p:nvGraphicFramePr>
        <p:xfrm>
          <a:off x="4047" y="2181606"/>
          <a:ext cx="5301494" cy="3108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22" name="TextBox 10" descr="&#10;">
            <a:extLst>
              <a:ext uri="{FF2B5EF4-FFF2-40B4-BE49-F238E27FC236}">
                <a16:creationId xmlns:a16="http://schemas.microsoft.com/office/drawing/2014/main" id="{3D9EE923-0EB4-5903-0355-3076D3CA73FC}"/>
              </a:ext>
            </a:extLst>
          </p:cNvPr>
          <p:cNvSpPr txBox="1">
            <a:spLocks/>
          </p:cNvSpPr>
          <p:nvPr/>
        </p:nvSpPr>
        <p:spPr>
          <a:xfrm>
            <a:off x="4958967" y="1817848"/>
            <a:ext cx="6312283" cy="634134"/>
          </a:xfrm>
          <a:prstGeom prst="rect">
            <a:avLst/>
          </a:prstGeom>
        </p:spPr>
        <p:txBody>
          <a:bodyPr vert="horz" lIns="0" tIns="36000" rIns="0" bIns="36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tabLst/>
              <a:defRPr sz="160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1463" indent="-2714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venir Next LT Pro" panose="020B05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Poppins" panose="00000500000000000000" pitchFamily="2" charset="0"/>
              <a:buChar char="–"/>
              <a:tabLst>
                <a:tab pos="88900" algn="l"/>
              </a:tabLst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6700" algn="l" defTabSz="989013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sz="12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06450" marR="0" indent="-266700" algn="l" defTabSz="6286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750" indent="261938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lang="fr-FR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0725" indent="360363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lang="fr-FR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6450" marR="0" indent="-2667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lang="fr-FR" sz="1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6450" indent="-266700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tabLst>
                <a:tab pos="982663" algn="l"/>
              </a:tabLst>
              <a:defRPr lang="fr-FR" sz="1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sz="1100" noProof="0" dirty="0"/>
              <a:t>The measures and systems allowing the protection of the facilities combine </a:t>
            </a:r>
            <a:r>
              <a:rPr lang="en-US" sz="1100" b="1" noProof="0" dirty="0"/>
              <a:t>organizational</a:t>
            </a:r>
            <a:r>
              <a:rPr lang="en-US" sz="1100" noProof="0" dirty="0"/>
              <a:t>, </a:t>
            </a:r>
            <a:r>
              <a:rPr lang="en-US" sz="1100" b="1" noProof="0" dirty="0"/>
              <a:t>physical</a:t>
            </a:r>
            <a:r>
              <a:rPr lang="en-US" sz="1100" noProof="0" dirty="0"/>
              <a:t> and </a:t>
            </a:r>
            <a:r>
              <a:rPr lang="en-US" sz="1100" b="1" noProof="0" dirty="0"/>
              <a:t>digital</a:t>
            </a:r>
            <a:r>
              <a:rPr lang="en-US" sz="1100" noProof="0" dirty="0"/>
              <a:t> means. A growing </a:t>
            </a:r>
            <a:r>
              <a:rPr lang="en-US" sz="1100" dirty="0"/>
              <a:t>entanglement</a:t>
            </a:r>
            <a:r>
              <a:rPr lang="en-US" sz="1100" noProof="0" dirty="0"/>
              <a:t> between the last two aspects is observed. </a:t>
            </a:r>
          </a:p>
          <a:p>
            <a:pPr algn="ctr">
              <a:spcBef>
                <a:spcPts val="0"/>
              </a:spcBef>
            </a:pPr>
            <a:r>
              <a:rPr lang="en-US" sz="1100" dirty="0"/>
              <a:t>Some examples are given below:</a:t>
            </a:r>
            <a:endParaRPr lang="en-US" sz="1100" noProof="0" dirty="0"/>
          </a:p>
        </p:txBody>
      </p:sp>
      <p:sp>
        <p:nvSpPr>
          <p:cNvPr id="23" name="TextBox 18" descr="&#10;">
            <a:extLst>
              <a:ext uri="{FF2B5EF4-FFF2-40B4-BE49-F238E27FC236}">
                <a16:creationId xmlns:a16="http://schemas.microsoft.com/office/drawing/2014/main" id="{BE9B8207-0721-2723-BE65-A6298F6BA9C7}"/>
              </a:ext>
            </a:extLst>
          </p:cNvPr>
          <p:cNvSpPr txBox="1">
            <a:spLocks/>
          </p:cNvSpPr>
          <p:nvPr/>
        </p:nvSpPr>
        <p:spPr>
          <a:xfrm>
            <a:off x="4827233" y="2683368"/>
            <a:ext cx="1495576" cy="561367"/>
          </a:xfrm>
          <a:prstGeom prst="rect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0" tIns="36000" rIns="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tabLst/>
              <a:defRPr sz="160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1463" indent="-2714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venir Next LT Pro" panose="020B05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Poppins" panose="00000500000000000000" pitchFamily="2" charset="0"/>
              <a:buChar char="–"/>
              <a:tabLst>
                <a:tab pos="88900" algn="l"/>
              </a:tabLst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6700" algn="l" defTabSz="989013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sz="12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06450" marR="0" indent="-266700" algn="l" defTabSz="6286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750" indent="261938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lang="fr-FR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0725" indent="360363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lang="fr-FR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6450" marR="0" indent="-2667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lang="fr-FR" sz="1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6450" indent="-266700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tabLst>
                <a:tab pos="982663" algn="l"/>
              </a:tabLst>
              <a:defRPr lang="fr-FR" sz="1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sz="1050" dirty="0">
                <a:solidFill>
                  <a:schemeClr val="bg2"/>
                </a:solidFill>
              </a:rPr>
              <a:t>Perimeter Security</a:t>
            </a:r>
            <a:endParaRPr lang="en-US" sz="1050" noProof="0" dirty="0">
              <a:solidFill>
                <a:schemeClr val="bg2"/>
              </a:solidFill>
            </a:endParaRPr>
          </a:p>
        </p:txBody>
      </p:sp>
      <p:sp>
        <p:nvSpPr>
          <p:cNvPr id="24" name="TextBox 18" descr="&#10;">
            <a:extLst>
              <a:ext uri="{FF2B5EF4-FFF2-40B4-BE49-F238E27FC236}">
                <a16:creationId xmlns:a16="http://schemas.microsoft.com/office/drawing/2014/main" id="{A818A559-6F26-4891-FC7F-D5938572534D}"/>
              </a:ext>
            </a:extLst>
          </p:cNvPr>
          <p:cNvSpPr txBox="1">
            <a:spLocks/>
          </p:cNvSpPr>
          <p:nvPr/>
        </p:nvSpPr>
        <p:spPr>
          <a:xfrm>
            <a:off x="6641499" y="2683368"/>
            <a:ext cx="1495576" cy="561367"/>
          </a:xfrm>
          <a:prstGeom prst="rect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0" tIns="36000" rIns="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tabLst/>
              <a:defRPr sz="160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1463" indent="-2714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venir Next LT Pro" panose="020B05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Poppins" panose="00000500000000000000" pitchFamily="2" charset="0"/>
              <a:buChar char="–"/>
              <a:tabLst>
                <a:tab pos="88900" algn="l"/>
              </a:tabLst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6700" algn="l" defTabSz="989013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sz="12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06450" marR="0" indent="-266700" algn="l" defTabSz="6286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750" indent="261938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lang="fr-FR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0725" indent="360363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lang="fr-FR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6450" marR="0" indent="-2667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lang="fr-FR" sz="1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6450" indent="-266700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tabLst>
                <a:tab pos="982663" algn="l"/>
              </a:tabLst>
              <a:defRPr lang="fr-FR" sz="1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1050" dirty="0">
                <a:solidFill>
                  <a:schemeClr val="bg2"/>
                </a:solidFill>
              </a:rPr>
              <a:t>Access control</a:t>
            </a:r>
            <a:endParaRPr lang="en-US" sz="1050" noProof="0" dirty="0">
              <a:solidFill>
                <a:schemeClr val="bg2"/>
              </a:solidFill>
            </a:endParaRPr>
          </a:p>
        </p:txBody>
      </p:sp>
      <p:sp>
        <p:nvSpPr>
          <p:cNvPr id="25" name="TextBox 8">
            <a:extLst>
              <a:ext uri="{FF2B5EF4-FFF2-40B4-BE49-F238E27FC236}">
                <a16:creationId xmlns:a16="http://schemas.microsoft.com/office/drawing/2014/main" id="{F45B3936-0F31-C326-ADAA-8195F8D55021}"/>
              </a:ext>
            </a:extLst>
          </p:cNvPr>
          <p:cNvSpPr txBox="1">
            <a:spLocks/>
          </p:cNvSpPr>
          <p:nvPr/>
        </p:nvSpPr>
        <p:spPr>
          <a:xfrm>
            <a:off x="6641500" y="3270414"/>
            <a:ext cx="1495576" cy="5539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noProof="0" dirty="0"/>
              <a:t>Badge system, single-person access control,  traceability systems and processes, biometrics</a:t>
            </a:r>
          </a:p>
        </p:txBody>
      </p:sp>
      <p:sp>
        <p:nvSpPr>
          <p:cNvPr id="29" name="TextBox 18" descr="&#10;">
            <a:extLst>
              <a:ext uri="{FF2B5EF4-FFF2-40B4-BE49-F238E27FC236}">
                <a16:creationId xmlns:a16="http://schemas.microsoft.com/office/drawing/2014/main" id="{A473E6D4-64B6-2655-4B31-1D2D431C0510}"/>
              </a:ext>
            </a:extLst>
          </p:cNvPr>
          <p:cNvSpPr txBox="1">
            <a:spLocks/>
          </p:cNvSpPr>
          <p:nvPr/>
        </p:nvSpPr>
        <p:spPr>
          <a:xfrm>
            <a:off x="8455766" y="2683368"/>
            <a:ext cx="1495576" cy="561367"/>
          </a:xfrm>
          <a:prstGeom prst="rect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0" tIns="36000" rIns="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tabLst/>
              <a:defRPr sz="160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1463" indent="-2714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venir Next LT Pro" panose="020B05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Poppins" panose="00000500000000000000" pitchFamily="2" charset="0"/>
              <a:buChar char="–"/>
              <a:tabLst>
                <a:tab pos="88900" algn="l"/>
              </a:tabLst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6700" algn="l" defTabSz="989013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sz="12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06450" marR="0" indent="-266700" algn="l" defTabSz="6286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750" indent="261938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lang="fr-FR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0725" indent="360363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lang="fr-FR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6450" marR="0" indent="-2667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lang="fr-FR" sz="1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6450" indent="-266700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tabLst>
                <a:tab pos="982663" algn="l"/>
              </a:tabLst>
              <a:defRPr lang="fr-FR" sz="1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1050" noProof="0" dirty="0">
                <a:solidFill>
                  <a:schemeClr val="bg2"/>
                </a:solidFill>
              </a:rPr>
              <a:t>Supervision and detection</a:t>
            </a:r>
          </a:p>
        </p:txBody>
      </p:sp>
      <p:sp>
        <p:nvSpPr>
          <p:cNvPr id="30" name="TextBox 18" descr="&#10;">
            <a:extLst>
              <a:ext uri="{FF2B5EF4-FFF2-40B4-BE49-F238E27FC236}">
                <a16:creationId xmlns:a16="http://schemas.microsoft.com/office/drawing/2014/main" id="{E34A9F0A-ACF0-194B-9C56-FFD6D2ED1611}"/>
              </a:ext>
            </a:extLst>
          </p:cNvPr>
          <p:cNvSpPr txBox="1">
            <a:spLocks/>
          </p:cNvSpPr>
          <p:nvPr/>
        </p:nvSpPr>
        <p:spPr>
          <a:xfrm>
            <a:off x="5821827" y="4192161"/>
            <a:ext cx="1484273" cy="561367"/>
          </a:xfrm>
          <a:prstGeom prst="rect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0" tIns="36000" rIns="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tabLst/>
              <a:defRPr sz="160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1463" indent="-2714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venir Next LT Pro" panose="020B05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Poppins" panose="00000500000000000000" pitchFamily="2" charset="0"/>
              <a:buChar char="–"/>
              <a:tabLst>
                <a:tab pos="88900" algn="l"/>
              </a:tabLst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6700" algn="l" defTabSz="989013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sz="12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06450" marR="0" indent="-266700" algn="l" defTabSz="6286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750" indent="261938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lang="fr-FR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0725" indent="360363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lang="fr-FR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6450" marR="0" indent="-2667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lang="fr-FR" sz="1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6450" indent="-266700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tabLst>
                <a:tab pos="982663" algn="l"/>
              </a:tabLst>
              <a:defRPr lang="fr-FR" sz="1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1050" dirty="0">
                <a:solidFill>
                  <a:schemeClr val="bg2"/>
                </a:solidFill>
              </a:rPr>
              <a:t>Vehicle security</a:t>
            </a:r>
            <a:endParaRPr lang="en-US" sz="1050" noProof="0" dirty="0">
              <a:solidFill>
                <a:schemeClr val="bg2"/>
              </a:solidFill>
            </a:endParaRPr>
          </a:p>
        </p:txBody>
      </p:sp>
      <p:sp>
        <p:nvSpPr>
          <p:cNvPr id="31" name="TextBox 18" descr="&#10;">
            <a:extLst>
              <a:ext uri="{FF2B5EF4-FFF2-40B4-BE49-F238E27FC236}">
                <a16:creationId xmlns:a16="http://schemas.microsoft.com/office/drawing/2014/main" id="{425D3AE8-9940-97C1-8DAE-25649CBD3DBF}"/>
              </a:ext>
            </a:extLst>
          </p:cNvPr>
          <p:cNvSpPr txBox="1">
            <a:spLocks/>
          </p:cNvSpPr>
          <p:nvPr/>
        </p:nvSpPr>
        <p:spPr>
          <a:xfrm>
            <a:off x="7580419" y="4192161"/>
            <a:ext cx="1484273" cy="561367"/>
          </a:xfrm>
          <a:prstGeom prst="rect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0" tIns="36000" rIns="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tabLst/>
              <a:defRPr sz="160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1463" indent="-2714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venir Next LT Pro" panose="020B05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Poppins" panose="00000500000000000000" pitchFamily="2" charset="0"/>
              <a:buChar char="–"/>
              <a:tabLst>
                <a:tab pos="88900" algn="l"/>
              </a:tabLst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6700" algn="l" defTabSz="989013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sz="12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06450" marR="0" indent="-266700" algn="l" defTabSz="6286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750" indent="261938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lang="fr-FR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0725" indent="360363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lang="fr-FR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6450" marR="0" indent="-2667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lang="fr-FR" sz="1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6450" indent="-266700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tabLst>
                <a:tab pos="982663" algn="l"/>
              </a:tabLst>
              <a:defRPr lang="fr-FR" sz="1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1050" noProof="0" dirty="0">
                <a:solidFill>
                  <a:schemeClr val="bg2"/>
                </a:solidFill>
              </a:rPr>
              <a:t>Infrastructures protection</a:t>
            </a:r>
          </a:p>
        </p:txBody>
      </p:sp>
      <p:sp>
        <p:nvSpPr>
          <p:cNvPr id="32" name="TextBox 18" descr="&#10;">
            <a:extLst>
              <a:ext uri="{FF2B5EF4-FFF2-40B4-BE49-F238E27FC236}">
                <a16:creationId xmlns:a16="http://schemas.microsoft.com/office/drawing/2014/main" id="{6D1206B2-46CC-3906-E317-260C17088EAF}"/>
              </a:ext>
            </a:extLst>
          </p:cNvPr>
          <p:cNvSpPr txBox="1">
            <a:spLocks/>
          </p:cNvSpPr>
          <p:nvPr/>
        </p:nvSpPr>
        <p:spPr>
          <a:xfrm>
            <a:off x="9339013" y="4192161"/>
            <a:ext cx="1484273" cy="561367"/>
          </a:xfrm>
          <a:prstGeom prst="rect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0" tIns="36000" rIns="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tabLst/>
              <a:defRPr sz="160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1463" indent="-2714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venir Next LT Pro" panose="020B05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Poppins" panose="00000500000000000000" pitchFamily="2" charset="0"/>
              <a:buChar char="–"/>
              <a:tabLst>
                <a:tab pos="88900" algn="l"/>
              </a:tabLst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6700" algn="l" defTabSz="989013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sz="12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06450" marR="0" indent="-266700" algn="l" defTabSz="6286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750" indent="261938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lang="fr-FR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0725" indent="360363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lang="fr-FR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6450" marR="0" indent="-2667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lang="fr-FR" sz="1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6450" indent="-266700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tabLst>
                <a:tab pos="982663" algn="l"/>
              </a:tabLst>
              <a:defRPr lang="fr-FR" sz="1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sz="1050" noProof="0" dirty="0">
                <a:solidFill>
                  <a:schemeClr val="bg2"/>
                </a:solidFill>
              </a:rPr>
              <a:t>Security patrols</a:t>
            </a:r>
          </a:p>
        </p:txBody>
      </p:sp>
      <p:sp>
        <p:nvSpPr>
          <p:cNvPr id="33" name="TextBox 18" descr="&#10;">
            <a:extLst>
              <a:ext uri="{FF2B5EF4-FFF2-40B4-BE49-F238E27FC236}">
                <a16:creationId xmlns:a16="http://schemas.microsoft.com/office/drawing/2014/main" id="{72BE4DB3-CBE3-D8D3-EE90-D90BFEA4908E}"/>
              </a:ext>
            </a:extLst>
          </p:cNvPr>
          <p:cNvSpPr txBox="1">
            <a:spLocks/>
          </p:cNvSpPr>
          <p:nvPr/>
        </p:nvSpPr>
        <p:spPr>
          <a:xfrm>
            <a:off x="10270032" y="2683368"/>
            <a:ext cx="1640464" cy="561367"/>
          </a:xfrm>
          <a:prstGeom prst="rect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vert="horz" lIns="0" tIns="36000" rIns="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tabLst/>
              <a:defRPr sz="160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1463" indent="-2714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venir Next LT Pro" panose="020B05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Poppins" panose="00000500000000000000" pitchFamily="2" charset="0"/>
              <a:buChar char="–"/>
              <a:tabLst>
                <a:tab pos="88900" algn="l"/>
              </a:tabLst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6700" algn="l" defTabSz="989013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sz="12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06450" marR="0" indent="-266700" algn="l" defTabSz="6286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750" indent="261938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lang="fr-FR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0725" indent="360363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lang="fr-FR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6450" marR="0" indent="-2667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lang="fr-FR" sz="1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6450" indent="-266700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tabLst>
                <a:tab pos="982663" algn="l"/>
              </a:tabLst>
              <a:defRPr lang="fr-FR" sz="1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sz="1050" noProof="0" dirty="0">
                <a:solidFill>
                  <a:schemeClr val="bg2"/>
                </a:solidFill>
              </a:rPr>
              <a:t>Centralized Technical Management</a:t>
            </a:r>
            <a:r>
              <a:rPr lang="en-US" sz="1050" dirty="0">
                <a:solidFill>
                  <a:schemeClr val="bg2"/>
                </a:solidFill>
              </a:rPr>
              <a:t> / Technical Building Management</a:t>
            </a:r>
            <a:endParaRPr lang="en-US" sz="1050" noProof="0" dirty="0">
              <a:solidFill>
                <a:schemeClr val="bg2"/>
              </a:solidFill>
            </a:endParaRPr>
          </a:p>
        </p:txBody>
      </p:sp>
      <p:sp>
        <p:nvSpPr>
          <p:cNvPr id="34" name="TextBox 1">
            <a:extLst>
              <a:ext uri="{FF2B5EF4-FFF2-40B4-BE49-F238E27FC236}">
                <a16:creationId xmlns:a16="http://schemas.microsoft.com/office/drawing/2014/main" id="{EE5B9DFD-706F-871E-5CFA-6D8B48A01EE7}"/>
              </a:ext>
            </a:extLst>
          </p:cNvPr>
          <p:cNvSpPr txBox="1">
            <a:spLocks/>
          </p:cNvSpPr>
          <p:nvPr/>
        </p:nvSpPr>
        <p:spPr>
          <a:xfrm>
            <a:off x="10270032" y="3282913"/>
            <a:ext cx="1640464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Fire systems</a:t>
            </a:r>
            <a:r>
              <a:rPr lang="en-US" sz="900" noProof="0" dirty="0"/>
              <a:t>,cooling systems…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79D4DD08-D933-CA36-65AE-66B922AE1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58814" y="6044846"/>
            <a:ext cx="360000" cy="360364"/>
            <a:chOff x="719932" y="719932"/>
            <a:chExt cx="720724" cy="720724"/>
          </a:xfrm>
        </p:grpSpPr>
        <p:pic>
          <p:nvPicPr>
            <p:cNvPr id="36" name="Graphic - Magnifying glass - house [0]">
              <a:extLst>
                <a:ext uri="{FF2B5EF4-FFF2-40B4-BE49-F238E27FC236}">
                  <a16:creationId xmlns:a16="http://schemas.microsoft.com/office/drawing/2014/main" id="{4B9F9122-AEE8-C7FF-5837-AD1346E85FCD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719932" y="719932"/>
              <a:ext cx="720724" cy="720724"/>
            </a:xfrm>
            <a:prstGeom prst="rect">
              <a:avLst/>
            </a:prstGeom>
          </p:spPr>
        </p:pic>
        <p:pic>
          <p:nvPicPr>
            <p:cNvPr id="37" name="Graphic - Magnifying glass - house [1]" hidden="1">
              <a:extLst>
                <a:ext uri="{FF2B5EF4-FFF2-40B4-BE49-F238E27FC236}">
                  <a16:creationId xmlns:a16="http://schemas.microsoft.com/office/drawing/2014/main" id="{8A442836-4910-BD60-402F-E0EB38E735E3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719932" y="719932"/>
              <a:ext cx="720724" cy="7207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2587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16E3A2-9C8E-B863-4D12-ABFE080FE6D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3984" y="-936774"/>
            <a:ext cx="11342769" cy="936774"/>
          </a:xfrm>
        </p:spPr>
        <p:txBody>
          <a:bodyPr vert="horz" lIns="0" tIns="0" rIns="0" bIns="0" rtlCol="0" anchor="b">
            <a:noAutofit/>
          </a:bodyPr>
          <a:lstStyle/>
          <a:p>
            <a:r>
              <a:rPr lang="en-US" noProof="0" dirty="0"/>
              <a:t>End page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8056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975DCAA-A069-461B-D117-4DD0971D6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3DC700-F8DA-61A6-1B48-A4E5A657A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177" y="440285"/>
            <a:ext cx="11342769" cy="936773"/>
          </a:xfrm>
        </p:spPr>
        <p:txBody>
          <a:bodyPr/>
          <a:lstStyle/>
          <a:p>
            <a:r>
              <a:rPr lang="en-US" sz="2200" noProof="0" dirty="0"/>
              <a:t>Best practices and recommendations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101C2C-5EE3-AD62-9943-DF3E43E6D9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>
                <a:latin typeface="+mn-lt"/>
              </a:rPr>
              <a:t>INTRODUCTION to rec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35C13FA-0520-DA52-0483-49E7133096E5}"/>
              </a:ext>
            </a:extLst>
          </p:cNvPr>
          <p:cNvSpPr/>
          <p:nvPr/>
        </p:nvSpPr>
        <p:spPr>
          <a:xfrm>
            <a:off x="612648" y="1499616"/>
            <a:ext cx="7269480" cy="3639312"/>
          </a:xfrm>
          <a:prstGeom prst="rect">
            <a:avLst/>
          </a:prstGeom>
          <a:solidFill>
            <a:schemeClr val="accent6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algn="l">
              <a:spcBef>
                <a:spcPts val="600"/>
              </a:spcBef>
              <a:buFontTx/>
              <a:buChar char="-"/>
            </a:pPr>
            <a:r>
              <a:rPr lang="en-US" sz="2000" noProof="0" dirty="0" err="1">
                <a:solidFill>
                  <a:schemeClr val="bg2"/>
                </a:solidFill>
                <a:ea typeface="+mj-ea"/>
                <a:cs typeface="+mj-cs"/>
              </a:rPr>
              <a:t>Méthodologie</a:t>
            </a:r>
            <a:r>
              <a:rPr lang="en-US" sz="2000" noProof="0" dirty="0">
                <a:solidFill>
                  <a:schemeClr val="bg2"/>
                </a:solidFill>
                <a:ea typeface="+mj-ea"/>
                <a:cs typeface="+mj-cs"/>
              </a:rPr>
              <a:t> des analyses de </a:t>
            </a:r>
            <a:r>
              <a:rPr lang="en-US" sz="2000" noProof="0" dirty="0" err="1">
                <a:solidFill>
                  <a:schemeClr val="bg2"/>
                </a:solidFill>
                <a:ea typeface="+mj-ea"/>
                <a:cs typeface="+mj-cs"/>
              </a:rPr>
              <a:t>risques</a:t>
            </a:r>
            <a:endParaRPr lang="en-US" sz="2000" noProof="0" dirty="0">
              <a:solidFill>
                <a:schemeClr val="bg2"/>
              </a:solidFill>
              <a:ea typeface="+mj-ea"/>
              <a:cs typeface="+mj-cs"/>
            </a:endParaRPr>
          </a:p>
          <a:p>
            <a:pPr marL="342900" indent="-342900" algn="l">
              <a:spcBef>
                <a:spcPts val="600"/>
              </a:spcBef>
              <a:buFontTx/>
              <a:buChar char="-"/>
            </a:pPr>
            <a:r>
              <a:rPr lang="en-US" sz="2000" dirty="0">
                <a:solidFill>
                  <a:schemeClr val="bg2"/>
                </a:solidFill>
                <a:ea typeface="+mj-ea"/>
                <a:cs typeface="+mj-cs"/>
              </a:rPr>
              <a:t>Ex: </a:t>
            </a:r>
            <a:r>
              <a:rPr lang="en-US" sz="2000" dirty="0" err="1">
                <a:solidFill>
                  <a:schemeClr val="bg2"/>
                </a:solidFill>
                <a:ea typeface="+mj-ea"/>
                <a:cs typeface="+mj-cs"/>
              </a:rPr>
              <a:t>méthodo</a:t>
            </a:r>
            <a:r>
              <a:rPr lang="en-US" sz="2000" dirty="0">
                <a:solidFill>
                  <a:schemeClr val="bg2"/>
                </a:solidFill>
                <a:ea typeface="+mj-ea"/>
                <a:cs typeface="+mj-cs"/>
              </a:rPr>
              <a:t> propose par le SGDSN</a:t>
            </a:r>
          </a:p>
          <a:p>
            <a:pPr marL="342900" indent="-342900" algn="l">
              <a:spcBef>
                <a:spcPts val="600"/>
              </a:spcBef>
              <a:buFontTx/>
              <a:buChar char="-"/>
            </a:pPr>
            <a:r>
              <a:rPr lang="en-US" sz="2000" noProof="0" dirty="0" err="1">
                <a:solidFill>
                  <a:schemeClr val="bg2"/>
                </a:solidFill>
                <a:ea typeface="+mj-ea"/>
                <a:cs typeface="+mj-cs"/>
              </a:rPr>
              <a:t>Réf</a:t>
            </a:r>
            <a:r>
              <a:rPr lang="en-US" sz="2000" noProof="0" dirty="0">
                <a:solidFill>
                  <a:schemeClr val="bg2"/>
                </a:solidFill>
                <a:ea typeface="+mj-ea"/>
                <a:cs typeface="+mj-cs"/>
              </a:rPr>
              <a:t> mission ; Yvain Tavernier</a:t>
            </a:r>
          </a:p>
          <a:p>
            <a:pPr marL="342900" indent="-342900" algn="l">
              <a:spcBef>
                <a:spcPts val="600"/>
              </a:spcBef>
              <a:buFontTx/>
              <a:buChar char="-"/>
            </a:pPr>
            <a:r>
              <a:rPr lang="en-US" sz="2000" dirty="0">
                <a:solidFill>
                  <a:schemeClr val="bg2"/>
                </a:solidFill>
                <a:ea typeface="+mj-ea"/>
                <a:cs typeface="+mj-cs"/>
              </a:rPr>
              <a:t>Pro/Ppr </a:t>
            </a:r>
            <a:endParaRPr lang="en-US" sz="2000" noProof="0" dirty="0">
              <a:solidFill>
                <a:schemeClr val="bg2"/>
              </a:solidFill>
              <a:ea typeface="+mj-ea"/>
              <a:cs typeface="+mj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CB79FF-362B-BBE4-588F-D59283FD038C}"/>
              </a:ext>
            </a:extLst>
          </p:cNvPr>
          <p:cNvSpPr/>
          <p:nvPr/>
        </p:nvSpPr>
        <p:spPr>
          <a:xfrm>
            <a:off x="6836664" y="1622174"/>
            <a:ext cx="7269480" cy="3639312"/>
          </a:xfrm>
          <a:prstGeom prst="rect">
            <a:avLst/>
          </a:prstGeom>
          <a:solidFill>
            <a:schemeClr val="accent6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algn="l">
              <a:spcBef>
                <a:spcPts val="600"/>
              </a:spcBef>
              <a:buFontTx/>
              <a:buChar char="-"/>
            </a:pPr>
            <a:r>
              <a:rPr lang="en-US" sz="2000" noProof="0" dirty="0">
                <a:solidFill>
                  <a:schemeClr val="bg2"/>
                </a:solidFill>
                <a:ea typeface="+mj-ea"/>
                <a:cs typeface="+mj-cs"/>
              </a:rPr>
              <a:t>Cf </a:t>
            </a:r>
            <a:r>
              <a:rPr lang="en-US" sz="2000" noProof="0" dirty="0" err="1">
                <a:solidFill>
                  <a:schemeClr val="bg2"/>
                </a:solidFill>
                <a:ea typeface="+mj-ea"/>
                <a:cs typeface="+mj-cs"/>
              </a:rPr>
              <a:t>décryptage</a:t>
            </a:r>
            <a:r>
              <a:rPr lang="en-US" sz="2000" noProof="0" dirty="0">
                <a:solidFill>
                  <a:schemeClr val="bg2"/>
                </a:solidFill>
                <a:ea typeface="+mj-ea"/>
                <a:cs typeface="+mj-cs"/>
              </a:rPr>
              <a:t> Wassim sur les due dill pour les background check</a:t>
            </a:r>
          </a:p>
          <a:p>
            <a:pPr marL="342900" indent="-342900" algn="l">
              <a:spcBef>
                <a:spcPts val="600"/>
              </a:spcBef>
              <a:buFontTx/>
              <a:buChar char="-"/>
            </a:pPr>
            <a:endParaRPr lang="en-US" sz="2000" dirty="0">
              <a:solidFill>
                <a:schemeClr val="bg2"/>
              </a:solidFill>
              <a:ea typeface="+mj-ea"/>
              <a:cs typeface="+mj-cs"/>
            </a:endParaRPr>
          </a:p>
          <a:p>
            <a:pPr marL="342900" indent="-342900" algn="l">
              <a:spcBef>
                <a:spcPts val="600"/>
              </a:spcBef>
              <a:buFontTx/>
              <a:buChar char="-"/>
            </a:pPr>
            <a:r>
              <a:rPr lang="en-US" sz="2000" dirty="0" err="1">
                <a:solidFill>
                  <a:schemeClr val="bg2"/>
                </a:solidFill>
                <a:ea typeface="+mj-ea"/>
                <a:cs typeface="+mj-cs"/>
              </a:rPr>
              <a:t>Analyse</a:t>
            </a:r>
            <a:r>
              <a:rPr lang="en-US" sz="2000" dirty="0">
                <a:solidFill>
                  <a:schemeClr val="bg2"/>
                </a:solidFill>
                <a:ea typeface="+mj-ea"/>
                <a:cs typeface="+mj-cs"/>
              </a:rPr>
              <a:t> de </a:t>
            </a:r>
            <a:r>
              <a:rPr lang="en-US" sz="2000" dirty="0" err="1">
                <a:solidFill>
                  <a:schemeClr val="bg2"/>
                </a:solidFill>
                <a:ea typeface="+mj-ea"/>
                <a:cs typeface="+mj-cs"/>
              </a:rPr>
              <a:t>dépendances</a:t>
            </a:r>
            <a:endParaRPr lang="en-US" sz="2000" noProof="0" dirty="0">
              <a:solidFill>
                <a:schemeClr val="bg2"/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50904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E94E02A-4EF6-1C3B-6831-C2FC484A4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14785-DFF0-103F-18EB-E7584A79CB69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4" name="Espace réservé du texte 1">
            <a:extLst>
              <a:ext uri="{FF2B5EF4-FFF2-40B4-BE49-F238E27FC236}">
                <a16:creationId xmlns:a16="http://schemas.microsoft.com/office/drawing/2014/main" id="{098C06FE-F114-D77E-1FDB-01DBA38EF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355" y="144313"/>
            <a:ext cx="7794704" cy="260499"/>
          </a:xfrm>
        </p:spPr>
        <p:txBody>
          <a:bodyPr/>
          <a:lstStyle/>
          <a:p>
            <a:r>
              <a:rPr lang="en-US" noProof="0" dirty="0"/>
              <a:t>Best practices</a:t>
            </a:r>
            <a:endParaRPr lang="en-US" noProof="0" dirty="0">
              <a:latin typeface="+mn-lt"/>
            </a:endParaRPr>
          </a:p>
        </p:txBody>
      </p:sp>
      <p:sp>
        <p:nvSpPr>
          <p:cNvPr id="15" name="Title 10">
            <a:extLst>
              <a:ext uri="{FF2B5EF4-FFF2-40B4-BE49-F238E27FC236}">
                <a16:creationId xmlns:a16="http://schemas.microsoft.com/office/drawing/2014/main" id="{A308E075-ECFA-1F29-8F0B-B6B68C878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54" y="404667"/>
            <a:ext cx="11342769" cy="507112"/>
          </a:xfrm>
        </p:spPr>
        <p:txBody>
          <a:bodyPr/>
          <a:lstStyle/>
          <a:p>
            <a:r>
              <a:rPr lang="en-US" noProof="0" dirty="0"/>
              <a:t>Focus on risk </a:t>
            </a:r>
            <a:r>
              <a:rPr lang="en-US" dirty="0"/>
              <a:t>major </a:t>
            </a:r>
            <a:r>
              <a:rPr lang="en-US" noProof="0" dirty="0"/>
              <a:t>analysis methodologies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3142B7-0D3A-E676-8963-3AE9F3CC716C}"/>
              </a:ext>
            </a:extLst>
          </p:cNvPr>
          <p:cNvGraphicFramePr>
            <a:graphicFrameLocks noGrp="1"/>
          </p:cNvGraphicFramePr>
          <p:nvPr/>
        </p:nvGraphicFramePr>
        <p:xfrm>
          <a:off x="-6720344" y="-11017"/>
          <a:ext cx="6450797" cy="9000250"/>
        </p:xfrm>
        <a:graphic>
          <a:graphicData uri="http://schemas.openxmlformats.org/drawingml/2006/table">
            <a:tbl>
              <a:tblPr/>
              <a:tblGrid>
                <a:gridCol w="6450797">
                  <a:extLst>
                    <a:ext uri="{9D8B030D-6E8A-4147-A177-3AD203B41FA5}">
                      <a16:colId xmlns:a16="http://schemas.microsoft.com/office/drawing/2014/main" val="1358614359"/>
                    </a:ext>
                  </a:extLst>
                </a:gridCol>
              </a:tblGrid>
              <a:tr h="4704462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  <a:t>Bien sûr ! Voici une liste des </a:t>
                      </a: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principaux </a:t>
                      </a:r>
                      <a:r>
                        <a:rPr lang="fr-FR" sz="900" b="1" i="0" dirty="0" err="1">
                          <a:effectLst/>
                          <a:latin typeface="Segoe UI" panose="020B0502040204020203" pitchFamily="34" charset="0"/>
                        </a:rPr>
                        <a:t>frameworks</a:t>
                      </a: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 d'analyse de risque en cybersécurité</a:t>
                      </a:r>
                      <a: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  <a:t> largement utilisés 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b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</a:br>
                      <a:endParaRPr lang="fr-FR" sz="9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✅ 1. NIST </a:t>
                      </a:r>
                      <a:r>
                        <a:rPr lang="fr-FR" sz="900" b="1" i="0" dirty="0" err="1">
                          <a:effectLst/>
                          <a:latin typeface="Segoe UI" panose="020B0502040204020203" pitchFamily="34" charset="0"/>
                        </a:rPr>
                        <a:t>Cybersecurity</a:t>
                      </a: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 Framework (CSF)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Origine</a:t>
                      </a:r>
                      <a: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  <a:t> : National Institute of Standards and </a:t>
                      </a:r>
                      <a:r>
                        <a:rPr lang="fr-FR" sz="900" b="0" i="0" dirty="0" err="1">
                          <a:effectLst/>
                          <a:latin typeface="Segoe UI" panose="020B0502040204020203" pitchFamily="34" charset="0"/>
                        </a:rPr>
                        <a:t>Technology</a:t>
                      </a:r>
                      <a: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  <a:t> (USA)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Objectif</a:t>
                      </a:r>
                      <a: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  <a:t> : Gestion des risques cyber pour les infrastructures critiques.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Composants clés</a:t>
                      </a:r>
                      <a: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  <a:t> : </a:t>
                      </a:r>
                    </a:p>
                    <a:p>
                      <a:pPr marL="742950" lvl="1" indent="-2857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900" b="1" i="0" dirty="0" err="1">
                          <a:effectLst/>
                          <a:latin typeface="Segoe UI" panose="020B0502040204020203" pitchFamily="34" charset="0"/>
                        </a:rPr>
                        <a:t>Identify</a:t>
                      </a: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fr-FR" sz="900" b="1" i="0" dirty="0" err="1">
                          <a:effectLst/>
                          <a:latin typeface="Segoe UI" panose="020B0502040204020203" pitchFamily="34" charset="0"/>
                        </a:rPr>
                        <a:t>Protect</a:t>
                      </a: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fr-FR" sz="900" b="1" i="0" dirty="0" err="1">
                          <a:effectLst/>
                          <a:latin typeface="Segoe UI" panose="020B0502040204020203" pitchFamily="34" charset="0"/>
                        </a:rPr>
                        <a:t>Detect</a:t>
                      </a: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fr-FR" sz="900" b="1" i="0" dirty="0" err="1">
                          <a:effectLst/>
                          <a:latin typeface="Segoe UI" panose="020B0502040204020203" pitchFamily="34" charset="0"/>
                        </a:rPr>
                        <a:t>Respond</a:t>
                      </a: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fr-FR" sz="900" b="1" i="0" dirty="0" err="1">
                          <a:effectLst/>
                          <a:latin typeface="Segoe UI" panose="020B0502040204020203" pitchFamily="34" charset="0"/>
                        </a:rPr>
                        <a:t>Recover</a:t>
                      </a:r>
                      <a:endParaRPr lang="fr-FR" sz="9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Avantage</a:t>
                      </a:r>
                      <a: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  <a:t> : Très reconnu, adaptable à différents secteurs.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b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</a:br>
                      <a:endParaRPr lang="fr-FR" sz="9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✅ 2. ISO/IEC 27005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Origine</a:t>
                      </a:r>
                      <a: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  <a:t> : Norme ISO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Objectif</a:t>
                      </a:r>
                      <a: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  <a:t> : Gestion des risques liés à la sécurité de l'information.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Lien avec</a:t>
                      </a:r>
                      <a: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  <a:t> : ISO 27001 (SMSI)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Avantage</a:t>
                      </a:r>
                      <a: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  <a:t> : Approche systématique et intégrée à la gouvernance.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b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</a:br>
                      <a:endParaRPr lang="fr-FR" sz="9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✅ 3. EBIOS Risk Manager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Origine</a:t>
                      </a:r>
                      <a: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  <a:t> : ANSSI (France)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Objectif</a:t>
                      </a:r>
                      <a: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  <a:t> : Analyse des risques cyber pour organisations françaises et européennes.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Avantage</a:t>
                      </a:r>
                      <a: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  <a:t> : Méthode orientée scénarios, très utilisée en France.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b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</a:br>
                      <a:endParaRPr lang="fr-FR" sz="9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✅ 4. FAIR (Factor </a:t>
                      </a:r>
                      <a:r>
                        <a:rPr lang="fr-FR" sz="900" b="1" i="0" dirty="0" err="1">
                          <a:effectLst/>
                          <a:latin typeface="Segoe UI" panose="020B0502040204020203" pitchFamily="34" charset="0"/>
                        </a:rPr>
                        <a:t>Analysis</a:t>
                      </a: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 of Information Risk)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Origine</a:t>
                      </a:r>
                      <a: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  <a:t> : Open Group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Objectif</a:t>
                      </a:r>
                      <a: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  <a:t> : Quantification financière des risques cyber.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Avantage</a:t>
                      </a:r>
                      <a: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  <a:t> : Permet de traduire le risque en impact économique.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b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</a:br>
                      <a:endParaRPr lang="fr-FR" sz="9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✅ 5. OCTAVE (</a:t>
                      </a:r>
                      <a:r>
                        <a:rPr lang="fr-FR" sz="900" b="1" i="0" dirty="0" err="1">
                          <a:effectLst/>
                          <a:latin typeface="Segoe UI" panose="020B0502040204020203" pitchFamily="34" charset="0"/>
                        </a:rPr>
                        <a:t>Operationally</a:t>
                      </a: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 Critical </a:t>
                      </a:r>
                      <a:r>
                        <a:rPr lang="fr-FR" sz="900" b="1" i="0" dirty="0" err="1">
                          <a:effectLst/>
                          <a:latin typeface="Segoe UI" panose="020B0502040204020203" pitchFamily="34" charset="0"/>
                        </a:rPr>
                        <a:t>Threat</a:t>
                      </a: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, Asset, and </a:t>
                      </a:r>
                      <a:r>
                        <a:rPr lang="fr-FR" sz="900" b="1" i="0" dirty="0" err="1">
                          <a:effectLst/>
                          <a:latin typeface="Segoe UI" panose="020B0502040204020203" pitchFamily="34" charset="0"/>
                        </a:rPr>
                        <a:t>Vulnerability</a:t>
                      </a: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 Evaluation)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Origine</a:t>
                      </a:r>
                      <a: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  <a:t> : Carnegie Mellon </a:t>
                      </a:r>
                      <a:r>
                        <a:rPr lang="fr-FR" sz="900" b="0" i="0" dirty="0" err="1">
                          <a:effectLst/>
                          <a:latin typeface="Segoe UI" panose="020B0502040204020203" pitchFamily="34" charset="0"/>
                        </a:rPr>
                        <a:t>University</a:t>
                      </a:r>
                      <a:endParaRPr lang="fr-FR" sz="9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Objectif</a:t>
                      </a:r>
                      <a: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  <a:t> : Évaluation des risques orientée processus et actifs critiques.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Avantage</a:t>
                      </a:r>
                      <a: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  <a:t> : Approche organisationnelle et technique.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b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</a:br>
                      <a:endParaRPr lang="fr-FR" sz="9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✅ 6. NIST SP 800-30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Origine</a:t>
                      </a:r>
                      <a: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  <a:t> : NIST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Objectif</a:t>
                      </a:r>
                      <a: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  <a:t> : Guide pour l'analyse des risques informatiques.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Avantage</a:t>
                      </a:r>
                      <a: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  <a:t> : Très détaillé pour la gestion des risques IT.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b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</a:br>
                      <a:endParaRPr lang="fr-FR" sz="90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✅ 7. CIS Risk </a:t>
                      </a:r>
                      <a:r>
                        <a:rPr lang="fr-FR" sz="900" b="1" i="0" dirty="0" err="1">
                          <a:effectLst/>
                          <a:latin typeface="Segoe UI" panose="020B0502040204020203" pitchFamily="34" charset="0"/>
                        </a:rPr>
                        <a:t>Assessment</a:t>
                      </a: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 Method (CIS RAM)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Origine</a:t>
                      </a:r>
                      <a: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  <a:t> : Center for Internet Security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Objectif</a:t>
                      </a:r>
                      <a: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  <a:t> : Alignement avec les contrôles CIS.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900" b="1" i="0" dirty="0">
                          <a:effectLst/>
                          <a:latin typeface="Segoe UI" panose="020B0502040204020203" pitchFamily="34" charset="0"/>
                        </a:rPr>
                        <a:t>Avantage</a:t>
                      </a:r>
                      <a:r>
                        <a:rPr lang="fr-FR" sz="900" b="0" i="0" dirty="0">
                          <a:effectLst/>
                          <a:latin typeface="Segoe UI" panose="020B0502040204020203" pitchFamily="34" charset="0"/>
                        </a:rPr>
                        <a:t> : Simple et pratique pour PME et organisations.</a:t>
                      </a:r>
                    </a:p>
                  </a:txBody>
                  <a:tcPr marL="47450" marR="47450" marT="23725" marB="23725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171181"/>
                  </a:ext>
                </a:extLst>
              </a:tr>
              <a:tr h="189800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 marL="47450" marR="47450" marT="23725" marB="23725"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5969025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80A2E4D-71EB-2B41-F619-645C499D7D42}"/>
              </a:ext>
            </a:extLst>
          </p:cNvPr>
          <p:cNvSpPr/>
          <p:nvPr/>
        </p:nvSpPr>
        <p:spPr>
          <a:xfrm>
            <a:off x="442895" y="896632"/>
            <a:ext cx="11342769" cy="1141488"/>
          </a:xfrm>
          <a:prstGeom prst="rect">
            <a:avLst/>
          </a:prstGeom>
          <a:solidFill>
            <a:schemeClr val="accent6">
              <a:lumMod val="100000"/>
            </a:schemeClr>
          </a:solidFill>
          <a:ln w="381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A standard is a document generally established by consensus and approved by a </a:t>
            </a:r>
            <a:r>
              <a:rPr lang="en-US" sz="1600" dirty="0" err="1">
                <a:solidFill>
                  <a:schemeClr val="tx1"/>
                </a:solidFill>
              </a:rPr>
              <a:t>recognised</a:t>
            </a:r>
            <a:r>
              <a:rPr lang="en-US" sz="1600" dirty="0">
                <a:solidFill>
                  <a:schemeClr val="tx1"/>
                </a:solidFill>
              </a:rPr>
              <a:t> body that provides rules or guidance on the design, use or performance of materials, products, technologies, processes, services, systems or persons</a:t>
            </a:r>
          </a:p>
          <a:p>
            <a:r>
              <a:rPr lang="en-US" sz="1600" dirty="0">
                <a:solidFill>
                  <a:schemeClr val="tx1"/>
                </a:solidFill>
              </a:rPr>
              <a:t>A methodology is a set of principles and methods (at least one) adhering to good practices used to perform a particular activity. It’s a coherent and logical scheme that guides the choices users of the methodology make</a:t>
            </a:r>
            <a:endParaRPr lang="fr-FR" sz="1600" dirty="0">
              <a:solidFill>
                <a:schemeClr val="tx1"/>
              </a:solidFill>
            </a:endParaRPr>
          </a:p>
        </p:txBody>
      </p:sp>
      <p:sp>
        <p:nvSpPr>
          <p:cNvPr id="7" name="TextBox 17">
            <a:extLst>
              <a:ext uri="{FF2B5EF4-FFF2-40B4-BE49-F238E27FC236}">
                <a16:creationId xmlns:a16="http://schemas.microsoft.com/office/drawing/2014/main" id="{562AA5A1-CF6A-C409-EF30-861A9AC22BD0}"/>
              </a:ext>
            </a:extLst>
          </p:cNvPr>
          <p:cNvSpPr txBox="1">
            <a:spLocks/>
          </p:cNvSpPr>
          <p:nvPr/>
        </p:nvSpPr>
        <p:spPr>
          <a:xfrm>
            <a:off x="1212711" y="2201908"/>
            <a:ext cx="5170583" cy="1382987"/>
          </a:xfrm>
          <a:prstGeom prst="roundRect">
            <a:avLst>
              <a:gd name="adj" fmla="val 9499"/>
            </a:avLst>
          </a:prstGeom>
          <a:solidFill>
            <a:schemeClr val="tx2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108000" tIns="108000" rIns="108000" bIns="108000" rtlCol="0" anchor="t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100" b="1" dirty="0">
                <a:solidFill>
                  <a:schemeClr val="bg2"/>
                </a:solidFill>
              </a:rPr>
              <a:t>EBIOS Risk Manager</a:t>
            </a:r>
            <a:endParaRPr lang="en-US" sz="1100" b="1" noProof="0" dirty="0">
              <a:solidFill>
                <a:schemeClr val="bg2"/>
              </a:solidFill>
            </a:endParaRPr>
          </a:p>
          <a:p>
            <a:pPr>
              <a:spcBef>
                <a:spcPts val="600"/>
              </a:spcBef>
            </a:pPr>
            <a:r>
              <a:rPr lang="en-US" sz="1100" b="1" noProof="0" dirty="0">
                <a:solidFill>
                  <a:schemeClr val="bg2"/>
                </a:solidFill>
              </a:rPr>
              <a:t>Editor: French Information Security Agency (ANSSI)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Target:  </a:t>
            </a:r>
            <a:r>
              <a:rPr lang="en-US" sz="1100" dirty="0"/>
              <a:t>All kind of structures 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Major steps: </a:t>
            </a:r>
            <a:r>
              <a:rPr lang="en-US" sz="1100" dirty="0"/>
              <a:t>context, threats, feared events, risks, and security measures</a:t>
            </a:r>
            <a:endParaRPr lang="en-US" sz="1100" b="1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Standard compatibility: </a:t>
            </a:r>
            <a:r>
              <a:rPr lang="en-US" sz="1100" dirty="0"/>
              <a:t>ISO 31000, ISO/IEC 27000</a:t>
            </a:r>
          </a:p>
          <a:p>
            <a:r>
              <a:rPr lang="en-US" sz="1100" b="1" noProof="0" dirty="0">
                <a:solidFill>
                  <a:schemeClr val="bg2"/>
                </a:solidFill>
              </a:rPr>
              <a:t>Dependance analysis: </a:t>
            </a:r>
            <a:r>
              <a:rPr lang="en-US" sz="1100" dirty="0"/>
              <a:t>Yes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36D08EE-0CCD-144E-0CEF-EFB6B91E850B}"/>
              </a:ext>
            </a:extLst>
          </p:cNvPr>
          <p:cNvGrpSpPr/>
          <p:nvPr/>
        </p:nvGrpSpPr>
        <p:grpSpPr>
          <a:xfrm>
            <a:off x="4843329" y="2280972"/>
            <a:ext cx="2289032" cy="226591"/>
            <a:chOff x="9174380" y="4223992"/>
            <a:chExt cx="2289032" cy="226591"/>
          </a:xfrm>
        </p:grpSpPr>
        <p:pic>
          <p:nvPicPr>
            <p:cNvPr id="9" name="Picture 2" descr="France Android/Google Emoji">
              <a:extLst>
                <a:ext uri="{FF2B5EF4-FFF2-40B4-BE49-F238E27FC236}">
                  <a16:creationId xmlns:a16="http://schemas.microsoft.com/office/drawing/2014/main" id="{CAA8F091-FE19-E0EC-E340-D7CBC02C5D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4380" y="4247287"/>
              <a:ext cx="180000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A1BF05B-4564-49D9-8761-B5FE9E026C8B}"/>
                </a:ext>
              </a:extLst>
            </p:cNvPr>
            <p:cNvSpPr txBox="1"/>
            <p:nvPr/>
          </p:nvSpPr>
          <p:spPr>
            <a:xfrm>
              <a:off x="9458342" y="4223992"/>
              <a:ext cx="2005070" cy="226591"/>
            </a:xfrm>
            <a:prstGeom prst="rect">
              <a:avLst/>
            </a:prstGeom>
            <a:noFill/>
          </p:spPr>
          <p:txBody>
            <a:bodyPr wrap="square" lIns="0" tIns="36000" rIns="0" bIns="36000" rtlCol="0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US" sz="1000" i="1" noProof="0" dirty="0"/>
                <a:t>French methodology</a:t>
              </a:r>
            </a:p>
          </p:txBody>
        </p:sp>
      </p:grpSp>
      <p:sp>
        <p:nvSpPr>
          <p:cNvPr id="13" name="TextBox 17">
            <a:extLst>
              <a:ext uri="{FF2B5EF4-FFF2-40B4-BE49-F238E27FC236}">
                <a16:creationId xmlns:a16="http://schemas.microsoft.com/office/drawing/2014/main" id="{FE7CC24B-E4E0-3BD5-7DD6-B40BB5B632C1}"/>
              </a:ext>
            </a:extLst>
          </p:cNvPr>
          <p:cNvSpPr txBox="1">
            <a:spLocks/>
          </p:cNvSpPr>
          <p:nvPr/>
        </p:nvSpPr>
        <p:spPr>
          <a:xfrm>
            <a:off x="6615081" y="2226903"/>
            <a:ext cx="5170583" cy="1209471"/>
          </a:xfrm>
          <a:prstGeom prst="roundRect">
            <a:avLst>
              <a:gd name="adj" fmla="val 9499"/>
            </a:avLst>
          </a:prstGeom>
          <a:solidFill>
            <a:schemeClr val="tx2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108000" tIns="108000" rIns="108000" bIns="108000" rtlCol="0" anchor="t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100" b="1" dirty="0">
                <a:solidFill>
                  <a:schemeClr val="bg2"/>
                </a:solidFill>
              </a:rPr>
              <a:t>MAGERIT (Method for the </a:t>
            </a:r>
            <a:r>
              <a:rPr lang="en-US" sz="1100" b="1" dirty="0" err="1">
                <a:solidFill>
                  <a:schemeClr val="bg2"/>
                </a:solidFill>
              </a:rPr>
              <a:t>Harmonised</a:t>
            </a:r>
            <a:r>
              <a:rPr lang="en-US" sz="1100" b="1" dirty="0">
                <a:solidFill>
                  <a:schemeClr val="bg2"/>
                </a:solidFill>
              </a:rPr>
              <a:t> Analysis of Risk)</a:t>
            </a:r>
            <a:endParaRPr lang="en-US" sz="1100" b="1" noProof="0" dirty="0">
              <a:solidFill>
                <a:schemeClr val="bg2"/>
              </a:solidFill>
            </a:endParaRPr>
          </a:p>
          <a:p>
            <a:r>
              <a:rPr lang="en-US" sz="1100" b="1" noProof="0" dirty="0">
                <a:solidFill>
                  <a:schemeClr val="bg2"/>
                </a:solidFill>
              </a:rPr>
              <a:t>Editor: Spanish Higher Council for Electronic Government </a:t>
            </a:r>
          </a:p>
          <a:p>
            <a:r>
              <a:rPr lang="en-US" sz="1100" b="1" noProof="0" dirty="0">
                <a:solidFill>
                  <a:schemeClr val="bg2"/>
                </a:solidFill>
              </a:rPr>
              <a:t>Target : </a:t>
            </a:r>
            <a:r>
              <a:rPr lang="en-US" sz="1100" noProof="0" dirty="0"/>
              <a:t>Public administrations</a:t>
            </a:r>
            <a:endParaRPr lang="en-US" sz="1100" b="1" noProof="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Major steps: asset, threats, safeguards, residual impact, residual risk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Standard compatibility: ISO/IEC 27005, ISO/IEC 27001, ISO/IEC 27002:2005</a:t>
            </a:r>
          </a:p>
          <a:p>
            <a:r>
              <a:rPr lang="en-US" sz="1100" b="1" noProof="0" dirty="0">
                <a:solidFill>
                  <a:schemeClr val="bg2"/>
                </a:solidFill>
              </a:rPr>
              <a:t>Dependance analysis: </a:t>
            </a:r>
            <a:r>
              <a:rPr lang="en-US" sz="1100" b="1" dirty="0">
                <a:solidFill>
                  <a:schemeClr val="bg2"/>
                </a:solidFill>
              </a:rPr>
              <a:t>Yes</a:t>
            </a:r>
            <a:endParaRPr lang="en-US" sz="1100" b="1" noProof="0" dirty="0">
              <a:solidFill>
                <a:schemeClr val="bg2"/>
              </a:solidFill>
            </a:endParaRPr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D484BA1A-7E7D-C0BE-5B5C-2F3F6A1DEE14}"/>
              </a:ext>
            </a:extLst>
          </p:cNvPr>
          <p:cNvSpPr txBox="1">
            <a:spLocks/>
          </p:cNvSpPr>
          <p:nvPr/>
        </p:nvSpPr>
        <p:spPr>
          <a:xfrm>
            <a:off x="1212711" y="3789635"/>
            <a:ext cx="5170583" cy="1854081"/>
          </a:xfrm>
          <a:prstGeom prst="roundRect">
            <a:avLst>
              <a:gd name="adj" fmla="val 9499"/>
            </a:avLst>
          </a:prstGeom>
          <a:solidFill>
            <a:schemeClr val="tx2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108000" tIns="108000" rIns="108000" bIns="108000" rtlCol="0" anchor="t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100" b="1" dirty="0">
                <a:solidFill>
                  <a:schemeClr val="bg2"/>
                </a:solidFill>
              </a:rPr>
              <a:t>NIST SP 800-30</a:t>
            </a:r>
            <a:endParaRPr lang="en-US" sz="1100" b="1" noProof="0" dirty="0">
              <a:solidFill>
                <a:schemeClr val="bg2"/>
              </a:solidFill>
            </a:endParaRPr>
          </a:p>
          <a:p>
            <a:pPr>
              <a:spcBef>
                <a:spcPts val="600"/>
              </a:spcBef>
            </a:pPr>
            <a:r>
              <a:rPr lang="en-US" sz="1100" b="1" dirty="0">
                <a:solidFill>
                  <a:schemeClr val="bg2"/>
                </a:solidFill>
              </a:rPr>
              <a:t>Editor: National Institute of Standard and Technologies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Target: </a:t>
            </a:r>
            <a:r>
              <a:rPr lang="en-US" sz="1100" dirty="0"/>
              <a:t>Mostly large organizations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Major steps: preparation, conduction, communication and review of the assessment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Standard compatibility: ISO/IEC 27001 and NIST standard</a:t>
            </a:r>
            <a:r>
              <a:rPr lang="en-US" sz="1100" dirty="0"/>
              <a:t> 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Dependance analysis:</a:t>
            </a:r>
            <a:endParaRPr 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0AFE9C-D7B8-6AE1-A7AF-608EF0FE2D65}"/>
              </a:ext>
            </a:extLst>
          </p:cNvPr>
          <p:cNvSpPr txBox="1">
            <a:spLocks/>
          </p:cNvSpPr>
          <p:nvPr/>
        </p:nvSpPr>
        <p:spPr>
          <a:xfrm>
            <a:off x="1212710" y="5800043"/>
            <a:ext cx="5170583" cy="1382987"/>
          </a:xfrm>
          <a:prstGeom prst="roundRect">
            <a:avLst>
              <a:gd name="adj" fmla="val 9499"/>
            </a:avLst>
          </a:prstGeom>
          <a:solidFill>
            <a:schemeClr val="tx2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108000" tIns="108000" rIns="108000" bIns="108000" rtlCol="0" anchor="t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100" b="1" dirty="0">
                <a:solidFill>
                  <a:schemeClr val="bg2"/>
                </a:solidFill>
              </a:rPr>
              <a:t>OCTAVE (Operationally Critical Threat, Asset, and Vulnerability Evaluation)</a:t>
            </a:r>
            <a:endParaRPr lang="en-US" sz="1100" b="1" noProof="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Editor: </a:t>
            </a:r>
            <a:r>
              <a:rPr lang="en-US" sz="1100" b="1" dirty="0" err="1">
                <a:solidFill>
                  <a:schemeClr val="bg2"/>
                </a:solidFill>
              </a:rPr>
              <a:t>Carnegy</a:t>
            </a:r>
            <a:r>
              <a:rPr lang="en-US" sz="1100" b="1" dirty="0">
                <a:solidFill>
                  <a:schemeClr val="bg2"/>
                </a:solidFill>
              </a:rPr>
              <a:t> Mellon University 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Target: All organizations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Major steps: threat profiles, infrastructure vulnerability, security strategies and plans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Standard compliance: No standard related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Dependance analysis:</a:t>
            </a:r>
            <a:endParaRPr lang="en-US" sz="1100" dirty="0"/>
          </a:p>
          <a:p>
            <a:endParaRPr lang="en-US" sz="1100" b="1" dirty="0">
              <a:solidFill>
                <a:schemeClr val="bg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BC93BF-AA7A-753D-27D5-94ED0E097164}"/>
              </a:ext>
            </a:extLst>
          </p:cNvPr>
          <p:cNvSpPr/>
          <p:nvPr/>
        </p:nvSpPr>
        <p:spPr>
          <a:xfrm>
            <a:off x="-5922466" y="2093204"/>
            <a:ext cx="5652919" cy="5089826"/>
          </a:xfrm>
          <a:prstGeom prst="rect">
            <a:avLst/>
          </a:prstGeom>
          <a:solidFill>
            <a:schemeClr val="accent6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600"/>
              </a:spcBef>
            </a:pPr>
            <a:r>
              <a:rPr lang="fr-FR" sz="2000" dirty="0" err="1">
                <a:solidFill>
                  <a:schemeClr val="bg2"/>
                </a:solidFill>
                <a:ea typeface="+mj-ea"/>
                <a:cs typeface="+mj-cs"/>
              </a:rPr>
              <a:t>Difference</a:t>
            </a:r>
            <a:r>
              <a:rPr lang="fr-FR" sz="2000" dirty="0">
                <a:solidFill>
                  <a:schemeClr val="bg2"/>
                </a:solidFill>
                <a:ea typeface="+mj-ea"/>
                <a:cs typeface="+mj-cs"/>
              </a:rPr>
              <a:t> </a:t>
            </a:r>
            <a:r>
              <a:rPr lang="fr-FR" sz="2000" dirty="0" err="1">
                <a:solidFill>
                  <a:schemeClr val="bg2"/>
                </a:solidFill>
                <a:ea typeface="+mj-ea"/>
                <a:cs typeface="+mj-cs"/>
              </a:rPr>
              <a:t>method</a:t>
            </a:r>
            <a:r>
              <a:rPr lang="fr-FR" sz="2000" dirty="0">
                <a:solidFill>
                  <a:schemeClr val="bg2"/>
                </a:solidFill>
                <a:ea typeface="+mj-ea"/>
                <a:cs typeface="+mj-cs"/>
              </a:rPr>
              <a:t> et </a:t>
            </a:r>
            <a:r>
              <a:rPr lang="fr-FR" sz="2000" dirty="0" err="1">
                <a:solidFill>
                  <a:schemeClr val="bg2"/>
                </a:solidFill>
                <a:ea typeface="+mj-ea"/>
                <a:cs typeface="+mj-cs"/>
              </a:rPr>
              <a:t>framework</a:t>
            </a:r>
            <a:endParaRPr lang="fr-FR" sz="2000" dirty="0">
              <a:solidFill>
                <a:schemeClr val="bg2"/>
              </a:solidFill>
              <a:ea typeface="+mj-ea"/>
              <a:cs typeface="+mj-cs"/>
            </a:endParaRPr>
          </a:p>
          <a:p>
            <a:pPr algn="l">
              <a:spcBef>
                <a:spcPts val="600"/>
              </a:spcBef>
            </a:pPr>
            <a:r>
              <a:rPr lang="fr-FR" sz="2000" dirty="0">
                <a:solidFill>
                  <a:schemeClr val="bg2"/>
                </a:solidFill>
                <a:ea typeface="+mj-ea"/>
                <a:cs typeface="+mj-cs"/>
              </a:rPr>
              <a:t>Norme:</a:t>
            </a: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2"/>
                </a:solidFill>
                <a:ea typeface="+mj-ea"/>
                <a:cs typeface="+mj-cs"/>
              </a:rPr>
              <a:t>ISO 27500 </a:t>
            </a: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2"/>
                </a:solidFill>
                <a:ea typeface="+mj-ea"/>
                <a:cs typeface="+mj-cs"/>
              </a:rPr>
              <a:t>ISO 31000</a:t>
            </a: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2"/>
                </a:solidFill>
                <a:ea typeface="+mj-ea"/>
                <a:cs typeface="+mj-cs"/>
              </a:rPr>
              <a:t>ISO/IEC 27005</a:t>
            </a:r>
          </a:p>
          <a:p>
            <a:pPr algn="l">
              <a:spcBef>
                <a:spcPts val="600"/>
              </a:spcBef>
            </a:pPr>
            <a:endParaRPr lang="fr-FR" sz="2000" dirty="0">
              <a:solidFill>
                <a:schemeClr val="bg2"/>
              </a:solidFill>
              <a:ea typeface="+mj-ea"/>
              <a:cs typeface="+mj-cs"/>
            </a:endParaRPr>
          </a:p>
          <a:p>
            <a:pPr algn="l">
              <a:spcBef>
                <a:spcPts val="600"/>
              </a:spcBef>
            </a:pPr>
            <a:r>
              <a:rPr lang="fr-FR" sz="2000" dirty="0" err="1">
                <a:solidFill>
                  <a:schemeClr val="bg2"/>
                </a:solidFill>
                <a:ea typeface="+mj-ea"/>
                <a:cs typeface="+mj-cs"/>
              </a:rPr>
              <a:t>Methodologie</a:t>
            </a:r>
            <a:r>
              <a:rPr lang="fr-FR" sz="2000" dirty="0">
                <a:solidFill>
                  <a:schemeClr val="bg2"/>
                </a:solidFill>
                <a:ea typeface="+mj-ea"/>
                <a:cs typeface="+mj-cs"/>
              </a:rPr>
              <a:t> :</a:t>
            </a:r>
          </a:p>
          <a:p>
            <a:pPr algn="l">
              <a:spcBef>
                <a:spcPts val="600"/>
              </a:spcBef>
            </a:pPr>
            <a:r>
              <a:rPr lang="fr-FR" sz="2000" dirty="0">
                <a:solidFill>
                  <a:schemeClr val="bg2"/>
                </a:solidFill>
                <a:ea typeface="+mj-ea"/>
                <a:cs typeface="+mj-cs"/>
              </a:rPr>
              <a:t>EBIOS RM </a:t>
            </a:r>
          </a:p>
          <a:p>
            <a:pPr algn="l">
              <a:spcBef>
                <a:spcPts val="600"/>
              </a:spcBef>
            </a:pPr>
            <a:endParaRPr lang="fr-FR" sz="2000" dirty="0">
              <a:solidFill>
                <a:schemeClr val="bg2"/>
              </a:solidFill>
              <a:ea typeface="+mj-ea"/>
              <a:cs typeface="+mj-cs"/>
            </a:endParaRPr>
          </a:p>
          <a:p>
            <a:pPr algn="l">
              <a:spcBef>
                <a:spcPts val="600"/>
              </a:spcBef>
            </a:pPr>
            <a:r>
              <a:rPr lang="fr-FR" sz="2000" dirty="0">
                <a:solidFill>
                  <a:schemeClr val="bg2"/>
                </a:solidFill>
                <a:ea typeface="+mj-ea"/>
                <a:cs typeface="+mj-cs"/>
              </a:rPr>
              <a:t>Ajouter un volet analyse des dépendances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B32A5E-4416-74A2-772C-452047492F96}"/>
              </a:ext>
            </a:extLst>
          </p:cNvPr>
          <p:cNvSpPr txBox="1">
            <a:spLocks/>
          </p:cNvSpPr>
          <p:nvPr/>
        </p:nvSpPr>
        <p:spPr>
          <a:xfrm>
            <a:off x="6615081" y="5330700"/>
            <a:ext cx="5170583" cy="1382987"/>
          </a:xfrm>
          <a:prstGeom prst="roundRect">
            <a:avLst>
              <a:gd name="adj" fmla="val 9499"/>
            </a:avLst>
          </a:prstGeom>
          <a:solidFill>
            <a:schemeClr val="tx2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108000" tIns="108000" rIns="108000" bIns="108000" rtlCol="0" anchor="t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100" b="1" dirty="0">
                <a:solidFill>
                  <a:schemeClr val="bg2"/>
                </a:solidFill>
              </a:rPr>
              <a:t>IT-</a:t>
            </a:r>
            <a:r>
              <a:rPr lang="en-US" sz="1100" b="1" dirty="0" err="1">
                <a:solidFill>
                  <a:schemeClr val="bg2"/>
                </a:solidFill>
              </a:rPr>
              <a:t>Grundschutz</a:t>
            </a:r>
            <a:endParaRPr lang="en-US" sz="1100" b="1" noProof="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Editor: Federal Office for Information Security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Target: All organizations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Major steps: threat profiles, infrastructure vulnerability, security strategies and plans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Standard compliance: ISO/IEC 27002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Dependance analysis:</a:t>
            </a:r>
            <a:endParaRPr lang="en-US" sz="1100" dirty="0"/>
          </a:p>
          <a:p>
            <a:endParaRPr lang="en-US" sz="1100" b="1" dirty="0">
              <a:solidFill>
                <a:schemeClr val="bg2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E7B03B-0E2D-88CF-3E79-6CB06F3481AF}"/>
              </a:ext>
            </a:extLst>
          </p:cNvPr>
          <p:cNvSpPr/>
          <p:nvPr/>
        </p:nvSpPr>
        <p:spPr>
          <a:xfrm>
            <a:off x="-1976284" y="144514"/>
            <a:ext cx="6942956" cy="1487292"/>
          </a:xfrm>
          <a:prstGeom prst="rect">
            <a:avLst/>
          </a:prstGeom>
          <a:solidFill>
            <a:schemeClr val="accent6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600"/>
              </a:spcBef>
            </a:pPr>
            <a:r>
              <a:rPr lang="fr-FR" sz="2000" dirty="0" err="1">
                <a:solidFill>
                  <a:schemeClr val="bg2"/>
                </a:solidFill>
                <a:ea typeface="+mj-ea"/>
                <a:cs typeface="+mj-cs"/>
              </a:rPr>
              <a:t>Difference</a:t>
            </a:r>
            <a:r>
              <a:rPr lang="fr-FR" sz="2000" dirty="0">
                <a:solidFill>
                  <a:schemeClr val="bg2"/>
                </a:solidFill>
                <a:ea typeface="+mj-ea"/>
                <a:cs typeface="+mj-cs"/>
              </a:rPr>
              <a:t> </a:t>
            </a:r>
            <a:r>
              <a:rPr lang="fr-FR" sz="2000" dirty="0" err="1">
                <a:solidFill>
                  <a:schemeClr val="bg2"/>
                </a:solidFill>
                <a:ea typeface="+mj-ea"/>
                <a:cs typeface="+mj-cs"/>
              </a:rPr>
              <a:t>between</a:t>
            </a:r>
            <a:r>
              <a:rPr lang="fr-FR" sz="2000" dirty="0">
                <a:solidFill>
                  <a:schemeClr val="bg2"/>
                </a:solidFill>
                <a:ea typeface="+mj-ea"/>
                <a:cs typeface="+mj-cs"/>
              </a:rPr>
              <a:t> standard and </a:t>
            </a:r>
            <a:r>
              <a:rPr lang="fr-FR" sz="2000" dirty="0" err="1">
                <a:solidFill>
                  <a:schemeClr val="bg2"/>
                </a:solidFill>
                <a:ea typeface="+mj-ea"/>
                <a:cs typeface="+mj-cs"/>
              </a:rPr>
              <a:t>methodology</a:t>
            </a:r>
            <a:endParaRPr lang="fr-FR" sz="2000" dirty="0">
              <a:solidFill>
                <a:schemeClr val="bg2"/>
              </a:solidFill>
              <a:ea typeface="+mj-ea"/>
              <a:cs typeface="+mj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795C9E-8C71-C37E-B1ED-3384B8E0C4DA}"/>
              </a:ext>
            </a:extLst>
          </p:cNvPr>
          <p:cNvSpPr/>
          <p:nvPr/>
        </p:nvSpPr>
        <p:spPr>
          <a:xfrm>
            <a:off x="-1885631" y="1536433"/>
            <a:ext cx="3942735" cy="1854081"/>
          </a:xfrm>
          <a:prstGeom prst="rect">
            <a:avLst/>
          </a:prstGeom>
          <a:solidFill>
            <a:schemeClr val="accent6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en-US" sz="2000">
                <a:solidFill>
                  <a:schemeClr val="tx1"/>
                </a:solidFill>
              </a:rPr>
              <a:t>Methodology is used to achieve conformance to a standard (with reference in part or in whole to a certain standard and its requirements).</a:t>
            </a:r>
            <a:endParaRPr lang="fr-FR" sz="2000" dirty="0" err="1">
              <a:solidFill>
                <a:schemeClr val="tx1"/>
              </a:solidFill>
              <a:ea typeface="+mj-ea"/>
              <a:cs typeface="+mj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6C8865-4F08-772E-2CC6-A5366716D002}"/>
              </a:ext>
            </a:extLst>
          </p:cNvPr>
          <p:cNvSpPr/>
          <p:nvPr/>
        </p:nvSpPr>
        <p:spPr>
          <a:xfrm>
            <a:off x="-1938839" y="3546841"/>
            <a:ext cx="3942735" cy="1854081"/>
          </a:xfrm>
          <a:prstGeom prst="rect">
            <a:avLst/>
          </a:prstGeom>
          <a:solidFill>
            <a:schemeClr val="accent6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en-US" sz="2000" dirty="0">
                <a:solidFill>
                  <a:schemeClr val="tx1"/>
                </a:solidFill>
              </a:rPr>
              <a:t>Option 2: Methodology is given as a standard and can be used to achieve conformance to a standard and its requirements.</a:t>
            </a:r>
            <a:endParaRPr lang="fr-FR" sz="2000" dirty="0" err="1">
              <a:solidFill>
                <a:schemeClr val="tx1"/>
              </a:solidFill>
              <a:ea typeface="+mj-ea"/>
              <a:cs typeface="+mj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81F72A-53C8-34DC-17FE-7F877CD87B8A}"/>
              </a:ext>
            </a:extLst>
          </p:cNvPr>
          <p:cNvSpPr/>
          <p:nvPr/>
        </p:nvSpPr>
        <p:spPr>
          <a:xfrm>
            <a:off x="-2009128" y="5683045"/>
            <a:ext cx="3942735" cy="1854081"/>
          </a:xfrm>
          <a:prstGeom prst="rect">
            <a:avLst/>
          </a:prstGeom>
          <a:solidFill>
            <a:schemeClr val="accent6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600"/>
              </a:spcBef>
            </a:pPr>
            <a:r>
              <a:rPr lang="en-US" sz="2000" dirty="0" err="1">
                <a:solidFill>
                  <a:schemeClr val="tx1"/>
                </a:solidFill>
              </a:rPr>
              <a:t>ption</a:t>
            </a:r>
            <a:r>
              <a:rPr lang="en-US" sz="2000" dirty="0">
                <a:solidFill>
                  <a:schemeClr val="tx1"/>
                </a:solidFill>
              </a:rPr>
              <a:t> 3: Methodology is a set of good practices but not related to any standard and not used to achieve conformance.</a:t>
            </a:r>
            <a:endParaRPr lang="fr-FR" sz="2000" dirty="0" err="1">
              <a:solidFill>
                <a:schemeClr val="tx1"/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40663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E523D5-38A4-BFD4-32B3-8C272EFF95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E6FA0-B3F6-4374-EAA0-3DA95623C530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75DC49-CECC-363D-32CE-4CCFAB24E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D51AAB7-CBE4-877C-49D7-C2432A217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993" y="272888"/>
            <a:ext cx="5112013" cy="631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672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A6858C2-D2AE-E948-1009-E9BBF8DA4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INTRODUCTION TO CER</a:t>
            </a:r>
            <a:endParaRPr lang="en-US" noProof="0" dirty="0">
              <a:latin typeface="+mn-lt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A2BCE31-6918-6876-D776-AE8ED1F42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AE8768F-E33D-D213-F1FD-798D50DDF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Focus on French CER | Legal Obligations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4EEBAA2-3D33-1EF4-5068-CBA0ABCF767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-3225004" y="305645"/>
            <a:ext cx="3142599" cy="1280669"/>
          </a:xfrm>
        </p:spPr>
        <p:txBody>
          <a:bodyPr/>
          <a:lstStyle/>
          <a:p>
            <a:pPr algn="ctr" eaLnBrk="0" hangingPunct="0"/>
            <a:r>
              <a:rPr lang="en-US" sz="1400" b="1" noProof="0" dirty="0">
                <a:solidFill>
                  <a:schemeClr val="bg1"/>
                </a:solidFill>
                <a:latin typeface="+mn-lt"/>
              </a:rPr>
              <a:t>Risk and Dependence </a:t>
            </a:r>
            <a:r>
              <a:rPr lang="en-US" sz="1400" b="1" dirty="0">
                <a:latin typeface="+mn-lt"/>
              </a:rPr>
              <a:t>A</a:t>
            </a:r>
            <a:r>
              <a:rPr lang="en-US" sz="1400" b="1" noProof="0" dirty="0" err="1">
                <a:solidFill>
                  <a:schemeClr val="bg1"/>
                </a:solidFill>
                <a:latin typeface="+mn-lt"/>
              </a:rPr>
              <a:t>nalysis</a:t>
            </a:r>
            <a:endParaRPr lang="en-US" sz="1400" b="1" noProof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FC2EDD7-D3CB-165E-94FE-861815A75337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513988" y="876436"/>
            <a:ext cx="7405209" cy="2470976"/>
          </a:xfrm>
        </p:spPr>
        <p:txBody>
          <a:bodyPr/>
          <a:lstStyle/>
          <a:p>
            <a:pPr marL="0" lvl="1" indent="0">
              <a:buNone/>
            </a:pPr>
            <a:r>
              <a:rPr lang="en-US" sz="1200" b="1" noProof="0" dirty="0"/>
              <a:t>Risk analysis</a:t>
            </a:r>
          </a:p>
          <a:p>
            <a:pPr marL="355600" lvl="2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100" noProof="0" dirty="0"/>
              <a:t>Entities should perform a risk analysis </a:t>
            </a:r>
            <a:r>
              <a:rPr lang="en-US" sz="1100" b="1" noProof="0" dirty="0"/>
              <a:t>within 9 months </a:t>
            </a:r>
            <a:r>
              <a:rPr lang="en-US" sz="1100" noProof="0" dirty="0"/>
              <a:t>after they have been </a:t>
            </a:r>
            <a:r>
              <a:rPr lang="en-US" sz="1100" dirty="0"/>
              <a:t>notified by authorities</a:t>
            </a:r>
            <a:r>
              <a:rPr lang="en-US" sz="1100" noProof="0" dirty="0"/>
              <a:t>.</a:t>
            </a:r>
          </a:p>
          <a:p>
            <a:pPr marL="355600" lvl="2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It should cover </a:t>
            </a:r>
            <a:r>
              <a:rPr lang="en-US" sz="1100" b="1" dirty="0"/>
              <a:t>various scenarios </a:t>
            </a:r>
            <a:r>
              <a:rPr lang="en-US" sz="1100" dirty="0"/>
              <a:t>(natural disaster, terrorism, cyberattack, …).</a:t>
            </a:r>
          </a:p>
          <a:p>
            <a:pPr marL="355600" lvl="2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100" noProof="0" dirty="0"/>
              <a:t>It should be </a:t>
            </a:r>
            <a:r>
              <a:rPr lang="en-US" sz="1100" b="1" noProof="0" dirty="0"/>
              <a:t>renew</a:t>
            </a:r>
            <a:r>
              <a:rPr lang="en-US" sz="1100" b="1" dirty="0"/>
              <a:t>ed every 4 years</a:t>
            </a:r>
            <a:r>
              <a:rPr lang="en-US" sz="1100" dirty="0"/>
              <a:t>.</a:t>
            </a:r>
          </a:p>
          <a:p>
            <a:pPr marL="82550" lvl="2" indent="0">
              <a:spcBef>
                <a:spcPts val="0"/>
              </a:spcBef>
              <a:buNone/>
            </a:pPr>
            <a:r>
              <a:rPr lang="en-US" sz="1100" dirty="0" err="1"/>
              <a:t>Anciennement</a:t>
            </a:r>
            <a:r>
              <a:rPr lang="en-US" sz="1100" dirty="0"/>
              <a:t> </a:t>
            </a:r>
            <a:r>
              <a:rPr lang="en-US" sz="1100" dirty="0" err="1"/>
              <a:t>inclus</a:t>
            </a:r>
            <a:r>
              <a:rPr lang="en-US" sz="1100" dirty="0"/>
              <a:t> dans le plan de </a:t>
            </a:r>
            <a:r>
              <a:rPr lang="en-US" sz="1100" dirty="0" err="1"/>
              <a:t>sécurité</a:t>
            </a:r>
            <a:r>
              <a:rPr lang="en-US" sz="1100" dirty="0"/>
              <a:t> </a:t>
            </a:r>
            <a:r>
              <a:rPr lang="en-US" sz="1100" dirty="0" err="1"/>
              <a:t>opérateur</a:t>
            </a:r>
            <a:endParaRPr lang="en-US" sz="1100" noProof="0" dirty="0"/>
          </a:p>
          <a:p>
            <a:pPr marL="0" lvl="1" indent="0">
              <a:buNone/>
            </a:pPr>
            <a:r>
              <a:rPr lang="en-US" sz="1200" b="1" noProof="0" dirty="0"/>
              <a:t>Dependence analysis</a:t>
            </a:r>
          </a:p>
          <a:p>
            <a:pPr marL="355600" lvl="2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100" noProof="0" dirty="0"/>
              <a:t>The dependence analysis should cover dependence over third parties and supply chain.</a:t>
            </a:r>
          </a:p>
          <a:p>
            <a:pPr marL="355600" lvl="2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100" dirty="0">
                <a:sym typeface="Wingdings" panose="05000000000000000000" pitchFamily="2" charset="2"/>
              </a:rPr>
              <a:t> </a:t>
            </a:r>
            <a:r>
              <a:rPr lang="en-US" sz="1100" dirty="0" err="1">
                <a:sym typeface="Wingdings" panose="05000000000000000000" pitchFamily="2" charset="2"/>
              </a:rPr>
              <a:t>anciennement</a:t>
            </a:r>
            <a:r>
              <a:rPr lang="en-US" sz="1100" dirty="0">
                <a:sym typeface="Wingdings" panose="05000000000000000000" pitchFamily="2" charset="2"/>
              </a:rPr>
              <a:t> dans le PSO</a:t>
            </a:r>
          </a:p>
          <a:p>
            <a:pPr marL="82550" lvl="2" indent="0">
              <a:spcBef>
                <a:spcPts val="0"/>
              </a:spcBef>
              <a:buNone/>
            </a:pPr>
            <a:endParaRPr lang="en-US" sz="1100" noProof="0" dirty="0">
              <a:sym typeface="Wingdings" panose="05000000000000000000" pitchFamily="2" charset="2"/>
            </a:endParaRPr>
          </a:p>
          <a:p>
            <a:pPr marL="82550" lvl="2" indent="0">
              <a:spcBef>
                <a:spcPts val="0"/>
              </a:spcBef>
              <a:buNone/>
            </a:pPr>
            <a:endParaRPr lang="en-US" sz="1100" dirty="0">
              <a:sym typeface="Wingdings" panose="05000000000000000000" pitchFamily="2" charset="2"/>
            </a:endParaRPr>
          </a:p>
          <a:p>
            <a:pPr marL="82550" lvl="2" indent="0">
              <a:spcBef>
                <a:spcPts val="0"/>
              </a:spcBef>
              <a:buNone/>
            </a:pPr>
            <a:r>
              <a:rPr lang="en-US" sz="1100" dirty="0">
                <a:sym typeface="Wingdings" panose="05000000000000000000" pitchFamily="2" charset="2"/>
              </a:rPr>
              <a:t>Dans le SAIV : </a:t>
            </a:r>
            <a:endParaRPr lang="en-US" sz="1100" noProof="0" dirty="0">
              <a:sym typeface="Wingdings" panose="05000000000000000000" pitchFamily="2" charset="2"/>
            </a:endParaRPr>
          </a:p>
          <a:p>
            <a:pPr marL="87313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 err="1">
                <a:sym typeface="Wingdings" panose="05000000000000000000" pitchFamily="2" charset="2"/>
              </a:rPr>
              <a:t>Inventaire</a:t>
            </a:r>
            <a:r>
              <a:rPr lang="en-US" sz="1300" dirty="0">
                <a:sym typeface="Wingdings" panose="05000000000000000000" pitchFamily="2" charset="2"/>
              </a:rPr>
              <a:t> des points </a:t>
            </a:r>
            <a:r>
              <a:rPr lang="en-US" sz="1300" dirty="0" err="1">
                <a:sym typeface="Wingdings" panose="05000000000000000000" pitchFamily="2" charset="2"/>
              </a:rPr>
              <a:t>d’importance</a:t>
            </a:r>
            <a:r>
              <a:rPr lang="en-US" sz="1300" dirty="0">
                <a:sym typeface="Wingdings" panose="05000000000000000000" pitchFamily="2" charset="2"/>
              </a:rPr>
              <a:t> </a:t>
            </a:r>
            <a:r>
              <a:rPr lang="en-US" sz="1300" dirty="0" err="1">
                <a:sym typeface="Wingdings" panose="05000000000000000000" pitchFamily="2" charset="2"/>
              </a:rPr>
              <a:t>vitaux</a:t>
            </a:r>
            <a:r>
              <a:rPr lang="en-US" sz="1300" dirty="0">
                <a:sym typeface="Wingdings" panose="05000000000000000000" pitchFamily="2" charset="2"/>
              </a:rPr>
              <a:t> et </a:t>
            </a:r>
            <a:r>
              <a:rPr lang="en-US" sz="1300" dirty="0" err="1">
                <a:sym typeface="Wingdings" panose="05000000000000000000" pitchFamily="2" charset="2"/>
              </a:rPr>
              <a:t>mesures</a:t>
            </a:r>
            <a:r>
              <a:rPr lang="en-US" sz="1300" dirty="0">
                <a:sym typeface="Wingdings" panose="05000000000000000000" pitchFamily="2" charset="2"/>
              </a:rPr>
              <a:t> de protection </a:t>
            </a:r>
          </a:p>
          <a:p>
            <a:pPr marL="87313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noProof="0" dirty="0" err="1">
                <a:sym typeface="Wingdings" panose="05000000000000000000" pitchFamily="2" charset="2"/>
              </a:rPr>
              <a:t>Dispositif</a:t>
            </a:r>
            <a:r>
              <a:rPr lang="en-US" sz="1300" noProof="0" dirty="0">
                <a:sym typeface="Wingdings" panose="05000000000000000000" pitchFamily="2" charset="2"/>
              </a:rPr>
              <a:t> </a:t>
            </a:r>
            <a:r>
              <a:rPr lang="en-US" sz="1300" noProof="0" dirty="0" err="1">
                <a:sym typeface="Wingdings" panose="05000000000000000000" pitchFamily="2" charset="2"/>
              </a:rPr>
              <a:t>d’alerte</a:t>
            </a:r>
            <a:r>
              <a:rPr lang="en-US" sz="1300" noProof="0" dirty="0">
                <a:sym typeface="Wingdings" panose="05000000000000000000" pitchFamily="2" charset="2"/>
              </a:rPr>
              <a:t> de gestion de crise</a:t>
            </a:r>
          </a:p>
          <a:p>
            <a:pPr marL="87313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dirty="0" err="1">
                <a:sym typeface="Wingdings" panose="05000000000000000000" pitchFamily="2" charset="2"/>
              </a:rPr>
              <a:t>Mesure</a:t>
            </a:r>
            <a:r>
              <a:rPr lang="en-US" sz="1300" dirty="0">
                <a:sym typeface="Wingdings" panose="05000000000000000000" pitchFamily="2" charset="2"/>
              </a:rPr>
              <a:t> </a:t>
            </a:r>
            <a:r>
              <a:rPr lang="en-US" sz="1300" dirty="0" err="1">
                <a:sym typeface="Wingdings" panose="05000000000000000000" pitchFamily="2" charset="2"/>
              </a:rPr>
              <a:t>Vigipirate</a:t>
            </a:r>
            <a:endParaRPr lang="en-US" sz="1300" noProof="0" dirty="0">
              <a:sym typeface="Wingdings" panose="05000000000000000000" pitchFamily="2" charset="2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63E2C78-8D86-9DF6-CFDE-E195BC04CDF3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-3425629" y="1947580"/>
            <a:ext cx="3142599" cy="2050472"/>
          </a:xfrm>
        </p:spPr>
        <p:txBody>
          <a:bodyPr/>
          <a:lstStyle/>
          <a:p>
            <a:pPr algn="ctr" eaLnBrk="0" hangingPunct="0"/>
            <a:r>
              <a:rPr lang="en-US" sz="1400" b="1" noProof="0" dirty="0">
                <a:solidFill>
                  <a:schemeClr val="bg1"/>
                </a:solidFill>
                <a:latin typeface="+mn-lt"/>
              </a:rPr>
              <a:t>Resilience Strategy Definition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D222827-92EA-E135-D9C4-BA9A488EB294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-3488152" y="4279767"/>
            <a:ext cx="3142599" cy="946150"/>
          </a:xfrm>
        </p:spPr>
        <p:txBody>
          <a:bodyPr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Organizational Measures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7354873-1BE9-06C6-5296-A02F7121CCB1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-3425629" y="5507632"/>
            <a:ext cx="3142599" cy="706077"/>
          </a:xfrm>
        </p:spPr>
        <p:txBody>
          <a:bodyPr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FFFFFF"/>
                </a:solidFill>
                <a:latin typeface="Aptos"/>
              </a:rPr>
              <a:t>Technical Measures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8AFE3A29-8E93-41E9-AE85-0578B9D300E1}"/>
              </a:ext>
            </a:extLst>
          </p:cNvPr>
          <p:cNvSpPr txBox="1">
            <a:spLocks/>
          </p:cNvSpPr>
          <p:nvPr/>
        </p:nvSpPr>
        <p:spPr>
          <a:xfrm>
            <a:off x="5527616" y="2104549"/>
            <a:ext cx="7405209" cy="2050473"/>
          </a:xfrm>
          <a:prstGeom prst="rect">
            <a:avLst/>
          </a:prstGeom>
        </p:spPr>
        <p:txBody>
          <a:bodyPr vert="horz" lIns="0" tIns="36000" rIns="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tabLst/>
              <a:defRPr sz="160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1463" indent="-2714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venir Next LT Pro" panose="020B05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Poppins" panose="00000500000000000000" pitchFamily="2" charset="0"/>
              <a:buChar char="–"/>
              <a:tabLst>
                <a:tab pos="88900" algn="l"/>
              </a:tabLst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6700" algn="l" defTabSz="989013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sz="12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06450" marR="0" indent="-266700" algn="l" defTabSz="6286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750" indent="261938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lang="fr-FR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0725" indent="360363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lang="fr-FR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6450" marR="0" indent="-2667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lang="fr-FR" sz="1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6450" indent="-266700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tabLst>
                <a:tab pos="982663" algn="l"/>
              </a:tabLst>
              <a:defRPr lang="fr-FR" sz="1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US" sz="1200" b="1" dirty="0"/>
              <a:t>Operator Resilience Plan </a:t>
            </a:r>
            <a:endParaRPr lang="en-US" sz="1200" b="1" noProof="0" dirty="0"/>
          </a:p>
          <a:p>
            <a:pPr marL="355600" lvl="2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100" noProof="0" dirty="0"/>
              <a:t>Entities should formalize an Operator Security Plan (OSP) within 10 months after </a:t>
            </a:r>
            <a:r>
              <a:rPr lang="en-US" sz="1100" dirty="0"/>
              <a:t>being nominated. </a:t>
            </a:r>
          </a:p>
          <a:p>
            <a:pPr marL="355600" lvl="2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The OSP is based on the based on the previous risk analysis.</a:t>
            </a:r>
          </a:p>
          <a:p>
            <a:pPr marL="355600" lvl="2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It defines the governance and organization of the Vital Importance Operator as a business continuity plan.</a:t>
            </a:r>
          </a:p>
          <a:p>
            <a:pPr marL="355600" lvl="2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The document includes an inventory of  each *Vital Importance Point (VIP) as well as organizational, preventive and protecting measures for the VIP.</a:t>
            </a:r>
            <a:endParaRPr lang="en-US" sz="1100" noProof="0" dirty="0"/>
          </a:p>
          <a:p>
            <a:pPr marL="355600" lvl="2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100" b="1" noProof="0" dirty="0"/>
          </a:p>
          <a:p>
            <a:pPr marL="82550" lvl="2" indent="0">
              <a:spcBef>
                <a:spcPts val="0"/>
              </a:spcBef>
              <a:buNone/>
            </a:pPr>
            <a:r>
              <a:rPr lang="en-US" sz="1200" b="1" dirty="0"/>
              <a:t>Resilience Particular Plan</a:t>
            </a:r>
          </a:p>
          <a:p>
            <a:pPr marL="355600" lvl="2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100" noProof="0" dirty="0"/>
              <a:t>The RPP is specific to each VIP and is based on the Operator Resilience Plan.</a:t>
            </a:r>
          </a:p>
          <a:p>
            <a:pPr marL="355600" lvl="2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It provides permanent protection measures as well as temporary measures aiming at ensuring the business continuity.</a:t>
            </a:r>
          </a:p>
          <a:p>
            <a:pPr marL="355600" lvl="2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It is a French additional requirement.</a:t>
            </a:r>
            <a:r>
              <a:rPr lang="fr-FR" sz="1100" dirty="0"/>
              <a:t> </a:t>
            </a:r>
          </a:p>
          <a:p>
            <a:pPr marL="355600" lvl="2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100" noProof="0" dirty="0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7AF6267F-6040-F201-5813-3067C3BD4F1D}"/>
              </a:ext>
            </a:extLst>
          </p:cNvPr>
          <p:cNvSpPr txBox="1">
            <a:spLocks/>
          </p:cNvSpPr>
          <p:nvPr/>
        </p:nvSpPr>
        <p:spPr>
          <a:xfrm>
            <a:off x="3875085" y="4388575"/>
            <a:ext cx="7405209" cy="946149"/>
          </a:xfrm>
          <a:prstGeom prst="rect">
            <a:avLst/>
          </a:prstGeom>
        </p:spPr>
        <p:txBody>
          <a:bodyPr vert="horz" lIns="0" tIns="36000" rIns="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tabLst/>
              <a:defRPr sz="160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1463" indent="-2714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venir Next LT Pro" panose="020B05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Poppins" panose="00000500000000000000" pitchFamily="2" charset="0"/>
              <a:buChar char="–"/>
              <a:tabLst>
                <a:tab pos="88900" algn="l"/>
              </a:tabLst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6700" algn="l" defTabSz="989013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sz="12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06450" marR="0" indent="-266700" algn="l" defTabSz="6286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750" indent="261938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lang="fr-FR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0725" indent="360363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lang="fr-FR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6450" marR="0" indent="-2667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lang="fr-FR" sz="1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6450" indent="-266700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tabLst>
                <a:tab pos="982663" algn="l"/>
              </a:tabLst>
              <a:defRPr lang="fr-FR" sz="1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US" sz="1200" b="1" dirty="0"/>
              <a:t>Organizational measures implementation </a:t>
            </a:r>
            <a:endParaRPr lang="en-US" sz="1200" b="1" noProof="0" dirty="0"/>
          </a:p>
          <a:p>
            <a:pPr marL="355600" lvl="2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100" noProof="0" dirty="0"/>
              <a:t>Entities should perform controls and background </a:t>
            </a:r>
            <a:r>
              <a:rPr lang="en-US" sz="1100" noProof="0" dirty="0" err="1"/>
              <a:t>chec</a:t>
            </a:r>
            <a:r>
              <a:rPr lang="en-US" sz="1100" dirty="0" err="1"/>
              <a:t>ks</a:t>
            </a:r>
            <a:r>
              <a:rPr lang="en-US" sz="1100" dirty="0"/>
              <a:t> of people accessing the entity.</a:t>
            </a:r>
          </a:p>
          <a:p>
            <a:pPr marL="355600" lvl="2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They must nominate a point of contact for the authorities.</a:t>
            </a:r>
            <a:endParaRPr lang="en-US" sz="1100" noProof="0" dirty="0"/>
          </a:p>
          <a:p>
            <a:pPr marL="355600" lvl="2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Entities should n</a:t>
            </a:r>
            <a:r>
              <a:rPr lang="en-US" sz="1100" noProof="0" dirty="0" err="1"/>
              <a:t>otify</a:t>
            </a:r>
            <a:r>
              <a:rPr lang="en-US" sz="1100" noProof="0" dirty="0"/>
              <a:t> </a:t>
            </a:r>
            <a:r>
              <a:rPr lang="en-US" sz="1100" dirty="0"/>
              <a:t>within 24 hours </a:t>
            </a:r>
            <a:r>
              <a:rPr lang="en-US" sz="1100" noProof="0" dirty="0"/>
              <a:t>any incident that may </a:t>
            </a:r>
            <a:r>
              <a:rPr lang="en-US" sz="1100" dirty="0"/>
              <a:t>disturb the business continuity</a:t>
            </a:r>
            <a:r>
              <a:rPr lang="en-US" sz="1100" noProof="0" dirty="0"/>
              <a:t>.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B0605DF-95DF-C9F4-C81F-CF0C2A827557}"/>
              </a:ext>
            </a:extLst>
          </p:cNvPr>
          <p:cNvSpPr txBox="1">
            <a:spLocks/>
          </p:cNvSpPr>
          <p:nvPr/>
        </p:nvSpPr>
        <p:spPr>
          <a:xfrm>
            <a:off x="3875086" y="5439830"/>
            <a:ext cx="7405209" cy="706078"/>
          </a:xfrm>
          <a:prstGeom prst="rect">
            <a:avLst/>
          </a:prstGeom>
        </p:spPr>
        <p:txBody>
          <a:bodyPr vert="horz" lIns="0" tIns="36000" rIns="0" bIns="36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tabLst/>
              <a:defRPr sz="160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1463" indent="-2714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venir Next LT Pro" panose="020B05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75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Poppins" panose="00000500000000000000" pitchFamily="2" charset="0"/>
              <a:buChar char="–"/>
              <a:tabLst>
                <a:tab pos="88900" algn="l"/>
              </a:tabLst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6700" algn="l" defTabSz="989013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sz="12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06450" marR="0" indent="-266700" algn="l" defTabSz="62865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39750" indent="261938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lang="fr-FR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20725" indent="360363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defRPr lang="fr-FR" sz="12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6450" marR="0" indent="-2667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Courier New" panose="02070309020205020404" pitchFamily="49" charset="0"/>
              <a:buChar char="o"/>
              <a:tabLst/>
              <a:defRPr lang="fr-FR" sz="1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806450" indent="-266700" algn="just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Courier New" panose="02070309020205020404" pitchFamily="49" charset="0"/>
              <a:buChar char="o"/>
              <a:tabLst>
                <a:tab pos="982663" algn="l"/>
              </a:tabLst>
              <a:defRPr lang="fr-FR" sz="1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US" sz="1200" b="1" dirty="0"/>
              <a:t>Physical protection </a:t>
            </a:r>
            <a:endParaRPr lang="en-US" sz="1200" b="1" noProof="0" dirty="0"/>
          </a:p>
          <a:p>
            <a:pPr marL="355600" lvl="2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100" dirty="0"/>
              <a:t>VIP must be protected through physical measures </a:t>
            </a:r>
            <a:r>
              <a:rPr lang="en-US" sz="1100" noProof="0" dirty="0"/>
              <a:t>(CCTV,…) and redundancy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F6DC17-A478-A064-2603-CE778941B274}"/>
              </a:ext>
            </a:extLst>
          </p:cNvPr>
          <p:cNvSpPr/>
          <p:nvPr/>
        </p:nvSpPr>
        <p:spPr>
          <a:xfrm>
            <a:off x="8267137" y="-289509"/>
            <a:ext cx="4919472" cy="2470976"/>
          </a:xfrm>
          <a:prstGeom prst="rect">
            <a:avLst/>
          </a:prstGeom>
          <a:solidFill>
            <a:schemeClr val="accent6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600"/>
              </a:spcBef>
            </a:pPr>
            <a:r>
              <a:rPr lang="fr-FR" sz="2000" dirty="0">
                <a:solidFill>
                  <a:schemeClr val="bg2"/>
                </a:solidFill>
                <a:ea typeface="+mj-ea"/>
                <a:cs typeface="+mj-cs"/>
              </a:rPr>
              <a:t>Revoir la forme </a:t>
            </a:r>
          </a:p>
          <a:p>
            <a:pPr algn="l">
              <a:spcBef>
                <a:spcPts val="600"/>
              </a:spcBef>
            </a:pPr>
            <a:r>
              <a:rPr lang="fr-FR" sz="2000" dirty="0">
                <a:solidFill>
                  <a:schemeClr val="bg2"/>
                </a:solidFill>
                <a:ea typeface="+mj-ea"/>
                <a:cs typeface="+mj-cs"/>
              </a:rPr>
              <a:t>Phrase iso</a:t>
            </a:r>
          </a:p>
          <a:p>
            <a:pPr algn="l">
              <a:spcBef>
                <a:spcPts val="600"/>
              </a:spcBef>
            </a:pPr>
            <a:r>
              <a:rPr lang="fr-FR" sz="2000" dirty="0" err="1">
                <a:solidFill>
                  <a:schemeClr val="bg2"/>
                </a:solidFill>
                <a:ea typeface="+mj-ea"/>
                <a:cs typeface="+mj-cs"/>
              </a:rPr>
              <a:t>Inofrmation</a:t>
            </a:r>
            <a:r>
              <a:rPr lang="fr-FR" sz="2000" dirty="0">
                <a:solidFill>
                  <a:schemeClr val="bg2"/>
                </a:solidFill>
                <a:ea typeface="+mj-ea"/>
                <a:cs typeface="+mj-cs"/>
              </a:rPr>
              <a:t> pas aux mêmes niveaux</a:t>
            </a:r>
          </a:p>
          <a:p>
            <a:pPr algn="l">
              <a:spcBef>
                <a:spcPts val="600"/>
              </a:spcBef>
            </a:pPr>
            <a:r>
              <a:rPr lang="fr-FR" sz="2000" dirty="0">
                <a:solidFill>
                  <a:schemeClr val="bg2"/>
                </a:solidFill>
                <a:ea typeface="+mj-ea"/>
                <a:cs typeface="+mj-cs"/>
              </a:rPr>
              <a:t>Bandeaux spécifiques France</a:t>
            </a:r>
          </a:p>
          <a:p>
            <a:pPr algn="l">
              <a:spcBef>
                <a:spcPts val="600"/>
              </a:spcBef>
            </a:pPr>
            <a:r>
              <a:rPr lang="fr-FR" sz="2000" dirty="0" err="1">
                <a:solidFill>
                  <a:schemeClr val="bg2"/>
                </a:solidFill>
                <a:ea typeface="+mj-ea"/>
                <a:cs typeface="+mj-cs"/>
              </a:rPr>
              <a:t>Sutrcuture</a:t>
            </a:r>
            <a:r>
              <a:rPr lang="fr-FR" sz="2000" dirty="0">
                <a:solidFill>
                  <a:schemeClr val="bg2"/>
                </a:solidFill>
                <a:ea typeface="+mj-ea"/>
                <a:cs typeface="+mj-cs"/>
              </a:rPr>
              <a:t> générique : temporel et contenu*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3882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26CFCD-1F68-9D7A-F69D-9308C30AA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Sommaire</a:t>
            </a:r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B50D56-1645-679B-1364-CFECF7820D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>
                <a:latin typeface="+mn-lt"/>
              </a:rPr>
              <a:t>DECRYPTAGE DE LA directive REC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3B6E708-A733-8249-3EC8-2FD8615D9A1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3877" y="873052"/>
            <a:ext cx="10216414" cy="5336597"/>
          </a:xfrm>
        </p:spPr>
        <p:txBody>
          <a:bodyPr vert="horz" lIns="108000" tIns="108000" rIns="108000" bIns="108000" rtlCol="0" anchor="t">
            <a:no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en-US" b="1" noProof="0" dirty="0"/>
              <a:t>Introduction à la REC</a:t>
            </a:r>
          </a:p>
          <a:p>
            <a:pPr marL="671513" lvl="1" indent="-400050">
              <a:buFont typeface="+mj-lt"/>
              <a:buAutoNum type="alphaLcParenR"/>
            </a:pPr>
            <a:r>
              <a:rPr lang="en-US" noProof="0" dirty="0" err="1"/>
              <a:t>Contexte</a:t>
            </a:r>
            <a:r>
              <a:rPr lang="en-US" noProof="0" dirty="0"/>
              <a:t> et </a:t>
            </a:r>
            <a:r>
              <a:rPr lang="en-US" noProof="0" dirty="0" err="1"/>
              <a:t>enjeux</a:t>
            </a:r>
            <a:r>
              <a:rPr lang="en-US" noProof="0" dirty="0"/>
              <a:t> de la Directive REC</a:t>
            </a:r>
          </a:p>
          <a:p>
            <a:pPr marL="671513" lvl="1" indent="-400050">
              <a:buFont typeface="+mj-lt"/>
              <a:buAutoNum type="alphaLcParenR"/>
            </a:pPr>
            <a:r>
              <a:rPr lang="en-US" noProof="0" dirty="0"/>
              <a:t>Les obligations de la REC </a:t>
            </a:r>
            <a:r>
              <a:rPr lang="en-US" noProof="0" dirty="0" err="1"/>
              <a:t>Européenne</a:t>
            </a:r>
            <a:r>
              <a:rPr lang="en-US" noProof="0" dirty="0"/>
              <a:t> et de la transposition française pour les </a:t>
            </a:r>
            <a:r>
              <a:rPr lang="en-US" noProof="0" dirty="0" err="1"/>
              <a:t>Etats</a:t>
            </a:r>
            <a:r>
              <a:rPr lang="en-US" noProof="0" dirty="0"/>
              <a:t> </a:t>
            </a:r>
            <a:r>
              <a:rPr lang="en-US" noProof="0" dirty="0" err="1"/>
              <a:t>Membres</a:t>
            </a:r>
            <a:endParaRPr lang="en-US" noProof="0" dirty="0"/>
          </a:p>
          <a:p>
            <a:pPr marL="671513" lvl="1" indent="-400050">
              <a:buFont typeface="+mj-lt"/>
              <a:buAutoNum type="alphaLcParenR"/>
            </a:pPr>
            <a:r>
              <a:rPr lang="en-US" noProof="0" dirty="0"/>
              <a:t>Les obligations pour les </a:t>
            </a:r>
            <a:r>
              <a:rPr lang="en-US" noProof="0" dirty="0" err="1"/>
              <a:t>entités</a:t>
            </a:r>
            <a:r>
              <a:rPr lang="en-US" noProof="0" dirty="0"/>
              <a:t> critiques dans la transposition française</a:t>
            </a:r>
          </a:p>
          <a:p>
            <a:pPr marL="939800" lvl="2" indent="-400050">
              <a:buFont typeface="+mj-lt"/>
              <a:buAutoNum type="romanLcPeriod"/>
            </a:pPr>
            <a:r>
              <a:rPr lang="en-US" noProof="0" dirty="0"/>
              <a:t>Notions </a:t>
            </a:r>
            <a:r>
              <a:rPr lang="en-US" noProof="0" dirty="0" err="1"/>
              <a:t>clés</a:t>
            </a:r>
            <a:r>
              <a:rPr lang="en-US" noProof="0" dirty="0"/>
              <a:t> de la transposition française</a:t>
            </a:r>
          </a:p>
          <a:p>
            <a:pPr marL="939800" lvl="2" indent="-400050">
              <a:buFont typeface="+mj-lt"/>
              <a:buAutoNum type="romanLcPeriod"/>
            </a:pPr>
            <a:r>
              <a:rPr lang="en-US" noProof="0" dirty="0"/>
              <a:t>Les obligations </a:t>
            </a:r>
            <a:r>
              <a:rPr lang="en-US" noProof="0" dirty="0" err="1"/>
              <a:t>générales</a:t>
            </a:r>
            <a:r>
              <a:rPr lang="en-US" noProof="0" dirty="0"/>
              <a:t> pour les </a:t>
            </a:r>
            <a:r>
              <a:rPr lang="en-US" noProof="0" dirty="0" err="1"/>
              <a:t>entités</a:t>
            </a:r>
            <a:r>
              <a:rPr lang="en-US" noProof="0" dirty="0"/>
              <a:t> critiques </a:t>
            </a:r>
            <a:r>
              <a:rPr lang="en-US" noProof="0" dirty="0" err="1"/>
              <a:t>éligibles</a:t>
            </a:r>
            <a:endParaRPr lang="en-US" noProof="0" dirty="0"/>
          </a:p>
          <a:p>
            <a:pPr marL="939800" lvl="2" indent="-400050">
              <a:buFont typeface="+mj-lt"/>
              <a:buAutoNum type="romanLcPeriod"/>
            </a:pPr>
            <a:r>
              <a:rPr lang="en-US" noProof="0" dirty="0" err="1"/>
              <a:t>Mesures</a:t>
            </a:r>
            <a:r>
              <a:rPr lang="en-US" noProof="0" dirty="0"/>
              <a:t> de </a:t>
            </a:r>
            <a:r>
              <a:rPr lang="en-US" noProof="0" dirty="0" err="1"/>
              <a:t>sécurité</a:t>
            </a:r>
            <a:r>
              <a:rPr lang="en-US" noProof="0" dirty="0"/>
              <a:t> à </a:t>
            </a:r>
            <a:r>
              <a:rPr lang="en-US" noProof="0" dirty="0" err="1"/>
              <a:t>mettre</a:t>
            </a:r>
            <a:r>
              <a:rPr lang="en-US" noProof="0" dirty="0"/>
              <a:t> </a:t>
            </a:r>
            <a:r>
              <a:rPr lang="en-US" noProof="0" dirty="0" err="1"/>
              <a:t>en</a:t>
            </a:r>
            <a:r>
              <a:rPr lang="en-US" noProof="0" dirty="0"/>
              <a:t> </a:t>
            </a:r>
            <a:r>
              <a:rPr lang="en-US" noProof="0" dirty="0" err="1"/>
              <a:t>œuvre</a:t>
            </a:r>
            <a:r>
              <a:rPr lang="en-US" noProof="0" dirty="0"/>
              <a:t> par les </a:t>
            </a:r>
            <a:r>
              <a:rPr lang="en-US" noProof="0" dirty="0" err="1"/>
              <a:t>entités</a:t>
            </a:r>
            <a:r>
              <a:rPr lang="en-US" noProof="0" dirty="0"/>
              <a:t> critiques </a:t>
            </a:r>
            <a:r>
              <a:rPr lang="en-US" noProof="0" dirty="0" err="1"/>
              <a:t>éligibles</a:t>
            </a:r>
            <a:endParaRPr lang="en-US" noProof="0" dirty="0"/>
          </a:p>
          <a:p>
            <a:pPr marL="671513" lvl="1" indent="-400050">
              <a:buFont typeface="+mj-lt"/>
              <a:buAutoNum type="alphaLcParenR"/>
            </a:pPr>
            <a:r>
              <a:rPr lang="en-US" noProof="0" dirty="0" err="1"/>
              <a:t>Secteurs</a:t>
            </a:r>
            <a:r>
              <a:rPr lang="en-US" noProof="0" dirty="0"/>
              <a:t> </a:t>
            </a:r>
            <a:r>
              <a:rPr lang="en-US" noProof="0" dirty="0" err="1"/>
              <a:t>d’activité</a:t>
            </a:r>
            <a:r>
              <a:rPr lang="en-US" noProof="0" dirty="0"/>
              <a:t> </a:t>
            </a:r>
            <a:r>
              <a:rPr lang="en-US" noProof="0" dirty="0" err="1"/>
              <a:t>éligibles</a:t>
            </a:r>
            <a:r>
              <a:rPr lang="en-US" noProof="0" dirty="0"/>
              <a:t> et </a:t>
            </a:r>
            <a:r>
              <a:rPr lang="en-US" noProof="0" dirty="0" err="1"/>
              <a:t>pressentis</a:t>
            </a:r>
            <a:endParaRPr lang="en-US" noProof="0" dirty="0"/>
          </a:p>
          <a:p>
            <a:pPr marL="671513" lvl="1" indent="-400050">
              <a:buFont typeface="+mj-lt"/>
              <a:buAutoNum type="alphaLcParenR"/>
            </a:pPr>
            <a:endParaRPr lang="en-US" noProof="0" dirty="0"/>
          </a:p>
          <a:p>
            <a:pPr marL="400050" indent="-400050">
              <a:buFont typeface="+mj-lt"/>
              <a:buAutoNum type="romanUcPeriod"/>
            </a:pPr>
            <a:r>
              <a:rPr lang="en-US" b="1" noProof="0" dirty="0" err="1"/>
              <a:t>Mesure</a:t>
            </a:r>
            <a:r>
              <a:rPr lang="en-US" b="1" noProof="0" dirty="0"/>
              <a:t> de </a:t>
            </a:r>
            <a:r>
              <a:rPr lang="en-US" b="1" noProof="0" dirty="0" err="1"/>
              <a:t>sécurité</a:t>
            </a:r>
            <a:r>
              <a:rPr lang="en-US" b="1" noProof="0" dirty="0"/>
              <a:t> et </a:t>
            </a:r>
            <a:r>
              <a:rPr lang="en-US" b="1" noProof="0" dirty="0" err="1"/>
              <a:t>périmètre</a:t>
            </a:r>
            <a:r>
              <a:rPr lang="en-US" b="1" noProof="0" dirty="0"/>
              <a:t> technique de mise </a:t>
            </a:r>
            <a:r>
              <a:rPr lang="en-US" b="1" noProof="0" dirty="0" err="1"/>
              <a:t>en</a:t>
            </a:r>
            <a:r>
              <a:rPr lang="en-US" b="1" noProof="0" dirty="0"/>
              <a:t> </a:t>
            </a:r>
            <a:r>
              <a:rPr lang="en-US" b="1" noProof="0" dirty="0" err="1"/>
              <a:t>œuvre</a:t>
            </a:r>
            <a:endParaRPr lang="en-US" b="1" noProof="0" dirty="0"/>
          </a:p>
          <a:p>
            <a:pPr marL="671513" lvl="1" indent="-400050">
              <a:buFont typeface="+mj-lt"/>
              <a:buAutoNum type="alphaLcParenR"/>
            </a:pPr>
            <a:r>
              <a:rPr lang="en-US" noProof="0" dirty="0"/>
              <a:t>Vision </a:t>
            </a:r>
            <a:r>
              <a:rPr lang="en-US" noProof="0" dirty="0" err="1"/>
              <a:t>détaillée</a:t>
            </a:r>
            <a:r>
              <a:rPr lang="en-US" noProof="0" dirty="0"/>
              <a:t> des </a:t>
            </a:r>
            <a:r>
              <a:rPr lang="en-US" noProof="0" dirty="0" err="1"/>
              <a:t>mesures</a:t>
            </a:r>
            <a:r>
              <a:rPr lang="en-US" noProof="0" dirty="0"/>
              <a:t> de </a:t>
            </a:r>
            <a:r>
              <a:rPr lang="en-US" noProof="0" dirty="0" err="1"/>
              <a:t>cybersécurité</a:t>
            </a:r>
            <a:endParaRPr lang="en-US" noProof="0" dirty="0"/>
          </a:p>
          <a:p>
            <a:pPr marL="671513" lvl="1" indent="-400050">
              <a:buFont typeface="+mj-lt"/>
              <a:buAutoNum type="alphaLcParenR"/>
            </a:pPr>
            <a:r>
              <a:rPr lang="en-US" noProof="0" dirty="0" err="1"/>
              <a:t>Périmètres</a:t>
            </a:r>
            <a:r>
              <a:rPr lang="en-US" noProof="0" dirty="0"/>
              <a:t> de mise </a:t>
            </a:r>
            <a:r>
              <a:rPr lang="en-US" noProof="0" dirty="0" err="1"/>
              <a:t>en</a:t>
            </a:r>
            <a:r>
              <a:rPr lang="en-US" noProof="0" dirty="0"/>
              <a:t> </a:t>
            </a:r>
            <a:r>
              <a:rPr lang="en-US" noProof="0" dirty="0" err="1"/>
              <a:t>œuvre</a:t>
            </a:r>
            <a:endParaRPr lang="en-US" noProof="0" dirty="0"/>
          </a:p>
          <a:p>
            <a:pPr marL="939800" lvl="2" indent="-400050">
              <a:buFont typeface="+mj-lt"/>
              <a:buAutoNum type="romanLcPeriod"/>
            </a:pPr>
            <a:r>
              <a:rPr lang="en-US" noProof="0" dirty="0"/>
              <a:t>PIV et </a:t>
            </a:r>
            <a:r>
              <a:rPr lang="en-US" noProof="0" dirty="0" err="1"/>
              <a:t>dispositifs</a:t>
            </a:r>
            <a:r>
              <a:rPr lang="en-US" noProof="0" dirty="0"/>
              <a:t> techniques</a:t>
            </a:r>
          </a:p>
          <a:p>
            <a:pPr marL="939800" lvl="2" indent="-400050">
              <a:buFont typeface="+mj-lt"/>
              <a:buAutoNum type="romanLcPeriod"/>
            </a:pPr>
            <a:r>
              <a:rPr lang="en-US" noProof="0" dirty="0"/>
              <a:t>Les SIIV et SI non SIIV</a:t>
            </a:r>
          </a:p>
          <a:p>
            <a:pPr marL="671513" lvl="1" indent="-400050">
              <a:buFont typeface="+mj-lt"/>
              <a:buAutoNum type="alphaLcParenR"/>
            </a:pPr>
            <a:r>
              <a:rPr lang="en-US" noProof="0" dirty="0" err="1"/>
              <a:t>Exemple</a:t>
            </a:r>
            <a:r>
              <a:rPr lang="en-US" noProof="0" dirty="0"/>
              <a:t> de compromission sur les </a:t>
            </a:r>
            <a:r>
              <a:rPr lang="en-US" noProof="0" dirty="0" err="1"/>
              <a:t>périmètres</a:t>
            </a:r>
            <a:endParaRPr lang="en-US" noProof="0" dirty="0"/>
          </a:p>
          <a:p>
            <a:pPr marL="671513" lvl="1" indent="-400050">
              <a:buFont typeface="+mj-lt"/>
              <a:buAutoNum type="alphaLcParenR"/>
            </a:pPr>
            <a:endParaRPr lang="en-US" noProof="0" dirty="0"/>
          </a:p>
          <a:p>
            <a:pPr marL="400050" lvl="1" indent="-400050">
              <a:buFont typeface="+mj-lt"/>
              <a:buAutoNum type="romanUcPeriod" startAt="3"/>
            </a:pPr>
            <a:r>
              <a:rPr lang="en-US" noProof="0" dirty="0"/>
              <a:t>Convictions pour la mise </a:t>
            </a:r>
            <a:r>
              <a:rPr lang="en-US" noProof="0" dirty="0" err="1"/>
              <a:t>en</a:t>
            </a:r>
            <a:r>
              <a:rPr lang="en-US" noProof="0" dirty="0"/>
              <a:t> </a:t>
            </a:r>
            <a:r>
              <a:rPr lang="en-US" noProof="0" dirty="0" err="1"/>
              <a:t>conformité</a:t>
            </a:r>
            <a:r>
              <a:rPr lang="en-US" noProof="0" dirty="0"/>
              <a:t> sur les </a:t>
            </a:r>
            <a:r>
              <a:rPr lang="en-US" noProof="0" dirty="0" err="1"/>
              <a:t>périmètres</a:t>
            </a:r>
            <a:r>
              <a:rPr lang="en-US" noProof="0" dirty="0"/>
              <a:t> techniques </a:t>
            </a:r>
            <a:r>
              <a:rPr lang="en-US" noProof="0" dirty="0" err="1"/>
              <a:t>éligibles</a:t>
            </a:r>
            <a:endParaRPr lang="en-US" noProof="0" dirty="0"/>
          </a:p>
          <a:p>
            <a:pPr marL="671513" lvl="1" indent="-400050">
              <a:buFont typeface="+mj-lt"/>
              <a:buAutoNum type="romanUcPeriod" startAt="3"/>
            </a:pPr>
            <a:r>
              <a:rPr lang="en-US" noProof="0" dirty="0"/>
              <a:t>Plan de </a:t>
            </a:r>
            <a:r>
              <a:rPr lang="en-US" noProof="0" dirty="0" err="1"/>
              <a:t>résilience</a:t>
            </a:r>
            <a:br>
              <a:rPr lang="en-US" noProof="0" dirty="0"/>
            </a:br>
            <a:r>
              <a:rPr lang="en-US" noProof="0" dirty="0"/>
              <a:t>      - </a:t>
            </a:r>
            <a:r>
              <a:rPr lang="en-US" noProof="0" dirty="0" err="1"/>
              <a:t>Kézako</a:t>
            </a:r>
            <a:r>
              <a:rPr lang="en-US" noProof="0" dirty="0"/>
              <a:t> ?</a:t>
            </a:r>
            <a:br>
              <a:rPr lang="en-US" noProof="0" dirty="0"/>
            </a:br>
            <a:r>
              <a:rPr lang="en-US" noProof="0" dirty="0"/>
              <a:t>      - </a:t>
            </a:r>
            <a:r>
              <a:rPr lang="en-US" noProof="0" dirty="0" err="1"/>
              <a:t>Qu'est</a:t>
            </a:r>
            <a:r>
              <a:rPr lang="en-US" noProof="0" dirty="0"/>
              <a:t> </a:t>
            </a:r>
            <a:r>
              <a:rPr lang="en-US" noProof="0" dirty="0" err="1"/>
              <a:t>ce</a:t>
            </a:r>
            <a:r>
              <a:rPr lang="en-US" noProof="0" dirty="0"/>
              <a:t> </a:t>
            </a:r>
            <a:r>
              <a:rPr lang="en-US" noProof="0" dirty="0" err="1"/>
              <a:t>qu'on</a:t>
            </a:r>
            <a:r>
              <a:rPr lang="en-US" noProof="0" dirty="0"/>
              <a:t> </a:t>
            </a:r>
            <a:r>
              <a:rPr lang="en-US" noProof="0" dirty="0" err="1"/>
              <a:t>traite</a:t>
            </a:r>
            <a:r>
              <a:rPr lang="en-US" noProof="0" dirty="0"/>
              <a:t> d'un point de </a:t>
            </a:r>
            <a:r>
              <a:rPr lang="en-US" noProof="0" dirty="0" err="1"/>
              <a:t>vue</a:t>
            </a:r>
            <a:r>
              <a:rPr lang="en-US" noProof="0" dirty="0"/>
              <a:t> cyber?</a:t>
            </a:r>
            <a:br>
              <a:rPr lang="en-US" noProof="0" dirty="0"/>
            </a:br>
            <a:r>
              <a:rPr lang="en-US" noProof="0" dirty="0"/>
              <a:t>    b. </a:t>
            </a:r>
            <a:r>
              <a:rPr lang="en-US" noProof="0" dirty="0" err="1"/>
              <a:t>Sécurité</a:t>
            </a:r>
            <a:r>
              <a:rPr lang="en-US" noProof="0" dirty="0"/>
              <a:t> des architectures</a:t>
            </a:r>
            <a:br>
              <a:rPr lang="en-US" noProof="0" dirty="0"/>
            </a:br>
            <a:r>
              <a:rPr lang="en-US" noProof="0" dirty="0"/>
              <a:t>      - Best practices architecture</a:t>
            </a:r>
            <a:br>
              <a:rPr lang="en-US" noProof="0" dirty="0"/>
            </a:br>
            <a:r>
              <a:rPr lang="en-US" noProof="0" dirty="0"/>
              <a:t>    c. </a:t>
            </a:r>
            <a:r>
              <a:rPr lang="en-US" noProof="0" dirty="0" err="1"/>
              <a:t>Sécurité</a:t>
            </a:r>
            <a:r>
              <a:rPr lang="en-US" noProof="0" dirty="0"/>
              <a:t> à la </a:t>
            </a:r>
            <a:r>
              <a:rPr lang="en-US" noProof="0" dirty="0" err="1"/>
              <a:t>maille</a:t>
            </a:r>
            <a:r>
              <a:rPr lang="en-US" noProof="0" dirty="0"/>
              <a:t> </a:t>
            </a:r>
            <a:r>
              <a:rPr lang="en-US" noProof="0" dirty="0" err="1"/>
              <a:t>produit</a:t>
            </a:r>
            <a:r>
              <a:rPr lang="en-US" noProof="0" dirty="0"/>
              <a:t> (</a:t>
            </a:r>
            <a:r>
              <a:rPr lang="en-US" noProof="0" dirty="0" err="1"/>
              <a:t>dispositif</a:t>
            </a:r>
            <a:r>
              <a:rPr lang="en-US" noProof="0" dirty="0"/>
              <a:t> type </a:t>
            </a:r>
            <a:r>
              <a:rPr lang="en-US" noProof="0" dirty="0" err="1"/>
              <a:t>caméra</a:t>
            </a:r>
            <a:r>
              <a:rPr lang="en-US" noProof="0" dirty="0"/>
              <a:t>)</a:t>
            </a:r>
            <a:br>
              <a:rPr lang="en-US" noProof="0" dirty="0"/>
            </a:br>
            <a:r>
              <a:rPr lang="en-US" noProof="0" dirty="0"/>
              <a:t>                 - Best practice ?</a:t>
            </a:r>
          </a:p>
        </p:txBody>
      </p:sp>
    </p:spTree>
    <p:extLst>
      <p:ext uri="{BB962C8B-B14F-4D97-AF65-F5344CB8AC3E}">
        <p14:creationId xmlns:p14="http://schemas.microsoft.com/office/powerpoint/2010/main" val="1906177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ECA5AA7A-2024-8F5F-6EFB-DBB6E3BD6E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1C8E6FD-B657-4FDA-05DD-9F6F5545A24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3CB68E0D-FFDD-38D3-4E57-4B8CA4466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De la Cyber </a:t>
            </a:r>
            <a:r>
              <a:rPr lang="en-US" noProof="0" dirty="0" err="1"/>
              <a:t>résilience</a:t>
            </a:r>
            <a:r>
              <a:rPr lang="en-US" noProof="0" dirty="0"/>
              <a:t> - Loi n° XXX – Articles </a:t>
            </a:r>
            <a:r>
              <a:rPr lang="en-US" noProof="0" dirty="0" err="1"/>
              <a:t>issus</a:t>
            </a:r>
            <a:r>
              <a:rPr lang="en-US" noProof="0" dirty="0"/>
              <a:t> de la NIS2</a:t>
            </a:r>
          </a:p>
        </p:txBody>
      </p:sp>
      <p:grpSp>
        <p:nvGrpSpPr>
          <p:cNvPr id="14" name="Group 45">
            <a:extLst>
              <a:ext uri="{FF2B5EF4-FFF2-40B4-BE49-F238E27FC236}">
                <a16:creationId xmlns:a16="http://schemas.microsoft.com/office/drawing/2014/main" id="{DDA06E92-1618-4B7C-B774-DCB1894EF1AC}"/>
              </a:ext>
            </a:extLst>
          </p:cNvPr>
          <p:cNvGrpSpPr>
            <a:grpSpLocks/>
          </p:cNvGrpSpPr>
          <p:nvPr/>
        </p:nvGrpSpPr>
        <p:grpSpPr>
          <a:xfrm>
            <a:off x="982212" y="1601790"/>
            <a:ext cx="3074100" cy="4582535"/>
            <a:chOff x="477251" y="1789141"/>
            <a:chExt cx="2084972" cy="3340547"/>
          </a:xfrm>
        </p:grpSpPr>
        <p:grpSp>
          <p:nvGrpSpPr>
            <p:cNvPr id="15" name="Bloc 1">
              <a:extLst>
                <a:ext uri="{FF2B5EF4-FFF2-40B4-BE49-F238E27FC236}">
                  <a16:creationId xmlns:a16="http://schemas.microsoft.com/office/drawing/2014/main" id="{74B565AF-D074-2C1E-0D91-B7132BE48E12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/>
            <p:nvPr/>
          </p:nvGrpSpPr>
          <p:grpSpPr>
            <a:xfrm>
              <a:off x="477251" y="1789141"/>
              <a:ext cx="2084972" cy="3340547"/>
              <a:chOff x="408402" y="546099"/>
              <a:chExt cx="4359809" cy="6985294"/>
            </a:xfrm>
          </p:grpSpPr>
          <p:sp>
            <p:nvSpPr>
              <p:cNvPr id="57" name="Freeform: Shape 7">
                <a:extLst>
                  <a:ext uri="{FF2B5EF4-FFF2-40B4-BE49-F238E27FC236}">
                    <a16:creationId xmlns:a16="http://schemas.microsoft.com/office/drawing/2014/main" id="{745A0507-CB47-C0E1-4149-95C85390A1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08402" y="546099"/>
                <a:ext cx="4359809" cy="6985294"/>
              </a:xfrm>
              <a:custGeom>
                <a:avLst/>
                <a:gdLst>
                  <a:gd name="connsiteX0" fmla="*/ 806238 w 4359809"/>
                  <a:gd name="connsiteY0" fmla="*/ 0 h 6858094"/>
                  <a:gd name="connsiteX1" fmla="*/ 3551693 w 4359809"/>
                  <a:gd name="connsiteY1" fmla="*/ 0 h 6858094"/>
                  <a:gd name="connsiteX2" fmla="*/ 4359810 w 4359809"/>
                  <a:gd name="connsiteY2" fmla="*/ 808117 h 6858094"/>
                  <a:gd name="connsiteX3" fmla="*/ 4359810 w 4359809"/>
                  <a:gd name="connsiteY3" fmla="*/ 6858094 h 6858094"/>
                  <a:gd name="connsiteX4" fmla="*/ 192212 w 4359809"/>
                  <a:gd name="connsiteY4" fmla="*/ 6858094 h 6858094"/>
                  <a:gd name="connsiteX5" fmla="*/ 0 w 4359809"/>
                  <a:gd name="connsiteY5" fmla="*/ 6665976 h 6858094"/>
                  <a:gd name="connsiteX6" fmla="*/ 0 w 4359809"/>
                  <a:gd name="connsiteY6" fmla="*/ 806238 h 6858094"/>
                  <a:gd name="connsiteX7" fmla="*/ 806238 w 4359809"/>
                  <a:gd name="connsiteY7" fmla="*/ 0 h 6858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359809" h="6858094">
                    <a:moveTo>
                      <a:pt x="806238" y="0"/>
                    </a:moveTo>
                    <a:lnTo>
                      <a:pt x="3551693" y="0"/>
                    </a:lnTo>
                    <a:cubicBezTo>
                      <a:pt x="3997745" y="0"/>
                      <a:pt x="4359810" y="362065"/>
                      <a:pt x="4359810" y="808117"/>
                    </a:cubicBezTo>
                    <a:lnTo>
                      <a:pt x="4359810" y="6858094"/>
                    </a:lnTo>
                    <a:lnTo>
                      <a:pt x="192212" y="6858094"/>
                    </a:lnTo>
                    <a:cubicBezTo>
                      <a:pt x="86148" y="6858188"/>
                      <a:pt x="0" y="6772040"/>
                      <a:pt x="0" y="6665976"/>
                    </a:cubicBezTo>
                    <a:lnTo>
                      <a:pt x="0" y="806238"/>
                    </a:lnTo>
                    <a:cubicBezTo>
                      <a:pt x="0" y="361313"/>
                      <a:pt x="361313" y="0"/>
                      <a:pt x="806238" y="0"/>
                    </a:cubicBezTo>
                    <a:close/>
                  </a:path>
                </a:pathLst>
              </a:custGeom>
              <a:solidFill>
                <a:schemeClr val="tx2">
                  <a:lumMod val="95000"/>
                </a:schemeClr>
              </a:solidFill>
              <a:ln w="93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58" name="Freeform: Shape 8">
                <a:extLst>
                  <a:ext uri="{FF2B5EF4-FFF2-40B4-BE49-F238E27FC236}">
                    <a16:creationId xmlns:a16="http://schemas.microsoft.com/office/drawing/2014/main" id="{429AF0CC-3782-D780-5AC5-9484490269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08402" y="546101"/>
                <a:ext cx="4359809" cy="1137312"/>
              </a:xfrm>
              <a:custGeom>
                <a:avLst/>
                <a:gdLst>
                  <a:gd name="connsiteX0" fmla="*/ 2179905 w 4359809"/>
                  <a:gd name="connsiteY0" fmla="*/ 0 h 2424349"/>
                  <a:gd name="connsiteX1" fmla="*/ 808117 w 4359809"/>
                  <a:gd name="connsiteY1" fmla="*/ 0 h 2424349"/>
                  <a:gd name="connsiteX2" fmla="*/ 0 w 4359809"/>
                  <a:gd name="connsiteY2" fmla="*/ 808117 h 2424349"/>
                  <a:gd name="connsiteX3" fmla="*/ 0 w 4359809"/>
                  <a:gd name="connsiteY3" fmla="*/ 808117 h 2424349"/>
                  <a:gd name="connsiteX4" fmla="*/ 808117 w 4359809"/>
                  <a:gd name="connsiteY4" fmla="*/ 1616233 h 2424349"/>
                  <a:gd name="connsiteX5" fmla="*/ 3551693 w 4359809"/>
                  <a:gd name="connsiteY5" fmla="*/ 1616233 h 2424349"/>
                  <a:gd name="connsiteX6" fmla="*/ 4359810 w 4359809"/>
                  <a:gd name="connsiteY6" fmla="*/ 2424350 h 2424349"/>
                  <a:gd name="connsiteX7" fmla="*/ 4359810 w 4359809"/>
                  <a:gd name="connsiteY7" fmla="*/ 808117 h 2424349"/>
                  <a:gd name="connsiteX8" fmla="*/ 3551693 w 4359809"/>
                  <a:gd name="connsiteY8" fmla="*/ 0 h 2424349"/>
                  <a:gd name="connsiteX9" fmla="*/ 2179905 w 4359809"/>
                  <a:gd name="connsiteY9" fmla="*/ 0 h 242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359809" h="2424349">
                    <a:moveTo>
                      <a:pt x="2179905" y="0"/>
                    </a:moveTo>
                    <a:lnTo>
                      <a:pt x="808117" y="0"/>
                    </a:lnTo>
                    <a:cubicBezTo>
                      <a:pt x="361783" y="0"/>
                      <a:pt x="0" y="361783"/>
                      <a:pt x="0" y="808117"/>
                    </a:cubicBezTo>
                    <a:lnTo>
                      <a:pt x="0" y="808117"/>
                    </a:lnTo>
                    <a:cubicBezTo>
                      <a:pt x="0" y="1254450"/>
                      <a:pt x="361783" y="1616233"/>
                      <a:pt x="808117" y="1616233"/>
                    </a:cubicBezTo>
                    <a:lnTo>
                      <a:pt x="3551693" y="1616233"/>
                    </a:lnTo>
                    <a:cubicBezTo>
                      <a:pt x="3998027" y="1616233"/>
                      <a:pt x="4359810" y="1978016"/>
                      <a:pt x="4359810" y="2424350"/>
                    </a:cubicBezTo>
                    <a:lnTo>
                      <a:pt x="4359810" y="808117"/>
                    </a:lnTo>
                    <a:cubicBezTo>
                      <a:pt x="4359810" y="361783"/>
                      <a:pt x="3998027" y="0"/>
                      <a:pt x="3551693" y="0"/>
                    </a:cubicBezTo>
                    <a:lnTo>
                      <a:pt x="2179905" y="0"/>
                    </a:lnTo>
                    <a:close/>
                  </a:path>
                </a:pathLst>
              </a:custGeom>
              <a:solidFill>
                <a:schemeClr val="bg2"/>
              </a:solidFill>
              <a:ln w="93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</p:grpSp>
        <p:sp>
          <p:nvSpPr>
            <p:cNvPr id="17" name="Title bloc 1">
              <a:extLst>
                <a:ext uri="{FF2B5EF4-FFF2-40B4-BE49-F238E27FC236}">
                  <a16:creationId xmlns:a16="http://schemas.microsoft.com/office/drawing/2014/main" id="{0C915113-588F-47D9-29FA-BB4AF9975270}"/>
                </a:ext>
              </a:extLst>
            </p:cNvPr>
            <p:cNvSpPr txBox="1">
              <a:spLocks/>
            </p:cNvSpPr>
            <p:nvPr/>
          </p:nvSpPr>
          <p:spPr>
            <a:xfrm>
              <a:off x="1004423" y="1864911"/>
              <a:ext cx="1030626" cy="210052"/>
            </a:xfrm>
            <a:prstGeom prst="rect">
              <a:avLst/>
            </a:prstGeom>
            <a:noFill/>
          </p:spPr>
          <p:txBody>
            <a:bodyPr wrap="square" lIns="0" tIns="36000" rIns="0" bIns="36000" rtlCol="0" anchor="ctr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400" b="1" noProof="0" dirty="0">
                  <a:solidFill>
                    <a:schemeClr val="bg1"/>
                  </a:solidFill>
                </a:rPr>
                <a:t>Article 11</a:t>
              </a:r>
            </a:p>
          </p:txBody>
        </p:sp>
        <p:sp>
          <p:nvSpPr>
            <p:cNvPr id="18" name="TextBox bloc 1">
              <a:extLst>
                <a:ext uri="{FF2B5EF4-FFF2-40B4-BE49-F238E27FC236}">
                  <a16:creationId xmlns:a16="http://schemas.microsoft.com/office/drawing/2014/main" id="{7F70754E-67D4-5060-8C5C-8EA057E026DB}"/>
                </a:ext>
              </a:extLst>
            </p:cNvPr>
            <p:cNvSpPr txBox="1">
              <a:spLocks/>
            </p:cNvSpPr>
            <p:nvPr/>
          </p:nvSpPr>
          <p:spPr>
            <a:xfrm>
              <a:off x="668028" y="2522824"/>
              <a:ext cx="1703417" cy="225424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spcAft>
                  <a:spcPts val="600"/>
                </a:spcAft>
              </a:pPr>
              <a:r>
                <a:rPr lang="en-US" sz="1100" noProof="0" dirty="0"/>
                <a:t>Les </a:t>
              </a:r>
              <a:r>
                <a:rPr lang="en-US" sz="1100" b="1" noProof="0" dirty="0" err="1"/>
                <a:t>entités</a:t>
              </a:r>
              <a:r>
                <a:rPr lang="en-US" sz="1100" b="1" noProof="0" dirty="0"/>
                <a:t> </a:t>
              </a:r>
              <a:r>
                <a:rPr lang="en-US" sz="1100" b="1" noProof="0" dirty="0" err="1"/>
                <a:t>essentielles</a:t>
              </a:r>
              <a:r>
                <a:rPr lang="en-US" sz="1100" b="1" noProof="0" dirty="0"/>
                <a:t> et </a:t>
              </a:r>
              <a:r>
                <a:rPr lang="en-US" sz="1100" b="1" noProof="0" dirty="0" err="1"/>
                <a:t>importantes</a:t>
              </a:r>
              <a:r>
                <a:rPr lang="en-US" sz="1100" b="1" noProof="0" dirty="0"/>
                <a:t> </a:t>
              </a:r>
              <a:r>
                <a:rPr lang="en-US" sz="1100" noProof="0" dirty="0" err="1"/>
                <a:t>prennent</a:t>
              </a:r>
              <a:r>
                <a:rPr lang="en-US" sz="1100" noProof="0" dirty="0"/>
                <a:t> les </a:t>
              </a:r>
              <a:r>
                <a:rPr lang="en-US" sz="1100" b="1" noProof="0" dirty="0" err="1"/>
                <a:t>mesures</a:t>
              </a:r>
              <a:r>
                <a:rPr lang="en-US" sz="1100" b="1" noProof="0" dirty="0"/>
                <a:t> </a:t>
              </a:r>
              <a:r>
                <a:rPr lang="en-US" sz="1100" noProof="0" dirty="0"/>
                <a:t>pour </a:t>
              </a:r>
              <a:r>
                <a:rPr lang="en-US" sz="1100" b="1" noProof="0" dirty="0" err="1"/>
                <a:t>gérer</a:t>
              </a:r>
              <a:r>
                <a:rPr lang="en-US" sz="1100" b="1" noProof="0" dirty="0"/>
                <a:t> les </a:t>
              </a:r>
              <a:r>
                <a:rPr lang="en-US" sz="1100" b="1" noProof="0" dirty="0" err="1"/>
                <a:t>risques</a:t>
              </a:r>
              <a:r>
                <a:rPr lang="en-US" sz="1100" b="1" noProof="0" dirty="0"/>
                <a:t> </a:t>
              </a:r>
              <a:r>
                <a:rPr lang="en-US" sz="1100" noProof="0" dirty="0"/>
                <a:t>qui </a:t>
              </a:r>
              <a:r>
                <a:rPr lang="en-US" sz="1100" noProof="0" dirty="0" err="1"/>
                <a:t>menacent</a:t>
              </a:r>
              <a:r>
                <a:rPr lang="en-US" sz="1100" noProof="0" dirty="0"/>
                <a:t> la </a:t>
              </a:r>
              <a:r>
                <a:rPr lang="en-US" sz="1100" b="1" noProof="0" dirty="0" err="1"/>
                <a:t>sécurité</a:t>
              </a:r>
              <a:r>
                <a:rPr lang="en-US" sz="1100" b="1" noProof="0" dirty="0"/>
                <a:t> des SI</a:t>
              </a:r>
              <a:r>
                <a:rPr lang="en-US" sz="1100" b="1" i="1" noProof="0" dirty="0"/>
                <a:t> </a:t>
              </a:r>
              <a:r>
                <a:rPr lang="en-US" sz="1100" noProof="0" dirty="0" err="1"/>
                <a:t>qu’elles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utilisent</a:t>
              </a:r>
              <a:r>
                <a:rPr lang="en-US" sz="1100" noProof="0" dirty="0"/>
                <a:t> dans le cadre de </a:t>
              </a:r>
              <a:r>
                <a:rPr lang="en-US" sz="1100" noProof="0" dirty="0" err="1"/>
                <a:t>leurs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activités</a:t>
              </a:r>
              <a:r>
                <a:rPr lang="en-US" sz="1100" noProof="0" dirty="0"/>
                <a:t> :</a:t>
              </a:r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100" noProof="0" dirty="0"/>
                <a:t>Mise </a:t>
              </a:r>
              <a:r>
                <a:rPr lang="en-US" sz="1100" noProof="0" dirty="0" err="1"/>
                <a:t>en</a:t>
              </a:r>
              <a:r>
                <a:rPr lang="en-US" sz="1100" noProof="0" dirty="0"/>
                <a:t> place </a:t>
              </a:r>
              <a:r>
                <a:rPr lang="en-US" sz="1100" noProof="0" dirty="0" err="1"/>
                <a:t>d’une</a:t>
              </a:r>
              <a:r>
                <a:rPr lang="en-US" sz="1100" noProof="0" dirty="0"/>
                <a:t> </a:t>
              </a:r>
              <a:r>
                <a:rPr lang="en-US" sz="1100" b="1" noProof="0" dirty="0" err="1"/>
                <a:t>gouvernance</a:t>
              </a:r>
              <a:r>
                <a:rPr lang="en-US" sz="1100" noProof="0" dirty="0"/>
                <a:t> de la </a:t>
              </a:r>
              <a:r>
                <a:rPr lang="en-US" sz="1100" noProof="0" dirty="0" err="1"/>
                <a:t>sécurité</a:t>
              </a:r>
              <a:r>
                <a:rPr lang="en-US" sz="1100" noProof="0" dirty="0"/>
                <a:t> des réseaux et SI </a:t>
              </a:r>
              <a:r>
                <a:rPr lang="en-US" sz="1100" noProof="0" dirty="0" err="1"/>
                <a:t>adaptée</a:t>
              </a:r>
              <a:r>
                <a:rPr lang="en-US" sz="1100" noProof="0" dirty="0"/>
                <a:t>, et de la formation des personnels </a:t>
              </a:r>
              <a:r>
                <a:rPr lang="en-US" sz="1100" noProof="0" dirty="0" err="1"/>
                <a:t>en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cybersécurité</a:t>
              </a:r>
              <a:endParaRPr lang="en-US" sz="1100" noProof="0" dirty="0"/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100" b="1" noProof="0" dirty="0"/>
                <a:t>Protection</a:t>
              </a:r>
              <a:r>
                <a:rPr lang="en-US" sz="1100" noProof="0" dirty="0"/>
                <a:t> des réseaux et </a:t>
              </a:r>
              <a:r>
                <a:rPr lang="en-US" sz="1100" noProof="0" dirty="0" err="1"/>
                <a:t>systèmes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d’information</a:t>
              </a:r>
              <a:r>
                <a:rPr lang="en-US" sz="1100" noProof="0" dirty="0"/>
                <a:t>, y </a:t>
              </a:r>
              <a:r>
                <a:rPr lang="en-US" sz="1100" noProof="0" dirty="0" err="1"/>
                <a:t>compris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en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cas</a:t>
              </a:r>
              <a:r>
                <a:rPr lang="en-US" sz="1100" noProof="0" dirty="0"/>
                <a:t> de </a:t>
              </a:r>
              <a:r>
                <a:rPr lang="en-US" sz="1100" noProof="0" dirty="0" err="1"/>
                <a:t>recours</a:t>
              </a:r>
              <a:r>
                <a:rPr lang="en-US" sz="1100" noProof="0" dirty="0"/>
                <a:t> à la </a:t>
              </a:r>
              <a:r>
                <a:rPr lang="en-US" sz="1100" b="1" noProof="0" dirty="0"/>
                <a:t>sous-</a:t>
              </a:r>
              <a:r>
                <a:rPr lang="en-US" sz="1100" b="1" noProof="0" dirty="0" err="1"/>
                <a:t>traitance</a:t>
              </a:r>
              <a:endParaRPr lang="en-US" sz="1100" b="1" noProof="0" dirty="0"/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100" b="1" noProof="0" dirty="0"/>
                <a:t>Défense</a:t>
              </a:r>
              <a:r>
                <a:rPr lang="en-US" sz="1100" noProof="0" dirty="0"/>
                <a:t> des réseaux et </a:t>
              </a:r>
              <a:r>
                <a:rPr lang="en-US" sz="1100" noProof="0" dirty="0" err="1"/>
                <a:t>systèmes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d’information</a:t>
              </a:r>
              <a:r>
                <a:rPr lang="en-US" sz="1100" noProof="0" dirty="0"/>
                <a:t> et </a:t>
              </a:r>
              <a:r>
                <a:rPr lang="en-US" sz="1100" b="1" noProof="0" dirty="0"/>
                <a:t>gestion des incidents</a:t>
              </a:r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100" b="1" noProof="0" dirty="0" err="1"/>
                <a:t>Résilience</a:t>
              </a:r>
              <a:r>
                <a:rPr lang="en-US" sz="1100" noProof="0" dirty="0"/>
                <a:t> des </a:t>
              </a:r>
              <a:r>
                <a:rPr lang="en-US" sz="1100" noProof="0" dirty="0" err="1"/>
                <a:t>activités</a:t>
              </a:r>
              <a:r>
                <a:rPr lang="en-US" sz="1100" noProof="0" dirty="0"/>
                <a:t> de </a:t>
              </a:r>
              <a:r>
                <a:rPr lang="en-US" sz="1100" noProof="0" dirty="0" err="1"/>
                <a:t>l’OIV</a:t>
              </a:r>
              <a:endParaRPr lang="en-US" sz="1100" noProof="0" dirty="0"/>
            </a:p>
          </p:txBody>
        </p:sp>
      </p:grpSp>
      <p:grpSp>
        <p:nvGrpSpPr>
          <p:cNvPr id="151" name="Group 45">
            <a:extLst>
              <a:ext uri="{FF2B5EF4-FFF2-40B4-BE49-F238E27FC236}">
                <a16:creationId xmlns:a16="http://schemas.microsoft.com/office/drawing/2014/main" id="{D1B8EAC8-5EF1-112D-3938-8C19AEC65F35}"/>
              </a:ext>
            </a:extLst>
          </p:cNvPr>
          <p:cNvGrpSpPr>
            <a:grpSpLocks/>
          </p:cNvGrpSpPr>
          <p:nvPr/>
        </p:nvGrpSpPr>
        <p:grpSpPr>
          <a:xfrm>
            <a:off x="4558209" y="1601793"/>
            <a:ext cx="3074841" cy="4631299"/>
            <a:chOff x="477251" y="1728313"/>
            <a:chExt cx="2085474" cy="3376094"/>
          </a:xfrm>
        </p:grpSpPr>
        <p:grpSp>
          <p:nvGrpSpPr>
            <p:cNvPr id="152" name="Bloc 1">
              <a:extLst>
                <a:ext uri="{FF2B5EF4-FFF2-40B4-BE49-F238E27FC236}">
                  <a16:creationId xmlns:a16="http://schemas.microsoft.com/office/drawing/2014/main" id="{DB76CF64-9F8B-1BC4-889D-23674234E467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/>
            <p:nvPr/>
          </p:nvGrpSpPr>
          <p:grpSpPr>
            <a:xfrm>
              <a:off x="477251" y="1728313"/>
              <a:ext cx="2085474" cy="3376094"/>
              <a:chOff x="408402" y="418903"/>
              <a:chExt cx="4360858" cy="7059627"/>
            </a:xfrm>
          </p:grpSpPr>
          <p:sp>
            <p:nvSpPr>
              <p:cNvPr id="155" name="Freeform: Shape 7">
                <a:extLst>
                  <a:ext uri="{FF2B5EF4-FFF2-40B4-BE49-F238E27FC236}">
                    <a16:creationId xmlns:a16="http://schemas.microsoft.com/office/drawing/2014/main" id="{A1BC3943-1B7D-A615-D0ED-29DA622853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09451" y="620436"/>
                <a:ext cx="4359809" cy="6858094"/>
              </a:xfrm>
              <a:custGeom>
                <a:avLst/>
                <a:gdLst>
                  <a:gd name="connsiteX0" fmla="*/ 806238 w 4359809"/>
                  <a:gd name="connsiteY0" fmla="*/ 0 h 6858094"/>
                  <a:gd name="connsiteX1" fmla="*/ 3551693 w 4359809"/>
                  <a:gd name="connsiteY1" fmla="*/ 0 h 6858094"/>
                  <a:gd name="connsiteX2" fmla="*/ 4359810 w 4359809"/>
                  <a:gd name="connsiteY2" fmla="*/ 808117 h 6858094"/>
                  <a:gd name="connsiteX3" fmla="*/ 4359810 w 4359809"/>
                  <a:gd name="connsiteY3" fmla="*/ 6858094 h 6858094"/>
                  <a:gd name="connsiteX4" fmla="*/ 192212 w 4359809"/>
                  <a:gd name="connsiteY4" fmla="*/ 6858094 h 6858094"/>
                  <a:gd name="connsiteX5" fmla="*/ 0 w 4359809"/>
                  <a:gd name="connsiteY5" fmla="*/ 6665976 h 6858094"/>
                  <a:gd name="connsiteX6" fmla="*/ 0 w 4359809"/>
                  <a:gd name="connsiteY6" fmla="*/ 806238 h 6858094"/>
                  <a:gd name="connsiteX7" fmla="*/ 806238 w 4359809"/>
                  <a:gd name="connsiteY7" fmla="*/ 0 h 6858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359809" h="6858094">
                    <a:moveTo>
                      <a:pt x="806238" y="0"/>
                    </a:moveTo>
                    <a:lnTo>
                      <a:pt x="3551693" y="0"/>
                    </a:lnTo>
                    <a:cubicBezTo>
                      <a:pt x="3997745" y="0"/>
                      <a:pt x="4359810" y="362065"/>
                      <a:pt x="4359810" y="808117"/>
                    </a:cubicBezTo>
                    <a:lnTo>
                      <a:pt x="4359810" y="6858094"/>
                    </a:lnTo>
                    <a:lnTo>
                      <a:pt x="192212" y="6858094"/>
                    </a:lnTo>
                    <a:cubicBezTo>
                      <a:pt x="86148" y="6858188"/>
                      <a:pt x="0" y="6772040"/>
                      <a:pt x="0" y="6665976"/>
                    </a:cubicBezTo>
                    <a:lnTo>
                      <a:pt x="0" y="806238"/>
                    </a:lnTo>
                    <a:cubicBezTo>
                      <a:pt x="0" y="361313"/>
                      <a:pt x="361313" y="0"/>
                      <a:pt x="806238" y="0"/>
                    </a:cubicBezTo>
                    <a:close/>
                  </a:path>
                </a:pathLst>
              </a:custGeom>
              <a:solidFill>
                <a:schemeClr val="tx2">
                  <a:lumMod val="95000"/>
                </a:schemeClr>
              </a:solidFill>
              <a:ln w="93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56" name="Freeform: Shape 8">
                <a:extLst>
                  <a:ext uri="{FF2B5EF4-FFF2-40B4-BE49-F238E27FC236}">
                    <a16:creationId xmlns:a16="http://schemas.microsoft.com/office/drawing/2014/main" id="{20BA28E7-5EE5-237F-86DC-C23D82886F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08402" y="418903"/>
                <a:ext cx="4359809" cy="1137312"/>
              </a:xfrm>
              <a:custGeom>
                <a:avLst/>
                <a:gdLst>
                  <a:gd name="connsiteX0" fmla="*/ 2179905 w 4359809"/>
                  <a:gd name="connsiteY0" fmla="*/ 0 h 2424349"/>
                  <a:gd name="connsiteX1" fmla="*/ 808117 w 4359809"/>
                  <a:gd name="connsiteY1" fmla="*/ 0 h 2424349"/>
                  <a:gd name="connsiteX2" fmla="*/ 0 w 4359809"/>
                  <a:gd name="connsiteY2" fmla="*/ 808117 h 2424349"/>
                  <a:gd name="connsiteX3" fmla="*/ 0 w 4359809"/>
                  <a:gd name="connsiteY3" fmla="*/ 808117 h 2424349"/>
                  <a:gd name="connsiteX4" fmla="*/ 808117 w 4359809"/>
                  <a:gd name="connsiteY4" fmla="*/ 1616233 h 2424349"/>
                  <a:gd name="connsiteX5" fmla="*/ 3551693 w 4359809"/>
                  <a:gd name="connsiteY5" fmla="*/ 1616233 h 2424349"/>
                  <a:gd name="connsiteX6" fmla="*/ 4359810 w 4359809"/>
                  <a:gd name="connsiteY6" fmla="*/ 2424350 h 2424349"/>
                  <a:gd name="connsiteX7" fmla="*/ 4359810 w 4359809"/>
                  <a:gd name="connsiteY7" fmla="*/ 808117 h 2424349"/>
                  <a:gd name="connsiteX8" fmla="*/ 3551693 w 4359809"/>
                  <a:gd name="connsiteY8" fmla="*/ 0 h 2424349"/>
                  <a:gd name="connsiteX9" fmla="*/ 2179905 w 4359809"/>
                  <a:gd name="connsiteY9" fmla="*/ 0 h 242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359809" h="2424349">
                    <a:moveTo>
                      <a:pt x="2179905" y="0"/>
                    </a:moveTo>
                    <a:lnTo>
                      <a:pt x="808117" y="0"/>
                    </a:lnTo>
                    <a:cubicBezTo>
                      <a:pt x="361783" y="0"/>
                      <a:pt x="0" y="361783"/>
                      <a:pt x="0" y="808117"/>
                    </a:cubicBezTo>
                    <a:lnTo>
                      <a:pt x="0" y="808117"/>
                    </a:lnTo>
                    <a:cubicBezTo>
                      <a:pt x="0" y="1254450"/>
                      <a:pt x="361783" y="1616233"/>
                      <a:pt x="808117" y="1616233"/>
                    </a:cubicBezTo>
                    <a:lnTo>
                      <a:pt x="3551693" y="1616233"/>
                    </a:lnTo>
                    <a:cubicBezTo>
                      <a:pt x="3998027" y="1616233"/>
                      <a:pt x="4359810" y="1978016"/>
                      <a:pt x="4359810" y="2424350"/>
                    </a:cubicBezTo>
                    <a:lnTo>
                      <a:pt x="4359810" y="808117"/>
                    </a:lnTo>
                    <a:cubicBezTo>
                      <a:pt x="4359810" y="361783"/>
                      <a:pt x="3998027" y="0"/>
                      <a:pt x="3551693" y="0"/>
                    </a:cubicBezTo>
                    <a:lnTo>
                      <a:pt x="2179905" y="0"/>
                    </a:lnTo>
                    <a:close/>
                  </a:path>
                </a:pathLst>
              </a:custGeom>
              <a:solidFill>
                <a:schemeClr val="bg2"/>
              </a:solidFill>
              <a:ln w="93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</p:grpSp>
        <p:sp>
          <p:nvSpPr>
            <p:cNvPr id="153" name="Title bloc 1">
              <a:extLst>
                <a:ext uri="{FF2B5EF4-FFF2-40B4-BE49-F238E27FC236}">
                  <a16:creationId xmlns:a16="http://schemas.microsoft.com/office/drawing/2014/main" id="{4A41D696-A59E-30B9-87DC-4CBB1C97CEB8}"/>
                </a:ext>
              </a:extLst>
            </p:cNvPr>
            <p:cNvSpPr txBox="1">
              <a:spLocks/>
            </p:cNvSpPr>
            <p:nvPr/>
          </p:nvSpPr>
          <p:spPr>
            <a:xfrm>
              <a:off x="1004424" y="1816362"/>
              <a:ext cx="1030626" cy="210052"/>
            </a:xfrm>
            <a:prstGeom prst="rect">
              <a:avLst/>
            </a:prstGeom>
            <a:noFill/>
          </p:spPr>
          <p:txBody>
            <a:bodyPr wrap="square" lIns="0" tIns="36000" rIns="0" bIns="36000" rtlCol="0" anchor="ctr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400" b="1" noProof="0" dirty="0">
                  <a:solidFill>
                    <a:schemeClr val="bg1"/>
                  </a:solidFill>
                </a:rPr>
                <a:t>Article 12</a:t>
              </a:r>
            </a:p>
          </p:txBody>
        </p:sp>
        <p:sp>
          <p:nvSpPr>
            <p:cNvPr id="154" name="TextBox bloc 1">
              <a:extLst>
                <a:ext uri="{FF2B5EF4-FFF2-40B4-BE49-F238E27FC236}">
                  <a16:creationId xmlns:a16="http://schemas.microsoft.com/office/drawing/2014/main" id="{4B7DC9F6-D9A1-8A26-49D6-8B7A8DA950E2}"/>
                </a:ext>
              </a:extLst>
            </p:cNvPr>
            <p:cNvSpPr txBox="1">
              <a:spLocks/>
            </p:cNvSpPr>
            <p:nvPr/>
          </p:nvSpPr>
          <p:spPr>
            <a:xfrm>
              <a:off x="777139" y="2461995"/>
              <a:ext cx="1510715" cy="21699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spcAft>
                  <a:spcPts val="600"/>
                </a:spcAft>
              </a:pPr>
              <a:r>
                <a:rPr lang="en-US" sz="1100" noProof="0" dirty="0"/>
                <a:t>Sur </a:t>
              </a:r>
              <a:r>
                <a:rPr lang="en-US" sz="1100" noProof="0" dirty="0" err="1"/>
                <a:t>leurs</a:t>
              </a:r>
              <a:r>
                <a:rPr lang="en-US" sz="1100" noProof="0" dirty="0"/>
                <a:t> </a:t>
              </a:r>
              <a:r>
                <a:rPr lang="en-US" sz="1100" b="1" noProof="0" dirty="0"/>
                <a:t>SIIV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identifiés</a:t>
              </a:r>
              <a:r>
                <a:rPr lang="en-US" sz="1100" noProof="0" dirty="0"/>
                <a:t> et </a:t>
              </a:r>
              <a:r>
                <a:rPr lang="en-US" sz="1100" noProof="0" dirty="0" err="1"/>
                <a:t>déclarés</a:t>
              </a:r>
              <a:r>
                <a:rPr lang="en-US" sz="1100" noProof="0" dirty="0"/>
                <a:t> à </a:t>
              </a:r>
              <a:r>
                <a:rPr lang="en-US" sz="1100" noProof="0" dirty="0" err="1"/>
                <a:t>l’ANSSI</a:t>
              </a:r>
              <a:r>
                <a:rPr lang="en-US" sz="1100" noProof="0" dirty="0"/>
                <a:t>, les </a:t>
              </a:r>
              <a:r>
                <a:rPr lang="en-US" sz="1100" noProof="0" dirty="0" err="1"/>
                <a:t>entités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essentielles</a:t>
              </a:r>
              <a:r>
                <a:rPr lang="en-US" sz="1100" noProof="0" dirty="0"/>
                <a:t> et </a:t>
              </a:r>
              <a:r>
                <a:rPr lang="en-US" sz="1100" noProof="0" dirty="0" err="1"/>
                <a:t>importantes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mettent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en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œuvre</a:t>
              </a:r>
              <a:r>
                <a:rPr lang="en-US" sz="1100" noProof="0" dirty="0"/>
                <a:t> les </a:t>
              </a:r>
              <a:r>
                <a:rPr lang="en-US" sz="1100" b="1" noProof="0" dirty="0"/>
                <a:t>exigences de </a:t>
              </a:r>
              <a:r>
                <a:rPr lang="en-US" sz="1100" b="1" noProof="0" dirty="0" err="1"/>
                <a:t>sécurisation</a:t>
              </a:r>
              <a:r>
                <a:rPr lang="en-US" sz="1100" b="1" noProof="0" dirty="0"/>
                <a:t> </a:t>
              </a:r>
              <a:r>
                <a:rPr lang="en-US" sz="1100" b="1" noProof="0" dirty="0" err="1"/>
                <a:t>mentionnées</a:t>
              </a:r>
              <a:r>
                <a:rPr lang="en-US" sz="1100" b="1" noProof="0" dirty="0"/>
                <a:t> à </a:t>
              </a:r>
              <a:r>
                <a:rPr lang="en-US" sz="1100" b="1" noProof="0" dirty="0" err="1"/>
                <a:t>l’Article</a:t>
              </a:r>
              <a:r>
                <a:rPr lang="en-US" sz="1100" b="1" noProof="0" dirty="0"/>
                <a:t> 11</a:t>
              </a:r>
              <a:r>
                <a:rPr lang="en-US" sz="1100" noProof="0" dirty="0"/>
                <a:t>, </a:t>
              </a:r>
              <a:r>
                <a:rPr lang="en-US" sz="1100" noProof="0" dirty="0" err="1"/>
                <a:t>ainsi</a:t>
              </a:r>
              <a:r>
                <a:rPr lang="en-US" sz="1100" noProof="0" dirty="0"/>
                <a:t> que des </a:t>
              </a:r>
              <a:r>
                <a:rPr lang="en-US" sz="1100" b="1" noProof="0" dirty="0"/>
                <a:t>exigences </a:t>
              </a:r>
              <a:r>
                <a:rPr lang="en-US" sz="1100" b="1" noProof="0" dirty="0" err="1"/>
                <a:t>spécifiques</a:t>
              </a:r>
              <a:r>
                <a:rPr lang="en-US" sz="1100" b="1" noProof="0" dirty="0"/>
                <a:t> </a:t>
              </a:r>
              <a:r>
                <a:rPr lang="en-US" sz="1100" noProof="0" dirty="0"/>
                <a:t>à </a:t>
              </a:r>
              <a:r>
                <a:rPr lang="en-US" sz="1100" noProof="0" dirty="0" err="1"/>
                <a:t>ces</a:t>
              </a:r>
              <a:r>
                <a:rPr lang="en-US" sz="1100" noProof="0" dirty="0"/>
                <a:t> SI </a:t>
              </a:r>
              <a:r>
                <a:rPr lang="en-US" sz="1100" noProof="0" dirty="0" err="1"/>
                <a:t>fixées</a:t>
              </a:r>
              <a:r>
                <a:rPr lang="en-US" sz="1100" noProof="0" dirty="0"/>
                <a:t> par le Premier </a:t>
              </a:r>
              <a:r>
                <a:rPr lang="en-US" sz="1100" noProof="0" dirty="0" err="1"/>
                <a:t>ministre</a:t>
              </a:r>
              <a:r>
                <a:rPr lang="en-US" sz="1100" noProof="0" dirty="0"/>
                <a:t>.</a:t>
              </a:r>
            </a:p>
            <a:p>
              <a:pPr>
                <a:spcAft>
                  <a:spcPts val="600"/>
                </a:spcAft>
              </a:pPr>
              <a:r>
                <a:rPr lang="en-US" sz="1100" noProof="0" dirty="0"/>
                <a:t>Pour respecter les exigences de </a:t>
              </a:r>
              <a:r>
                <a:rPr lang="en-US" sz="1100" noProof="0" dirty="0" err="1"/>
                <a:t>sécurité</a:t>
              </a:r>
              <a:r>
                <a:rPr lang="en-US" sz="1100" noProof="0" dirty="0"/>
                <a:t> des SI, les </a:t>
              </a:r>
              <a:r>
                <a:rPr lang="en-US" sz="1100" noProof="0" dirty="0" err="1"/>
                <a:t>entités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essentielles</a:t>
              </a:r>
              <a:r>
                <a:rPr lang="en-US" sz="1100" noProof="0" dirty="0"/>
                <a:t> et </a:t>
              </a:r>
              <a:r>
                <a:rPr lang="en-US" sz="1100" noProof="0" dirty="0" err="1"/>
                <a:t>importantes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peuvent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être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amenés</a:t>
              </a:r>
              <a:r>
                <a:rPr lang="en-US" sz="1100" noProof="0" dirty="0"/>
                <a:t> à </a:t>
              </a:r>
              <a:r>
                <a:rPr lang="en-US" sz="1100" noProof="0" dirty="0" err="1"/>
                <a:t>utiliser</a:t>
              </a:r>
              <a:r>
                <a:rPr lang="en-US" sz="1100" noProof="0" dirty="0"/>
                <a:t> des </a:t>
              </a:r>
              <a:r>
                <a:rPr lang="en-US" sz="1100" b="1" noProof="0" dirty="0" err="1"/>
                <a:t>dispositifs</a:t>
              </a:r>
              <a:r>
                <a:rPr lang="en-US" sz="1100" b="1" noProof="0" dirty="0"/>
                <a:t> </a:t>
              </a:r>
              <a:r>
                <a:rPr lang="en-US" sz="1100" b="1" noProof="0" dirty="0" err="1"/>
                <a:t>matériels</a:t>
              </a:r>
              <a:r>
                <a:rPr lang="en-US" sz="1100" b="1" noProof="0" dirty="0"/>
                <a:t> </a:t>
              </a:r>
              <a:r>
                <a:rPr lang="en-US" sz="1100" b="1" noProof="0" dirty="0" err="1"/>
                <a:t>ou</a:t>
              </a:r>
              <a:r>
                <a:rPr lang="en-US" sz="1100" b="1" noProof="0" dirty="0"/>
                <a:t> </a:t>
              </a:r>
              <a:r>
                <a:rPr lang="en-US" sz="1100" b="1" noProof="0" dirty="0" err="1"/>
                <a:t>logiciels</a:t>
              </a:r>
              <a:r>
                <a:rPr lang="en-US" sz="1100" noProof="0" dirty="0"/>
                <a:t>, </a:t>
              </a:r>
              <a:r>
                <a:rPr lang="en-US" sz="1100" noProof="0" dirty="0" err="1"/>
                <a:t>ainsi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qu’à</a:t>
              </a:r>
              <a:r>
                <a:rPr lang="en-US" sz="1100" noProof="0" dirty="0"/>
                <a:t> employer des </a:t>
              </a:r>
              <a:r>
                <a:rPr lang="en-US" sz="1100" b="1" noProof="0" dirty="0" err="1"/>
                <a:t>prestataires</a:t>
              </a:r>
              <a:r>
                <a:rPr lang="en-US" sz="1100" b="1" noProof="0" dirty="0"/>
                <a:t> </a:t>
              </a:r>
              <a:r>
                <a:rPr lang="en-US" sz="1100" noProof="0" dirty="0"/>
                <a:t>de services.</a:t>
              </a:r>
            </a:p>
            <a:p>
              <a:pPr>
                <a:spcAft>
                  <a:spcPts val="600"/>
                </a:spcAft>
              </a:pPr>
              <a:r>
                <a:rPr lang="en-US" sz="1100" noProof="0" dirty="0" err="1"/>
                <a:t>Ces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mesures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nécessitent</a:t>
              </a:r>
              <a:r>
                <a:rPr lang="en-US" sz="1100" noProof="0" dirty="0"/>
                <a:t> </a:t>
              </a:r>
              <a:r>
                <a:rPr lang="en-US" sz="1100" b="1" noProof="0" dirty="0" err="1"/>
                <a:t>leur</a:t>
              </a:r>
              <a:r>
                <a:rPr lang="en-US" sz="1100" b="1" noProof="0" dirty="0"/>
                <a:t> propre </a:t>
              </a:r>
              <a:r>
                <a:rPr lang="en-US" sz="1100" b="1" noProof="0" dirty="0" err="1"/>
                <a:t>conformité</a:t>
              </a:r>
              <a:r>
                <a:rPr lang="en-US" sz="1100" noProof="0" dirty="0"/>
                <a:t> et </a:t>
              </a:r>
              <a:r>
                <a:rPr lang="en-US" sz="1100" noProof="0" dirty="0" err="1"/>
                <a:t>sont</a:t>
              </a:r>
              <a:r>
                <a:rPr lang="en-US" sz="1100" noProof="0" dirty="0"/>
                <a:t> </a:t>
              </a:r>
              <a:r>
                <a:rPr lang="en-US" sz="1100" b="1" noProof="0" dirty="0"/>
                <a:t>à la charge des </a:t>
              </a:r>
              <a:r>
                <a:rPr lang="en-US" sz="1100" b="1" noProof="0" dirty="0" err="1"/>
                <a:t>entités</a:t>
              </a:r>
              <a:r>
                <a:rPr lang="en-US" sz="1100" b="1" noProof="0" dirty="0"/>
                <a:t> </a:t>
              </a:r>
              <a:r>
                <a:rPr lang="en-US" sz="1100" noProof="0" dirty="0"/>
                <a:t>qui les </a:t>
              </a:r>
              <a:r>
                <a:rPr lang="en-US" sz="1100" noProof="0" dirty="0" err="1"/>
                <a:t>emploient</a:t>
              </a:r>
              <a:r>
                <a:rPr lang="en-US" sz="1100" noProof="0" dirty="0"/>
                <a:t>.</a:t>
              </a:r>
            </a:p>
          </p:txBody>
        </p:sp>
      </p:grpSp>
      <p:grpSp>
        <p:nvGrpSpPr>
          <p:cNvPr id="157" name="Group 45">
            <a:extLst>
              <a:ext uri="{FF2B5EF4-FFF2-40B4-BE49-F238E27FC236}">
                <a16:creationId xmlns:a16="http://schemas.microsoft.com/office/drawing/2014/main" id="{E87407DA-23E6-6BC1-6BD0-0D7B1CD8DE89}"/>
              </a:ext>
            </a:extLst>
          </p:cNvPr>
          <p:cNvGrpSpPr>
            <a:grpSpLocks/>
          </p:cNvGrpSpPr>
          <p:nvPr/>
        </p:nvGrpSpPr>
        <p:grpSpPr>
          <a:xfrm>
            <a:off x="8134207" y="1601792"/>
            <a:ext cx="3074100" cy="4582533"/>
            <a:chOff x="477251" y="1728313"/>
            <a:chExt cx="2084972" cy="3340545"/>
          </a:xfrm>
        </p:grpSpPr>
        <p:grpSp>
          <p:nvGrpSpPr>
            <p:cNvPr id="158" name="Bloc 1">
              <a:extLst>
                <a:ext uri="{FF2B5EF4-FFF2-40B4-BE49-F238E27FC236}">
                  <a16:creationId xmlns:a16="http://schemas.microsoft.com/office/drawing/2014/main" id="{7EA5AB3C-F6FC-5131-879E-A710B8426614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GrpSpPr/>
            <p:nvPr/>
          </p:nvGrpSpPr>
          <p:grpSpPr>
            <a:xfrm>
              <a:off x="477251" y="1728313"/>
              <a:ext cx="2084972" cy="3340545"/>
              <a:chOff x="408402" y="418903"/>
              <a:chExt cx="4359809" cy="6985291"/>
            </a:xfrm>
          </p:grpSpPr>
          <p:sp>
            <p:nvSpPr>
              <p:cNvPr id="161" name="Freeform: Shape 7">
                <a:extLst>
                  <a:ext uri="{FF2B5EF4-FFF2-40B4-BE49-F238E27FC236}">
                    <a16:creationId xmlns:a16="http://schemas.microsoft.com/office/drawing/2014/main" id="{4E6DB8E0-1EAE-665B-EDE5-C691DFC27C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08402" y="546100"/>
                <a:ext cx="4359809" cy="6858094"/>
              </a:xfrm>
              <a:custGeom>
                <a:avLst/>
                <a:gdLst>
                  <a:gd name="connsiteX0" fmla="*/ 806238 w 4359809"/>
                  <a:gd name="connsiteY0" fmla="*/ 0 h 6858094"/>
                  <a:gd name="connsiteX1" fmla="*/ 3551693 w 4359809"/>
                  <a:gd name="connsiteY1" fmla="*/ 0 h 6858094"/>
                  <a:gd name="connsiteX2" fmla="*/ 4359810 w 4359809"/>
                  <a:gd name="connsiteY2" fmla="*/ 808117 h 6858094"/>
                  <a:gd name="connsiteX3" fmla="*/ 4359810 w 4359809"/>
                  <a:gd name="connsiteY3" fmla="*/ 6858094 h 6858094"/>
                  <a:gd name="connsiteX4" fmla="*/ 192212 w 4359809"/>
                  <a:gd name="connsiteY4" fmla="*/ 6858094 h 6858094"/>
                  <a:gd name="connsiteX5" fmla="*/ 0 w 4359809"/>
                  <a:gd name="connsiteY5" fmla="*/ 6665976 h 6858094"/>
                  <a:gd name="connsiteX6" fmla="*/ 0 w 4359809"/>
                  <a:gd name="connsiteY6" fmla="*/ 806238 h 6858094"/>
                  <a:gd name="connsiteX7" fmla="*/ 806238 w 4359809"/>
                  <a:gd name="connsiteY7" fmla="*/ 0 h 6858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359809" h="6858094">
                    <a:moveTo>
                      <a:pt x="806238" y="0"/>
                    </a:moveTo>
                    <a:lnTo>
                      <a:pt x="3551693" y="0"/>
                    </a:lnTo>
                    <a:cubicBezTo>
                      <a:pt x="3997745" y="0"/>
                      <a:pt x="4359810" y="362065"/>
                      <a:pt x="4359810" y="808117"/>
                    </a:cubicBezTo>
                    <a:lnTo>
                      <a:pt x="4359810" y="6858094"/>
                    </a:lnTo>
                    <a:lnTo>
                      <a:pt x="192212" y="6858094"/>
                    </a:lnTo>
                    <a:cubicBezTo>
                      <a:pt x="86148" y="6858188"/>
                      <a:pt x="0" y="6772040"/>
                      <a:pt x="0" y="6665976"/>
                    </a:cubicBezTo>
                    <a:lnTo>
                      <a:pt x="0" y="806238"/>
                    </a:lnTo>
                    <a:cubicBezTo>
                      <a:pt x="0" y="361313"/>
                      <a:pt x="361313" y="0"/>
                      <a:pt x="806238" y="0"/>
                    </a:cubicBezTo>
                    <a:close/>
                  </a:path>
                </a:pathLst>
              </a:custGeom>
              <a:solidFill>
                <a:schemeClr val="tx2">
                  <a:lumMod val="95000"/>
                </a:schemeClr>
              </a:solidFill>
              <a:ln w="93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162" name="Freeform: Shape 8">
                <a:extLst>
                  <a:ext uri="{FF2B5EF4-FFF2-40B4-BE49-F238E27FC236}">
                    <a16:creationId xmlns:a16="http://schemas.microsoft.com/office/drawing/2014/main" id="{91CF4C1A-D8A9-D878-FA48-B98E9F3D2D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08402" y="418903"/>
                <a:ext cx="4359809" cy="1137312"/>
              </a:xfrm>
              <a:custGeom>
                <a:avLst/>
                <a:gdLst>
                  <a:gd name="connsiteX0" fmla="*/ 2179905 w 4359809"/>
                  <a:gd name="connsiteY0" fmla="*/ 0 h 2424349"/>
                  <a:gd name="connsiteX1" fmla="*/ 808117 w 4359809"/>
                  <a:gd name="connsiteY1" fmla="*/ 0 h 2424349"/>
                  <a:gd name="connsiteX2" fmla="*/ 0 w 4359809"/>
                  <a:gd name="connsiteY2" fmla="*/ 808117 h 2424349"/>
                  <a:gd name="connsiteX3" fmla="*/ 0 w 4359809"/>
                  <a:gd name="connsiteY3" fmla="*/ 808117 h 2424349"/>
                  <a:gd name="connsiteX4" fmla="*/ 808117 w 4359809"/>
                  <a:gd name="connsiteY4" fmla="*/ 1616233 h 2424349"/>
                  <a:gd name="connsiteX5" fmla="*/ 3551693 w 4359809"/>
                  <a:gd name="connsiteY5" fmla="*/ 1616233 h 2424349"/>
                  <a:gd name="connsiteX6" fmla="*/ 4359810 w 4359809"/>
                  <a:gd name="connsiteY6" fmla="*/ 2424350 h 2424349"/>
                  <a:gd name="connsiteX7" fmla="*/ 4359810 w 4359809"/>
                  <a:gd name="connsiteY7" fmla="*/ 808117 h 2424349"/>
                  <a:gd name="connsiteX8" fmla="*/ 3551693 w 4359809"/>
                  <a:gd name="connsiteY8" fmla="*/ 0 h 2424349"/>
                  <a:gd name="connsiteX9" fmla="*/ 2179905 w 4359809"/>
                  <a:gd name="connsiteY9" fmla="*/ 0 h 2424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359809" h="2424349">
                    <a:moveTo>
                      <a:pt x="2179905" y="0"/>
                    </a:moveTo>
                    <a:lnTo>
                      <a:pt x="808117" y="0"/>
                    </a:lnTo>
                    <a:cubicBezTo>
                      <a:pt x="361783" y="0"/>
                      <a:pt x="0" y="361783"/>
                      <a:pt x="0" y="808117"/>
                    </a:cubicBezTo>
                    <a:lnTo>
                      <a:pt x="0" y="808117"/>
                    </a:lnTo>
                    <a:cubicBezTo>
                      <a:pt x="0" y="1254450"/>
                      <a:pt x="361783" y="1616233"/>
                      <a:pt x="808117" y="1616233"/>
                    </a:cubicBezTo>
                    <a:lnTo>
                      <a:pt x="3551693" y="1616233"/>
                    </a:lnTo>
                    <a:cubicBezTo>
                      <a:pt x="3998027" y="1616233"/>
                      <a:pt x="4359810" y="1978016"/>
                      <a:pt x="4359810" y="2424350"/>
                    </a:cubicBezTo>
                    <a:lnTo>
                      <a:pt x="4359810" y="808117"/>
                    </a:lnTo>
                    <a:cubicBezTo>
                      <a:pt x="4359810" y="361783"/>
                      <a:pt x="3998027" y="0"/>
                      <a:pt x="3551693" y="0"/>
                    </a:cubicBezTo>
                    <a:lnTo>
                      <a:pt x="2179905" y="0"/>
                    </a:lnTo>
                    <a:close/>
                  </a:path>
                </a:pathLst>
              </a:custGeom>
              <a:solidFill>
                <a:schemeClr val="bg2"/>
              </a:solidFill>
              <a:ln w="93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</p:grpSp>
        <p:sp>
          <p:nvSpPr>
            <p:cNvPr id="159" name="Title bloc 1">
              <a:extLst>
                <a:ext uri="{FF2B5EF4-FFF2-40B4-BE49-F238E27FC236}">
                  <a16:creationId xmlns:a16="http://schemas.microsoft.com/office/drawing/2014/main" id="{B127B5C3-C502-C557-2AE7-7A03CB2C5A12}"/>
                </a:ext>
              </a:extLst>
            </p:cNvPr>
            <p:cNvSpPr txBox="1">
              <a:spLocks/>
            </p:cNvSpPr>
            <p:nvPr/>
          </p:nvSpPr>
          <p:spPr>
            <a:xfrm>
              <a:off x="1004424" y="1816363"/>
              <a:ext cx="1030626" cy="210052"/>
            </a:xfrm>
            <a:prstGeom prst="rect">
              <a:avLst/>
            </a:prstGeom>
            <a:noFill/>
          </p:spPr>
          <p:txBody>
            <a:bodyPr wrap="square" lIns="0" tIns="36000" rIns="0" bIns="36000" rtlCol="0" anchor="ctr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400" b="1" noProof="0" dirty="0">
                  <a:solidFill>
                    <a:schemeClr val="bg1"/>
                  </a:solidFill>
                </a:rPr>
                <a:t>Article 13</a:t>
              </a:r>
            </a:p>
          </p:txBody>
        </p:sp>
        <p:sp>
          <p:nvSpPr>
            <p:cNvPr id="160" name="TextBox bloc 1">
              <a:extLst>
                <a:ext uri="{FF2B5EF4-FFF2-40B4-BE49-F238E27FC236}">
                  <a16:creationId xmlns:a16="http://schemas.microsoft.com/office/drawing/2014/main" id="{6EDC6F1C-767E-CB94-0AEE-82D1BC777E7A}"/>
                </a:ext>
              </a:extLst>
            </p:cNvPr>
            <p:cNvSpPr txBox="1">
              <a:spLocks/>
            </p:cNvSpPr>
            <p:nvPr/>
          </p:nvSpPr>
          <p:spPr>
            <a:xfrm>
              <a:off x="656348" y="2461995"/>
              <a:ext cx="1726778" cy="234270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>
                <a:spcAft>
                  <a:spcPts val="600"/>
                </a:spcAft>
              </a:pPr>
              <a:r>
                <a:rPr lang="en-US" sz="1100" noProof="0" dirty="0"/>
                <a:t>Les </a:t>
              </a:r>
              <a:r>
                <a:rPr lang="en-US" sz="1100" b="1" noProof="0" dirty="0" err="1"/>
                <a:t>entités</a:t>
              </a:r>
              <a:r>
                <a:rPr lang="en-US" sz="1100" b="1" noProof="0" dirty="0"/>
                <a:t> </a:t>
              </a:r>
              <a:r>
                <a:rPr lang="en-US" sz="1100" b="1" noProof="0" dirty="0" err="1"/>
                <a:t>essentielles</a:t>
              </a:r>
              <a:r>
                <a:rPr lang="en-US" sz="1100" b="1" noProof="0" dirty="0"/>
                <a:t> et </a:t>
              </a:r>
              <a:r>
                <a:rPr lang="en-US" sz="1100" b="1" noProof="0" dirty="0" err="1"/>
                <a:t>importantes</a:t>
              </a:r>
              <a:r>
                <a:rPr lang="en-US" sz="1100" b="1" noProof="0" dirty="0"/>
                <a:t> </a:t>
              </a:r>
              <a:r>
                <a:rPr lang="en-US" sz="1100" noProof="0" dirty="0" err="1"/>
                <a:t>notifient</a:t>
              </a:r>
              <a:r>
                <a:rPr lang="en-US" sz="1100" noProof="0" dirty="0"/>
                <a:t> à </a:t>
              </a:r>
              <a:r>
                <a:rPr lang="en-US" sz="1100" noProof="0" dirty="0" err="1"/>
                <a:t>l’ANSSI</a:t>
              </a:r>
              <a:r>
                <a:rPr lang="en-US" sz="1100" noProof="0" dirty="0"/>
                <a:t> tout </a:t>
              </a:r>
              <a:r>
                <a:rPr lang="en-US" sz="1100" b="1" noProof="0" dirty="0"/>
                <a:t>incident</a:t>
              </a:r>
              <a:r>
                <a:rPr lang="en-US" sz="1100" noProof="0" dirty="0"/>
                <a:t> important sur la </a:t>
              </a:r>
              <a:r>
                <a:rPr lang="en-US" sz="1100" noProof="0" dirty="0" err="1"/>
                <a:t>fourniture</a:t>
              </a:r>
              <a:r>
                <a:rPr lang="en-US" sz="1100" noProof="0" dirty="0"/>
                <a:t> de </a:t>
              </a:r>
              <a:r>
                <a:rPr lang="en-US" sz="1100" noProof="0" dirty="0" err="1"/>
                <a:t>leurs</a:t>
              </a:r>
              <a:r>
                <a:rPr lang="en-US" sz="1100" noProof="0" dirty="0"/>
                <a:t> services.</a:t>
              </a:r>
            </a:p>
            <a:p>
              <a:pPr>
                <a:spcAft>
                  <a:spcPts val="600"/>
                </a:spcAft>
              </a:pPr>
              <a:r>
                <a:rPr lang="en-US" sz="1100" noProof="0" dirty="0"/>
                <a:t>L’ANSSI </a:t>
              </a:r>
              <a:r>
                <a:rPr lang="en-US" sz="1100" noProof="0" dirty="0" err="1"/>
                <a:t>peut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exiger</a:t>
              </a:r>
              <a:r>
                <a:rPr lang="en-US" sz="1100" noProof="0" dirty="0"/>
                <a:t> de </a:t>
              </a:r>
              <a:r>
                <a:rPr lang="en-US" sz="1100" noProof="0" dirty="0" err="1"/>
                <a:t>l’entité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qu’elle</a:t>
              </a:r>
              <a:r>
                <a:rPr lang="en-US" sz="1100" noProof="0" dirty="0"/>
                <a:t> </a:t>
              </a:r>
              <a:r>
                <a:rPr lang="en-US" sz="1100" b="1" noProof="0" dirty="0" err="1"/>
                <a:t>informe</a:t>
              </a:r>
              <a:r>
                <a:rPr lang="en-US" sz="1100" b="1" noProof="0" dirty="0"/>
                <a:t> le public de </a:t>
              </a:r>
              <a:r>
                <a:rPr lang="en-US" sz="1100" b="1" noProof="0" dirty="0" err="1"/>
                <a:t>l’incident</a:t>
              </a:r>
              <a:r>
                <a:rPr lang="en-US" sz="1100" b="1" noProof="0" dirty="0"/>
                <a:t> </a:t>
              </a:r>
              <a:r>
                <a:rPr lang="en-US" sz="1100" noProof="0" dirty="0" err="1"/>
                <a:t>ou</a:t>
              </a:r>
              <a:r>
                <a:rPr lang="en-US" sz="1100" noProof="0" dirty="0"/>
                <a:t> le faire </a:t>
              </a:r>
              <a:r>
                <a:rPr lang="en-US" sz="1100" noProof="0" dirty="0" err="1"/>
                <a:t>elle-même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si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cela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est</a:t>
              </a:r>
              <a:r>
                <a:rPr lang="en-US" sz="1100" noProof="0" dirty="0"/>
                <a:t> dans </a:t>
              </a:r>
              <a:r>
                <a:rPr lang="en-US" sz="1100" noProof="0" dirty="0" err="1"/>
                <a:t>l’intérêt</a:t>
              </a:r>
              <a:r>
                <a:rPr lang="en-US" sz="1100" noProof="0" dirty="0"/>
                <a:t> public.</a:t>
              </a:r>
            </a:p>
            <a:p>
              <a:pPr>
                <a:spcAft>
                  <a:spcPts val="600"/>
                </a:spcAft>
              </a:pPr>
              <a:r>
                <a:rPr lang="en-US" sz="1100" noProof="0" dirty="0"/>
                <a:t>Les </a:t>
              </a:r>
              <a:r>
                <a:rPr lang="en-US" sz="1100" b="1" noProof="0" dirty="0" err="1"/>
                <a:t>entités</a:t>
              </a:r>
              <a:r>
                <a:rPr lang="en-US" sz="1100" b="1" noProof="0" dirty="0"/>
                <a:t> </a:t>
              </a:r>
              <a:r>
                <a:rPr lang="en-US" sz="1100" b="1" noProof="0" dirty="0" err="1"/>
                <a:t>essentielles</a:t>
              </a:r>
              <a:r>
                <a:rPr lang="en-US" sz="1100" b="1" noProof="0" dirty="0"/>
                <a:t> et </a:t>
              </a:r>
              <a:r>
                <a:rPr lang="en-US" sz="1100" b="1" noProof="0" dirty="0" err="1"/>
                <a:t>importantes</a:t>
              </a:r>
              <a:r>
                <a:rPr lang="en-US" sz="1100" b="1" noProof="0" dirty="0"/>
                <a:t> </a:t>
              </a:r>
              <a:r>
                <a:rPr lang="en-US" sz="1100" b="1" noProof="0" dirty="0" err="1"/>
                <a:t>notifient</a:t>
              </a:r>
              <a:r>
                <a:rPr lang="en-US" sz="1100" b="1" noProof="0" dirty="0"/>
                <a:t> </a:t>
              </a:r>
              <a:r>
                <a:rPr lang="en-US" sz="1100" noProof="0" dirty="0"/>
                <a:t>:</a:t>
              </a:r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100" noProof="0" dirty="0"/>
                <a:t>Les </a:t>
              </a:r>
              <a:r>
                <a:rPr lang="en-US" sz="1100" b="1" noProof="0" dirty="0"/>
                <a:t>incidents critiques </a:t>
              </a:r>
              <a:r>
                <a:rPr lang="en-US" sz="1100" noProof="0" dirty="0" err="1"/>
                <a:t>susceptibles</a:t>
              </a:r>
              <a:r>
                <a:rPr lang="en-US" sz="1100" noProof="0" dirty="0"/>
                <a:t> de </a:t>
              </a:r>
              <a:r>
                <a:rPr lang="en-US" sz="1100" noProof="0" dirty="0" err="1"/>
                <a:t>nuire</a:t>
              </a:r>
              <a:r>
                <a:rPr lang="en-US" sz="1100" noProof="0" dirty="0"/>
                <a:t> à la </a:t>
              </a:r>
              <a:r>
                <a:rPr lang="en-US" sz="1100" noProof="0" dirty="0" err="1"/>
                <a:t>fourniture</a:t>
              </a:r>
              <a:r>
                <a:rPr lang="en-US" sz="1100" noProof="0" dirty="0"/>
                <a:t> de </a:t>
              </a:r>
              <a:r>
                <a:rPr lang="en-US" sz="1100" noProof="0" dirty="0" err="1"/>
                <a:t>ces</a:t>
              </a:r>
              <a:r>
                <a:rPr lang="en-US" sz="1100" noProof="0" dirty="0"/>
                <a:t> services</a:t>
              </a:r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100" noProof="0" dirty="0"/>
                <a:t>Les </a:t>
              </a:r>
              <a:r>
                <a:rPr lang="en-US" sz="1100" b="1" noProof="0" dirty="0" err="1"/>
                <a:t>vulnérabilités</a:t>
              </a:r>
              <a:r>
                <a:rPr lang="en-US" sz="1100" b="1" noProof="0" dirty="0"/>
                <a:t> critiques </a:t>
              </a:r>
              <a:r>
                <a:rPr lang="en-US" sz="1100" noProof="0" dirty="0" err="1"/>
                <a:t>affectant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leurs</a:t>
              </a:r>
              <a:r>
                <a:rPr lang="en-US" sz="1100" noProof="0" dirty="0"/>
                <a:t> services </a:t>
              </a:r>
              <a:r>
                <a:rPr lang="en-US" sz="1100" noProof="0" dirty="0" err="1"/>
                <a:t>ou</a:t>
              </a:r>
              <a:r>
                <a:rPr lang="en-US" sz="1100" noProof="0" dirty="0"/>
                <a:t> les </a:t>
              </a:r>
              <a:r>
                <a:rPr lang="en-US" sz="1100" noProof="0" dirty="0" err="1"/>
                <a:t>affectant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potentiellement</a:t>
              </a:r>
              <a:r>
                <a:rPr lang="en-US" sz="1100" noProof="0" dirty="0"/>
                <a:t>, </a:t>
              </a:r>
              <a:r>
                <a:rPr lang="en-US" sz="1100" noProof="0" dirty="0" err="1"/>
                <a:t>ainsi</a:t>
              </a:r>
              <a:r>
                <a:rPr lang="en-US" sz="1100" noProof="0" dirty="0"/>
                <a:t> que les </a:t>
              </a:r>
              <a:r>
                <a:rPr lang="en-US" sz="1100" noProof="0" dirty="0" err="1"/>
                <a:t>mesures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ou</a:t>
              </a:r>
              <a:r>
                <a:rPr lang="en-US" sz="1100" noProof="0" dirty="0"/>
                <a:t> corrections </a:t>
              </a:r>
              <a:r>
                <a:rPr lang="en-US" sz="1100" noProof="0" dirty="0" err="1"/>
                <a:t>en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réponse</a:t>
              </a:r>
              <a:r>
                <a:rPr lang="en-US" sz="1100" noProof="0" dirty="0"/>
                <a:t> à </a:t>
              </a:r>
              <a:r>
                <a:rPr lang="en-US" sz="1100" noProof="0" dirty="0" err="1"/>
                <a:t>cette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vulnérabilité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ou</a:t>
              </a:r>
              <a:r>
                <a:rPr lang="en-US" sz="1100" noProof="0" dirty="0"/>
                <a:t> à </a:t>
              </a:r>
              <a:r>
                <a:rPr lang="en-US" sz="1100" noProof="0" dirty="0" err="1"/>
                <a:t>cette</a:t>
              </a:r>
              <a:r>
                <a:rPr lang="en-US" sz="1100" noProof="0" dirty="0"/>
                <a:t> menace.</a:t>
              </a:r>
            </a:p>
          </p:txBody>
        </p:sp>
      </p:grpSp>
      <p:sp>
        <p:nvSpPr>
          <p:cNvPr id="6" name="ZoneTexte 5">
            <a:extLst>
              <a:ext uri="{FF2B5EF4-FFF2-40B4-BE49-F238E27FC236}">
                <a16:creationId xmlns:a16="http://schemas.microsoft.com/office/drawing/2014/main" id="{4D29EF8B-23BF-CDD1-7615-04588FCAA1EE}"/>
              </a:ext>
            </a:extLst>
          </p:cNvPr>
          <p:cNvSpPr txBox="1"/>
          <p:nvPr/>
        </p:nvSpPr>
        <p:spPr>
          <a:xfrm>
            <a:off x="423876" y="797379"/>
            <a:ext cx="11342769" cy="41549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914423">
              <a:defRPr/>
            </a:pPr>
            <a:r>
              <a:rPr lang="en-US" sz="1050" i="1" noProof="0" dirty="0"/>
              <a:t>« Les OIV </a:t>
            </a:r>
            <a:r>
              <a:rPr lang="en-US" sz="1050" i="1" noProof="0" dirty="0" err="1"/>
              <a:t>mettent</a:t>
            </a:r>
            <a:r>
              <a:rPr lang="en-US" sz="1050" i="1" noProof="0" dirty="0"/>
              <a:t> </a:t>
            </a:r>
            <a:r>
              <a:rPr lang="en-US" sz="1050" i="1" noProof="0" dirty="0" err="1"/>
              <a:t>en</a:t>
            </a:r>
            <a:r>
              <a:rPr lang="en-US" sz="1050" i="1" noProof="0" dirty="0"/>
              <a:t> </a:t>
            </a:r>
            <a:r>
              <a:rPr lang="en-US" sz="1050" i="1" noProof="0" dirty="0" err="1"/>
              <a:t>œuvre</a:t>
            </a:r>
            <a:r>
              <a:rPr lang="en-US" sz="1050" i="1" noProof="0" dirty="0"/>
              <a:t> les obligations </a:t>
            </a:r>
            <a:r>
              <a:rPr lang="en-US" sz="1050" i="1" noProof="0" dirty="0" err="1"/>
              <a:t>prévues</a:t>
            </a:r>
            <a:r>
              <a:rPr lang="en-US" sz="1050" i="1" noProof="0" dirty="0"/>
              <a:t> à </a:t>
            </a:r>
            <a:r>
              <a:rPr lang="en-US" sz="1050" i="1" noProof="0" dirty="0" err="1"/>
              <a:t>l’article</a:t>
            </a:r>
            <a:r>
              <a:rPr lang="en-US" sz="1050" i="1" noProof="0" dirty="0"/>
              <a:t> 11, 12 et 13 de la </a:t>
            </a:r>
            <a:r>
              <a:rPr lang="en-US" sz="1050" i="1" noProof="0" dirty="0" err="1"/>
              <a:t>loi</a:t>
            </a:r>
            <a:r>
              <a:rPr lang="en-US" sz="1050" i="1" noProof="0" dirty="0"/>
              <a:t> n° XXX </a:t>
            </a:r>
            <a:r>
              <a:rPr lang="en-US" sz="1050" i="1" noProof="0" dirty="0" err="1"/>
              <a:t>applicables</a:t>
            </a:r>
            <a:r>
              <a:rPr lang="en-US" sz="1050" i="1" noProof="0" dirty="0"/>
              <a:t> aux </a:t>
            </a:r>
            <a:r>
              <a:rPr lang="en-US" sz="1050" i="1" noProof="0" dirty="0" err="1"/>
              <a:t>entités</a:t>
            </a:r>
            <a:r>
              <a:rPr lang="en-US" sz="1050" i="1" noProof="0" dirty="0"/>
              <a:t> </a:t>
            </a:r>
            <a:r>
              <a:rPr lang="en-US" sz="1050" i="1" noProof="0" dirty="0" err="1"/>
              <a:t>essentielles</a:t>
            </a:r>
            <a:r>
              <a:rPr lang="en-US" sz="1050" i="1" noProof="0" dirty="0"/>
              <a:t> » « pour </a:t>
            </a:r>
            <a:r>
              <a:rPr lang="en-US" sz="1050" i="1" noProof="0" dirty="0" err="1"/>
              <a:t>gérer</a:t>
            </a:r>
            <a:r>
              <a:rPr lang="en-US" sz="1050" i="1" noProof="0" dirty="0"/>
              <a:t> les </a:t>
            </a:r>
            <a:r>
              <a:rPr lang="en-US" sz="1050" i="1" noProof="0" dirty="0" err="1"/>
              <a:t>risques</a:t>
            </a:r>
            <a:r>
              <a:rPr lang="en-US" sz="1050" i="1" noProof="0" dirty="0"/>
              <a:t> qui </a:t>
            </a:r>
            <a:r>
              <a:rPr lang="en-US" sz="1050" i="1" noProof="0" dirty="0" err="1"/>
              <a:t>pèsent</a:t>
            </a:r>
            <a:r>
              <a:rPr lang="en-US" sz="1050" i="1" noProof="0" dirty="0"/>
              <a:t> sur la </a:t>
            </a:r>
            <a:r>
              <a:rPr lang="en-US" sz="1050" i="1" noProof="0" dirty="0" err="1"/>
              <a:t>sécurité</a:t>
            </a:r>
            <a:r>
              <a:rPr lang="en-US" sz="1050" i="1" noProof="0" dirty="0"/>
              <a:t> des réseaux et SI </a:t>
            </a:r>
            <a:r>
              <a:rPr lang="en-US" sz="1050" i="1" noProof="0" dirty="0" err="1"/>
              <a:t>utilisés</a:t>
            </a:r>
            <a:r>
              <a:rPr lang="en-US" sz="1050" i="1" noProof="0" dirty="0"/>
              <a:t> dans le cadre des AIV ». (</a:t>
            </a:r>
            <a:r>
              <a:rPr lang="en-US" sz="1050" noProof="0" dirty="0"/>
              <a:t>Article L. 1332-13.- I.)</a:t>
            </a:r>
            <a:endParaRPr lang="en-US" sz="1050" i="1" noProof="0" dirty="0"/>
          </a:p>
        </p:txBody>
      </p:sp>
    </p:spTree>
    <p:extLst>
      <p:ext uri="{BB962C8B-B14F-4D97-AF65-F5344CB8AC3E}">
        <p14:creationId xmlns:p14="http://schemas.microsoft.com/office/powerpoint/2010/main" val="69942877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5B04E99-3DF7-4849-3EFE-D75CCA3D3D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64C4947-6563-48C0-EBE4-61F659E077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64FFCD7A-1E43-F327-E208-80FD1F7D6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Exemple</a:t>
            </a:r>
            <a:r>
              <a:rPr lang="en-US" noProof="0" dirty="0"/>
              <a:t> de </a:t>
            </a:r>
            <a:r>
              <a:rPr lang="en-US" noProof="0" dirty="0" err="1"/>
              <a:t>dispositifs</a:t>
            </a:r>
            <a:r>
              <a:rPr lang="en-US" noProof="0" dirty="0"/>
              <a:t> de </a:t>
            </a:r>
            <a:r>
              <a:rPr lang="en-US" noProof="0" dirty="0" err="1"/>
              <a:t>sécurité</a:t>
            </a:r>
            <a:r>
              <a:rPr lang="en-US" noProof="0" dirty="0"/>
              <a:t> physique d’un PIV</a:t>
            </a:r>
          </a:p>
        </p:txBody>
      </p: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D8607C63-397B-5A17-7DE0-0E0B691A49F6}"/>
              </a:ext>
            </a:extLst>
          </p:cNvPr>
          <p:cNvGrpSpPr/>
          <p:nvPr/>
        </p:nvGrpSpPr>
        <p:grpSpPr>
          <a:xfrm>
            <a:off x="502975" y="2026115"/>
            <a:ext cx="11186049" cy="3569515"/>
            <a:chOff x="481692" y="2651148"/>
            <a:chExt cx="11186049" cy="3569515"/>
          </a:xfrm>
        </p:grpSpPr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2E966595-F2C3-C6F6-B1DC-E0B3AD098C9F}"/>
                </a:ext>
              </a:extLst>
            </p:cNvPr>
            <p:cNvGrpSpPr/>
            <p:nvPr/>
          </p:nvGrpSpPr>
          <p:grpSpPr>
            <a:xfrm>
              <a:off x="2375117" y="2677643"/>
              <a:ext cx="1749811" cy="1938842"/>
              <a:chOff x="469704" y="2559326"/>
              <a:chExt cx="1525727" cy="1718943"/>
            </a:xfrm>
          </p:grpSpPr>
          <p:sp>
            <p:nvSpPr>
              <p:cNvPr id="34" name="Graphic 1">
                <a:extLst>
                  <a:ext uri="{FF2B5EF4-FFF2-40B4-BE49-F238E27FC236}">
                    <a16:creationId xmlns:a16="http://schemas.microsoft.com/office/drawing/2014/main" id="{D5EDB2E4-D0B3-068B-DB2D-DE48DCF67B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9704" y="2559326"/>
                <a:ext cx="1525727" cy="1718943"/>
              </a:xfrm>
              <a:custGeom>
                <a:avLst/>
                <a:gdLst>
                  <a:gd name="connsiteX0" fmla="*/ 4561332 w 4561332"/>
                  <a:gd name="connsiteY0" fmla="*/ 3656243 h 5138975"/>
                  <a:gd name="connsiteX1" fmla="*/ 4561332 w 4561332"/>
                  <a:gd name="connsiteY1" fmla="*/ 1482733 h 5138975"/>
                  <a:gd name="connsiteX2" fmla="*/ 4363307 w 4561332"/>
                  <a:gd name="connsiteY2" fmla="*/ 1140024 h 5138975"/>
                  <a:gd name="connsiteX3" fmla="*/ 2478310 w 4561332"/>
                  <a:gd name="connsiteY3" fmla="*/ 52935 h 5138975"/>
                  <a:gd name="connsiteX4" fmla="*/ 2083022 w 4561332"/>
                  <a:gd name="connsiteY4" fmla="*/ 52935 h 5138975"/>
                  <a:gd name="connsiteX5" fmla="*/ 198025 w 4561332"/>
                  <a:gd name="connsiteY5" fmla="*/ 1140024 h 5138975"/>
                  <a:gd name="connsiteX6" fmla="*/ 0 w 4561332"/>
                  <a:gd name="connsiteY6" fmla="*/ 1482733 h 5138975"/>
                  <a:gd name="connsiteX7" fmla="*/ 0 w 4561332"/>
                  <a:gd name="connsiteY7" fmla="*/ 3656243 h 5138975"/>
                  <a:gd name="connsiteX8" fmla="*/ 198025 w 4561332"/>
                  <a:gd name="connsiteY8" fmla="*/ 3998952 h 5138975"/>
                  <a:gd name="connsiteX9" fmla="*/ 2083022 w 4561332"/>
                  <a:gd name="connsiteY9" fmla="*/ 5086040 h 5138975"/>
                  <a:gd name="connsiteX10" fmla="*/ 2478310 w 4561332"/>
                  <a:gd name="connsiteY10" fmla="*/ 5086040 h 5138975"/>
                  <a:gd name="connsiteX11" fmla="*/ 4363307 w 4561332"/>
                  <a:gd name="connsiteY11" fmla="*/ 3998952 h 5138975"/>
                  <a:gd name="connsiteX12" fmla="*/ 4561332 w 4561332"/>
                  <a:gd name="connsiteY12" fmla="*/ 3656243 h 5138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561332" h="5138975">
                    <a:moveTo>
                      <a:pt x="4561332" y="3656243"/>
                    </a:moveTo>
                    <a:lnTo>
                      <a:pt x="4561332" y="1482733"/>
                    </a:lnTo>
                    <a:cubicBezTo>
                      <a:pt x="4561332" y="1341287"/>
                      <a:pt x="4485894" y="1210604"/>
                      <a:pt x="4363307" y="1140024"/>
                    </a:cubicBezTo>
                    <a:lnTo>
                      <a:pt x="2478310" y="52935"/>
                    </a:lnTo>
                    <a:cubicBezTo>
                      <a:pt x="2356009" y="-17645"/>
                      <a:pt x="2205323" y="-17645"/>
                      <a:pt x="2083022" y="52935"/>
                    </a:cubicBezTo>
                    <a:lnTo>
                      <a:pt x="198025" y="1140024"/>
                    </a:lnTo>
                    <a:cubicBezTo>
                      <a:pt x="75438" y="1210699"/>
                      <a:pt x="0" y="1341287"/>
                      <a:pt x="0" y="1482733"/>
                    </a:cubicBezTo>
                    <a:lnTo>
                      <a:pt x="0" y="3656243"/>
                    </a:lnTo>
                    <a:cubicBezTo>
                      <a:pt x="0" y="3797689"/>
                      <a:pt x="75438" y="3928372"/>
                      <a:pt x="198025" y="3998952"/>
                    </a:cubicBezTo>
                    <a:lnTo>
                      <a:pt x="2083022" y="5086040"/>
                    </a:lnTo>
                    <a:cubicBezTo>
                      <a:pt x="2205323" y="5156621"/>
                      <a:pt x="2356009" y="5156621"/>
                      <a:pt x="2478310" y="5086040"/>
                    </a:cubicBezTo>
                    <a:lnTo>
                      <a:pt x="4363307" y="3998952"/>
                    </a:lnTo>
                    <a:cubicBezTo>
                      <a:pt x="4485799" y="3928277"/>
                      <a:pt x="4561332" y="3797594"/>
                      <a:pt x="4561332" y="3656243"/>
                    </a:cubicBezTo>
                    <a:close/>
                  </a:path>
                </a:pathLst>
              </a:custGeom>
              <a:solidFill>
                <a:schemeClr val="tx2">
                  <a:lumMod val="95000"/>
                </a:schemeClr>
              </a:solidFill>
              <a:ln w="9525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 b="1" noProof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35" name="TextBox 1">
                <a:extLst>
                  <a:ext uri="{FF2B5EF4-FFF2-40B4-BE49-F238E27FC236}">
                    <a16:creationId xmlns:a16="http://schemas.microsoft.com/office/drawing/2014/main" id="{BF6B79EE-BA13-4AE4-1F22-CDDFEB6313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1733" y="2937836"/>
                <a:ext cx="1141668" cy="98233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100" b="1" noProof="0" dirty="0">
                    <a:solidFill>
                      <a:schemeClr val="bg2"/>
                    </a:solidFill>
                  </a:rPr>
                  <a:t>Surveillance et </a:t>
                </a:r>
                <a:r>
                  <a:rPr lang="en-US" sz="1100" b="1" noProof="0" dirty="0" err="1">
                    <a:solidFill>
                      <a:schemeClr val="bg2"/>
                    </a:solidFill>
                  </a:rPr>
                  <a:t>détection</a:t>
                </a:r>
                <a:endParaRPr lang="en-US" sz="1100" b="1" noProof="0" dirty="0">
                  <a:solidFill>
                    <a:schemeClr val="bg2"/>
                  </a:solidFill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n-US" sz="900" noProof="0" dirty="0" err="1"/>
                  <a:t>Caméras</a:t>
                </a:r>
                <a:r>
                  <a:rPr lang="en-US" sz="900" noProof="0" dirty="0"/>
                  <a:t> de surveillance, </a:t>
                </a:r>
                <a:r>
                  <a:rPr lang="en-US" sz="900" noProof="0" dirty="0" err="1"/>
                  <a:t>détecteurs</a:t>
                </a:r>
                <a:r>
                  <a:rPr lang="en-US" sz="900" noProof="0" dirty="0"/>
                  <a:t> de </a:t>
                </a:r>
                <a:r>
                  <a:rPr lang="en-US" sz="900" noProof="0" dirty="0" err="1"/>
                  <a:t>mouvements</a:t>
                </a:r>
                <a:r>
                  <a:rPr lang="en-US" sz="900" noProof="0" dirty="0"/>
                  <a:t>/</a:t>
                </a:r>
                <a:r>
                  <a:rPr lang="en-US" sz="900" noProof="0" dirty="0" err="1"/>
                  <a:t>alarmes</a:t>
                </a:r>
                <a:r>
                  <a:rPr lang="en-US" sz="900" noProof="0" dirty="0"/>
                  <a:t> pour signaler les intrusions</a:t>
                </a:r>
              </a:p>
            </p:txBody>
          </p:sp>
        </p:grpSp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F7EEB70C-594F-F77F-C6A4-AC8F80C24466}"/>
                </a:ext>
              </a:extLst>
            </p:cNvPr>
            <p:cNvGrpSpPr/>
            <p:nvPr/>
          </p:nvGrpSpPr>
          <p:grpSpPr>
            <a:xfrm>
              <a:off x="1403248" y="4281821"/>
              <a:ext cx="1749811" cy="1938842"/>
              <a:chOff x="1292526" y="4009264"/>
              <a:chExt cx="1525727" cy="1718943"/>
            </a:xfrm>
          </p:grpSpPr>
          <p:sp>
            <p:nvSpPr>
              <p:cNvPr id="32" name="Graphic 2">
                <a:extLst>
                  <a:ext uri="{FF2B5EF4-FFF2-40B4-BE49-F238E27FC236}">
                    <a16:creationId xmlns:a16="http://schemas.microsoft.com/office/drawing/2014/main" id="{82FFD707-C39A-20BF-8C52-25E16FC725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292526" y="4009264"/>
                <a:ext cx="1525727" cy="1718943"/>
              </a:xfrm>
              <a:custGeom>
                <a:avLst/>
                <a:gdLst>
                  <a:gd name="connsiteX0" fmla="*/ 4561332 w 4561332"/>
                  <a:gd name="connsiteY0" fmla="*/ 3656243 h 5138975"/>
                  <a:gd name="connsiteX1" fmla="*/ 4561332 w 4561332"/>
                  <a:gd name="connsiteY1" fmla="*/ 1482733 h 5138975"/>
                  <a:gd name="connsiteX2" fmla="*/ 4363307 w 4561332"/>
                  <a:gd name="connsiteY2" fmla="*/ 1140024 h 5138975"/>
                  <a:gd name="connsiteX3" fmla="*/ 2478310 w 4561332"/>
                  <a:gd name="connsiteY3" fmla="*/ 52935 h 5138975"/>
                  <a:gd name="connsiteX4" fmla="*/ 2083022 w 4561332"/>
                  <a:gd name="connsiteY4" fmla="*/ 52935 h 5138975"/>
                  <a:gd name="connsiteX5" fmla="*/ 198025 w 4561332"/>
                  <a:gd name="connsiteY5" fmla="*/ 1140024 h 5138975"/>
                  <a:gd name="connsiteX6" fmla="*/ 0 w 4561332"/>
                  <a:gd name="connsiteY6" fmla="*/ 1482733 h 5138975"/>
                  <a:gd name="connsiteX7" fmla="*/ 0 w 4561332"/>
                  <a:gd name="connsiteY7" fmla="*/ 3656243 h 5138975"/>
                  <a:gd name="connsiteX8" fmla="*/ 198025 w 4561332"/>
                  <a:gd name="connsiteY8" fmla="*/ 3998952 h 5138975"/>
                  <a:gd name="connsiteX9" fmla="*/ 2083022 w 4561332"/>
                  <a:gd name="connsiteY9" fmla="*/ 5086040 h 5138975"/>
                  <a:gd name="connsiteX10" fmla="*/ 2478310 w 4561332"/>
                  <a:gd name="connsiteY10" fmla="*/ 5086040 h 5138975"/>
                  <a:gd name="connsiteX11" fmla="*/ 4363307 w 4561332"/>
                  <a:gd name="connsiteY11" fmla="*/ 3998952 h 5138975"/>
                  <a:gd name="connsiteX12" fmla="*/ 4561332 w 4561332"/>
                  <a:gd name="connsiteY12" fmla="*/ 3656243 h 5138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561332" h="5138975">
                    <a:moveTo>
                      <a:pt x="4561332" y="3656243"/>
                    </a:moveTo>
                    <a:lnTo>
                      <a:pt x="4561332" y="1482733"/>
                    </a:lnTo>
                    <a:cubicBezTo>
                      <a:pt x="4561332" y="1341287"/>
                      <a:pt x="4485894" y="1210604"/>
                      <a:pt x="4363307" y="1140024"/>
                    </a:cubicBezTo>
                    <a:lnTo>
                      <a:pt x="2478310" y="52935"/>
                    </a:lnTo>
                    <a:cubicBezTo>
                      <a:pt x="2356009" y="-17645"/>
                      <a:pt x="2205323" y="-17645"/>
                      <a:pt x="2083022" y="52935"/>
                    </a:cubicBezTo>
                    <a:lnTo>
                      <a:pt x="198025" y="1140024"/>
                    </a:lnTo>
                    <a:cubicBezTo>
                      <a:pt x="75438" y="1210699"/>
                      <a:pt x="0" y="1341287"/>
                      <a:pt x="0" y="1482733"/>
                    </a:cubicBezTo>
                    <a:lnTo>
                      <a:pt x="0" y="3656243"/>
                    </a:lnTo>
                    <a:cubicBezTo>
                      <a:pt x="0" y="3797689"/>
                      <a:pt x="75438" y="3928372"/>
                      <a:pt x="198025" y="3998952"/>
                    </a:cubicBezTo>
                    <a:lnTo>
                      <a:pt x="2083022" y="5086040"/>
                    </a:lnTo>
                    <a:cubicBezTo>
                      <a:pt x="2205323" y="5156621"/>
                      <a:pt x="2356009" y="5156621"/>
                      <a:pt x="2478310" y="5086040"/>
                    </a:cubicBezTo>
                    <a:lnTo>
                      <a:pt x="4363307" y="3998952"/>
                    </a:lnTo>
                    <a:cubicBezTo>
                      <a:pt x="4485799" y="3928277"/>
                      <a:pt x="4561332" y="3797594"/>
                      <a:pt x="4561332" y="3656243"/>
                    </a:cubicBezTo>
                    <a:close/>
                  </a:path>
                </a:pathLst>
              </a:custGeom>
              <a:solidFill>
                <a:schemeClr val="tx2">
                  <a:lumMod val="95000"/>
                </a:schemeClr>
              </a:solidFill>
              <a:ln w="9525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 b="1" noProof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33" name="TextBox 2">
                <a:extLst>
                  <a:ext uri="{FF2B5EF4-FFF2-40B4-BE49-F238E27FC236}">
                    <a16:creationId xmlns:a16="http://schemas.microsoft.com/office/drawing/2014/main" id="{907AA44F-C380-08FE-18EF-7F27EACE6B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4555" y="4254778"/>
                <a:ext cx="1141668" cy="122791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100" b="1" noProof="0" dirty="0" err="1">
                    <a:solidFill>
                      <a:schemeClr val="bg2"/>
                    </a:solidFill>
                  </a:rPr>
                  <a:t>Sécurité</a:t>
                </a:r>
                <a:r>
                  <a:rPr lang="en-US" sz="1100" b="1" noProof="0" dirty="0">
                    <a:solidFill>
                      <a:schemeClr val="bg2"/>
                    </a:solidFill>
                  </a:rPr>
                  <a:t> </a:t>
                </a:r>
                <a:r>
                  <a:rPr lang="en-US" sz="1100" b="1" noProof="0" dirty="0" err="1">
                    <a:solidFill>
                      <a:schemeClr val="bg2"/>
                    </a:solidFill>
                  </a:rPr>
                  <a:t>contre</a:t>
                </a:r>
                <a:r>
                  <a:rPr lang="en-US" sz="1100" b="1" noProof="0" dirty="0">
                    <a:solidFill>
                      <a:schemeClr val="bg2"/>
                    </a:solidFill>
                  </a:rPr>
                  <a:t> les </a:t>
                </a:r>
                <a:r>
                  <a:rPr lang="en-US" sz="1100" b="1" noProof="0" dirty="0" err="1">
                    <a:solidFill>
                      <a:schemeClr val="bg2"/>
                    </a:solidFill>
                  </a:rPr>
                  <a:t>véhicules</a:t>
                </a:r>
                <a:endParaRPr lang="en-US" sz="1100" b="1" noProof="0" dirty="0">
                  <a:solidFill>
                    <a:schemeClr val="bg2"/>
                  </a:solidFill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n-US" sz="900" noProof="0" dirty="0" err="1"/>
                  <a:t>Vérification</a:t>
                </a:r>
                <a:r>
                  <a:rPr lang="en-US" sz="900" noProof="0" dirty="0"/>
                  <a:t> des </a:t>
                </a:r>
                <a:r>
                  <a:rPr lang="en-US" sz="900" noProof="0" dirty="0" err="1"/>
                  <a:t>accès</a:t>
                </a:r>
                <a:r>
                  <a:rPr lang="en-US" sz="900" noProof="0" dirty="0"/>
                  <a:t> des </a:t>
                </a:r>
                <a:r>
                  <a:rPr lang="en-US" sz="900" noProof="0" dirty="0" err="1"/>
                  <a:t>véhicules</a:t>
                </a:r>
                <a:r>
                  <a:rPr lang="en-US" sz="900" noProof="0" dirty="0"/>
                  <a:t>, </a:t>
                </a:r>
                <a:r>
                  <a:rPr lang="en-US" sz="900" noProof="0" dirty="0" err="1"/>
                  <a:t>immatriculations</a:t>
                </a:r>
                <a:r>
                  <a:rPr lang="en-US" sz="900" noProof="0" dirty="0"/>
                  <a:t>… </a:t>
                </a:r>
                <a:r>
                  <a:rPr lang="en-US" sz="900" noProof="0" dirty="0" err="1"/>
                  <a:t>Contrôle</a:t>
                </a:r>
                <a:r>
                  <a:rPr lang="en-US" sz="900" noProof="0" dirty="0"/>
                  <a:t> des points </a:t>
                </a:r>
                <a:r>
                  <a:rPr lang="en-US" sz="900" noProof="0" dirty="0" err="1"/>
                  <a:t>d'entrée</a:t>
                </a:r>
                <a:r>
                  <a:rPr lang="en-US" sz="900" noProof="0" dirty="0"/>
                  <a:t>, </a:t>
                </a:r>
                <a:r>
                  <a:rPr lang="en-US" sz="900" noProof="0" dirty="0" err="1"/>
                  <a:t>barrières</a:t>
                </a:r>
                <a:r>
                  <a:rPr lang="en-US" sz="900" noProof="0" dirty="0"/>
                  <a:t> anti-</a:t>
                </a:r>
                <a:r>
                  <a:rPr lang="en-US" sz="900" noProof="0" dirty="0" err="1"/>
                  <a:t>véhicules</a:t>
                </a:r>
                <a:r>
                  <a:rPr lang="en-US" sz="900" noProof="0" dirty="0"/>
                  <a:t> (pointes, blocs…)</a:t>
                </a:r>
              </a:p>
            </p:txBody>
          </p:sp>
        </p:grpSp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1C0CFEDC-9FE5-E269-0FC7-86B6DF3BAF25}"/>
                </a:ext>
              </a:extLst>
            </p:cNvPr>
            <p:cNvGrpSpPr/>
            <p:nvPr/>
          </p:nvGrpSpPr>
          <p:grpSpPr>
            <a:xfrm>
              <a:off x="4262456" y="2677643"/>
              <a:ext cx="1749811" cy="1938842"/>
              <a:chOff x="2115347" y="2559326"/>
              <a:chExt cx="1525727" cy="1718943"/>
            </a:xfrm>
          </p:grpSpPr>
          <p:sp>
            <p:nvSpPr>
              <p:cNvPr id="30" name="Graphic 3">
                <a:extLst>
                  <a:ext uri="{FF2B5EF4-FFF2-40B4-BE49-F238E27FC236}">
                    <a16:creationId xmlns:a16="http://schemas.microsoft.com/office/drawing/2014/main" id="{4E40B264-FB71-59F3-77B1-6F5DE63ED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115347" y="2559326"/>
                <a:ext cx="1525727" cy="1718943"/>
              </a:xfrm>
              <a:custGeom>
                <a:avLst/>
                <a:gdLst>
                  <a:gd name="connsiteX0" fmla="*/ 4561332 w 4561332"/>
                  <a:gd name="connsiteY0" fmla="*/ 3656243 h 5138975"/>
                  <a:gd name="connsiteX1" fmla="*/ 4561332 w 4561332"/>
                  <a:gd name="connsiteY1" fmla="*/ 1482733 h 5138975"/>
                  <a:gd name="connsiteX2" fmla="*/ 4363307 w 4561332"/>
                  <a:gd name="connsiteY2" fmla="*/ 1140024 h 5138975"/>
                  <a:gd name="connsiteX3" fmla="*/ 2478310 w 4561332"/>
                  <a:gd name="connsiteY3" fmla="*/ 52935 h 5138975"/>
                  <a:gd name="connsiteX4" fmla="*/ 2083022 w 4561332"/>
                  <a:gd name="connsiteY4" fmla="*/ 52935 h 5138975"/>
                  <a:gd name="connsiteX5" fmla="*/ 198025 w 4561332"/>
                  <a:gd name="connsiteY5" fmla="*/ 1140024 h 5138975"/>
                  <a:gd name="connsiteX6" fmla="*/ 0 w 4561332"/>
                  <a:gd name="connsiteY6" fmla="*/ 1482733 h 5138975"/>
                  <a:gd name="connsiteX7" fmla="*/ 0 w 4561332"/>
                  <a:gd name="connsiteY7" fmla="*/ 3656243 h 5138975"/>
                  <a:gd name="connsiteX8" fmla="*/ 198025 w 4561332"/>
                  <a:gd name="connsiteY8" fmla="*/ 3998952 h 5138975"/>
                  <a:gd name="connsiteX9" fmla="*/ 2083022 w 4561332"/>
                  <a:gd name="connsiteY9" fmla="*/ 5086040 h 5138975"/>
                  <a:gd name="connsiteX10" fmla="*/ 2478310 w 4561332"/>
                  <a:gd name="connsiteY10" fmla="*/ 5086040 h 5138975"/>
                  <a:gd name="connsiteX11" fmla="*/ 4363307 w 4561332"/>
                  <a:gd name="connsiteY11" fmla="*/ 3998952 h 5138975"/>
                  <a:gd name="connsiteX12" fmla="*/ 4561332 w 4561332"/>
                  <a:gd name="connsiteY12" fmla="*/ 3656243 h 5138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561332" h="5138975">
                    <a:moveTo>
                      <a:pt x="4561332" y="3656243"/>
                    </a:moveTo>
                    <a:lnTo>
                      <a:pt x="4561332" y="1482733"/>
                    </a:lnTo>
                    <a:cubicBezTo>
                      <a:pt x="4561332" y="1341287"/>
                      <a:pt x="4485894" y="1210604"/>
                      <a:pt x="4363307" y="1140024"/>
                    </a:cubicBezTo>
                    <a:lnTo>
                      <a:pt x="2478310" y="52935"/>
                    </a:lnTo>
                    <a:cubicBezTo>
                      <a:pt x="2356009" y="-17645"/>
                      <a:pt x="2205323" y="-17645"/>
                      <a:pt x="2083022" y="52935"/>
                    </a:cubicBezTo>
                    <a:lnTo>
                      <a:pt x="198025" y="1140024"/>
                    </a:lnTo>
                    <a:cubicBezTo>
                      <a:pt x="75438" y="1210699"/>
                      <a:pt x="0" y="1341287"/>
                      <a:pt x="0" y="1482733"/>
                    </a:cubicBezTo>
                    <a:lnTo>
                      <a:pt x="0" y="3656243"/>
                    </a:lnTo>
                    <a:cubicBezTo>
                      <a:pt x="0" y="3797689"/>
                      <a:pt x="75438" y="3928372"/>
                      <a:pt x="198025" y="3998952"/>
                    </a:cubicBezTo>
                    <a:lnTo>
                      <a:pt x="2083022" y="5086040"/>
                    </a:lnTo>
                    <a:cubicBezTo>
                      <a:pt x="2205323" y="5156621"/>
                      <a:pt x="2356009" y="5156621"/>
                      <a:pt x="2478310" y="5086040"/>
                    </a:cubicBezTo>
                    <a:lnTo>
                      <a:pt x="4363307" y="3998952"/>
                    </a:lnTo>
                    <a:cubicBezTo>
                      <a:pt x="4485799" y="3928277"/>
                      <a:pt x="4561332" y="3797594"/>
                      <a:pt x="4561332" y="3656243"/>
                    </a:cubicBezTo>
                    <a:close/>
                  </a:path>
                </a:pathLst>
              </a:custGeom>
              <a:solidFill>
                <a:schemeClr val="tx2">
                  <a:lumMod val="95000"/>
                </a:schemeClr>
              </a:solidFill>
              <a:ln w="9525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 b="1" noProof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31" name="TextBox 3">
                <a:extLst>
                  <a:ext uri="{FF2B5EF4-FFF2-40B4-BE49-F238E27FC236}">
                    <a16:creationId xmlns:a16="http://schemas.microsoft.com/office/drawing/2014/main" id="{3DCB2DC7-0BAB-BCC4-4C67-BA8D802C5E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26651" y="2769190"/>
                <a:ext cx="1303117" cy="129612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100" b="1" noProof="0" dirty="0">
                    <a:solidFill>
                      <a:schemeClr val="bg2"/>
                    </a:solidFill>
                  </a:rPr>
                  <a:t>Protection de </a:t>
                </a:r>
                <a:r>
                  <a:rPr lang="en-US" sz="1100" b="1" noProof="0" dirty="0" err="1">
                    <a:solidFill>
                      <a:schemeClr val="bg2"/>
                    </a:solidFill>
                  </a:rPr>
                  <a:t>l’infrastructure</a:t>
                </a:r>
                <a:endParaRPr lang="en-US" sz="1100" b="1" noProof="0" dirty="0">
                  <a:solidFill>
                    <a:schemeClr val="bg2"/>
                  </a:solidFill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n-US" sz="900" noProof="0" dirty="0"/>
                  <a:t>Protection des </a:t>
                </a:r>
                <a:r>
                  <a:rPr lang="en-US" sz="900" noProof="0" dirty="0" err="1"/>
                  <a:t>équipements</a:t>
                </a:r>
                <a:r>
                  <a:rPr lang="en-US" sz="900" noProof="0" dirty="0"/>
                  <a:t> </a:t>
                </a:r>
                <a:r>
                  <a:rPr lang="en-US" sz="900" noProof="0" dirty="0" err="1"/>
                  <a:t>essentiels</a:t>
                </a:r>
                <a:r>
                  <a:rPr lang="en-US" sz="900" noProof="0" dirty="0"/>
                  <a:t> (</a:t>
                </a:r>
                <a:r>
                  <a:rPr lang="en-US" sz="900" noProof="0" dirty="0" err="1"/>
                  <a:t>générateurs</a:t>
                </a:r>
                <a:r>
                  <a:rPr lang="en-US" sz="900" noProof="0" dirty="0"/>
                  <a:t>, </a:t>
                </a:r>
                <a:r>
                  <a:rPr lang="en-US" sz="900" noProof="0" dirty="0" err="1"/>
                  <a:t>systèmes</a:t>
                </a:r>
                <a:r>
                  <a:rPr lang="en-US" sz="900" noProof="0" dirty="0"/>
                  <a:t> de communication, réseaux SI…)</a:t>
                </a:r>
              </a:p>
              <a:p>
                <a:pPr algn="ctr">
                  <a:spcAft>
                    <a:spcPts val="600"/>
                  </a:spcAft>
                </a:pPr>
                <a:r>
                  <a:rPr lang="en-US" sz="900" noProof="0" dirty="0" err="1"/>
                  <a:t>Sécurisation</a:t>
                </a:r>
                <a:r>
                  <a:rPr lang="en-US" sz="900" noProof="0" dirty="0"/>
                  <a:t> des sites de stockage des </a:t>
                </a:r>
                <a:r>
                  <a:rPr lang="en-US" sz="900" noProof="0" dirty="0" err="1"/>
                  <a:t>matériaux</a:t>
                </a:r>
                <a:r>
                  <a:rPr lang="en-US" sz="900" noProof="0" dirty="0"/>
                  <a:t> </a:t>
                </a:r>
                <a:r>
                  <a:rPr lang="en-US" sz="900" noProof="0" dirty="0" err="1"/>
                  <a:t>dangereux</a:t>
                </a:r>
                <a:r>
                  <a:rPr lang="en-US" sz="900" noProof="0" dirty="0"/>
                  <a:t>…</a:t>
                </a:r>
              </a:p>
            </p:txBody>
          </p:sp>
        </p:grpSp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60DA7AE8-1115-F748-44EB-9134EA8C744E}"/>
                </a:ext>
              </a:extLst>
            </p:cNvPr>
            <p:cNvGrpSpPr/>
            <p:nvPr/>
          </p:nvGrpSpPr>
          <p:grpSpPr>
            <a:xfrm>
              <a:off x="6149796" y="2677643"/>
              <a:ext cx="1749811" cy="1938842"/>
              <a:chOff x="3760991" y="2559326"/>
              <a:chExt cx="1525727" cy="1718943"/>
            </a:xfrm>
          </p:grpSpPr>
          <p:sp>
            <p:nvSpPr>
              <p:cNvPr id="28" name="Graphic 4">
                <a:extLst>
                  <a:ext uri="{FF2B5EF4-FFF2-40B4-BE49-F238E27FC236}">
                    <a16:creationId xmlns:a16="http://schemas.microsoft.com/office/drawing/2014/main" id="{92868B18-BA6E-F1A2-9C78-2F0BD25CA9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3760991" y="2559326"/>
                <a:ext cx="1525727" cy="1718943"/>
              </a:xfrm>
              <a:custGeom>
                <a:avLst/>
                <a:gdLst>
                  <a:gd name="connsiteX0" fmla="*/ 4561332 w 4561332"/>
                  <a:gd name="connsiteY0" fmla="*/ 3656243 h 5138975"/>
                  <a:gd name="connsiteX1" fmla="*/ 4561332 w 4561332"/>
                  <a:gd name="connsiteY1" fmla="*/ 1482733 h 5138975"/>
                  <a:gd name="connsiteX2" fmla="*/ 4363307 w 4561332"/>
                  <a:gd name="connsiteY2" fmla="*/ 1140024 h 5138975"/>
                  <a:gd name="connsiteX3" fmla="*/ 2478310 w 4561332"/>
                  <a:gd name="connsiteY3" fmla="*/ 52935 h 5138975"/>
                  <a:gd name="connsiteX4" fmla="*/ 2083022 w 4561332"/>
                  <a:gd name="connsiteY4" fmla="*/ 52935 h 5138975"/>
                  <a:gd name="connsiteX5" fmla="*/ 198025 w 4561332"/>
                  <a:gd name="connsiteY5" fmla="*/ 1140024 h 5138975"/>
                  <a:gd name="connsiteX6" fmla="*/ 0 w 4561332"/>
                  <a:gd name="connsiteY6" fmla="*/ 1482733 h 5138975"/>
                  <a:gd name="connsiteX7" fmla="*/ 0 w 4561332"/>
                  <a:gd name="connsiteY7" fmla="*/ 3656243 h 5138975"/>
                  <a:gd name="connsiteX8" fmla="*/ 198025 w 4561332"/>
                  <a:gd name="connsiteY8" fmla="*/ 3998952 h 5138975"/>
                  <a:gd name="connsiteX9" fmla="*/ 2083022 w 4561332"/>
                  <a:gd name="connsiteY9" fmla="*/ 5086040 h 5138975"/>
                  <a:gd name="connsiteX10" fmla="*/ 2478310 w 4561332"/>
                  <a:gd name="connsiteY10" fmla="*/ 5086040 h 5138975"/>
                  <a:gd name="connsiteX11" fmla="*/ 4363307 w 4561332"/>
                  <a:gd name="connsiteY11" fmla="*/ 3998952 h 5138975"/>
                  <a:gd name="connsiteX12" fmla="*/ 4561332 w 4561332"/>
                  <a:gd name="connsiteY12" fmla="*/ 3656243 h 5138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561332" h="5138975">
                    <a:moveTo>
                      <a:pt x="4561332" y="3656243"/>
                    </a:moveTo>
                    <a:lnTo>
                      <a:pt x="4561332" y="1482733"/>
                    </a:lnTo>
                    <a:cubicBezTo>
                      <a:pt x="4561332" y="1341287"/>
                      <a:pt x="4485894" y="1210604"/>
                      <a:pt x="4363307" y="1140024"/>
                    </a:cubicBezTo>
                    <a:lnTo>
                      <a:pt x="2478310" y="52935"/>
                    </a:lnTo>
                    <a:cubicBezTo>
                      <a:pt x="2356009" y="-17645"/>
                      <a:pt x="2205323" y="-17645"/>
                      <a:pt x="2083022" y="52935"/>
                    </a:cubicBezTo>
                    <a:lnTo>
                      <a:pt x="198025" y="1140024"/>
                    </a:lnTo>
                    <a:cubicBezTo>
                      <a:pt x="75438" y="1210699"/>
                      <a:pt x="0" y="1341287"/>
                      <a:pt x="0" y="1482733"/>
                    </a:cubicBezTo>
                    <a:lnTo>
                      <a:pt x="0" y="3656243"/>
                    </a:lnTo>
                    <a:cubicBezTo>
                      <a:pt x="0" y="3797689"/>
                      <a:pt x="75438" y="3928372"/>
                      <a:pt x="198025" y="3998952"/>
                    </a:cubicBezTo>
                    <a:lnTo>
                      <a:pt x="2083022" y="5086040"/>
                    </a:lnTo>
                    <a:cubicBezTo>
                      <a:pt x="2205323" y="5156621"/>
                      <a:pt x="2356009" y="5156621"/>
                      <a:pt x="2478310" y="5086040"/>
                    </a:cubicBezTo>
                    <a:lnTo>
                      <a:pt x="4363307" y="3998952"/>
                    </a:lnTo>
                    <a:cubicBezTo>
                      <a:pt x="4485799" y="3928277"/>
                      <a:pt x="4561332" y="3797594"/>
                      <a:pt x="4561332" y="3656243"/>
                    </a:cubicBezTo>
                    <a:close/>
                  </a:path>
                </a:pathLst>
              </a:custGeom>
              <a:solidFill>
                <a:schemeClr val="tx2">
                  <a:lumMod val="95000"/>
                </a:schemeClr>
              </a:solidFill>
              <a:ln w="9525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 b="1" noProof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29" name="TextBox 4">
                <a:extLst>
                  <a:ext uri="{FF2B5EF4-FFF2-40B4-BE49-F238E27FC236}">
                    <a16:creationId xmlns:a16="http://schemas.microsoft.com/office/drawing/2014/main" id="{69D164C3-FFE9-4F9A-F01E-5CE322B2C1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53020" y="2937836"/>
                <a:ext cx="1141668" cy="98233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100" b="1" noProof="0" dirty="0">
                    <a:solidFill>
                      <a:schemeClr val="bg2"/>
                    </a:solidFill>
                  </a:rPr>
                  <a:t>Plans </a:t>
                </a:r>
                <a:r>
                  <a:rPr lang="en-US" sz="1100" b="1" noProof="0" dirty="0" err="1">
                    <a:solidFill>
                      <a:schemeClr val="bg2"/>
                    </a:solidFill>
                  </a:rPr>
                  <a:t>d'urgence</a:t>
                </a:r>
                <a:r>
                  <a:rPr lang="en-US" sz="1100" b="1" noProof="0" dirty="0">
                    <a:solidFill>
                      <a:schemeClr val="bg2"/>
                    </a:solidFill>
                  </a:rPr>
                  <a:t> et de </a:t>
                </a:r>
                <a:r>
                  <a:rPr lang="en-US" sz="1100" b="1" noProof="0" dirty="0" err="1">
                    <a:solidFill>
                      <a:schemeClr val="bg2"/>
                    </a:solidFill>
                  </a:rPr>
                  <a:t>réponse</a:t>
                </a:r>
                <a:endParaRPr lang="en-US" sz="1100" b="1" noProof="0" dirty="0">
                  <a:solidFill>
                    <a:schemeClr val="bg2"/>
                  </a:solidFill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n-US" sz="900" noProof="0" dirty="0" err="1"/>
                  <a:t>Établissement</a:t>
                </a:r>
                <a:r>
                  <a:rPr lang="en-US" sz="900" noProof="0" dirty="0"/>
                  <a:t> de </a:t>
                </a:r>
                <a:r>
                  <a:rPr lang="en-US" sz="900" noProof="0" dirty="0" err="1"/>
                  <a:t>procédures</a:t>
                </a:r>
                <a:r>
                  <a:rPr lang="en-US" sz="900" noProof="0" dirty="0"/>
                  <a:t> </a:t>
                </a:r>
                <a:r>
                  <a:rPr lang="en-US" sz="900" noProof="0" dirty="0" err="1"/>
                  <a:t>d'urgence</a:t>
                </a:r>
                <a:r>
                  <a:rPr lang="en-US" sz="900" noProof="0" dirty="0"/>
                  <a:t> Formation des personnels sur les </a:t>
                </a:r>
                <a:r>
                  <a:rPr lang="en-US" sz="900" noProof="0" dirty="0" err="1"/>
                  <a:t>protocoles</a:t>
                </a:r>
                <a:r>
                  <a:rPr lang="en-US" sz="900" noProof="0" dirty="0"/>
                  <a:t> </a:t>
                </a:r>
                <a:r>
                  <a:rPr lang="en-US" sz="900" noProof="0" dirty="0" err="1"/>
                  <a:t>d'incident</a:t>
                </a:r>
                <a:r>
                  <a:rPr lang="en-US" sz="900" noProof="0" dirty="0"/>
                  <a:t>.</a:t>
                </a:r>
              </a:p>
            </p:txBody>
          </p:sp>
        </p:grpSp>
        <p:grpSp>
          <p:nvGrpSpPr>
            <p:cNvPr id="19" name="Groupe 18">
              <a:extLst>
                <a:ext uri="{FF2B5EF4-FFF2-40B4-BE49-F238E27FC236}">
                  <a16:creationId xmlns:a16="http://schemas.microsoft.com/office/drawing/2014/main" id="{CB948AFD-9008-DCC3-DE60-FAB3A70D0626}"/>
                </a:ext>
              </a:extLst>
            </p:cNvPr>
            <p:cNvGrpSpPr/>
            <p:nvPr/>
          </p:nvGrpSpPr>
          <p:grpSpPr>
            <a:xfrm>
              <a:off x="8037135" y="2677643"/>
              <a:ext cx="1749811" cy="1938842"/>
              <a:chOff x="5406634" y="2559326"/>
              <a:chExt cx="1525727" cy="1718943"/>
            </a:xfrm>
          </p:grpSpPr>
          <p:sp>
            <p:nvSpPr>
              <p:cNvPr id="24" name="Graphic 6">
                <a:extLst>
                  <a:ext uri="{FF2B5EF4-FFF2-40B4-BE49-F238E27FC236}">
                    <a16:creationId xmlns:a16="http://schemas.microsoft.com/office/drawing/2014/main" id="{58D117BE-B600-B416-FE4F-06562A9874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406634" y="2559326"/>
                <a:ext cx="1525727" cy="1718943"/>
              </a:xfrm>
              <a:custGeom>
                <a:avLst/>
                <a:gdLst>
                  <a:gd name="connsiteX0" fmla="*/ 4561332 w 4561332"/>
                  <a:gd name="connsiteY0" fmla="*/ 3656243 h 5138975"/>
                  <a:gd name="connsiteX1" fmla="*/ 4561332 w 4561332"/>
                  <a:gd name="connsiteY1" fmla="*/ 1482733 h 5138975"/>
                  <a:gd name="connsiteX2" fmla="*/ 4363307 w 4561332"/>
                  <a:gd name="connsiteY2" fmla="*/ 1140024 h 5138975"/>
                  <a:gd name="connsiteX3" fmla="*/ 2478310 w 4561332"/>
                  <a:gd name="connsiteY3" fmla="*/ 52935 h 5138975"/>
                  <a:gd name="connsiteX4" fmla="*/ 2083022 w 4561332"/>
                  <a:gd name="connsiteY4" fmla="*/ 52935 h 5138975"/>
                  <a:gd name="connsiteX5" fmla="*/ 198025 w 4561332"/>
                  <a:gd name="connsiteY5" fmla="*/ 1140024 h 5138975"/>
                  <a:gd name="connsiteX6" fmla="*/ 0 w 4561332"/>
                  <a:gd name="connsiteY6" fmla="*/ 1482733 h 5138975"/>
                  <a:gd name="connsiteX7" fmla="*/ 0 w 4561332"/>
                  <a:gd name="connsiteY7" fmla="*/ 3656243 h 5138975"/>
                  <a:gd name="connsiteX8" fmla="*/ 198025 w 4561332"/>
                  <a:gd name="connsiteY8" fmla="*/ 3998952 h 5138975"/>
                  <a:gd name="connsiteX9" fmla="*/ 2083022 w 4561332"/>
                  <a:gd name="connsiteY9" fmla="*/ 5086040 h 5138975"/>
                  <a:gd name="connsiteX10" fmla="*/ 2478310 w 4561332"/>
                  <a:gd name="connsiteY10" fmla="*/ 5086040 h 5138975"/>
                  <a:gd name="connsiteX11" fmla="*/ 4363307 w 4561332"/>
                  <a:gd name="connsiteY11" fmla="*/ 3998952 h 5138975"/>
                  <a:gd name="connsiteX12" fmla="*/ 4561332 w 4561332"/>
                  <a:gd name="connsiteY12" fmla="*/ 3656243 h 5138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561332" h="5138975">
                    <a:moveTo>
                      <a:pt x="4561332" y="3656243"/>
                    </a:moveTo>
                    <a:lnTo>
                      <a:pt x="4561332" y="1482733"/>
                    </a:lnTo>
                    <a:cubicBezTo>
                      <a:pt x="4561332" y="1341287"/>
                      <a:pt x="4485894" y="1210604"/>
                      <a:pt x="4363307" y="1140024"/>
                    </a:cubicBezTo>
                    <a:lnTo>
                      <a:pt x="2478310" y="52935"/>
                    </a:lnTo>
                    <a:cubicBezTo>
                      <a:pt x="2356009" y="-17645"/>
                      <a:pt x="2205323" y="-17645"/>
                      <a:pt x="2083022" y="52935"/>
                    </a:cubicBezTo>
                    <a:lnTo>
                      <a:pt x="198025" y="1140024"/>
                    </a:lnTo>
                    <a:cubicBezTo>
                      <a:pt x="75438" y="1210699"/>
                      <a:pt x="0" y="1341287"/>
                      <a:pt x="0" y="1482733"/>
                    </a:cubicBezTo>
                    <a:lnTo>
                      <a:pt x="0" y="3656243"/>
                    </a:lnTo>
                    <a:cubicBezTo>
                      <a:pt x="0" y="3797689"/>
                      <a:pt x="75438" y="3928372"/>
                      <a:pt x="198025" y="3998952"/>
                    </a:cubicBezTo>
                    <a:lnTo>
                      <a:pt x="2083022" y="5086040"/>
                    </a:lnTo>
                    <a:cubicBezTo>
                      <a:pt x="2205323" y="5156621"/>
                      <a:pt x="2356009" y="5156621"/>
                      <a:pt x="2478310" y="5086040"/>
                    </a:cubicBezTo>
                    <a:lnTo>
                      <a:pt x="4363307" y="3998952"/>
                    </a:lnTo>
                    <a:cubicBezTo>
                      <a:pt x="4485799" y="3928277"/>
                      <a:pt x="4561332" y="3797594"/>
                      <a:pt x="4561332" y="3656243"/>
                    </a:cubicBezTo>
                    <a:close/>
                  </a:path>
                </a:pathLst>
              </a:custGeom>
              <a:solidFill>
                <a:schemeClr val="tx2">
                  <a:lumMod val="95000"/>
                </a:schemeClr>
              </a:solidFill>
              <a:ln w="9525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 b="1" noProof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25" name="TextBox 6">
                <a:extLst>
                  <a:ext uri="{FF2B5EF4-FFF2-40B4-BE49-F238E27FC236}">
                    <a16:creationId xmlns:a16="http://schemas.microsoft.com/office/drawing/2014/main" id="{AC6B8A6B-51D3-072D-4088-18E3790F769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02648" y="3023552"/>
                <a:ext cx="1333698" cy="85953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100" b="1" noProof="0" dirty="0">
                    <a:solidFill>
                      <a:schemeClr val="bg2"/>
                    </a:solidFill>
                  </a:rPr>
                  <a:t>Posture de </a:t>
                </a:r>
                <a:r>
                  <a:rPr lang="en-US" sz="1100" b="1" noProof="0" dirty="0" err="1">
                    <a:solidFill>
                      <a:schemeClr val="bg2"/>
                    </a:solidFill>
                  </a:rPr>
                  <a:t>maintien</a:t>
                </a:r>
                <a:r>
                  <a:rPr lang="en-US" sz="1100" b="1" noProof="0" dirty="0">
                    <a:solidFill>
                      <a:schemeClr val="bg2"/>
                    </a:solidFill>
                  </a:rPr>
                  <a:t> et </a:t>
                </a:r>
                <a:r>
                  <a:rPr lang="en-US" sz="1100" b="1" noProof="0" dirty="0" err="1">
                    <a:solidFill>
                      <a:schemeClr val="bg2"/>
                    </a:solidFill>
                  </a:rPr>
                  <a:t>amélioration</a:t>
                </a:r>
                <a:r>
                  <a:rPr lang="en-US" sz="1100" b="1" noProof="0" dirty="0">
                    <a:solidFill>
                      <a:schemeClr val="bg2"/>
                    </a:solidFill>
                  </a:rPr>
                  <a:t> continue</a:t>
                </a:r>
              </a:p>
              <a:p>
                <a:pPr algn="ctr">
                  <a:spcAft>
                    <a:spcPts val="600"/>
                  </a:spcAft>
                </a:pPr>
                <a:r>
                  <a:rPr lang="en-US" sz="900" noProof="0" dirty="0"/>
                  <a:t>Mise à jour des </a:t>
                </a:r>
                <a:r>
                  <a:rPr lang="en-US" sz="900" noProof="0" dirty="0" err="1"/>
                  <a:t>mesures</a:t>
                </a:r>
                <a:r>
                  <a:rPr lang="en-US" sz="900" noProof="0" dirty="0"/>
                  <a:t> de </a:t>
                </a:r>
                <a:r>
                  <a:rPr lang="en-US" sz="900" noProof="0" dirty="0" err="1"/>
                  <a:t>sécurité</a:t>
                </a:r>
                <a:r>
                  <a:rPr lang="en-US" sz="900" noProof="0" dirty="0"/>
                  <a:t> physiques et des technologies sur </a:t>
                </a:r>
                <a:r>
                  <a:rPr lang="en-US" sz="900" noProof="0" dirty="0" err="1"/>
                  <a:t>lesquelles</a:t>
                </a:r>
                <a:r>
                  <a:rPr lang="en-US" sz="900" noProof="0" dirty="0"/>
                  <a:t> </a:t>
                </a:r>
                <a:r>
                  <a:rPr lang="en-US" sz="900" noProof="0" dirty="0" err="1"/>
                  <a:t>elles</a:t>
                </a:r>
                <a:r>
                  <a:rPr lang="en-US" sz="900" noProof="0" dirty="0"/>
                  <a:t> </a:t>
                </a:r>
                <a:r>
                  <a:rPr lang="en-US" sz="900" noProof="0" dirty="0" err="1"/>
                  <a:t>reposent</a:t>
                </a:r>
                <a:endParaRPr lang="en-US" sz="900" noProof="0" dirty="0"/>
              </a:p>
            </p:txBody>
          </p:sp>
        </p:grpSp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D9578BF1-7E1E-7E3B-217E-FE92ADE1A1BE}"/>
                </a:ext>
              </a:extLst>
            </p:cNvPr>
            <p:cNvGrpSpPr/>
            <p:nvPr/>
          </p:nvGrpSpPr>
          <p:grpSpPr>
            <a:xfrm>
              <a:off x="8993190" y="4281821"/>
              <a:ext cx="1749811" cy="1938842"/>
              <a:chOff x="4583813" y="4009264"/>
              <a:chExt cx="1525727" cy="1718943"/>
            </a:xfrm>
          </p:grpSpPr>
          <p:sp>
            <p:nvSpPr>
              <p:cNvPr id="22" name="Graphic 7">
                <a:extLst>
                  <a:ext uri="{FF2B5EF4-FFF2-40B4-BE49-F238E27FC236}">
                    <a16:creationId xmlns:a16="http://schemas.microsoft.com/office/drawing/2014/main" id="{9B29BA38-ECD6-690D-63F8-2764B2B465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83813" y="4009264"/>
                <a:ext cx="1525727" cy="1718943"/>
              </a:xfrm>
              <a:custGeom>
                <a:avLst/>
                <a:gdLst>
                  <a:gd name="connsiteX0" fmla="*/ 4561332 w 4561332"/>
                  <a:gd name="connsiteY0" fmla="*/ 3656243 h 5138975"/>
                  <a:gd name="connsiteX1" fmla="*/ 4561332 w 4561332"/>
                  <a:gd name="connsiteY1" fmla="*/ 1482733 h 5138975"/>
                  <a:gd name="connsiteX2" fmla="*/ 4363307 w 4561332"/>
                  <a:gd name="connsiteY2" fmla="*/ 1140024 h 5138975"/>
                  <a:gd name="connsiteX3" fmla="*/ 2478310 w 4561332"/>
                  <a:gd name="connsiteY3" fmla="*/ 52935 h 5138975"/>
                  <a:gd name="connsiteX4" fmla="*/ 2083022 w 4561332"/>
                  <a:gd name="connsiteY4" fmla="*/ 52935 h 5138975"/>
                  <a:gd name="connsiteX5" fmla="*/ 198025 w 4561332"/>
                  <a:gd name="connsiteY5" fmla="*/ 1140024 h 5138975"/>
                  <a:gd name="connsiteX6" fmla="*/ 0 w 4561332"/>
                  <a:gd name="connsiteY6" fmla="*/ 1482733 h 5138975"/>
                  <a:gd name="connsiteX7" fmla="*/ 0 w 4561332"/>
                  <a:gd name="connsiteY7" fmla="*/ 3656243 h 5138975"/>
                  <a:gd name="connsiteX8" fmla="*/ 198025 w 4561332"/>
                  <a:gd name="connsiteY8" fmla="*/ 3998952 h 5138975"/>
                  <a:gd name="connsiteX9" fmla="*/ 2083022 w 4561332"/>
                  <a:gd name="connsiteY9" fmla="*/ 5086040 h 5138975"/>
                  <a:gd name="connsiteX10" fmla="*/ 2478310 w 4561332"/>
                  <a:gd name="connsiteY10" fmla="*/ 5086040 h 5138975"/>
                  <a:gd name="connsiteX11" fmla="*/ 4363307 w 4561332"/>
                  <a:gd name="connsiteY11" fmla="*/ 3998952 h 5138975"/>
                  <a:gd name="connsiteX12" fmla="*/ 4561332 w 4561332"/>
                  <a:gd name="connsiteY12" fmla="*/ 3656243 h 5138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561332" h="5138975">
                    <a:moveTo>
                      <a:pt x="4561332" y="3656243"/>
                    </a:moveTo>
                    <a:lnTo>
                      <a:pt x="4561332" y="1482733"/>
                    </a:lnTo>
                    <a:cubicBezTo>
                      <a:pt x="4561332" y="1341287"/>
                      <a:pt x="4485894" y="1210604"/>
                      <a:pt x="4363307" y="1140024"/>
                    </a:cubicBezTo>
                    <a:lnTo>
                      <a:pt x="2478310" y="52935"/>
                    </a:lnTo>
                    <a:cubicBezTo>
                      <a:pt x="2356009" y="-17645"/>
                      <a:pt x="2205323" y="-17645"/>
                      <a:pt x="2083022" y="52935"/>
                    </a:cubicBezTo>
                    <a:lnTo>
                      <a:pt x="198025" y="1140024"/>
                    </a:lnTo>
                    <a:cubicBezTo>
                      <a:pt x="75438" y="1210699"/>
                      <a:pt x="0" y="1341287"/>
                      <a:pt x="0" y="1482733"/>
                    </a:cubicBezTo>
                    <a:lnTo>
                      <a:pt x="0" y="3656243"/>
                    </a:lnTo>
                    <a:cubicBezTo>
                      <a:pt x="0" y="3797689"/>
                      <a:pt x="75438" y="3928372"/>
                      <a:pt x="198025" y="3998952"/>
                    </a:cubicBezTo>
                    <a:lnTo>
                      <a:pt x="2083022" y="5086040"/>
                    </a:lnTo>
                    <a:cubicBezTo>
                      <a:pt x="2205323" y="5156621"/>
                      <a:pt x="2356009" y="5156621"/>
                      <a:pt x="2478310" y="5086040"/>
                    </a:cubicBezTo>
                    <a:lnTo>
                      <a:pt x="4363307" y="3998952"/>
                    </a:lnTo>
                    <a:cubicBezTo>
                      <a:pt x="4485799" y="3928277"/>
                      <a:pt x="4561332" y="3797594"/>
                      <a:pt x="4561332" y="3656243"/>
                    </a:cubicBezTo>
                    <a:close/>
                  </a:path>
                </a:pathLst>
              </a:custGeom>
              <a:solidFill>
                <a:schemeClr val="tx2">
                  <a:lumMod val="95000"/>
                </a:schemeClr>
              </a:solidFill>
              <a:ln w="9525" cap="flat">
                <a:noFill/>
                <a:prstDash val="solid"/>
                <a:miter/>
              </a:ln>
              <a:effectLst/>
            </p:spPr>
            <p:txBody>
              <a:bodyPr rtlCol="0" anchor="ctr"/>
              <a:lstStyle/>
              <a:p>
                <a:endParaRPr lang="en-US" b="1" noProof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endParaRPr>
              </a:p>
            </p:txBody>
          </p:sp>
          <p:sp>
            <p:nvSpPr>
              <p:cNvPr id="23" name="TextBox 7">
                <a:extLst>
                  <a:ext uri="{FF2B5EF4-FFF2-40B4-BE49-F238E27FC236}">
                    <a16:creationId xmlns:a16="http://schemas.microsoft.com/office/drawing/2014/main" id="{FDFED010-7939-FF94-0DF8-5F61504664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88488" y="4332784"/>
                <a:ext cx="1316376" cy="102326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100" b="1" noProof="0" dirty="0">
                    <a:solidFill>
                      <a:schemeClr val="bg2"/>
                    </a:solidFill>
                  </a:rPr>
                  <a:t>Communication</a:t>
                </a:r>
              </a:p>
              <a:p>
                <a:pPr algn="ctr">
                  <a:spcAft>
                    <a:spcPts val="600"/>
                  </a:spcAft>
                </a:pPr>
                <a:r>
                  <a:rPr lang="en-US" sz="900" noProof="0" dirty="0"/>
                  <a:t>Communication interne : </a:t>
                </a:r>
                <a:r>
                  <a:rPr lang="en-US" sz="900" noProof="0" dirty="0" err="1"/>
                  <a:t>protocoles</a:t>
                </a:r>
                <a:r>
                  <a:rPr lang="en-US" sz="900" noProof="0" dirty="0"/>
                  <a:t> de communication </a:t>
                </a:r>
                <a:r>
                  <a:rPr lang="en-US" sz="900" noProof="0" dirty="0" err="1"/>
                  <a:t>sécurisés</a:t>
                </a:r>
                <a:r>
                  <a:rPr lang="en-US" sz="900" noProof="0" dirty="0"/>
                  <a:t> </a:t>
                </a:r>
              </a:p>
              <a:p>
                <a:pPr algn="ctr">
                  <a:spcAft>
                    <a:spcPts val="600"/>
                  </a:spcAft>
                </a:pPr>
                <a:r>
                  <a:rPr lang="en-US" sz="900" noProof="0" dirty="0"/>
                  <a:t>Communication externe : forces de </a:t>
                </a:r>
                <a:r>
                  <a:rPr lang="en-US" sz="900" noProof="0" dirty="0" err="1"/>
                  <a:t>l'ordre</a:t>
                </a:r>
                <a:r>
                  <a:rPr lang="en-US" sz="900" noProof="0" dirty="0"/>
                  <a:t>, </a:t>
                </a:r>
                <a:r>
                  <a:rPr lang="en-US" sz="900" noProof="0" dirty="0" err="1"/>
                  <a:t>autres</a:t>
                </a:r>
                <a:r>
                  <a:rPr lang="en-US" sz="900" noProof="0" dirty="0"/>
                  <a:t> </a:t>
                </a:r>
                <a:r>
                  <a:rPr lang="en-US" sz="900" noProof="0" dirty="0" err="1"/>
                  <a:t>entités</a:t>
                </a:r>
                <a:r>
                  <a:rPr lang="en-US" sz="900" noProof="0" dirty="0"/>
                  <a:t> critiques, </a:t>
                </a:r>
                <a:r>
                  <a:rPr lang="en-US" sz="900" noProof="0" dirty="0" err="1"/>
                  <a:t>autorités</a:t>
                </a:r>
                <a:r>
                  <a:rPr lang="en-US" sz="900" noProof="0" dirty="0"/>
                  <a:t>…</a:t>
                </a:r>
              </a:p>
            </p:txBody>
          </p:sp>
        </p:grpSp>
        <p:sp>
          <p:nvSpPr>
            <p:cNvPr id="5" name="Graphic 5">
              <a:extLst>
                <a:ext uri="{FF2B5EF4-FFF2-40B4-BE49-F238E27FC236}">
                  <a16:creationId xmlns:a16="http://schemas.microsoft.com/office/drawing/2014/main" id="{9D4310D2-EC92-893E-F753-D9D698FF3C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81692" y="2651148"/>
              <a:ext cx="1749811" cy="1938842"/>
            </a:xfrm>
            <a:custGeom>
              <a:avLst/>
              <a:gdLst>
                <a:gd name="connsiteX0" fmla="*/ 4561332 w 4561332"/>
                <a:gd name="connsiteY0" fmla="*/ 3656243 h 5138975"/>
                <a:gd name="connsiteX1" fmla="*/ 4561332 w 4561332"/>
                <a:gd name="connsiteY1" fmla="*/ 1482733 h 5138975"/>
                <a:gd name="connsiteX2" fmla="*/ 4363307 w 4561332"/>
                <a:gd name="connsiteY2" fmla="*/ 1140024 h 5138975"/>
                <a:gd name="connsiteX3" fmla="*/ 2478310 w 4561332"/>
                <a:gd name="connsiteY3" fmla="*/ 52935 h 5138975"/>
                <a:gd name="connsiteX4" fmla="*/ 2083022 w 4561332"/>
                <a:gd name="connsiteY4" fmla="*/ 52935 h 5138975"/>
                <a:gd name="connsiteX5" fmla="*/ 198025 w 4561332"/>
                <a:gd name="connsiteY5" fmla="*/ 1140024 h 5138975"/>
                <a:gd name="connsiteX6" fmla="*/ 0 w 4561332"/>
                <a:gd name="connsiteY6" fmla="*/ 1482733 h 5138975"/>
                <a:gd name="connsiteX7" fmla="*/ 0 w 4561332"/>
                <a:gd name="connsiteY7" fmla="*/ 3656243 h 5138975"/>
                <a:gd name="connsiteX8" fmla="*/ 198025 w 4561332"/>
                <a:gd name="connsiteY8" fmla="*/ 3998952 h 5138975"/>
                <a:gd name="connsiteX9" fmla="*/ 2083022 w 4561332"/>
                <a:gd name="connsiteY9" fmla="*/ 5086040 h 5138975"/>
                <a:gd name="connsiteX10" fmla="*/ 2478310 w 4561332"/>
                <a:gd name="connsiteY10" fmla="*/ 5086040 h 5138975"/>
                <a:gd name="connsiteX11" fmla="*/ 4363307 w 4561332"/>
                <a:gd name="connsiteY11" fmla="*/ 3998952 h 5138975"/>
                <a:gd name="connsiteX12" fmla="*/ 4561332 w 4561332"/>
                <a:gd name="connsiteY12" fmla="*/ 3656243 h 5138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61332" h="5138975">
                  <a:moveTo>
                    <a:pt x="4561332" y="3656243"/>
                  </a:moveTo>
                  <a:lnTo>
                    <a:pt x="4561332" y="1482733"/>
                  </a:lnTo>
                  <a:cubicBezTo>
                    <a:pt x="4561332" y="1341287"/>
                    <a:pt x="4485894" y="1210604"/>
                    <a:pt x="4363307" y="1140024"/>
                  </a:cubicBezTo>
                  <a:lnTo>
                    <a:pt x="2478310" y="52935"/>
                  </a:lnTo>
                  <a:cubicBezTo>
                    <a:pt x="2356009" y="-17645"/>
                    <a:pt x="2205323" y="-17645"/>
                    <a:pt x="2083022" y="52935"/>
                  </a:cubicBezTo>
                  <a:lnTo>
                    <a:pt x="198025" y="1140024"/>
                  </a:lnTo>
                  <a:cubicBezTo>
                    <a:pt x="75438" y="1210699"/>
                    <a:pt x="0" y="1341287"/>
                    <a:pt x="0" y="1482733"/>
                  </a:cubicBezTo>
                  <a:lnTo>
                    <a:pt x="0" y="3656243"/>
                  </a:lnTo>
                  <a:cubicBezTo>
                    <a:pt x="0" y="3797689"/>
                    <a:pt x="75438" y="3928372"/>
                    <a:pt x="198025" y="3998952"/>
                  </a:cubicBezTo>
                  <a:lnTo>
                    <a:pt x="2083022" y="5086040"/>
                  </a:lnTo>
                  <a:cubicBezTo>
                    <a:pt x="2205323" y="5156621"/>
                    <a:pt x="2356009" y="5156621"/>
                    <a:pt x="2478310" y="5086040"/>
                  </a:cubicBezTo>
                  <a:lnTo>
                    <a:pt x="4363307" y="3998952"/>
                  </a:lnTo>
                  <a:cubicBezTo>
                    <a:pt x="4485799" y="3928277"/>
                    <a:pt x="4561332" y="3797594"/>
                    <a:pt x="4561332" y="3656243"/>
                  </a:cubicBezTo>
                  <a:close/>
                </a:path>
              </a:pathLst>
            </a:custGeom>
            <a:solidFill>
              <a:schemeClr val="tx2">
                <a:lumMod val="95000"/>
              </a:schemeClr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 b="1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sp>
          <p:nvSpPr>
            <p:cNvPr id="6" name="Graphic 5">
              <a:extLst>
                <a:ext uri="{FF2B5EF4-FFF2-40B4-BE49-F238E27FC236}">
                  <a16:creationId xmlns:a16="http://schemas.microsoft.com/office/drawing/2014/main" id="{A0DB2321-44E5-A327-FFF8-833BCCD2E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917930" y="2675903"/>
              <a:ext cx="1749811" cy="1938842"/>
            </a:xfrm>
            <a:custGeom>
              <a:avLst/>
              <a:gdLst>
                <a:gd name="connsiteX0" fmla="*/ 4561332 w 4561332"/>
                <a:gd name="connsiteY0" fmla="*/ 3656243 h 5138975"/>
                <a:gd name="connsiteX1" fmla="*/ 4561332 w 4561332"/>
                <a:gd name="connsiteY1" fmla="*/ 1482733 h 5138975"/>
                <a:gd name="connsiteX2" fmla="*/ 4363307 w 4561332"/>
                <a:gd name="connsiteY2" fmla="*/ 1140024 h 5138975"/>
                <a:gd name="connsiteX3" fmla="*/ 2478310 w 4561332"/>
                <a:gd name="connsiteY3" fmla="*/ 52935 h 5138975"/>
                <a:gd name="connsiteX4" fmla="*/ 2083022 w 4561332"/>
                <a:gd name="connsiteY4" fmla="*/ 52935 h 5138975"/>
                <a:gd name="connsiteX5" fmla="*/ 198025 w 4561332"/>
                <a:gd name="connsiteY5" fmla="*/ 1140024 h 5138975"/>
                <a:gd name="connsiteX6" fmla="*/ 0 w 4561332"/>
                <a:gd name="connsiteY6" fmla="*/ 1482733 h 5138975"/>
                <a:gd name="connsiteX7" fmla="*/ 0 w 4561332"/>
                <a:gd name="connsiteY7" fmla="*/ 3656243 h 5138975"/>
                <a:gd name="connsiteX8" fmla="*/ 198025 w 4561332"/>
                <a:gd name="connsiteY8" fmla="*/ 3998952 h 5138975"/>
                <a:gd name="connsiteX9" fmla="*/ 2083022 w 4561332"/>
                <a:gd name="connsiteY9" fmla="*/ 5086040 h 5138975"/>
                <a:gd name="connsiteX10" fmla="*/ 2478310 w 4561332"/>
                <a:gd name="connsiteY10" fmla="*/ 5086040 h 5138975"/>
                <a:gd name="connsiteX11" fmla="*/ 4363307 w 4561332"/>
                <a:gd name="connsiteY11" fmla="*/ 3998952 h 5138975"/>
                <a:gd name="connsiteX12" fmla="*/ 4561332 w 4561332"/>
                <a:gd name="connsiteY12" fmla="*/ 3656243 h 5138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61332" h="5138975">
                  <a:moveTo>
                    <a:pt x="4561332" y="3656243"/>
                  </a:moveTo>
                  <a:lnTo>
                    <a:pt x="4561332" y="1482733"/>
                  </a:lnTo>
                  <a:cubicBezTo>
                    <a:pt x="4561332" y="1341287"/>
                    <a:pt x="4485894" y="1210604"/>
                    <a:pt x="4363307" y="1140024"/>
                  </a:cubicBezTo>
                  <a:lnTo>
                    <a:pt x="2478310" y="52935"/>
                  </a:lnTo>
                  <a:cubicBezTo>
                    <a:pt x="2356009" y="-17645"/>
                    <a:pt x="2205323" y="-17645"/>
                    <a:pt x="2083022" y="52935"/>
                  </a:cubicBezTo>
                  <a:lnTo>
                    <a:pt x="198025" y="1140024"/>
                  </a:lnTo>
                  <a:cubicBezTo>
                    <a:pt x="75438" y="1210699"/>
                    <a:pt x="0" y="1341287"/>
                    <a:pt x="0" y="1482733"/>
                  </a:cubicBezTo>
                  <a:lnTo>
                    <a:pt x="0" y="3656243"/>
                  </a:lnTo>
                  <a:cubicBezTo>
                    <a:pt x="0" y="3797689"/>
                    <a:pt x="75438" y="3928372"/>
                    <a:pt x="198025" y="3998952"/>
                  </a:cubicBezTo>
                  <a:lnTo>
                    <a:pt x="2083022" y="5086040"/>
                  </a:lnTo>
                  <a:cubicBezTo>
                    <a:pt x="2205323" y="5156621"/>
                    <a:pt x="2356009" y="5156621"/>
                    <a:pt x="2478310" y="5086040"/>
                  </a:cubicBezTo>
                  <a:lnTo>
                    <a:pt x="4363307" y="3998952"/>
                  </a:lnTo>
                  <a:cubicBezTo>
                    <a:pt x="4485799" y="3928277"/>
                    <a:pt x="4561332" y="3797594"/>
                    <a:pt x="4561332" y="3656243"/>
                  </a:cubicBezTo>
                  <a:close/>
                </a:path>
              </a:pathLst>
            </a:custGeom>
            <a:solidFill>
              <a:schemeClr val="tx2">
                <a:lumMod val="95000"/>
              </a:schemeClr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 b="1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sp>
          <p:nvSpPr>
            <p:cNvPr id="36" name="TextBox 5">
              <a:extLst>
                <a:ext uri="{FF2B5EF4-FFF2-40B4-BE49-F238E27FC236}">
                  <a16:creationId xmlns:a16="http://schemas.microsoft.com/office/drawing/2014/main" id="{5797E039-5632-07E2-B499-4C0B5AAA4FA6}"/>
                </a:ext>
              </a:extLst>
            </p:cNvPr>
            <p:cNvSpPr txBox="1">
              <a:spLocks/>
            </p:cNvSpPr>
            <p:nvPr/>
          </p:nvSpPr>
          <p:spPr>
            <a:xfrm>
              <a:off x="701924" y="3104576"/>
              <a:ext cx="1309345" cy="80021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100" b="1" noProof="0" dirty="0" err="1">
                  <a:solidFill>
                    <a:schemeClr val="bg2"/>
                  </a:solidFill>
                </a:rPr>
                <a:t>Contrôle</a:t>
              </a:r>
              <a:r>
                <a:rPr lang="en-US" sz="1100" b="1" noProof="0" dirty="0">
                  <a:solidFill>
                    <a:schemeClr val="bg2"/>
                  </a:solidFill>
                </a:rPr>
                <a:t> des </a:t>
              </a:r>
              <a:r>
                <a:rPr lang="en-US" sz="1100" b="1" noProof="0" dirty="0" err="1">
                  <a:solidFill>
                    <a:schemeClr val="bg2"/>
                  </a:solidFill>
                </a:rPr>
                <a:t>accès</a:t>
              </a:r>
              <a:endParaRPr lang="en-US" sz="1100" b="1" noProof="0" dirty="0">
                <a:solidFill>
                  <a:schemeClr val="bg2"/>
                </a:solidFill>
              </a:endParaRPr>
            </a:p>
            <a:p>
              <a:pPr algn="ctr">
                <a:spcAft>
                  <a:spcPts val="600"/>
                </a:spcAft>
              </a:pPr>
              <a:r>
                <a:rPr lang="en-US" sz="900" noProof="0" dirty="0" err="1"/>
                <a:t>Systèmes</a:t>
              </a:r>
              <a:r>
                <a:rPr lang="en-US" sz="900" noProof="0" dirty="0"/>
                <a:t> de badge, </a:t>
              </a:r>
              <a:r>
                <a:rPr lang="en-US" sz="900" noProof="0" dirty="0" err="1"/>
                <a:t>sas</a:t>
              </a:r>
              <a:r>
                <a:rPr lang="en-US" sz="900" noProof="0" dirty="0"/>
                <a:t> </a:t>
              </a:r>
              <a:r>
                <a:rPr lang="en-US" sz="900" noProof="0" dirty="0" err="1"/>
                <a:t>unipersonnel</a:t>
              </a:r>
              <a:r>
                <a:rPr lang="en-US" sz="900" noProof="0" dirty="0"/>
                <a:t>, processus et </a:t>
              </a:r>
              <a:r>
                <a:rPr lang="en-US" sz="900" noProof="0" dirty="0" err="1"/>
                <a:t>systèmes</a:t>
              </a:r>
              <a:r>
                <a:rPr lang="en-US" sz="900" noProof="0" dirty="0"/>
                <a:t> de </a:t>
              </a:r>
              <a:r>
                <a:rPr lang="en-US" sz="900" noProof="0" dirty="0" err="1"/>
                <a:t>traçabilité</a:t>
              </a:r>
              <a:r>
                <a:rPr lang="en-US" sz="900" noProof="0" dirty="0"/>
                <a:t>, </a:t>
              </a:r>
              <a:r>
                <a:rPr lang="en-US" sz="900" noProof="0" dirty="0" err="1"/>
                <a:t>empreintes</a:t>
              </a:r>
              <a:r>
                <a:rPr lang="en-US" sz="900" noProof="0" dirty="0"/>
                <a:t> </a:t>
              </a:r>
              <a:r>
                <a:rPr lang="en-US" sz="900" noProof="0" dirty="0" err="1"/>
                <a:t>biométriques</a:t>
              </a:r>
              <a:endParaRPr lang="en-US" sz="900" noProof="0" dirty="0"/>
            </a:p>
          </p:txBody>
        </p:sp>
        <p:sp>
          <p:nvSpPr>
            <p:cNvPr id="38" name="TextBox 8">
              <a:extLst>
                <a:ext uri="{FF2B5EF4-FFF2-40B4-BE49-F238E27FC236}">
                  <a16:creationId xmlns:a16="http://schemas.microsoft.com/office/drawing/2014/main" id="{26368A88-5A16-9A06-07E4-127DA8B94FC9}"/>
                </a:ext>
              </a:extLst>
            </p:cNvPr>
            <p:cNvSpPr txBox="1">
              <a:spLocks/>
            </p:cNvSpPr>
            <p:nvPr/>
          </p:nvSpPr>
          <p:spPr>
            <a:xfrm>
              <a:off x="10138165" y="3155150"/>
              <a:ext cx="1309345" cy="8309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100" b="1" noProof="0" dirty="0" err="1">
                  <a:solidFill>
                    <a:schemeClr val="bg2"/>
                  </a:solidFill>
                </a:rPr>
                <a:t>Délimitations</a:t>
              </a:r>
              <a:r>
                <a:rPr lang="en-US" sz="1100" b="1" noProof="0" dirty="0">
                  <a:solidFill>
                    <a:schemeClr val="bg2"/>
                  </a:solidFill>
                </a:rPr>
                <a:t> physiques</a:t>
              </a:r>
            </a:p>
            <a:p>
              <a:pPr algn="ctr">
                <a:spcAft>
                  <a:spcPts val="600"/>
                </a:spcAft>
              </a:pPr>
              <a:r>
                <a:rPr lang="en-US" sz="900" noProof="0" dirty="0"/>
                <a:t>Murs, </a:t>
              </a:r>
              <a:r>
                <a:rPr lang="en-US" sz="900" noProof="0" dirty="0" err="1"/>
                <a:t>clôtures</a:t>
              </a:r>
              <a:r>
                <a:rPr lang="en-US" sz="900" noProof="0" dirty="0"/>
                <a:t>, </a:t>
              </a:r>
              <a:r>
                <a:rPr lang="en-US" sz="900" noProof="0" dirty="0" err="1"/>
                <a:t>barrières</a:t>
              </a:r>
              <a:r>
                <a:rPr lang="en-US" sz="900" noProof="0" dirty="0"/>
                <a:t>… </a:t>
              </a:r>
              <a:r>
                <a:rPr lang="en-US" sz="900" noProof="0" dirty="0" err="1"/>
                <a:t>Renforcement</a:t>
              </a:r>
              <a:r>
                <a:rPr lang="en-US" sz="900" noProof="0" dirty="0"/>
                <a:t> des </a:t>
              </a:r>
              <a:r>
                <a:rPr lang="en-US" sz="900" noProof="0" dirty="0" err="1"/>
                <a:t>accès</a:t>
              </a:r>
              <a:r>
                <a:rPr lang="en-US" sz="900" noProof="0" dirty="0"/>
                <a:t> (</a:t>
              </a:r>
              <a:r>
                <a:rPr lang="en-US" sz="900" noProof="0" dirty="0" err="1"/>
                <a:t>portes</a:t>
              </a:r>
              <a:r>
                <a:rPr lang="en-US" sz="900" noProof="0" dirty="0"/>
                <a:t>, </a:t>
              </a:r>
              <a:r>
                <a:rPr lang="en-US" sz="900" noProof="0" dirty="0" err="1"/>
                <a:t>fenêtres</a:t>
              </a:r>
              <a:r>
                <a:rPr lang="en-US" sz="900" noProof="0" dirty="0"/>
                <a:t>…)</a:t>
              </a:r>
            </a:p>
          </p:txBody>
        </p:sp>
        <p:sp>
          <p:nvSpPr>
            <p:cNvPr id="39" name="Graphic 5">
              <a:extLst>
                <a:ext uri="{FF2B5EF4-FFF2-40B4-BE49-F238E27FC236}">
                  <a16:creationId xmlns:a16="http://schemas.microsoft.com/office/drawing/2014/main" id="{2F8B3E38-5DD4-ABB9-5DBC-EFEF30E446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209399" y="4247571"/>
              <a:ext cx="1749811" cy="1938842"/>
            </a:xfrm>
            <a:custGeom>
              <a:avLst/>
              <a:gdLst>
                <a:gd name="connsiteX0" fmla="*/ 4561332 w 4561332"/>
                <a:gd name="connsiteY0" fmla="*/ 3656243 h 5138975"/>
                <a:gd name="connsiteX1" fmla="*/ 4561332 w 4561332"/>
                <a:gd name="connsiteY1" fmla="*/ 1482733 h 5138975"/>
                <a:gd name="connsiteX2" fmla="*/ 4363307 w 4561332"/>
                <a:gd name="connsiteY2" fmla="*/ 1140024 h 5138975"/>
                <a:gd name="connsiteX3" fmla="*/ 2478310 w 4561332"/>
                <a:gd name="connsiteY3" fmla="*/ 52935 h 5138975"/>
                <a:gd name="connsiteX4" fmla="*/ 2083022 w 4561332"/>
                <a:gd name="connsiteY4" fmla="*/ 52935 h 5138975"/>
                <a:gd name="connsiteX5" fmla="*/ 198025 w 4561332"/>
                <a:gd name="connsiteY5" fmla="*/ 1140024 h 5138975"/>
                <a:gd name="connsiteX6" fmla="*/ 0 w 4561332"/>
                <a:gd name="connsiteY6" fmla="*/ 1482733 h 5138975"/>
                <a:gd name="connsiteX7" fmla="*/ 0 w 4561332"/>
                <a:gd name="connsiteY7" fmla="*/ 3656243 h 5138975"/>
                <a:gd name="connsiteX8" fmla="*/ 198025 w 4561332"/>
                <a:gd name="connsiteY8" fmla="*/ 3998952 h 5138975"/>
                <a:gd name="connsiteX9" fmla="*/ 2083022 w 4561332"/>
                <a:gd name="connsiteY9" fmla="*/ 5086040 h 5138975"/>
                <a:gd name="connsiteX10" fmla="*/ 2478310 w 4561332"/>
                <a:gd name="connsiteY10" fmla="*/ 5086040 h 5138975"/>
                <a:gd name="connsiteX11" fmla="*/ 4363307 w 4561332"/>
                <a:gd name="connsiteY11" fmla="*/ 3998952 h 5138975"/>
                <a:gd name="connsiteX12" fmla="*/ 4561332 w 4561332"/>
                <a:gd name="connsiteY12" fmla="*/ 3656243 h 5138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61332" h="5138975">
                  <a:moveTo>
                    <a:pt x="4561332" y="3656243"/>
                  </a:moveTo>
                  <a:lnTo>
                    <a:pt x="4561332" y="1482733"/>
                  </a:lnTo>
                  <a:cubicBezTo>
                    <a:pt x="4561332" y="1341287"/>
                    <a:pt x="4485894" y="1210604"/>
                    <a:pt x="4363307" y="1140024"/>
                  </a:cubicBezTo>
                  <a:lnTo>
                    <a:pt x="2478310" y="52935"/>
                  </a:lnTo>
                  <a:cubicBezTo>
                    <a:pt x="2356009" y="-17645"/>
                    <a:pt x="2205323" y="-17645"/>
                    <a:pt x="2083022" y="52935"/>
                  </a:cubicBezTo>
                  <a:lnTo>
                    <a:pt x="198025" y="1140024"/>
                  </a:lnTo>
                  <a:cubicBezTo>
                    <a:pt x="75438" y="1210699"/>
                    <a:pt x="0" y="1341287"/>
                    <a:pt x="0" y="1482733"/>
                  </a:cubicBezTo>
                  <a:lnTo>
                    <a:pt x="0" y="3656243"/>
                  </a:lnTo>
                  <a:cubicBezTo>
                    <a:pt x="0" y="3797689"/>
                    <a:pt x="75438" y="3928372"/>
                    <a:pt x="198025" y="3998952"/>
                  </a:cubicBezTo>
                  <a:lnTo>
                    <a:pt x="2083022" y="5086040"/>
                  </a:lnTo>
                  <a:cubicBezTo>
                    <a:pt x="2205323" y="5156621"/>
                    <a:pt x="2356009" y="5156621"/>
                    <a:pt x="2478310" y="5086040"/>
                  </a:cubicBezTo>
                  <a:lnTo>
                    <a:pt x="4363307" y="3998952"/>
                  </a:lnTo>
                  <a:cubicBezTo>
                    <a:pt x="4485799" y="3928277"/>
                    <a:pt x="4561332" y="3797594"/>
                    <a:pt x="4561332" y="3656243"/>
                  </a:cubicBezTo>
                  <a:close/>
                </a:path>
              </a:pathLst>
            </a:custGeom>
            <a:solidFill>
              <a:schemeClr val="tx2">
                <a:lumMod val="95000"/>
              </a:schemeClr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 b="1" noProof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sp>
          <p:nvSpPr>
            <p:cNvPr id="41" name="TextBox 8">
              <a:extLst>
                <a:ext uri="{FF2B5EF4-FFF2-40B4-BE49-F238E27FC236}">
                  <a16:creationId xmlns:a16="http://schemas.microsoft.com/office/drawing/2014/main" id="{CED1591A-D652-8492-F57B-1A4453C0F1C8}"/>
                </a:ext>
              </a:extLst>
            </p:cNvPr>
            <p:cNvSpPr txBox="1">
              <a:spLocks/>
            </p:cNvSpPr>
            <p:nvPr/>
          </p:nvSpPr>
          <p:spPr>
            <a:xfrm>
              <a:off x="5419923" y="4531311"/>
              <a:ext cx="1309345" cy="138499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1100" b="1" noProof="0" dirty="0" err="1">
                  <a:solidFill>
                    <a:schemeClr val="bg2"/>
                  </a:solidFill>
                </a:rPr>
                <a:t>Patrouilles</a:t>
              </a:r>
              <a:r>
                <a:rPr lang="en-US" sz="1100" b="1" noProof="0" dirty="0">
                  <a:solidFill>
                    <a:schemeClr val="bg2"/>
                  </a:solidFill>
                </a:rPr>
                <a:t> de </a:t>
              </a:r>
              <a:r>
                <a:rPr lang="en-US" sz="1100" b="1" noProof="0" dirty="0" err="1">
                  <a:solidFill>
                    <a:schemeClr val="bg2"/>
                  </a:solidFill>
                </a:rPr>
                <a:t>sécurité</a:t>
              </a:r>
              <a:endParaRPr lang="en-US" sz="1100" b="1" noProof="0" dirty="0">
                <a:solidFill>
                  <a:schemeClr val="bg2"/>
                </a:solidFill>
              </a:endParaRPr>
            </a:p>
            <a:p>
              <a:pPr algn="ctr">
                <a:spcAft>
                  <a:spcPts val="600"/>
                </a:spcAft>
              </a:pPr>
              <a:r>
                <a:rPr lang="en-US" sz="900" noProof="0" dirty="0" err="1"/>
                <a:t>Déploiement</a:t>
              </a:r>
              <a:r>
                <a:rPr lang="en-US" sz="900" noProof="0" dirty="0"/>
                <a:t> de personnel de </a:t>
              </a:r>
              <a:r>
                <a:rPr lang="en-US" sz="900" noProof="0" dirty="0" err="1"/>
                <a:t>sécurité</a:t>
              </a:r>
              <a:r>
                <a:rPr lang="en-US" sz="900" noProof="0" dirty="0"/>
                <a:t> pour </a:t>
              </a:r>
              <a:r>
                <a:rPr lang="en-US" sz="900" noProof="0" dirty="0" err="1"/>
                <a:t>effectuer</a:t>
              </a:r>
              <a:r>
                <a:rPr lang="en-US" sz="900" noProof="0" dirty="0"/>
                <a:t> des </a:t>
              </a:r>
              <a:r>
                <a:rPr lang="en-US" sz="900" noProof="0" dirty="0" err="1"/>
                <a:t>patrouilles</a:t>
              </a:r>
              <a:r>
                <a:rPr lang="en-US" sz="900" noProof="0" dirty="0"/>
                <a:t> et </a:t>
              </a:r>
              <a:r>
                <a:rPr lang="en-US" sz="900" noProof="0" dirty="0" err="1"/>
                <a:t>répondre</a:t>
              </a:r>
              <a:r>
                <a:rPr lang="en-US" sz="900" noProof="0" dirty="0"/>
                <a:t> aux incidents Technologies de surveillance, </a:t>
              </a:r>
              <a:r>
                <a:rPr lang="en-US" sz="900" noProof="0" dirty="0" err="1"/>
                <a:t>chiens</a:t>
              </a:r>
              <a:r>
                <a:rPr lang="en-US" sz="900" noProof="0" dirty="0"/>
                <a:t>…</a:t>
              </a:r>
            </a:p>
          </p:txBody>
        </p:sp>
      </p:grpSp>
      <p:sp>
        <p:nvSpPr>
          <p:cNvPr id="44" name="Graphic 2">
            <a:extLst>
              <a:ext uri="{FF2B5EF4-FFF2-40B4-BE49-F238E27FC236}">
                <a16:creationId xmlns:a16="http://schemas.microsoft.com/office/drawing/2014/main" id="{9E5D289A-70E6-DA37-3489-A766D19C6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22577" y="3622538"/>
            <a:ext cx="1749811" cy="1938842"/>
          </a:xfrm>
          <a:custGeom>
            <a:avLst/>
            <a:gdLst>
              <a:gd name="connsiteX0" fmla="*/ 4561332 w 4561332"/>
              <a:gd name="connsiteY0" fmla="*/ 3656243 h 5138975"/>
              <a:gd name="connsiteX1" fmla="*/ 4561332 w 4561332"/>
              <a:gd name="connsiteY1" fmla="*/ 1482733 h 5138975"/>
              <a:gd name="connsiteX2" fmla="*/ 4363307 w 4561332"/>
              <a:gd name="connsiteY2" fmla="*/ 1140024 h 5138975"/>
              <a:gd name="connsiteX3" fmla="*/ 2478310 w 4561332"/>
              <a:gd name="connsiteY3" fmla="*/ 52935 h 5138975"/>
              <a:gd name="connsiteX4" fmla="*/ 2083022 w 4561332"/>
              <a:gd name="connsiteY4" fmla="*/ 52935 h 5138975"/>
              <a:gd name="connsiteX5" fmla="*/ 198025 w 4561332"/>
              <a:gd name="connsiteY5" fmla="*/ 1140024 h 5138975"/>
              <a:gd name="connsiteX6" fmla="*/ 0 w 4561332"/>
              <a:gd name="connsiteY6" fmla="*/ 1482733 h 5138975"/>
              <a:gd name="connsiteX7" fmla="*/ 0 w 4561332"/>
              <a:gd name="connsiteY7" fmla="*/ 3656243 h 5138975"/>
              <a:gd name="connsiteX8" fmla="*/ 198025 w 4561332"/>
              <a:gd name="connsiteY8" fmla="*/ 3998952 h 5138975"/>
              <a:gd name="connsiteX9" fmla="*/ 2083022 w 4561332"/>
              <a:gd name="connsiteY9" fmla="*/ 5086040 h 5138975"/>
              <a:gd name="connsiteX10" fmla="*/ 2478310 w 4561332"/>
              <a:gd name="connsiteY10" fmla="*/ 5086040 h 5138975"/>
              <a:gd name="connsiteX11" fmla="*/ 4363307 w 4561332"/>
              <a:gd name="connsiteY11" fmla="*/ 3998952 h 5138975"/>
              <a:gd name="connsiteX12" fmla="*/ 4561332 w 4561332"/>
              <a:gd name="connsiteY12" fmla="*/ 3656243 h 513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561332" h="5138975">
                <a:moveTo>
                  <a:pt x="4561332" y="3656243"/>
                </a:moveTo>
                <a:lnTo>
                  <a:pt x="4561332" y="1482733"/>
                </a:lnTo>
                <a:cubicBezTo>
                  <a:pt x="4561332" y="1341287"/>
                  <a:pt x="4485894" y="1210604"/>
                  <a:pt x="4363307" y="1140024"/>
                </a:cubicBezTo>
                <a:lnTo>
                  <a:pt x="2478310" y="52935"/>
                </a:lnTo>
                <a:cubicBezTo>
                  <a:pt x="2356009" y="-17645"/>
                  <a:pt x="2205323" y="-17645"/>
                  <a:pt x="2083022" y="52935"/>
                </a:cubicBezTo>
                <a:lnTo>
                  <a:pt x="198025" y="1140024"/>
                </a:lnTo>
                <a:cubicBezTo>
                  <a:pt x="75438" y="1210699"/>
                  <a:pt x="0" y="1341287"/>
                  <a:pt x="0" y="1482733"/>
                </a:cubicBezTo>
                <a:lnTo>
                  <a:pt x="0" y="3656243"/>
                </a:lnTo>
                <a:cubicBezTo>
                  <a:pt x="0" y="3797689"/>
                  <a:pt x="75438" y="3928372"/>
                  <a:pt x="198025" y="3998952"/>
                </a:cubicBezTo>
                <a:lnTo>
                  <a:pt x="2083022" y="5086040"/>
                </a:lnTo>
                <a:cubicBezTo>
                  <a:pt x="2205323" y="5156621"/>
                  <a:pt x="2356009" y="5156621"/>
                  <a:pt x="2478310" y="5086040"/>
                </a:cubicBezTo>
                <a:lnTo>
                  <a:pt x="4363307" y="3998952"/>
                </a:lnTo>
                <a:cubicBezTo>
                  <a:pt x="4485799" y="3928277"/>
                  <a:pt x="4561332" y="3797594"/>
                  <a:pt x="4561332" y="3656243"/>
                </a:cubicBezTo>
                <a:close/>
              </a:path>
            </a:pathLst>
          </a:custGeom>
          <a:solidFill>
            <a:schemeClr val="tx2">
              <a:lumMod val="95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b="1" noProof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7" name="Graphic 2">
            <a:extLst>
              <a:ext uri="{FF2B5EF4-FFF2-40B4-BE49-F238E27FC236}">
                <a16:creationId xmlns:a16="http://schemas.microsoft.com/office/drawing/2014/main" id="{D7AEE853-5316-0480-0F91-29A352A09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1870" y="3656788"/>
            <a:ext cx="1749811" cy="1938842"/>
          </a:xfrm>
          <a:custGeom>
            <a:avLst/>
            <a:gdLst>
              <a:gd name="connsiteX0" fmla="*/ 4561332 w 4561332"/>
              <a:gd name="connsiteY0" fmla="*/ 3656243 h 5138975"/>
              <a:gd name="connsiteX1" fmla="*/ 4561332 w 4561332"/>
              <a:gd name="connsiteY1" fmla="*/ 1482733 h 5138975"/>
              <a:gd name="connsiteX2" fmla="*/ 4363307 w 4561332"/>
              <a:gd name="connsiteY2" fmla="*/ 1140024 h 5138975"/>
              <a:gd name="connsiteX3" fmla="*/ 2478310 w 4561332"/>
              <a:gd name="connsiteY3" fmla="*/ 52935 h 5138975"/>
              <a:gd name="connsiteX4" fmla="*/ 2083022 w 4561332"/>
              <a:gd name="connsiteY4" fmla="*/ 52935 h 5138975"/>
              <a:gd name="connsiteX5" fmla="*/ 198025 w 4561332"/>
              <a:gd name="connsiteY5" fmla="*/ 1140024 h 5138975"/>
              <a:gd name="connsiteX6" fmla="*/ 0 w 4561332"/>
              <a:gd name="connsiteY6" fmla="*/ 1482733 h 5138975"/>
              <a:gd name="connsiteX7" fmla="*/ 0 w 4561332"/>
              <a:gd name="connsiteY7" fmla="*/ 3656243 h 5138975"/>
              <a:gd name="connsiteX8" fmla="*/ 198025 w 4561332"/>
              <a:gd name="connsiteY8" fmla="*/ 3998952 h 5138975"/>
              <a:gd name="connsiteX9" fmla="*/ 2083022 w 4561332"/>
              <a:gd name="connsiteY9" fmla="*/ 5086040 h 5138975"/>
              <a:gd name="connsiteX10" fmla="*/ 2478310 w 4561332"/>
              <a:gd name="connsiteY10" fmla="*/ 5086040 h 5138975"/>
              <a:gd name="connsiteX11" fmla="*/ 4363307 w 4561332"/>
              <a:gd name="connsiteY11" fmla="*/ 3998952 h 5138975"/>
              <a:gd name="connsiteX12" fmla="*/ 4561332 w 4561332"/>
              <a:gd name="connsiteY12" fmla="*/ 3656243 h 513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561332" h="5138975">
                <a:moveTo>
                  <a:pt x="4561332" y="3656243"/>
                </a:moveTo>
                <a:lnTo>
                  <a:pt x="4561332" y="1482733"/>
                </a:lnTo>
                <a:cubicBezTo>
                  <a:pt x="4561332" y="1341287"/>
                  <a:pt x="4485894" y="1210604"/>
                  <a:pt x="4363307" y="1140024"/>
                </a:cubicBezTo>
                <a:lnTo>
                  <a:pt x="2478310" y="52935"/>
                </a:lnTo>
                <a:cubicBezTo>
                  <a:pt x="2356009" y="-17645"/>
                  <a:pt x="2205323" y="-17645"/>
                  <a:pt x="2083022" y="52935"/>
                </a:cubicBezTo>
                <a:lnTo>
                  <a:pt x="198025" y="1140024"/>
                </a:lnTo>
                <a:cubicBezTo>
                  <a:pt x="75438" y="1210699"/>
                  <a:pt x="0" y="1341287"/>
                  <a:pt x="0" y="1482733"/>
                </a:cubicBezTo>
                <a:lnTo>
                  <a:pt x="0" y="3656243"/>
                </a:lnTo>
                <a:cubicBezTo>
                  <a:pt x="0" y="3797689"/>
                  <a:pt x="75438" y="3928372"/>
                  <a:pt x="198025" y="3998952"/>
                </a:cubicBezTo>
                <a:lnTo>
                  <a:pt x="2083022" y="5086040"/>
                </a:lnTo>
                <a:cubicBezTo>
                  <a:pt x="2205323" y="5156621"/>
                  <a:pt x="2356009" y="5156621"/>
                  <a:pt x="2478310" y="5086040"/>
                </a:cubicBezTo>
                <a:lnTo>
                  <a:pt x="4363307" y="3998952"/>
                </a:lnTo>
                <a:cubicBezTo>
                  <a:pt x="4485799" y="3928277"/>
                  <a:pt x="4561332" y="3797594"/>
                  <a:pt x="4561332" y="3656243"/>
                </a:cubicBezTo>
                <a:close/>
              </a:path>
            </a:pathLst>
          </a:custGeom>
          <a:solidFill>
            <a:schemeClr val="tx2">
              <a:lumMod val="95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b="1" noProof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2733848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9AC040A-821D-5633-EE15-32C9CADD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/>
              <a:t>Directive </a:t>
            </a:r>
            <a:r>
              <a:rPr lang="en-US" noProof="0" dirty="0" err="1"/>
              <a:t>Résilience</a:t>
            </a:r>
            <a:r>
              <a:rPr lang="en-US" noProof="0" dirty="0"/>
              <a:t> des </a:t>
            </a:r>
            <a:r>
              <a:rPr lang="en-US" noProof="0" dirty="0" err="1"/>
              <a:t>Entités</a:t>
            </a:r>
            <a:r>
              <a:rPr lang="en-US" noProof="0" dirty="0"/>
              <a:t> Critiques - REC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97A0C1B-4574-14B1-45CE-6EF30757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354" y="404667"/>
            <a:ext cx="11342769" cy="679550"/>
          </a:xfrm>
        </p:spPr>
        <p:txBody>
          <a:bodyPr/>
          <a:lstStyle/>
          <a:p>
            <a:r>
              <a:rPr lang="en-US" noProof="0" dirty="0">
                <a:solidFill>
                  <a:schemeClr val="bg2"/>
                </a:solidFill>
              </a:rPr>
              <a:t>Les </a:t>
            </a:r>
            <a:r>
              <a:rPr lang="en-US" noProof="0" dirty="0" err="1">
                <a:solidFill>
                  <a:schemeClr val="bg2"/>
                </a:solidFill>
              </a:rPr>
              <a:t>dispositifs</a:t>
            </a:r>
            <a:r>
              <a:rPr lang="en-US" noProof="0" dirty="0">
                <a:solidFill>
                  <a:schemeClr val="bg2"/>
                </a:solidFill>
              </a:rPr>
              <a:t> de </a:t>
            </a:r>
            <a:r>
              <a:rPr lang="en-US" noProof="0" dirty="0" err="1">
                <a:solidFill>
                  <a:schemeClr val="bg2"/>
                </a:solidFill>
              </a:rPr>
              <a:t>sécurité</a:t>
            </a:r>
            <a:r>
              <a:rPr lang="en-US" noProof="0" dirty="0">
                <a:solidFill>
                  <a:schemeClr val="bg2"/>
                </a:solidFill>
              </a:rPr>
              <a:t>/</a:t>
            </a:r>
            <a:r>
              <a:rPr lang="en-US" noProof="0" dirty="0" err="1">
                <a:solidFill>
                  <a:schemeClr val="bg2"/>
                </a:solidFill>
              </a:rPr>
              <a:t>sureté</a:t>
            </a:r>
            <a:r>
              <a:rPr lang="en-US" noProof="0" dirty="0">
                <a:solidFill>
                  <a:schemeClr val="bg2"/>
                </a:solidFill>
              </a:rPr>
              <a:t> : moyens de protection et source de compromission </a:t>
            </a:r>
            <a:r>
              <a:rPr lang="en-US" noProof="0" dirty="0" err="1">
                <a:solidFill>
                  <a:schemeClr val="bg2"/>
                </a:solidFill>
              </a:rPr>
              <a:t>potentielle</a:t>
            </a:r>
            <a:endParaRPr lang="en-US" noProof="0" dirty="0">
              <a:solidFill>
                <a:schemeClr val="bg2"/>
              </a:solidFill>
            </a:endParaRPr>
          </a:p>
        </p:txBody>
      </p:sp>
      <p:pic>
        <p:nvPicPr>
          <p:cNvPr id="13" name="Graphic - Waves [1]" descr="Waves" hidden="1">
            <a:extLst>
              <a:ext uri="{FF2B5EF4-FFF2-40B4-BE49-F238E27FC236}">
                <a16:creationId xmlns:a16="http://schemas.microsoft.com/office/drawing/2014/main" id="{D474DA59-3CA2-7E8F-3366-F6A960BC106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60887" y="6816996"/>
            <a:ext cx="720724" cy="720724"/>
          </a:xfrm>
          <a:prstGeom prst="rect">
            <a:avLst/>
          </a:prstGeom>
        </p:spPr>
      </p:pic>
      <p:grpSp>
        <p:nvGrpSpPr>
          <p:cNvPr id="114" name="Graphic - Medical report [1]" descr="Medical report " hidden="1">
            <a:extLst>
              <a:ext uri="{FF2B5EF4-FFF2-40B4-BE49-F238E27FC236}">
                <a16:creationId xmlns:a16="http://schemas.microsoft.com/office/drawing/2014/main" id="{4863D6C2-E8BF-E844-51EA-2DAB1B4AD4C8}"/>
              </a:ext>
            </a:extLst>
          </p:cNvPr>
          <p:cNvGrpSpPr/>
          <p:nvPr/>
        </p:nvGrpSpPr>
        <p:grpSpPr>
          <a:xfrm>
            <a:off x="2768103" y="5569132"/>
            <a:ext cx="2664288" cy="2985094"/>
            <a:chOff x="2768103" y="5569132"/>
            <a:chExt cx="2664288" cy="2985094"/>
          </a:xfrm>
          <a:noFill/>
        </p:grpSpPr>
        <p:sp>
          <p:nvSpPr>
            <p:cNvPr id="115" name="Forme libre : forme 114">
              <a:extLst>
                <a:ext uri="{FF2B5EF4-FFF2-40B4-BE49-F238E27FC236}">
                  <a16:creationId xmlns:a16="http://schemas.microsoft.com/office/drawing/2014/main" id="{DCD4317C-B13E-4886-32AF-9E18E54DCD8B}"/>
                </a:ext>
              </a:extLst>
            </p:cNvPr>
            <p:cNvSpPr/>
            <p:nvPr/>
          </p:nvSpPr>
          <p:spPr>
            <a:xfrm>
              <a:off x="4100247" y="6862673"/>
              <a:ext cx="111012" cy="597018"/>
            </a:xfrm>
            <a:custGeom>
              <a:avLst/>
              <a:gdLst>
                <a:gd name="connsiteX0" fmla="*/ 0 w 111012"/>
                <a:gd name="connsiteY0" fmla="*/ 0 h 597018"/>
                <a:gd name="connsiteX1" fmla="*/ 0 w 111012"/>
                <a:gd name="connsiteY1" fmla="*/ 597019 h 597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1012" h="597018">
                  <a:moveTo>
                    <a:pt x="0" y="0"/>
                  </a:moveTo>
                  <a:lnTo>
                    <a:pt x="0" y="597019"/>
                  </a:lnTo>
                </a:path>
              </a:pathLst>
            </a:custGeom>
            <a:ln w="220472" cap="sq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6" name="Forme libre : forme 115">
              <a:extLst>
                <a:ext uri="{FF2B5EF4-FFF2-40B4-BE49-F238E27FC236}">
                  <a16:creationId xmlns:a16="http://schemas.microsoft.com/office/drawing/2014/main" id="{767BDBEF-85B4-99A9-9380-BC6F520A0009}"/>
                </a:ext>
              </a:extLst>
            </p:cNvPr>
            <p:cNvSpPr/>
            <p:nvPr/>
          </p:nvSpPr>
          <p:spPr>
            <a:xfrm>
              <a:off x="3767211" y="7161182"/>
              <a:ext cx="666072" cy="99503"/>
            </a:xfrm>
            <a:custGeom>
              <a:avLst/>
              <a:gdLst>
                <a:gd name="connsiteX0" fmla="*/ 0 w 666072"/>
                <a:gd name="connsiteY0" fmla="*/ 0 h 99503"/>
                <a:gd name="connsiteX1" fmla="*/ 666072 w 666072"/>
                <a:gd name="connsiteY1" fmla="*/ 0 h 99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6072" h="99503">
                  <a:moveTo>
                    <a:pt x="0" y="0"/>
                  </a:moveTo>
                  <a:lnTo>
                    <a:pt x="666072" y="0"/>
                  </a:lnTo>
                </a:path>
              </a:pathLst>
            </a:custGeom>
            <a:ln w="220472" cap="sq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7" name="Forme libre : forme 116">
              <a:extLst>
                <a:ext uri="{FF2B5EF4-FFF2-40B4-BE49-F238E27FC236}">
                  <a16:creationId xmlns:a16="http://schemas.microsoft.com/office/drawing/2014/main" id="{EEDB2B62-ACEB-8BE4-FC1D-E476C5DBA3AC}"/>
                </a:ext>
              </a:extLst>
            </p:cNvPr>
            <p:cNvSpPr/>
            <p:nvPr/>
          </p:nvSpPr>
          <p:spPr>
            <a:xfrm>
              <a:off x="2768103" y="5569132"/>
              <a:ext cx="2664288" cy="2985094"/>
            </a:xfrm>
            <a:custGeom>
              <a:avLst/>
              <a:gdLst>
                <a:gd name="connsiteX0" fmla="*/ 0 w 2664288"/>
                <a:gd name="connsiteY0" fmla="*/ 0 h 2985094"/>
                <a:gd name="connsiteX1" fmla="*/ 2664289 w 2664288"/>
                <a:gd name="connsiteY1" fmla="*/ 0 h 2985094"/>
                <a:gd name="connsiteX2" fmla="*/ 2664289 w 2664288"/>
                <a:gd name="connsiteY2" fmla="*/ 2985095 h 2985094"/>
                <a:gd name="connsiteX3" fmla="*/ 0 w 2664288"/>
                <a:gd name="connsiteY3" fmla="*/ 2985095 h 2985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4288" h="2985094">
                  <a:moveTo>
                    <a:pt x="0" y="0"/>
                  </a:moveTo>
                  <a:lnTo>
                    <a:pt x="2664289" y="0"/>
                  </a:lnTo>
                  <a:lnTo>
                    <a:pt x="2664289" y="2985095"/>
                  </a:lnTo>
                  <a:lnTo>
                    <a:pt x="0" y="2985095"/>
                  </a:lnTo>
                  <a:close/>
                </a:path>
              </a:pathLst>
            </a:custGeom>
            <a:noFill/>
            <a:ln w="220472" cap="sq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8" name="Forme libre : forme 117">
              <a:extLst>
                <a:ext uri="{FF2B5EF4-FFF2-40B4-BE49-F238E27FC236}">
                  <a16:creationId xmlns:a16="http://schemas.microsoft.com/office/drawing/2014/main" id="{B78CF03D-4246-B692-645B-1F2AE041C727}"/>
                </a:ext>
              </a:extLst>
            </p:cNvPr>
            <p:cNvSpPr/>
            <p:nvPr/>
          </p:nvSpPr>
          <p:spPr>
            <a:xfrm>
              <a:off x="3212151" y="5967144"/>
              <a:ext cx="1776192" cy="2189069"/>
            </a:xfrm>
            <a:custGeom>
              <a:avLst/>
              <a:gdLst>
                <a:gd name="connsiteX0" fmla="*/ 1443156 w 1776192"/>
                <a:gd name="connsiteY0" fmla="*/ 0 h 2189069"/>
                <a:gd name="connsiteX1" fmla="*/ 1776193 w 1776192"/>
                <a:gd name="connsiteY1" fmla="*/ 0 h 2189069"/>
                <a:gd name="connsiteX2" fmla="*/ 1776193 w 1776192"/>
                <a:gd name="connsiteY2" fmla="*/ 2189070 h 2189069"/>
                <a:gd name="connsiteX3" fmla="*/ 0 w 1776192"/>
                <a:gd name="connsiteY3" fmla="*/ 2189070 h 2189069"/>
                <a:gd name="connsiteX4" fmla="*/ 0 w 1776192"/>
                <a:gd name="connsiteY4" fmla="*/ 0 h 2189069"/>
                <a:gd name="connsiteX5" fmla="*/ 333036 w 1776192"/>
                <a:gd name="connsiteY5" fmla="*/ 0 h 2189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76192" h="2189069">
                  <a:moveTo>
                    <a:pt x="1443156" y="0"/>
                  </a:moveTo>
                  <a:lnTo>
                    <a:pt x="1776193" y="0"/>
                  </a:lnTo>
                  <a:lnTo>
                    <a:pt x="1776193" y="2189070"/>
                  </a:lnTo>
                  <a:lnTo>
                    <a:pt x="0" y="2189070"/>
                  </a:lnTo>
                  <a:lnTo>
                    <a:pt x="0" y="0"/>
                  </a:lnTo>
                  <a:lnTo>
                    <a:pt x="333036" y="0"/>
                  </a:lnTo>
                </a:path>
              </a:pathLst>
            </a:custGeom>
            <a:noFill/>
            <a:ln w="220472" cap="sq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9" name="Forme libre : forme 118">
              <a:extLst>
                <a:ext uri="{FF2B5EF4-FFF2-40B4-BE49-F238E27FC236}">
                  <a16:creationId xmlns:a16="http://schemas.microsoft.com/office/drawing/2014/main" id="{CD7F6A4A-497F-0B26-0D99-921635796727}"/>
                </a:ext>
              </a:extLst>
            </p:cNvPr>
            <p:cNvSpPr/>
            <p:nvPr/>
          </p:nvSpPr>
          <p:spPr>
            <a:xfrm>
              <a:off x="3545187" y="5867641"/>
              <a:ext cx="1110120" cy="398012"/>
            </a:xfrm>
            <a:custGeom>
              <a:avLst/>
              <a:gdLst>
                <a:gd name="connsiteX0" fmla="*/ 0 w 1110120"/>
                <a:gd name="connsiteY0" fmla="*/ 0 h 398012"/>
                <a:gd name="connsiteX1" fmla="*/ 0 w 1110120"/>
                <a:gd name="connsiteY1" fmla="*/ 398013 h 398012"/>
                <a:gd name="connsiteX2" fmla="*/ 366340 w 1110120"/>
                <a:gd name="connsiteY2" fmla="*/ 398013 h 398012"/>
                <a:gd name="connsiteX3" fmla="*/ 555060 w 1110120"/>
                <a:gd name="connsiteY3" fmla="*/ 298509 h 398012"/>
                <a:gd name="connsiteX4" fmla="*/ 743781 w 1110120"/>
                <a:gd name="connsiteY4" fmla="*/ 398013 h 398012"/>
                <a:gd name="connsiteX5" fmla="*/ 1110120 w 1110120"/>
                <a:gd name="connsiteY5" fmla="*/ 398013 h 398012"/>
                <a:gd name="connsiteX6" fmla="*/ 1110120 w 1110120"/>
                <a:gd name="connsiteY6" fmla="*/ 0 h 398012"/>
                <a:gd name="connsiteX7" fmla="*/ 0 w 1110120"/>
                <a:gd name="connsiteY7" fmla="*/ 0 h 398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10120" h="398012">
                  <a:moveTo>
                    <a:pt x="0" y="0"/>
                  </a:moveTo>
                  <a:lnTo>
                    <a:pt x="0" y="398013"/>
                  </a:lnTo>
                  <a:lnTo>
                    <a:pt x="366340" y="398013"/>
                  </a:lnTo>
                  <a:cubicBezTo>
                    <a:pt x="399643" y="338311"/>
                    <a:pt x="477352" y="298509"/>
                    <a:pt x="555060" y="298509"/>
                  </a:cubicBezTo>
                  <a:cubicBezTo>
                    <a:pt x="632769" y="298509"/>
                    <a:pt x="710477" y="338311"/>
                    <a:pt x="743781" y="398013"/>
                  </a:cubicBezTo>
                  <a:lnTo>
                    <a:pt x="1110120" y="398013"/>
                  </a:lnTo>
                  <a:lnTo>
                    <a:pt x="111012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20472" cap="sq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  <p:pic>
        <p:nvPicPr>
          <p:cNvPr id="122" name="Play [1]" hidden="1">
            <a:extLst>
              <a:ext uri="{FF2B5EF4-FFF2-40B4-BE49-F238E27FC236}">
                <a16:creationId xmlns:a16="http://schemas.microsoft.com/office/drawing/2014/main" id="{972B32D8-10E5-D7C4-19FF-101C0434E30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22313" y="722313"/>
            <a:ext cx="715962" cy="7159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16B1503-F42D-4693-CE27-BCD2CA44C4F6}"/>
              </a:ext>
            </a:extLst>
          </p:cNvPr>
          <p:cNvSpPr/>
          <p:nvPr/>
        </p:nvSpPr>
        <p:spPr>
          <a:xfrm>
            <a:off x="4231430" y="1260488"/>
            <a:ext cx="3168000" cy="58350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108000" rIns="36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400" noProof="0" dirty="0">
                <a:solidFill>
                  <a:schemeClr val="bg2"/>
                </a:solidFill>
                <a:ea typeface="+mj-ea"/>
                <a:cs typeface="+mj-cs"/>
              </a:rPr>
              <a:t>Exploitation de </a:t>
            </a:r>
            <a:r>
              <a:rPr lang="en-US" sz="1400" noProof="0" dirty="0" err="1">
                <a:solidFill>
                  <a:schemeClr val="bg2"/>
                </a:solidFill>
                <a:ea typeface="+mj-ea"/>
                <a:cs typeface="+mj-cs"/>
              </a:rPr>
              <a:t>vulnérabilités</a:t>
            </a:r>
            <a:r>
              <a:rPr lang="en-US" sz="1400" noProof="0" dirty="0">
                <a:solidFill>
                  <a:schemeClr val="bg2"/>
                </a:solidFill>
                <a:ea typeface="+mj-ea"/>
                <a:cs typeface="+mj-cs"/>
              </a:rPr>
              <a:t> </a:t>
            </a:r>
            <a:r>
              <a:rPr lang="en-US" sz="1400" noProof="0" dirty="0" err="1">
                <a:solidFill>
                  <a:schemeClr val="bg2"/>
                </a:solidFill>
                <a:ea typeface="+mj-ea"/>
                <a:cs typeface="+mj-cs"/>
              </a:rPr>
              <a:t>logiques</a:t>
            </a:r>
            <a:r>
              <a:rPr lang="en-US" sz="1400" noProof="0" dirty="0">
                <a:solidFill>
                  <a:schemeClr val="bg2"/>
                </a:solidFill>
                <a:ea typeface="+mj-ea"/>
                <a:cs typeface="+mj-cs"/>
              </a:rPr>
              <a:t> du SI de </a:t>
            </a:r>
            <a:r>
              <a:rPr lang="en-US" sz="1400" noProof="0" dirty="0" err="1">
                <a:solidFill>
                  <a:schemeClr val="bg2"/>
                </a:solidFill>
                <a:ea typeface="+mj-ea"/>
                <a:cs typeface="+mj-cs"/>
              </a:rPr>
              <a:t>sécurité</a:t>
            </a:r>
            <a:r>
              <a:rPr lang="en-US" sz="1400" noProof="0" dirty="0">
                <a:solidFill>
                  <a:schemeClr val="bg2"/>
                </a:solidFill>
                <a:ea typeface="+mj-ea"/>
                <a:cs typeface="+mj-cs"/>
              </a:rPr>
              <a:t> physique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706226-F28B-079B-F043-C65C9F3A062A}"/>
              </a:ext>
            </a:extLst>
          </p:cNvPr>
          <p:cNvSpPr/>
          <p:nvPr/>
        </p:nvSpPr>
        <p:spPr>
          <a:xfrm>
            <a:off x="7781925" y="1260488"/>
            <a:ext cx="3168000" cy="58350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400" noProof="0" dirty="0">
                <a:solidFill>
                  <a:schemeClr val="bg2"/>
                </a:solidFill>
                <a:ea typeface="+mj-ea"/>
                <a:cs typeface="+mj-cs"/>
              </a:rPr>
              <a:t>Compromission des SI métiers du site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0A266A-41A2-9E4C-EE6D-86DC52A3BB27}"/>
              </a:ext>
            </a:extLst>
          </p:cNvPr>
          <p:cNvSpPr/>
          <p:nvPr/>
        </p:nvSpPr>
        <p:spPr>
          <a:xfrm>
            <a:off x="655337" y="1260488"/>
            <a:ext cx="3166851" cy="58350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400" noProof="0" dirty="0">
                <a:solidFill>
                  <a:schemeClr val="bg2"/>
                </a:solidFill>
                <a:ea typeface="+mj-ea"/>
                <a:cs typeface="+mj-cs"/>
              </a:rPr>
              <a:t>Exploitation de </a:t>
            </a:r>
            <a:r>
              <a:rPr lang="en-US" sz="1400" noProof="0" dirty="0" err="1">
                <a:solidFill>
                  <a:schemeClr val="bg2"/>
                </a:solidFill>
                <a:ea typeface="+mj-ea"/>
                <a:cs typeface="+mj-cs"/>
              </a:rPr>
              <a:t>vulnérabilités</a:t>
            </a:r>
            <a:r>
              <a:rPr lang="en-US" sz="1400" noProof="0" dirty="0">
                <a:solidFill>
                  <a:schemeClr val="bg2"/>
                </a:solidFill>
                <a:ea typeface="+mj-ea"/>
                <a:cs typeface="+mj-cs"/>
              </a:rPr>
              <a:t> du </a:t>
            </a:r>
            <a:r>
              <a:rPr lang="en-US" sz="1400" noProof="0" dirty="0" err="1">
                <a:solidFill>
                  <a:schemeClr val="bg2"/>
                </a:solidFill>
                <a:ea typeface="+mj-ea"/>
                <a:cs typeface="+mj-cs"/>
              </a:rPr>
              <a:t>dispositif</a:t>
            </a:r>
            <a:r>
              <a:rPr lang="en-US" sz="1400" noProof="0" dirty="0">
                <a:solidFill>
                  <a:schemeClr val="bg2"/>
                </a:solidFill>
                <a:ea typeface="+mj-ea"/>
                <a:cs typeface="+mj-cs"/>
              </a:rPr>
              <a:t> de </a:t>
            </a:r>
            <a:r>
              <a:rPr lang="en-US" sz="1400" noProof="0" dirty="0" err="1">
                <a:solidFill>
                  <a:schemeClr val="bg2"/>
                </a:solidFill>
                <a:ea typeface="+mj-ea"/>
                <a:cs typeface="+mj-cs"/>
              </a:rPr>
              <a:t>sécurité</a:t>
            </a:r>
            <a:r>
              <a:rPr lang="en-US" sz="1400" noProof="0" dirty="0">
                <a:solidFill>
                  <a:schemeClr val="bg2"/>
                </a:solidFill>
                <a:ea typeface="+mj-ea"/>
                <a:cs typeface="+mj-cs"/>
              </a:rPr>
              <a:t> physique</a:t>
            </a:r>
          </a:p>
        </p:txBody>
      </p: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F10FB12A-8BF7-CB08-E0DF-B9BBA93C7B39}"/>
              </a:ext>
            </a:extLst>
          </p:cNvPr>
          <p:cNvGrpSpPr/>
          <p:nvPr/>
        </p:nvGrpSpPr>
        <p:grpSpPr>
          <a:xfrm>
            <a:off x="654189" y="1885951"/>
            <a:ext cx="3167999" cy="4364889"/>
            <a:chOff x="655338" y="1918777"/>
            <a:chExt cx="3168000" cy="436488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005D220-17E8-3FE5-48B3-2CAB1232FAC5}"/>
                </a:ext>
              </a:extLst>
            </p:cNvPr>
            <p:cNvSpPr/>
            <p:nvPr/>
          </p:nvSpPr>
          <p:spPr>
            <a:xfrm>
              <a:off x="655338" y="1918777"/>
              <a:ext cx="3168000" cy="4364889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600"/>
                </a:spcBef>
              </a:pPr>
              <a:endParaRPr lang="en-US" sz="2000" noProof="0" dirty="0">
                <a:solidFill>
                  <a:schemeClr val="bg2"/>
                </a:solidFill>
                <a:ea typeface="+mj-ea"/>
                <a:cs typeface="+mj-cs"/>
              </a:endParaRPr>
            </a:p>
          </p:txBody>
        </p:sp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02293E8E-D9E4-AD8F-C910-2927204E7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2625" y="2242322"/>
              <a:ext cx="374033" cy="214093"/>
            </a:xfrm>
            <a:prstGeom prst="rect">
              <a:avLst/>
            </a:prstGeom>
          </p:spPr>
        </p:pic>
        <p:sp>
          <p:nvSpPr>
            <p:cNvPr id="14" name="TextBox 22" descr="&#10;">
              <a:extLst>
                <a:ext uri="{FF2B5EF4-FFF2-40B4-BE49-F238E27FC236}">
                  <a16:creationId xmlns:a16="http://schemas.microsoft.com/office/drawing/2014/main" id="{F756619E-A730-5478-4E25-BC8064A0311A}"/>
                </a:ext>
              </a:extLst>
            </p:cNvPr>
            <p:cNvSpPr txBox="1">
              <a:spLocks/>
            </p:cNvSpPr>
            <p:nvPr/>
          </p:nvSpPr>
          <p:spPr>
            <a:xfrm>
              <a:off x="2214830" y="2221208"/>
              <a:ext cx="517525" cy="254196"/>
            </a:xfrm>
            <a:prstGeom prst="rect">
              <a:avLst/>
            </a:prstGeom>
          </p:spPr>
          <p:txBody>
            <a:bodyPr vert="horz" lIns="0" tIns="36000" rIns="0" bIns="3600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tabLst/>
                <a:defRPr sz="1600" i="0" kern="1200" cap="none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71463" indent="-271463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bg2"/>
                </a:buClr>
                <a:buFont typeface="Avenir Next LT Pro" panose="020B05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9750" indent="-27305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bg2"/>
                </a:buClr>
                <a:buFont typeface="Poppins" panose="00000500000000000000" pitchFamily="2" charset="0"/>
                <a:buChar char="–"/>
                <a:tabLst>
                  <a:tab pos="88900" algn="l"/>
                </a:tabLst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06450" indent="-266700" algn="l" defTabSz="989013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bg2"/>
                </a:buClr>
                <a:buFont typeface="Courier New" panose="02070309020205020404" pitchFamily="49" charset="0"/>
                <a:buChar char="o"/>
                <a:defRPr sz="1200" kern="1200" cap="none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06450" marR="0" indent="-266700" algn="l" defTabSz="62865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Courier New" panose="02070309020205020404" pitchFamily="49" charset="0"/>
                <a:buChar char="o"/>
                <a:tabLst/>
                <a:defRPr lang="fr-FR" sz="1200" kern="1200" baseline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750" indent="261938" algn="just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bg2"/>
                </a:buClr>
                <a:buFont typeface="Courier New" panose="02070309020205020404" pitchFamily="49" charset="0"/>
                <a:buChar char="o"/>
                <a:defRPr lang="fr-FR" sz="1200" kern="1200" baseline="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20725" indent="360363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Clr>
                  <a:schemeClr val="bg2"/>
                </a:buClr>
                <a:buFont typeface="Courier New" panose="02070309020205020404" pitchFamily="49" charset="0"/>
                <a:buChar char="o"/>
                <a:defRPr lang="fr-FR" sz="1200" kern="1200" baseline="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06450" marR="0" indent="-266700" algn="just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Courier New" panose="02070309020205020404" pitchFamily="49" charset="0"/>
                <a:buChar char="o"/>
                <a:tabLst/>
                <a:defRPr lang="fr-FR" sz="12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06450" indent="-266700" algn="just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bg2"/>
                </a:buClr>
                <a:buFont typeface="Courier New" panose="02070309020205020404" pitchFamily="49" charset="0"/>
                <a:buChar char="o"/>
                <a:tabLst>
                  <a:tab pos="982663" algn="l"/>
                </a:tabLst>
                <a:defRPr lang="fr-FR" sz="12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noProof="0" dirty="0">
                  <a:solidFill>
                    <a:schemeClr val="bg2"/>
                  </a:solidFill>
                </a:rPr>
                <a:t>2010</a:t>
              </a:r>
            </a:p>
          </p:txBody>
        </p:sp>
        <p:sp>
          <p:nvSpPr>
            <p:cNvPr id="15" name="TextBox 56">
              <a:extLst>
                <a:ext uri="{FF2B5EF4-FFF2-40B4-BE49-F238E27FC236}">
                  <a16:creationId xmlns:a16="http://schemas.microsoft.com/office/drawing/2014/main" id="{E1338E82-29E4-DE86-723C-6E8FF47CDC2A}"/>
                </a:ext>
              </a:extLst>
            </p:cNvPr>
            <p:cNvSpPr txBox="1">
              <a:spLocks/>
            </p:cNvSpPr>
            <p:nvPr/>
          </p:nvSpPr>
          <p:spPr>
            <a:xfrm>
              <a:off x="817830" y="2576991"/>
              <a:ext cx="2754612" cy="2501340"/>
            </a:xfrm>
            <a:prstGeom prst="rect">
              <a:avLst/>
            </a:prstGeom>
          </p:spPr>
          <p:txBody>
            <a:bodyPr vert="horz" lIns="36000" tIns="108000" rIns="36000" bIns="108000" rtlCol="0">
              <a:noAutofit/>
            </a:bodyPr>
            <a:lstStyle>
              <a:lvl1pPr marL="0" indent="0" algn="just" defTabSz="742950" rtl="0" eaLnBrk="1" latinLnBrk="0" hangingPunct="1">
                <a:lnSpc>
                  <a:spcPct val="100000"/>
                </a:lnSpc>
                <a:spcBef>
                  <a:spcPts val="1463"/>
                </a:spcBef>
                <a:buFont typeface="Arial" panose="020B0604020202020204" pitchFamily="34" charset="0"/>
                <a:buNone/>
                <a:tabLst/>
                <a:defRPr sz="1600" i="0" kern="1200" cap="none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1pPr>
              <a:lvl2pPr marL="291505" indent="-291505" algn="just" defTabSz="914400" rtl="0" eaLnBrk="1" latinLnBrk="0" hangingPunct="1">
                <a:lnSpc>
                  <a:spcPct val="100000"/>
                </a:lnSpc>
                <a:spcBef>
                  <a:spcPts val="1138"/>
                </a:spcBef>
                <a:buClr>
                  <a:schemeClr val="bg2"/>
                </a:buClr>
                <a:buFont typeface="Tempus Sans ITC" panose="04020404030D07020202" pitchFamily="82" charset="0"/>
                <a:buChar char="/"/>
                <a:defRPr lang="en-GB" sz="1400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92500" indent="0" algn="just" defTabSz="914400" rtl="0" eaLnBrk="1" latinLnBrk="0" hangingPunct="1">
                <a:lnSpc>
                  <a:spcPct val="100000"/>
                </a:lnSpc>
                <a:spcBef>
                  <a:spcPts val="488"/>
                </a:spcBef>
                <a:buFontTx/>
                <a:buNone/>
                <a:defRPr lang="en-GB" sz="1400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26500" indent="-234000" algn="just" defTabSz="742950" rtl="0" eaLnBrk="1" latinLnBrk="0" hangingPunct="1">
                <a:lnSpc>
                  <a:spcPct val="100000"/>
                </a:lnSpc>
                <a:spcBef>
                  <a:spcPts val="488"/>
                </a:spcBef>
                <a:buClr>
                  <a:schemeClr val="bg2"/>
                </a:buClr>
                <a:buFont typeface="Tahoma" panose="020B0604030504040204" pitchFamily="34" charset="0"/>
                <a:buChar char="›"/>
                <a:defRPr lang="en-GB" sz="1200" kern="1200" cap="none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marR="0" indent="-252000" algn="just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ahoma" panose="020B0604030504040204" pitchFamily="34" charset="0"/>
                <a:buChar char="»"/>
                <a:tabLst/>
                <a:defRPr lang="en-GB" sz="1000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900000" indent="-2520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Clr>
                  <a:schemeClr val="bg2"/>
                </a:buClr>
                <a:buFont typeface="Tahoma" panose="020B0604030504040204" pitchFamily="34" charset="0"/>
                <a:buChar char="»"/>
                <a:defRPr lang="en-GB" sz="1000" kern="1200" baseline="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900000" indent="-2520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Clr>
                  <a:schemeClr val="bg2"/>
                </a:buClr>
                <a:buFont typeface="Tahoma" panose="020B0604030504040204" pitchFamily="34" charset="0"/>
                <a:buChar char="»"/>
                <a:defRPr lang="en-GB" sz="1000" kern="1200" baseline="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0000" marR="0" indent="-252000" algn="just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ahoma" panose="020B0604030504040204" pitchFamily="34" charset="0"/>
                <a:buChar char="»"/>
                <a:tabLst/>
                <a:defRPr lang="en-GB" sz="1000" kern="1200" baseline="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900000" indent="-2520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Clr>
                  <a:schemeClr val="bg2"/>
                </a:buClr>
                <a:buFont typeface="Tahoma" panose="020B0604030504040204" pitchFamily="34" charset="0"/>
                <a:buChar char="»"/>
                <a:defRPr lang="en-GB" sz="1000" kern="1200" baseline="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600"/>
                </a:spcBef>
              </a:pPr>
              <a:r>
                <a:rPr lang="en-US" sz="1100" noProof="0" dirty="0">
                  <a:solidFill>
                    <a:schemeClr val="tx1"/>
                  </a:solidFill>
                </a:rPr>
                <a:t>Le site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nucléaire</a:t>
              </a:r>
              <a:r>
                <a:rPr lang="en-US" sz="1100" noProof="0" dirty="0">
                  <a:solidFill>
                    <a:schemeClr val="tx1"/>
                  </a:solidFill>
                </a:rPr>
                <a:t> de Natanz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est</a:t>
              </a:r>
              <a:r>
                <a:rPr lang="en-US" sz="1100" noProof="0" dirty="0">
                  <a:solidFill>
                    <a:schemeClr val="tx1"/>
                  </a:solidFill>
                </a:rPr>
                <a:t> touché par le virus Stuxnet.</a:t>
              </a:r>
            </a:p>
            <a:p>
              <a:pPr algn="ctr">
                <a:spcBef>
                  <a:spcPts val="600"/>
                </a:spcBef>
              </a:pPr>
              <a:r>
                <a:rPr lang="en-US" sz="1100" noProof="0" dirty="0">
                  <a:solidFill>
                    <a:schemeClr val="tx1"/>
                  </a:solidFill>
                </a:rPr>
                <a:t>Ce virus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est</a:t>
              </a:r>
              <a:r>
                <a:rPr lang="en-US" sz="1100" noProof="0" dirty="0">
                  <a:solidFill>
                    <a:schemeClr val="tx1"/>
                  </a:solidFill>
                </a:rPr>
                <a:t>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implanté</a:t>
              </a:r>
              <a:r>
                <a:rPr lang="en-US" sz="1100" noProof="0" dirty="0">
                  <a:solidFill>
                    <a:schemeClr val="tx1"/>
                  </a:solidFill>
                </a:rPr>
                <a:t> sur les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systèmes</a:t>
              </a:r>
              <a:r>
                <a:rPr lang="en-US" sz="1100" noProof="0" dirty="0">
                  <a:solidFill>
                    <a:schemeClr val="tx1"/>
                  </a:solidFill>
                </a:rPr>
                <a:t> SCADA du site par un agent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d’opposition</a:t>
              </a:r>
              <a:r>
                <a:rPr lang="en-US" sz="1100" noProof="0" dirty="0">
                  <a:solidFill>
                    <a:schemeClr val="tx1"/>
                  </a:solidFill>
                </a:rPr>
                <a:t> au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gouvernement</a:t>
              </a:r>
              <a:r>
                <a:rPr lang="en-US" sz="1100" noProof="0" dirty="0">
                  <a:solidFill>
                    <a:schemeClr val="tx1"/>
                  </a:solidFill>
                </a:rPr>
                <a:t>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iranien</a:t>
              </a:r>
              <a:r>
                <a:rPr lang="en-US" sz="1100" noProof="0" dirty="0">
                  <a:solidFill>
                    <a:schemeClr val="tx1"/>
                  </a:solidFill>
                </a:rPr>
                <a:t> au moyen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d’une</a:t>
              </a:r>
              <a:r>
                <a:rPr lang="en-US" sz="1100" noProof="0" dirty="0">
                  <a:solidFill>
                    <a:schemeClr val="tx1"/>
                  </a:solidFill>
                </a:rPr>
                <a:t>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clé</a:t>
              </a:r>
              <a:r>
                <a:rPr lang="en-US" sz="1100" noProof="0" dirty="0">
                  <a:solidFill>
                    <a:schemeClr val="tx1"/>
                  </a:solidFill>
                </a:rPr>
                <a:t> USB.</a:t>
              </a:r>
            </a:p>
            <a:p>
              <a:pPr algn="ctr">
                <a:spcBef>
                  <a:spcPts val="600"/>
                </a:spcBef>
              </a:pPr>
              <a:r>
                <a:rPr lang="en-US" sz="1100" noProof="0" dirty="0">
                  <a:solidFill>
                    <a:schemeClr val="tx1"/>
                  </a:solidFill>
                </a:rPr>
                <a:t>Cette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attaque</a:t>
              </a:r>
              <a:r>
                <a:rPr lang="en-US" sz="1100" noProof="0" dirty="0">
                  <a:solidFill>
                    <a:schemeClr val="tx1"/>
                  </a:solidFill>
                </a:rPr>
                <a:t> a conduit à la destruction de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centaines</a:t>
              </a:r>
              <a:r>
                <a:rPr lang="en-US" sz="1100" noProof="0" dirty="0">
                  <a:solidFill>
                    <a:schemeClr val="tx1"/>
                  </a:solidFill>
                </a:rPr>
                <a:t> de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centrifugeuses</a:t>
              </a:r>
              <a:r>
                <a:rPr lang="en-US" sz="1100" noProof="0" dirty="0">
                  <a:solidFill>
                    <a:schemeClr val="tx1"/>
                  </a:solidFill>
                </a:rPr>
                <a:t> et à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une</a:t>
              </a:r>
              <a:r>
                <a:rPr lang="en-US" sz="1100" noProof="0" dirty="0">
                  <a:solidFill>
                    <a:schemeClr val="tx1"/>
                  </a:solidFill>
                </a:rPr>
                <a:t>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prise</a:t>
              </a:r>
              <a:r>
                <a:rPr lang="en-US" sz="1100" noProof="0" dirty="0">
                  <a:solidFill>
                    <a:schemeClr val="tx1"/>
                  </a:solidFill>
                </a:rPr>
                <a:t> de retard important du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programme</a:t>
              </a:r>
              <a:r>
                <a:rPr lang="en-US" sz="1100" noProof="0" dirty="0">
                  <a:solidFill>
                    <a:schemeClr val="tx1"/>
                  </a:solidFill>
                </a:rPr>
                <a:t>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nucléaire</a:t>
              </a:r>
              <a:r>
                <a:rPr lang="en-US" sz="1100" noProof="0" dirty="0">
                  <a:solidFill>
                    <a:schemeClr val="tx1"/>
                  </a:solidFill>
                </a:rPr>
                <a:t>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iranien</a:t>
              </a:r>
              <a:r>
                <a:rPr lang="en-US" sz="1100" noProof="0" dirty="0">
                  <a:solidFill>
                    <a:schemeClr val="tx1"/>
                  </a:solidFill>
                </a:rPr>
                <a:t>.</a:t>
              </a:r>
            </a:p>
            <a:p>
              <a:pPr algn="ctr">
                <a:spcBef>
                  <a:spcPts val="600"/>
                </a:spcBef>
              </a:pPr>
              <a:r>
                <a:rPr lang="en-US" sz="1000" noProof="0" dirty="0">
                  <a:solidFill>
                    <a:schemeClr val="tx1"/>
                  </a:solidFill>
                </a:rPr>
                <a:t>*</a:t>
              </a:r>
              <a:r>
                <a:rPr lang="en-US" sz="1000" noProof="0" dirty="0" err="1">
                  <a:solidFill>
                    <a:schemeClr val="tx1"/>
                  </a:solidFill>
                </a:rPr>
                <a:t>L’importance</a:t>
              </a:r>
              <a:r>
                <a:rPr lang="en-US" sz="1000" noProof="0" dirty="0">
                  <a:solidFill>
                    <a:schemeClr val="tx1"/>
                  </a:solidFill>
                </a:rPr>
                <a:t> de </a:t>
              </a:r>
              <a:r>
                <a:rPr lang="en-US" sz="1000" noProof="0" dirty="0" err="1">
                  <a:solidFill>
                    <a:schemeClr val="tx1"/>
                  </a:solidFill>
                </a:rPr>
                <a:t>l’attaque</a:t>
              </a:r>
              <a:r>
                <a:rPr lang="en-US" sz="1000" noProof="0" dirty="0">
                  <a:solidFill>
                    <a:schemeClr val="tx1"/>
                  </a:solidFill>
                </a:rPr>
                <a:t> </a:t>
              </a:r>
              <a:r>
                <a:rPr lang="en-US" sz="1000" noProof="0" dirty="0" err="1">
                  <a:solidFill>
                    <a:schemeClr val="tx1"/>
                  </a:solidFill>
                </a:rPr>
                <a:t>est</a:t>
              </a:r>
              <a:r>
                <a:rPr lang="en-US" sz="1000" noProof="0" dirty="0">
                  <a:solidFill>
                    <a:schemeClr val="tx1"/>
                  </a:solidFill>
                </a:rPr>
                <a:t> </a:t>
              </a:r>
              <a:r>
                <a:rPr lang="en-US" sz="1000" noProof="0" dirty="0" err="1">
                  <a:solidFill>
                    <a:schemeClr val="tx1"/>
                  </a:solidFill>
                </a:rPr>
                <a:t>également</a:t>
              </a:r>
              <a:r>
                <a:rPr lang="en-US" sz="1000" noProof="0" dirty="0">
                  <a:solidFill>
                    <a:schemeClr val="tx1"/>
                  </a:solidFill>
                </a:rPr>
                <a:t> </a:t>
              </a:r>
              <a:r>
                <a:rPr lang="en-US" sz="1000" noProof="0" dirty="0" err="1">
                  <a:solidFill>
                    <a:schemeClr val="tx1"/>
                  </a:solidFill>
                </a:rPr>
                <a:t>facilitée</a:t>
              </a:r>
              <a:r>
                <a:rPr lang="en-US" sz="1000" noProof="0" dirty="0">
                  <a:solidFill>
                    <a:schemeClr val="tx1"/>
                  </a:solidFill>
                </a:rPr>
                <a:t> par un manque de </a:t>
              </a:r>
              <a:r>
                <a:rPr lang="en-US" sz="1000" noProof="0" dirty="0" err="1">
                  <a:solidFill>
                    <a:schemeClr val="tx1"/>
                  </a:solidFill>
                </a:rPr>
                <a:t>maturité</a:t>
              </a:r>
              <a:r>
                <a:rPr lang="en-US" sz="1000" noProof="0" dirty="0">
                  <a:solidFill>
                    <a:schemeClr val="tx1"/>
                  </a:solidFill>
                </a:rPr>
                <a:t> cyber (hardening, supervision…).</a:t>
              </a:r>
            </a:p>
          </p:txBody>
        </p:sp>
      </p:grpSp>
      <p:grpSp>
        <p:nvGrpSpPr>
          <p:cNvPr id="50" name="Groupe 49">
            <a:extLst>
              <a:ext uri="{FF2B5EF4-FFF2-40B4-BE49-F238E27FC236}">
                <a16:creationId xmlns:a16="http://schemas.microsoft.com/office/drawing/2014/main" id="{EBE5E6B8-C9DC-9EE8-CD9C-752854099C96}"/>
              </a:ext>
            </a:extLst>
          </p:cNvPr>
          <p:cNvGrpSpPr/>
          <p:nvPr/>
        </p:nvGrpSpPr>
        <p:grpSpPr>
          <a:xfrm>
            <a:off x="7765761" y="1885951"/>
            <a:ext cx="3168000" cy="4333088"/>
            <a:chOff x="8756272" y="1917752"/>
            <a:chExt cx="3168000" cy="4333088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44E41C3-E47D-8700-856D-17BA51634862}"/>
                </a:ext>
              </a:extLst>
            </p:cNvPr>
            <p:cNvSpPr/>
            <p:nvPr/>
          </p:nvSpPr>
          <p:spPr>
            <a:xfrm>
              <a:off x="8756272" y="1917752"/>
              <a:ext cx="3168000" cy="43330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600"/>
                </a:spcBef>
              </a:pPr>
              <a:endParaRPr lang="en-US" sz="2000" noProof="0" dirty="0">
                <a:solidFill>
                  <a:schemeClr val="bg2"/>
                </a:solidFill>
                <a:ea typeface="+mj-ea"/>
                <a:cs typeface="+mj-cs"/>
              </a:endParaRPr>
            </a:p>
          </p:txBody>
        </p:sp>
        <p:sp>
          <p:nvSpPr>
            <p:cNvPr id="39" name="TextBox 22" descr="&#10;">
              <a:extLst>
                <a:ext uri="{FF2B5EF4-FFF2-40B4-BE49-F238E27FC236}">
                  <a16:creationId xmlns:a16="http://schemas.microsoft.com/office/drawing/2014/main" id="{2EE5E828-E50A-643F-45FE-BB8FB33D1161}"/>
                </a:ext>
              </a:extLst>
            </p:cNvPr>
            <p:cNvSpPr txBox="1">
              <a:spLocks/>
            </p:cNvSpPr>
            <p:nvPr/>
          </p:nvSpPr>
          <p:spPr>
            <a:xfrm>
              <a:off x="10443410" y="2220345"/>
              <a:ext cx="517525" cy="254196"/>
            </a:xfrm>
            <a:prstGeom prst="rect">
              <a:avLst/>
            </a:prstGeom>
          </p:spPr>
          <p:txBody>
            <a:bodyPr vert="horz" lIns="0" tIns="36000" rIns="0" bIns="3600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tabLst/>
                <a:defRPr sz="1600" i="0" kern="1200" cap="none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71463" indent="-271463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bg2"/>
                </a:buClr>
                <a:buFont typeface="Avenir Next LT Pro" panose="020B05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9750" indent="-27305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bg2"/>
                </a:buClr>
                <a:buFont typeface="Poppins" panose="00000500000000000000" pitchFamily="2" charset="0"/>
                <a:buChar char="–"/>
                <a:tabLst>
                  <a:tab pos="88900" algn="l"/>
                </a:tabLst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06450" indent="-266700" algn="l" defTabSz="989013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bg2"/>
                </a:buClr>
                <a:buFont typeface="Courier New" panose="02070309020205020404" pitchFamily="49" charset="0"/>
                <a:buChar char="o"/>
                <a:defRPr sz="1200" kern="1200" cap="none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06450" marR="0" indent="-266700" algn="l" defTabSz="62865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Courier New" panose="02070309020205020404" pitchFamily="49" charset="0"/>
                <a:buChar char="o"/>
                <a:tabLst/>
                <a:defRPr lang="fr-FR" sz="1200" kern="1200" baseline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750" indent="261938" algn="just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bg2"/>
                </a:buClr>
                <a:buFont typeface="Courier New" panose="02070309020205020404" pitchFamily="49" charset="0"/>
                <a:buChar char="o"/>
                <a:defRPr lang="fr-FR" sz="1200" kern="1200" baseline="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20725" indent="360363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Clr>
                  <a:schemeClr val="bg2"/>
                </a:buClr>
                <a:buFont typeface="Courier New" panose="02070309020205020404" pitchFamily="49" charset="0"/>
                <a:buChar char="o"/>
                <a:defRPr lang="fr-FR" sz="1200" kern="1200" baseline="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06450" marR="0" indent="-266700" algn="just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Courier New" panose="02070309020205020404" pitchFamily="49" charset="0"/>
                <a:buChar char="o"/>
                <a:tabLst/>
                <a:defRPr lang="fr-FR" sz="12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06450" indent="-266700" algn="just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bg2"/>
                </a:buClr>
                <a:buFont typeface="Courier New" panose="02070309020205020404" pitchFamily="49" charset="0"/>
                <a:buChar char="o"/>
                <a:tabLst>
                  <a:tab pos="982663" algn="l"/>
                </a:tabLst>
                <a:defRPr lang="fr-FR" sz="12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noProof="0" dirty="0">
                  <a:solidFill>
                    <a:schemeClr val="bg2"/>
                  </a:solidFill>
                </a:rPr>
                <a:t>2017</a:t>
              </a:r>
            </a:p>
          </p:txBody>
        </p:sp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6808F8C9-D610-1890-D471-148C43A9C6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47763" y="2241398"/>
              <a:ext cx="374034" cy="214093"/>
            </a:xfrm>
            <a:prstGeom prst="rect">
              <a:avLst/>
            </a:prstGeom>
          </p:spPr>
        </p:pic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8E421AB2-572E-2D22-9213-CFA951F1EA8A}"/>
                </a:ext>
              </a:extLst>
            </p:cNvPr>
            <p:cNvSpPr txBox="1"/>
            <p:nvPr/>
          </p:nvSpPr>
          <p:spPr>
            <a:xfrm>
              <a:off x="8915311" y="2575966"/>
              <a:ext cx="2900218" cy="21082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742950">
                <a:spcBef>
                  <a:spcPts val="600"/>
                </a:spcBef>
              </a:pPr>
              <a:r>
                <a:rPr lang="en-US" sz="1100" noProof="0" dirty="0"/>
                <a:t>Le </a:t>
              </a:r>
              <a:r>
                <a:rPr lang="en-US" sz="1100" noProof="0" dirty="0" err="1"/>
                <a:t>groupe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pétrolier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saoudien</a:t>
              </a:r>
              <a:r>
                <a:rPr lang="en-US" sz="1100" noProof="0" dirty="0"/>
                <a:t> ARAMCO </a:t>
              </a:r>
              <a:r>
                <a:rPr lang="en-US" sz="1100" noProof="0" dirty="0" err="1"/>
                <a:t>découvre</a:t>
              </a:r>
              <a:r>
                <a:rPr lang="en-US" sz="1100" noProof="0" dirty="0"/>
                <a:t> un malware sur le SI </a:t>
              </a:r>
              <a:r>
                <a:rPr lang="en-US" sz="1100" noProof="0" dirty="0" err="1"/>
                <a:t>d’une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raffinerie</a:t>
              </a:r>
              <a:r>
                <a:rPr lang="en-US" sz="1100" noProof="0" dirty="0"/>
                <a:t>. </a:t>
              </a:r>
            </a:p>
            <a:p>
              <a:pPr algn="ctr" defTabSz="742950">
                <a:spcBef>
                  <a:spcPts val="600"/>
                </a:spcBef>
              </a:pPr>
              <a:r>
                <a:rPr lang="en-US" sz="1100" noProof="0" dirty="0"/>
                <a:t>Cette </a:t>
              </a:r>
              <a:r>
                <a:rPr lang="en-US" sz="1100" noProof="0" dirty="0" err="1"/>
                <a:t>attaque</a:t>
              </a:r>
              <a:r>
                <a:rPr lang="en-US" sz="1100" noProof="0" dirty="0"/>
                <a:t> vise </a:t>
              </a:r>
              <a:r>
                <a:rPr lang="en-US" sz="1100" noProof="0" dirty="0" err="1"/>
                <a:t>spécifiquement</a:t>
              </a:r>
              <a:r>
                <a:rPr lang="en-US" sz="1100" noProof="0" dirty="0"/>
                <a:t> le </a:t>
              </a:r>
              <a:r>
                <a:rPr lang="en-US" sz="1100" noProof="0" dirty="0" err="1"/>
                <a:t>programme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d’extinction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d’urgence</a:t>
              </a:r>
              <a:r>
                <a:rPr lang="en-US" sz="1100" noProof="0" dirty="0"/>
                <a:t> des </a:t>
              </a:r>
              <a:r>
                <a:rPr lang="en-US" sz="1100" noProof="0" dirty="0" err="1"/>
                <a:t>systèmes</a:t>
              </a:r>
              <a:r>
                <a:rPr lang="en-US" sz="1100" noProof="0" dirty="0"/>
                <a:t> de </a:t>
              </a:r>
              <a:r>
                <a:rPr lang="en-US" sz="1100" noProof="0" dirty="0" err="1"/>
                <a:t>sécurité</a:t>
              </a:r>
              <a:r>
                <a:rPr lang="en-US" sz="1100" noProof="0" dirty="0"/>
                <a:t> des </a:t>
              </a:r>
              <a:r>
                <a:rPr lang="en-US" sz="1100" noProof="0" dirty="0" err="1"/>
                <a:t>systèmes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industriels</a:t>
              </a:r>
              <a:r>
                <a:rPr lang="en-US" sz="1100" noProof="0" dirty="0"/>
                <a:t>.</a:t>
              </a:r>
            </a:p>
            <a:p>
              <a:pPr algn="ctr" defTabSz="742950">
                <a:spcBef>
                  <a:spcPts val="600"/>
                </a:spcBef>
              </a:pPr>
              <a:r>
                <a:rPr lang="en-US" sz="1100" noProof="0" dirty="0" err="1"/>
                <a:t>L’attaque</a:t>
              </a:r>
              <a:r>
                <a:rPr lang="en-US" sz="1100" noProof="0" dirty="0"/>
                <a:t>, </a:t>
              </a:r>
              <a:r>
                <a:rPr lang="en-US" sz="1100" noProof="0" dirty="0" err="1"/>
                <a:t>détectée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assez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tôt</a:t>
              </a:r>
              <a:r>
                <a:rPr lang="en-US" sz="1100" noProof="0" dirty="0"/>
                <a:t>, </a:t>
              </a:r>
              <a:r>
                <a:rPr lang="en-US" sz="1100" noProof="0" dirty="0" err="1"/>
                <a:t>aurait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pu</a:t>
              </a:r>
              <a:r>
                <a:rPr lang="en-US" sz="1100" noProof="0" dirty="0"/>
                <a:t> se </a:t>
              </a:r>
              <a:r>
                <a:rPr lang="en-US" sz="1100" noProof="0" dirty="0" err="1"/>
                <a:t>conclure</a:t>
              </a:r>
              <a:r>
                <a:rPr lang="en-US" sz="1100" noProof="0" dirty="0"/>
                <a:t> par la destruction physique de la </a:t>
              </a:r>
              <a:r>
                <a:rPr lang="en-US" sz="1100" noProof="0" dirty="0" err="1"/>
                <a:t>raffinerie</a:t>
              </a:r>
              <a:r>
                <a:rPr lang="en-US" sz="1100" noProof="0" dirty="0"/>
                <a:t> et des </a:t>
              </a:r>
              <a:r>
                <a:rPr lang="en-US" sz="1100" noProof="0" dirty="0" err="1"/>
                <a:t>pertes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humaines</a:t>
              </a:r>
              <a:r>
                <a:rPr lang="en-US" sz="1100" noProof="0" dirty="0"/>
                <a:t> </a:t>
              </a:r>
              <a:r>
                <a:rPr lang="en-US" sz="1100" noProof="0" dirty="0" err="1"/>
                <a:t>importantes</a:t>
              </a:r>
              <a:r>
                <a:rPr lang="en-US" sz="1100" noProof="0" dirty="0"/>
                <a:t>.</a:t>
              </a:r>
            </a:p>
          </p:txBody>
        </p:sp>
      </p:grp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2894FA38-BFA7-F0AE-5C61-941E0329C256}"/>
              </a:ext>
            </a:extLst>
          </p:cNvPr>
          <p:cNvGrpSpPr/>
          <p:nvPr/>
        </p:nvGrpSpPr>
        <p:grpSpPr>
          <a:xfrm>
            <a:off x="4211124" y="1885951"/>
            <a:ext cx="3166850" cy="4364889"/>
            <a:chOff x="4322708" y="1885951"/>
            <a:chExt cx="3166850" cy="4364889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B61473D-3922-B113-F0B4-905186380151}"/>
                </a:ext>
              </a:extLst>
            </p:cNvPr>
            <p:cNvSpPr/>
            <p:nvPr/>
          </p:nvSpPr>
          <p:spPr>
            <a:xfrm>
              <a:off x="4322708" y="1885951"/>
              <a:ext cx="3166850" cy="43648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600"/>
                </a:spcBef>
              </a:pPr>
              <a:endParaRPr lang="en-US" sz="2000" noProof="0" dirty="0">
                <a:solidFill>
                  <a:schemeClr val="bg2"/>
                </a:solidFill>
                <a:ea typeface="+mj-ea"/>
                <a:cs typeface="+mj-cs"/>
              </a:endParaRPr>
            </a:p>
          </p:txBody>
        </p:sp>
        <p:sp>
          <p:nvSpPr>
            <p:cNvPr id="24" name="TextBox 22" descr="&#10;">
              <a:extLst>
                <a:ext uri="{FF2B5EF4-FFF2-40B4-BE49-F238E27FC236}">
                  <a16:creationId xmlns:a16="http://schemas.microsoft.com/office/drawing/2014/main" id="{03F90DB8-8A14-DFF3-7E18-E8BEA606BD8E}"/>
                </a:ext>
              </a:extLst>
            </p:cNvPr>
            <p:cNvSpPr txBox="1">
              <a:spLocks/>
            </p:cNvSpPr>
            <p:nvPr/>
          </p:nvSpPr>
          <p:spPr>
            <a:xfrm>
              <a:off x="5965181" y="1992408"/>
              <a:ext cx="517525" cy="254196"/>
            </a:xfrm>
            <a:prstGeom prst="rect">
              <a:avLst/>
            </a:prstGeom>
          </p:spPr>
          <p:txBody>
            <a:bodyPr vert="horz" lIns="0" tIns="36000" rIns="0" bIns="3600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tabLst/>
                <a:defRPr sz="1600" i="0" kern="1200" cap="none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71463" indent="-271463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bg2"/>
                </a:buClr>
                <a:buFont typeface="Avenir Next LT Pro" panose="020B05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9750" indent="-27305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bg2"/>
                </a:buClr>
                <a:buFont typeface="Poppins" panose="00000500000000000000" pitchFamily="2" charset="0"/>
                <a:buChar char="–"/>
                <a:tabLst>
                  <a:tab pos="88900" algn="l"/>
                </a:tabLst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06450" indent="-266700" algn="l" defTabSz="989013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bg2"/>
                </a:buClr>
                <a:buFont typeface="Courier New" panose="02070309020205020404" pitchFamily="49" charset="0"/>
                <a:buChar char="o"/>
                <a:defRPr sz="1200" kern="1200" cap="none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06450" marR="0" indent="-266700" algn="l" defTabSz="62865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Courier New" panose="02070309020205020404" pitchFamily="49" charset="0"/>
                <a:buChar char="o"/>
                <a:tabLst/>
                <a:defRPr lang="fr-FR" sz="1200" kern="1200" baseline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750" indent="261938" algn="just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bg2"/>
                </a:buClr>
                <a:buFont typeface="Courier New" panose="02070309020205020404" pitchFamily="49" charset="0"/>
                <a:buChar char="o"/>
                <a:defRPr lang="fr-FR" sz="1200" kern="1200" baseline="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20725" indent="360363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Clr>
                  <a:schemeClr val="bg2"/>
                </a:buClr>
                <a:buFont typeface="Courier New" panose="02070309020205020404" pitchFamily="49" charset="0"/>
                <a:buChar char="o"/>
                <a:defRPr lang="fr-FR" sz="1200" kern="1200" baseline="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06450" marR="0" indent="-266700" algn="just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Courier New" panose="02070309020205020404" pitchFamily="49" charset="0"/>
                <a:buChar char="o"/>
                <a:tabLst/>
                <a:defRPr lang="fr-FR" sz="12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06450" indent="-266700" algn="just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bg2"/>
                </a:buClr>
                <a:buFont typeface="Courier New" panose="02070309020205020404" pitchFamily="49" charset="0"/>
                <a:buChar char="o"/>
                <a:tabLst>
                  <a:tab pos="982663" algn="l"/>
                </a:tabLst>
                <a:defRPr lang="fr-FR" sz="12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noProof="0" dirty="0">
                  <a:solidFill>
                    <a:schemeClr val="bg2"/>
                  </a:solidFill>
                </a:rPr>
                <a:t>2018</a:t>
              </a:r>
            </a:p>
          </p:txBody>
        </p:sp>
        <p:sp>
          <p:nvSpPr>
            <p:cNvPr id="25" name="TextBox 56">
              <a:extLst>
                <a:ext uri="{FF2B5EF4-FFF2-40B4-BE49-F238E27FC236}">
                  <a16:creationId xmlns:a16="http://schemas.microsoft.com/office/drawing/2014/main" id="{F02DD700-73D6-5A2B-90B1-33578611271B}"/>
                </a:ext>
              </a:extLst>
            </p:cNvPr>
            <p:cNvSpPr txBox="1">
              <a:spLocks/>
            </p:cNvSpPr>
            <p:nvPr/>
          </p:nvSpPr>
          <p:spPr>
            <a:xfrm>
              <a:off x="4340431" y="2167505"/>
              <a:ext cx="3149127" cy="1080521"/>
            </a:xfrm>
            <a:prstGeom prst="rect">
              <a:avLst/>
            </a:prstGeom>
          </p:spPr>
          <p:txBody>
            <a:bodyPr vert="horz" lIns="36000" tIns="108000" rIns="36000" bIns="108000" rtlCol="0">
              <a:noAutofit/>
            </a:bodyPr>
            <a:lstStyle>
              <a:lvl1pPr marL="0" indent="0" algn="just" defTabSz="742950" rtl="0" eaLnBrk="1" latinLnBrk="0" hangingPunct="1">
                <a:lnSpc>
                  <a:spcPct val="100000"/>
                </a:lnSpc>
                <a:spcBef>
                  <a:spcPts val="1463"/>
                </a:spcBef>
                <a:buFont typeface="Arial" panose="020B0604020202020204" pitchFamily="34" charset="0"/>
                <a:buNone/>
                <a:tabLst/>
                <a:defRPr sz="1600" i="0" kern="1200" cap="none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1pPr>
              <a:lvl2pPr marL="291505" indent="-291505" algn="just" defTabSz="914400" rtl="0" eaLnBrk="1" latinLnBrk="0" hangingPunct="1">
                <a:lnSpc>
                  <a:spcPct val="100000"/>
                </a:lnSpc>
                <a:spcBef>
                  <a:spcPts val="1138"/>
                </a:spcBef>
                <a:buClr>
                  <a:schemeClr val="bg2"/>
                </a:buClr>
                <a:buFont typeface="Tempus Sans ITC" panose="04020404030D07020202" pitchFamily="82" charset="0"/>
                <a:buChar char="/"/>
                <a:defRPr lang="en-GB" sz="1400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92500" indent="0" algn="just" defTabSz="914400" rtl="0" eaLnBrk="1" latinLnBrk="0" hangingPunct="1">
                <a:lnSpc>
                  <a:spcPct val="100000"/>
                </a:lnSpc>
                <a:spcBef>
                  <a:spcPts val="488"/>
                </a:spcBef>
                <a:buFontTx/>
                <a:buNone/>
                <a:defRPr lang="en-GB" sz="1400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26500" indent="-234000" algn="just" defTabSz="742950" rtl="0" eaLnBrk="1" latinLnBrk="0" hangingPunct="1">
                <a:lnSpc>
                  <a:spcPct val="100000"/>
                </a:lnSpc>
                <a:spcBef>
                  <a:spcPts val="488"/>
                </a:spcBef>
                <a:buClr>
                  <a:schemeClr val="bg2"/>
                </a:buClr>
                <a:buFont typeface="Tahoma" panose="020B0604030504040204" pitchFamily="34" charset="0"/>
                <a:buChar char="›"/>
                <a:defRPr lang="en-GB" sz="1200" kern="1200" cap="none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marR="0" indent="-252000" algn="just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ahoma" panose="020B0604030504040204" pitchFamily="34" charset="0"/>
                <a:buChar char="»"/>
                <a:tabLst/>
                <a:defRPr lang="en-GB" sz="1000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900000" indent="-2520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Clr>
                  <a:schemeClr val="bg2"/>
                </a:buClr>
                <a:buFont typeface="Tahoma" panose="020B0604030504040204" pitchFamily="34" charset="0"/>
                <a:buChar char="»"/>
                <a:defRPr lang="en-GB" sz="1000" kern="1200" baseline="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900000" indent="-2520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Clr>
                  <a:schemeClr val="bg2"/>
                </a:buClr>
                <a:buFont typeface="Tahoma" panose="020B0604030504040204" pitchFamily="34" charset="0"/>
                <a:buChar char="»"/>
                <a:defRPr lang="en-GB" sz="1000" kern="1200" baseline="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0000" marR="0" indent="-252000" algn="just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ahoma" panose="020B0604030504040204" pitchFamily="34" charset="0"/>
                <a:buChar char="»"/>
                <a:tabLst/>
                <a:defRPr lang="en-GB" sz="1000" kern="1200" baseline="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900000" indent="-2520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Clr>
                  <a:schemeClr val="bg2"/>
                </a:buClr>
                <a:buFont typeface="Tahoma" panose="020B0604030504040204" pitchFamily="34" charset="0"/>
                <a:buChar char="»"/>
                <a:defRPr lang="en-GB" sz="1000" kern="1200" baseline="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600"/>
                </a:spcBef>
              </a:pPr>
              <a:r>
                <a:rPr lang="en-US" sz="1100" noProof="0" dirty="0">
                  <a:solidFill>
                    <a:schemeClr val="tx1"/>
                  </a:solidFill>
                </a:rPr>
                <a:t>La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ville</a:t>
              </a:r>
              <a:r>
                <a:rPr lang="en-US" sz="1100" noProof="0" dirty="0">
                  <a:solidFill>
                    <a:schemeClr val="tx1"/>
                  </a:solidFill>
                </a:rPr>
                <a:t>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d’Atlanta</a:t>
              </a:r>
              <a:r>
                <a:rPr lang="en-US" sz="1100" noProof="0" dirty="0">
                  <a:solidFill>
                    <a:schemeClr val="tx1"/>
                  </a:solidFill>
                </a:rPr>
                <a:t>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est</a:t>
              </a:r>
              <a:r>
                <a:rPr lang="en-US" sz="1100" noProof="0" dirty="0">
                  <a:solidFill>
                    <a:schemeClr val="tx1"/>
                  </a:solidFill>
                </a:rPr>
                <a:t>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touchée</a:t>
              </a:r>
              <a:r>
                <a:rPr lang="en-US" sz="1100" noProof="0" dirty="0">
                  <a:solidFill>
                    <a:schemeClr val="tx1"/>
                  </a:solidFill>
                </a:rPr>
                <a:t> par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une</a:t>
              </a:r>
              <a:r>
                <a:rPr lang="en-US" sz="1100" noProof="0" dirty="0">
                  <a:solidFill>
                    <a:schemeClr val="tx1"/>
                  </a:solidFill>
                </a:rPr>
                <a:t>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attaque</a:t>
              </a:r>
              <a:r>
                <a:rPr lang="en-US" sz="1100" noProof="0" dirty="0">
                  <a:solidFill>
                    <a:schemeClr val="tx1"/>
                  </a:solidFill>
                </a:rPr>
                <a:t> ransomware,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rendant</a:t>
              </a:r>
              <a:r>
                <a:rPr lang="en-US" sz="1100" noProof="0" dirty="0">
                  <a:solidFill>
                    <a:schemeClr val="tx1"/>
                  </a:solidFill>
                </a:rPr>
                <a:t>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indisponible</a:t>
              </a:r>
              <a:r>
                <a:rPr lang="en-US" sz="1100" noProof="0" dirty="0">
                  <a:solidFill>
                    <a:schemeClr val="tx1"/>
                  </a:solidFill>
                </a:rPr>
                <a:t> de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nombreux</a:t>
              </a:r>
              <a:r>
                <a:rPr lang="en-US" sz="1100" noProof="0" dirty="0">
                  <a:solidFill>
                    <a:schemeClr val="tx1"/>
                  </a:solidFill>
                </a:rPr>
                <a:t>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systèmes</a:t>
              </a:r>
              <a:r>
                <a:rPr lang="en-US" sz="1100" noProof="0" dirty="0">
                  <a:solidFill>
                    <a:schemeClr val="tx1"/>
                  </a:solidFill>
                </a:rPr>
                <a:t>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gouvernementaux</a:t>
              </a:r>
              <a:r>
                <a:rPr lang="en-US" sz="1100" noProof="0" dirty="0">
                  <a:solidFill>
                    <a:schemeClr val="tx1"/>
                  </a:solidFill>
                </a:rPr>
                <a:t>.</a:t>
              </a:r>
            </a:p>
            <a:p>
              <a:pPr algn="ctr">
                <a:spcBef>
                  <a:spcPts val="600"/>
                </a:spcBef>
              </a:pPr>
              <a:r>
                <a:rPr lang="en-US" sz="1100" noProof="0" dirty="0">
                  <a:solidFill>
                    <a:schemeClr val="tx1"/>
                  </a:solidFill>
                </a:rPr>
                <a:t>Parmi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ceux</a:t>
              </a:r>
              <a:r>
                <a:rPr lang="en-US" sz="1100" noProof="0" dirty="0">
                  <a:solidFill>
                    <a:schemeClr val="tx1"/>
                  </a:solidFill>
                </a:rPr>
                <a:t>-ci,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l’ensemble</a:t>
              </a:r>
              <a:r>
                <a:rPr lang="en-US" sz="1100" noProof="0" dirty="0">
                  <a:solidFill>
                    <a:schemeClr val="tx1"/>
                  </a:solidFill>
                </a:rPr>
                <a:t> des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systèmes</a:t>
              </a:r>
              <a:r>
                <a:rPr lang="en-US" sz="1100" noProof="0" dirty="0">
                  <a:solidFill>
                    <a:schemeClr val="tx1"/>
                  </a:solidFill>
                </a:rPr>
                <a:t> de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vidéo</a:t>
              </a:r>
              <a:r>
                <a:rPr lang="en-US" sz="1100" noProof="0" dirty="0">
                  <a:solidFill>
                    <a:schemeClr val="tx1"/>
                  </a:solidFill>
                </a:rPr>
                <a:t>-surveillances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sont</a:t>
              </a:r>
              <a:r>
                <a:rPr lang="en-US" sz="1100" noProof="0" dirty="0">
                  <a:solidFill>
                    <a:schemeClr val="tx1"/>
                  </a:solidFill>
                </a:rPr>
                <a:t>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rendus</a:t>
              </a:r>
              <a:r>
                <a:rPr lang="en-US" sz="1100" noProof="0" dirty="0">
                  <a:solidFill>
                    <a:schemeClr val="tx1"/>
                  </a:solidFill>
                </a:rPr>
                <a:t>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indisponibles</a:t>
              </a:r>
              <a:r>
                <a:rPr lang="en-US" sz="1100" noProof="0" dirty="0">
                  <a:solidFill>
                    <a:schemeClr val="tx1"/>
                  </a:solidFill>
                </a:rPr>
                <a:t>.</a:t>
              </a:r>
            </a:p>
          </p:txBody>
        </p:sp>
        <p:pic>
          <p:nvPicPr>
            <p:cNvPr id="8" name="United States of America, USA">
              <a:extLst>
                <a:ext uri="{FF2B5EF4-FFF2-40B4-BE49-F238E27FC236}">
                  <a16:creationId xmlns:a16="http://schemas.microsoft.com/office/drawing/2014/main" id="{D3EAF0C1-E3BA-B341-FD73-671CBA4FEB6E}"/>
                </a:ext>
              </a:extLst>
            </p:cNvPr>
            <p:cNvPicPr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13366" y="2006185"/>
              <a:ext cx="302945" cy="213533"/>
            </a:xfrm>
            <a:prstGeom prst="rect">
              <a:avLst/>
            </a:prstGeom>
          </p:spPr>
        </p:pic>
        <p:sp>
          <p:nvSpPr>
            <p:cNvPr id="27" name="TextBox 22" descr="&#10;">
              <a:extLst>
                <a:ext uri="{FF2B5EF4-FFF2-40B4-BE49-F238E27FC236}">
                  <a16:creationId xmlns:a16="http://schemas.microsoft.com/office/drawing/2014/main" id="{A14E2CA3-9023-AFC5-608B-36E235040679}"/>
                </a:ext>
              </a:extLst>
            </p:cNvPr>
            <p:cNvSpPr txBox="1">
              <a:spLocks/>
            </p:cNvSpPr>
            <p:nvPr/>
          </p:nvSpPr>
          <p:spPr>
            <a:xfrm>
              <a:off x="5965181" y="3398204"/>
              <a:ext cx="517525" cy="254196"/>
            </a:xfrm>
            <a:prstGeom prst="rect">
              <a:avLst/>
            </a:prstGeom>
          </p:spPr>
          <p:txBody>
            <a:bodyPr vert="horz" lIns="0" tIns="36000" rIns="0" bIns="3600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tabLst/>
                <a:defRPr sz="1600" i="0" kern="1200" cap="none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71463" indent="-271463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bg2"/>
                </a:buClr>
                <a:buFont typeface="Avenir Next LT Pro" panose="020B05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9750" indent="-27305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bg2"/>
                </a:buClr>
                <a:buFont typeface="Poppins" panose="00000500000000000000" pitchFamily="2" charset="0"/>
                <a:buChar char="–"/>
                <a:tabLst>
                  <a:tab pos="88900" algn="l"/>
                </a:tabLst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06450" indent="-266700" algn="l" defTabSz="989013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bg2"/>
                </a:buClr>
                <a:buFont typeface="Courier New" panose="02070309020205020404" pitchFamily="49" charset="0"/>
                <a:buChar char="o"/>
                <a:defRPr sz="1200" kern="1200" cap="none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06450" marR="0" indent="-266700" algn="l" defTabSz="62865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Courier New" panose="02070309020205020404" pitchFamily="49" charset="0"/>
                <a:buChar char="o"/>
                <a:tabLst/>
                <a:defRPr lang="fr-FR" sz="1200" kern="1200" baseline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750" indent="261938" algn="just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bg2"/>
                </a:buClr>
                <a:buFont typeface="Courier New" panose="02070309020205020404" pitchFamily="49" charset="0"/>
                <a:buChar char="o"/>
                <a:defRPr lang="fr-FR" sz="1200" kern="1200" baseline="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20725" indent="360363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Clr>
                  <a:schemeClr val="bg2"/>
                </a:buClr>
                <a:buFont typeface="Courier New" panose="02070309020205020404" pitchFamily="49" charset="0"/>
                <a:buChar char="o"/>
                <a:defRPr lang="fr-FR" sz="1200" kern="1200" baseline="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06450" marR="0" indent="-266700" algn="just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Courier New" panose="02070309020205020404" pitchFamily="49" charset="0"/>
                <a:buChar char="o"/>
                <a:tabLst/>
                <a:defRPr lang="fr-FR" sz="12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06450" indent="-266700" algn="just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bg2"/>
                </a:buClr>
                <a:buFont typeface="Courier New" panose="02070309020205020404" pitchFamily="49" charset="0"/>
                <a:buChar char="o"/>
                <a:tabLst>
                  <a:tab pos="982663" algn="l"/>
                </a:tabLst>
                <a:defRPr lang="fr-FR" sz="12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noProof="0" dirty="0">
                  <a:solidFill>
                    <a:schemeClr val="bg2"/>
                  </a:solidFill>
                </a:rPr>
                <a:t>2017</a:t>
              </a:r>
            </a:p>
          </p:txBody>
        </p:sp>
        <p:sp>
          <p:nvSpPr>
            <p:cNvPr id="28" name="TextBox 56">
              <a:extLst>
                <a:ext uri="{FF2B5EF4-FFF2-40B4-BE49-F238E27FC236}">
                  <a16:creationId xmlns:a16="http://schemas.microsoft.com/office/drawing/2014/main" id="{80CF3863-A988-5710-91D1-4B743BE77CB6}"/>
                </a:ext>
              </a:extLst>
            </p:cNvPr>
            <p:cNvSpPr txBox="1">
              <a:spLocks/>
            </p:cNvSpPr>
            <p:nvPr/>
          </p:nvSpPr>
          <p:spPr>
            <a:xfrm>
              <a:off x="4433284" y="3563328"/>
              <a:ext cx="2965385" cy="1035409"/>
            </a:xfrm>
            <a:prstGeom prst="rect">
              <a:avLst/>
            </a:prstGeom>
          </p:spPr>
          <p:txBody>
            <a:bodyPr vert="horz" lIns="36000" tIns="108000" rIns="36000" bIns="108000" rtlCol="0">
              <a:noAutofit/>
            </a:bodyPr>
            <a:lstStyle>
              <a:lvl1pPr marL="0" indent="0" algn="just" defTabSz="742950" rtl="0" eaLnBrk="1" latinLnBrk="0" hangingPunct="1">
                <a:lnSpc>
                  <a:spcPct val="100000"/>
                </a:lnSpc>
                <a:spcBef>
                  <a:spcPts val="1463"/>
                </a:spcBef>
                <a:buFont typeface="Arial" panose="020B0604020202020204" pitchFamily="34" charset="0"/>
                <a:buNone/>
                <a:tabLst/>
                <a:defRPr sz="1600" i="0" kern="1200" cap="none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1pPr>
              <a:lvl2pPr marL="291505" indent="-291505" algn="just" defTabSz="914400" rtl="0" eaLnBrk="1" latinLnBrk="0" hangingPunct="1">
                <a:lnSpc>
                  <a:spcPct val="100000"/>
                </a:lnSpc>
                <a:spcBef>
                  <a:spcPts val="1138"/>
                </a:spcBef>
                <a:buClr>
                  <a:schemeClr val="bg2"/>
                </a:buClr>
                <a:buFont typeface="Tempus Sans ITC" panose="04020404030D07020202" pitchFamily="82" charset="0"/>
                <a:buChar char="/"/>
                <a:defRPr lang="en-GB" sz="1400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92500" indent="0" algn="just" defTabSz="914400" rtl="0" eaLnBrk="1" latinLnBrk="0" hangingPunct="1">
                <a:lnSpc>
                  <a:spcPct val="100000"/>
                </a:lnSpc>
                <a:spcBef>
                  <a:spcPts val="488"/>
                </a:spcBef>
                <a:buFontTx/>
                <a:buNone/>
                <a:defRPr lang="en-GB" sz="1400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26500" indent="-234000" algn="just" defTabSz="742950" rtl="0" eaLnBrk="1" latinLnBrk="0" hangingPunct="1">
                <a:lnSpc>
                  <a:spcPct val="100000"/>
                </a:lnSpc>
                <a:spcBef>
                  <a:spcPts val="488"/>
                </a:spcBef>
                <a:buClr>
                  <a:schemeClr val="bg2"/>
                </a:buClr>
                <a:buFont typeface="Tahoma" panose="020B0604030504040204" pitchFamily="34" charset="0"/>
                <a:buChar char="›"/>
                <a:defRPr lang="en-GB" sz="1200" kern="1200" cap="none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marR="0" indent="-252000" algn="just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ahoma" panose="020B0604030504040204" pitchFamily="34" charset="0"/>
                <a:buChar char="»"/>
                <a:tabLst/>
                <a:defRPr lang="en-GB" sz="1000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900000" indent="-2520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Clr>
                  <a:schemeClr val="bg2"/>
                </a:buClr>
                <a:buFont typeface="Tahoma" panose="020B0604030504040204" pitchFamily="34" charset="0"/>
                <a:buChar char="»"/>
                <a:defRPr lang="en-GB" sz="1000" kern="1200" baseline="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900000" indent="-2520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Clr>
                  <a:schemeClr val="bg2"/>
                </a:buClr>
                <a:buFont typeface="Tahoma" panose="020B0604030504040204" pitchFamily="34" charset="0"/>
                <a:buChar char="»"/>
                <a:defRPr lang="en-GB" sz="1000" kern="1200" baseline="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0000" marR="0" indent="-252000" algn="just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ahoma" panose="020B0604030504040204" pitchFamily="34" charset="0"/>
                <a:buChar char="»"/>
                <a:tabLst/>
                <a:defRPr lang="en-GB" sz="1000" kern="1200" baseline="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900000" indent="-2520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Clr>
                  <a:schemeClr val="bg2"/>
                </a:buClr>
                <a:buFont typeface="Tahoma" panose="020B0604030504040204" pitchFamily="34" charset="0"/>
                <a:buChar char="»"/>
                <a:defRPr lang="en-GB" sz="1000" kern="1200" baseline="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600"/>
                </a:spcBef>
              </a:pPr>
              <a:r>
                <a:rPr lang="en-US" sz="1100" noProof="0" dirty="0">
                  <a:solidFill>
                    <a:schemeClr val="tx1"/>
                  </a:solidFill>
                </a:rPr>
                <a:t>Un casino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américain</a:t>
              </a:r>
              <a:r>
                <a:rPr lang="en-US" sz="1100" noProof="0" dirty="0">
                  <a:solidFill>
                    <a:schemeClr val="tx1"/>
                  </a:solidFill>
                </a:rPr>
                <a:t>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est</a:t>
              </a:r>
              <a:r>
                <a:rPr lang="en-US" sz="1100" noProof="0" dirty="0">
                  <a:solidFill>
                    <a:schemeClr val="tx1"/>
                  </a:solidFill>
                </a:rPr>
                <a:t>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victime</a:t>
              </a:r>
              <a:r>
                <a:rPr lang="en-US" sz="1100" noProof="0" dirty="0">
                  <a:solidFill>
                    <a:schemeClr val="tx1"/>
                  </a:solidFill>
                </a:rPr>
                <a:t>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d’une</a:t>
              </a:r>
              <a:r>
                <a:rPr lang="en-US" sz="1100" noProof="0" dirty="0">
                  <a:solidFill>
                    <a:schemeClr val="tx1"/>
                  </a:solidFill>
                </a:rPr>
                <a:t>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fuite</a:t>
              </a:r>
              <a:r>
                <a:rPr lang="en-US" sz="1100" noProof="0" dirty="0">
                  <a:solidFill>
                    <a:schemeClr val="tx1"/>
                  </a:solidFill>
                </a:rPr>
                <a:t> de données clients.</a:t>
              </a:r>
            </a:p>
            <a:p>
              <a:pPr algn="ctr">
                <a:spcBef>
                  <a:spcPts val="600"/>
                </a:spcBef>
              </a:pPr>
              <a:r>
                <a:rPr lang="en-US" sz="1100" noProof="0" dirty="0">
                  <a:solidFill>
                    <a:schemeClr val="tx1"/>
                  </a:solidFill>
                </a:rPr>
                <a:t> Les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criminels</a:t>
              </a:r>
              <a:r>
                <a:rPr lang="en-US" sz="1100" noProof="0" dirty="0">
                  <a:solidFill>
                    <a:schemeClr val="tx1"/>
                  </a:solidFill>
                </a:rPr>
                <a:t>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exfiltrent</a:t>
              </a:r>
              <a:r>
                <a:rPr lang="en-US" sz="1100" noProof="0" dirty="0">
                  <a:solidFill>
                    <a:schemeClr val="tx1"/>
                  </a:solidFill>
                </a:rPr>
                <a:t> la base de données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en</a:t>
              </a:r>
              <a:r>
                <a:rPr lang="en-US" sz="1100" noProof="0" dirty="0">
                  <a:solidFill>
                    <a:schemeClr val="tx1"/>
                  </a:solidFill>
                </a:rPr>
                <a:t>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compromettant</a:t>
              </a:r>
              <a:r>
                <a:rPr lang="en-US" sz="1100" noProof="0" dirty="0">
                  <a:solidFill>
                    <a:schemeClr val="tx1"/>
                  </a:solidFill>
                </a:rPr>
                <a:t> le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thermomètre</a:t>
              </a:r>
              <a:r>
                <a:rPr lang="en-US" sz="1100" noProof="0" dirty="0">
                  <a:solidFill>
                    <a:schemeClr val="tx1"/>
                  </a:solidFill>
                </a:rPr>
                <a:t> d’un aquarium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connecté</a:t>
              </a:r>
              <a:r>
                <a:rPr lang="en-US" sz="1100" noProof="0" dirty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35" name="TextBox 22" descr="&#10;">
              <a:extLst>
                <a:ext uri="{FF2B5EF4-FFF2-40B4-BE49-F238E27FC236}">
                  <a16:creationId xmlns:a16="http://schemas.microsoft.com/office/drawing/2014/main" id="{8D26FD8B-4169-03B5-612E-A98167AA3773}"/>
                </a:ext>
              </a:extLst>
            </p:cNvPr>
            <p:cNvSpPr txBox="1">
              <a:spLocks/>
            </p:cNvSpPr>
            <p:nvPr/>
          </p:nvSpPr>
          <p:spPr>
            <a:xfrm>
              <a:off x="5965181" y="4755989"/>
              <a:ext cx="517525" cy="254196"/>
            </a:xfrm>
            <a:prstGeom prst="rect">
              <a:avLst/>
            </a:prstGeom>
          </p:spPr>
          <p:txBody>
            <a:bodyPr vert="horz" lIns="0" tIns="36000" rIns="0" bIns="3600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None/>
                <a:tabLst/>
                <a:defRPr sz="1600" i="0" kern="1200" cap="none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271463" indent="-271463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bg2"/>
                </a:buClr>
                <a:buFont typeface="Avenir Next LT Pro" panose="020B05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9750" indent="-27305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bg2"/>
                </a:buClr>
                <a:buFont typeface="Poppins" panose="00000500000000000000" pitchFamily="2" charset="0"/>
                <a:buChar char="–"/>
                <a:tabLst>
                  <a:tab pos="88900" algn="l"/>
                </a:tabLst>
                <a:defRPr sz="1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06450" indent="-266700" algn="l" defTabSz="989013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bg2"/>
                </a:buClr>
                <a:buFont typeface="Courier New" panose="02070309020205020404" pitchFamily="49" charset="0"/>
                <a:buChar char="o"/>
                <a:defRPr sz="1200" kern="1200" cap="none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06450" marR="0" indent="-266700" algn="l" defTabSz="62865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Courier New" panose="02070309020205020404" pitchFamily="49" charset="0"/>
                <a:buChar char="o"/>
                <a:tabLst/>
                <a:defRPr lang="fr-FR" sz="1200" kern="1200" baseline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539750" indent="261938" algn="just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bg2"/>
                </a:buClr>
                <a:buFont typeface="Courier New" panose="02070309020205020404" pitchFamily="49" charset="0"/>
                <a:buChar char="o"/>
                <a:defRPr lang="fr-FR" sz="1200" kern="1200" baseline="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20725" indent="360363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Clr>
                  <a:schemeClr val="bg2"/>
                </a:buClr>
                <a:buFont typeface="Courier New" panose="02070309020205020404" pitchFamily="49" charset="0"/>
                <a:buChar char="o"/>
                <a:defRPr lang="fr-FR" sz="1200" kern="1200" baseline="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06450" marR="0" indent="-266700" algn="just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Courier New" panose="02070309020205020404" pitchFamily="49" charset="0"/>
                <a:buChar char="o"/>
                <a:tabLst/>
                <a:defRPr lang="fr-FR" sz="12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06450" indent="-266700" algn="just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Clr>
                  <a:schemeClr val="bg2"/>
                </a:buClr>
                <a:buFont typeface="Courier New" panose="02070309020205020404" pitchFamily="49" charset="0"/>
                <a:buChar char="o"/>
                <a:tabLst>
                  <a:tab pos="982663" algn="l"/>
                </a:tabLst>
                <a:defRPr lang="fr-FR" sz="12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 noProof="0" dirty="0">
                  <a:solidFill>
                    <a:schemeClr val="bg2"/>
                  </a:solidFill>
                </a:rPr>
                <a:t>2013</a:t>
              </a:r>
            </a:p>
          </p:txBody>
        </p:sp>
        <p:sp>
          <p:nvSpPr>
            <p:cNvPr id="36" name="TextBox 56">
              <a:extLst>
                <a:ext uri="{FF2B5EF4-FFF2-40B4-BE49-F238E27FC236}">
                  <a16:creationId xmlns:a16="http://schemas.microsoft.com/office/drawing/2014/main" id="{3A4F17A5-9510-2DC4-EA19-B49B8AC46E5C}"/>
                </a:ext>
              </a:extLst>
            </p:cNvPr>
            <p:cNvSpPr txBox="1">
              <a:spLocks/>
            </p:cNvSpPr>
            <p:nvPr/>
          </p:nvSpPr>
          <p:spPr>
            <a:xfrm>
              <a:off x="4340431" y="4951491"/>
              <a:ext cx="3142399" cy="1267548"/>
            </a:xfrm>
            <a:prstGeom prst="rect">
              <a:avLst/>
            </a:prstGeom>
          </p:spPr>
          <p:txBody>
            <a:bodyPr vert="horz" lIns="36000" tIns="108000" rIns="36000" bIns="108000" rtlCol="0">
              <a:noAutofit/>
            </a:bodyPr>
            <a:lstStyle>
              <a:lvl1pPr marL="0" indent="0" algn="just" defTabSz="742950" rtl="0" eaLnBrk="1" latinLnBrk="0" hangingPunct="1">
                <a:lnSpc>
                  <a:spcPct val="100000"/>
                </a:lnSpc>
                <a:spcBef>
                  <a:spcPts val="1463"/>
                </a:spcBef>
                <a:buFont typeface="Arial" panose="020B0604020202020204" pitchFamily="34" charset="0"/>
                <a:buNone/>
                <a:tabLst/>
                <a:defRPr sz="1600" i="0" kern="1200" cap="none" baseline="0">
                  <a:solidFill>
                    <a:schemeClr val="bg2"/>
                  </a:solidFill>
                  <a:latin typeface="+mn-lt"/>
                  <a:ea typeface="+mn-ea"/>
                  <a:cs typeface="+mn-cs"/>
                </a:defRPr>
              </a:lvl1pPr>
              <a:lvl2pPr marL="291505" indent="-291505" algn="just" defTabSz="914400" rtl="0" eaLnBrk="1" latinLnBrk="0" hangingPunct="1">
                <a:lnSpc>
                  <a:spcPct val="100000"/>
                </a:lnSpc>
                <a:spcBef>
                  <a:spcPts val="1138"/>
                </a:spcBef>
                <a:buClr>
                  <a:schemeClr val="bg2"/>
                </a:buClr>
                <a:buFont typeface="Tempus Sans ITC" panose="04020404030D07020202" pitchFamily="82" charset="0"/>
                <a:buChar char="/"/>
                <a:defRPr lang="en-GB" sz="1400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92500" indent="0" algn="just" defTabSz="914400" rtl="0" eaLnBrk="1" latinLnBrk="0" hangingPunct="1">
                <a:lnSpc>
                  <a:spcPct val="100000"/>
                </a:lnSpc>
                <a:spcBef>
                  <a:spcPts val="488"/>
                </a:spcBef>
                <a:buFontTx/>
                <a:buNone/>
                <a:defRPr lang="en-GB" sz="1400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26500" indent="-234000" algn="just" defTabSz="742950" rtl="0" eaLnBrk="1" latinLnBrk="0" hangingPunct="1">
                <a:lnSpc>
                  <a:spcPct val="100000"/>
                </a:lnSpc>
                <a:spcBef>
                  <a:spcPts val="488"/>
                </a:spcBef>
                <a:buClr>
                  <a:schemeClr val="bg2"/>
                </a:buClr>
                <a:buFont typeface="Tahoma" panose="020B0604030504040204" pitchFamily="34" charset="0"/>
                <a:buChar char="›"/>
                <a:defRPr lang="en-GB" sz="1200" kern="1200" cap="none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marR="0" indent="-252000" algn="just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ahoma" panose="020B0604030504040204" pitchFamily="34" charset="0"/>
                <a:buChar char="»"/>
                <a:tabLst/>
                <a:defRPr lang="en-GB" sz="1000" kern="1200" baseline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900000" indent="-2520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Clr>
                  <a:schemeClr val="bg2"/>
                </a:buClr>
                <a:buFont typeface="Tahoma" panose="020B0604030504040204" pitchFamily="34" charset="0"/>
                <a:buChar char="»"/>
                <a:defRPr lang="en-GB" sz="1000" kern="1200" baseline="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900000" indent="-2520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Clr>
                  <a:schemeClr val="bg2"/>
                </a:buClr>
                <a:buFont typeface="Tahoma" panose="020B0604030504040204" pitchFamily="34" charset="0"/>
                <a:buChar char="»"/>
                <a:defRPr lang="en-GB" sz="1000" kern="1200" baseline="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900000" marR="0" indent="-252000" algn="just" defTabSz="914400" rtl="0" eaLnBrk="1" fontAlgn="auto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bg2"/>
                </a:buClr>
                <a:buSzTx/>
                <a:buFont typeface="Tahoma" panose="020B0604030504040204" pitchFamily="34" charset="0"/>
                <a:buChar char="»"/>
                <a:tabLst/>
                <a:defRPr lang="en-GB" sz="1000" kern="1200" baseline="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900000" indent="-252000" algn="just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Clr>
                  <a:schemeClr val="bg2"/>
                </a:buClr>
                <a:buFont typeface="Tahoma" panose="020B0604030504040204" pitchFamily="34" charset="0"/>
                <a:buChar char="»"/>
                <a:defRPr lang="en-GB" sz="1000" kern="1200" baseline="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ts val="600"/>
                </a:spcBef>
              </a:pPr>
              <a:r>
                <a:rPr lang="en-US" sz="1100" noProof="0" dirty="0">
                  <a:solidFill>
                    <a:schemeClr val="tx1"/>
                  </a:solidFill>
                </a:rPr>
                <a:t>Des hackers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parviennent</a:t>
              </a:r>
              <a:r>
                <a:rPr lang="en-US" sz="1100" noProof="0" dirty="0">
                  <a:solidFill>
                    <a:schemeClr val="tx1"/>
                  </a:solidFill>
                </a:rPr>
                <a:t> à prendre le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contrôle</a:t>
              </a:r>
              <a:r>
                <a:rPr lang="en-US" sz="1100" noProof="0" dirty="0">
                  <a:solidFill>
                    <a:schemeClr val="tx1"/>
                  </a:solidFill>
                </a:rPr>
                <a:t> d’un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système</a:t>
              </a:r>
              <a:r>
                <a:rPr lang="en-US" sz="1100" noProof="0" dirty="0">
                  <a:solidFill>
                    <a:schemeClr val="tx1"/>
                  </a:solidFill>
                </a:rPr>
                <a:t> de GTB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vulnérable</a:t>
              </a:r>
              <a:r>
                <a:rPr lang="en-US" sz="1100" noProof="0" dirty="0">
                  <a:solidFill>
                    <a:schemeClr val="tx1"/>
                  </a:solidFill>
                </a:rPr>
                <a:t>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directement</a:t>
              </a:r>
              <a:r>
                <a:rPr lang="en-US" sz="1100" noProof="0" dirty="0">
                  <a:solidFill>
                    <a:schemeClr val="tx1"/>
                  </a:solidFill>
                </a:rPr>
                <a:t> exposé via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une</a:t>
              </a:r>
              <a:r>
                <a:rPr lang="en-US" sz="1100" noProof="0" dirty="0">
                  <a:solidFill>
                    <a:schemeClr val="tx1"/>
                  </a:solidFill>
                </a:rPr>
                <a:t> IP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publique</a:t>
              </a:r>
              <a:r>
                <a:rPr lang="en-US" sz="1100" noProof="0" dirty="0">
                  <a:solidFill>
                    <a:schemeClr val="tx1"/>
                  </a:solidFill>
                </a:rPr>
                <a:t>.</a:t>
              </a:r>
            </a:p>
            <a:p>
              <a:pPr algn="ctr">
                <a:spcBef>
                  <a:spcPts val="600"/>
                </a:spcBef>
              </a:pPr>
              <a:r>
                <a:rPr lang="en-US" sz="1100" noProof="0" dirty="0">
                  <a:solidFill>
                    <a:schemeClr val="tx1"/>
                  </a:solidFill>
                </a:rPr>
                <a:t>Par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rebond</a:t>
              </a:r>
              <a:r>
                <a:rPr lang="en-US" sz="1100" noProof="0" dirty="0">
                  <a:solidFill>
                    <a:schemeClr val="tx1"/>
                  </a:solidFill>
                </a:rPr>
                <a:t>, les hackers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sont</a:t>
              </a:r>
              <a:r>
                <a:rPr lang="en-US" sz="1100" noProof="0" dirty="0">
                  <a:solidFill>
                    <a:schemeClr val="tx1"/>
                  </a:solidFill>
                </a:rPr>
                <a:t> parvenus à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pénétrer</a:t>
              </a:r>
              <a:r>
                <a:rPr lang="en-US" sz="1100" noProof="0" dirty="0">
                  <a:solidFill>
                    <a:schemeClr val="tx1"/>
                  </a:solidFill>
                </a:rPr>
                <a:t> dans les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systèmes</a:t>
              </a:r>
              <a:r>
                <a:rPr lang="en-US" sz="1100" noProof="0" dirty="0">
                  <a:solidFill>
                    <a:schemeClr val="tx1"/>
                  </a:solidFill>
                </a:rPr>
                <a:t>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d’autres</a:t>
              </a:r>
              <a:r>
                <a:rPr lang="en-US" sz="1100" noProof="0" dirty="0">
                  <a:solidFill>
                    <a:schemeClr val="tx1"/>
                  </a:solidFill>
                </a:rPr>
                <a:t>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bâtiments</a:t>
              </a:r>
              <a:r>
                <a:rPr lang="en-US" sz="1100" noProof="0" dirty="0">
                  <a:solidFill>
                    <a:schemeClr val="tx1"/>
                  </a:solidFill>
                </a:rPr>
                <a:t> de </a:t>
              </a:r>
              <a:r>
                <a:rPr lang="en-US" sz="1100" noProof="0" dirty="0" err="1">
                  <a:solidFill>
                    <a:schemeClr val="tx1"/>
                  </a:solidFill>
                </a:rPr>
                <a:t>l’entreprise</a:t>
              </a:r>
              <a:r>
                <a:rPr lang="en-US" sz="1100" noProof="0" dirty="0">
                  <a:solidFill>
                    <a:schemeClr val="tx1"/>
                  </a:solidFill>
                </a:rPr>
                <a:t>.</a:t>
              </a:r>
            </a:p>
          </p:txBody>
        </p:sp>
        <p:pic>
          <p:nvPicPr>
            <p:cNvPr id="47" name="United States of America, USA">
              <a:extLst>
                <a:ext uri="{FF2B5EF4-FFF2-40B4-BE49-F238E27FC236}">
                  <a16:creationId xmlns:a16="http://schemas.microsoft.com/office/drawing/2014/main" id="{D03FADCB-5C8C-8CF0-0CF4-47B48323F29A}"/>
                </a:ext>
              </a:extLst>
            </p:cNvPr>
            <p:cNvPicPr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13366" y="3402908"/>
              <a:ext cx="302945" cy="213533"/>
            </a:xfrm>
            <a:prstGeom prst="rect">
              <a:avLst/>
            </a:prstGeom>
          </p:spPr>
        </p:pic>
        <p:pic>
          <p:nvPicPr>
            <p:cNvPr id="48" name="United States of America, USA">
              <a:extLst>
                <a:ext uri="{FF2B5EF4-FFF2-40B4-BE49-F238E27FC236}">
                  <a16:creationId xmlns:a16="http://schemas.microsoft.com/office/drawing/2014/main" id="{DA7B9588-0F6E-328A-C3C4-2CF44328C5BB}"/>
                </a:ext>
              </a:extLst>
            </p:cNvPr>
            <p:cNvPicPr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13366" y="4762778"/>
              <a:ext cx="302945" cy="213533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FE98293-3726-5121-01C5-9A7036AD4632}"/>
              </a:ext>
            </a:extLst>
          </p:cNvPr>
          <p:cNvSpPr/>
          <p:nvPr/>
        </p:nvSpPr>
        <p:spPr>
          <a:xfrm>
            <a:off x="4222119" y="1878764"/>
            <a:ext cx="3167999" cy="436488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600"/>
              </a:spcBef>
            </a:pPr>
            <a:endParaRPr lang="en-US" sz="2000" noProof="0" dirty="0">
              <a:solidFill>
                <a:schemeClr val="bg2"/>
              </a:solidFill>
              <a:ea typeface="+mj-ea"/>
              <a:cs typeface="+mj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202D96-25B6-F6D2-3443-CD4A73275AAE}"/>
              </a:ext>
            </a:extLst>
          </p:cNvPr>
          <p:cNvSpPr/>
          <p:nvPr/>
        </p:nvSpPr>
        <p:spPr>
          <a:xfrm>
            <a:off x="7781926" y="1890713"/>
            <a:ext cx="3167999" cy="436488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ts val="600"/>
              </a:spcBef>
            </a:pPr>
            <a:endParaRPr lang="en-US" sz="2000" noProof="0" dirty="0">
              <a:solidFill>
                <a:schemeClr val="bg2"/>
              </a:solidFill>
              <a:ea typeface="+mj-ea"/>
              <a:cs typeface="+mj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134561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TOCALGOID" val="ScriptedShapesTocAlgo"/>
  <p:tag name="UPSLIDETOCMASTERID" val="Wavestone White - Landscape EN7 13 2016"/>
  <p:tag name="UPSLIDETOCMASTERNAME" val="Wavestone White - Landscape EN"/>
  <p:tag name="UPSLIDETOCMASTERLASTEDITIONDATE" val="636045403044458308"/>
  <p:tag name="UPSLIDETOCOPTIONS" val="&lt;?xml version=&quot;1.0&quot; encoding=&quot;utf-16&quot;?&gt;&#10;&lt;TocContentOptions xmlns:xsi=&quot;http://www.w3.org/2001/XMLSchema-instance&quot; xmlns:xsd=&quot;http://www.w3.org/2001/XMLSchema&quot;&gt;&#10;  &lt;TocSlidesOptions&gt;&#10;    &lt;ContainsSubSectionTitles&gt;false&lt;/ContainsSubSectionTitles&gt;&#10;    &lt;ContainsSlideTitles&gt;false&lt;/ContainsSlideTitles&gt;&#10;    &lt;ContainsParentLessSlidesTitles&gt;false&lt;/ContainsParentLessSlidesTitles&gt;&#10;    &lt;ContainsPrentLessSubsections&gt;false&lt;/ContainsPrentLessSubsections&gt;&#10;    &lt;ContainsAppendix&gt;false&lt;/ContainsAppendix&gt;&#10;    &lt;ContainsUnNumberedSections&gt;false&lt;/ContainsUnNumberedSections&gt;&#10;    &lt;SlideTitle&gt;Agenda&lt;/SlideTitle&gt;&#10;  &lt;/TocSlidesOptions&gt;&#10;  &lt;SectionSlideOptions&gt;&#10;    &lt;ContainsOwnSubSection&gt;true&lt;/ContainsOwnSubSection&gt;&#10;    &lt;ContainsOwnSlide&gt;true&lt;/ContainsOwnSlide&gt;&#10;    &lt;ContainsOtherSections&gt;true&lt;/ContainsOtherSections&gt;&#10;    &lt;ContainsOthersSubsection&gt;true&lt;/ContainsOthersSubsection&gt;&#10;    &lt;containsAppendix&gt;true&lt;/containsAppendix&gt;&#10;    &lt;containsUnnumberedSections&gt;true&lt;/containsUnnumberedSections&gt;&#10;    &lt;SlideTitle&gt;Table of contents&lt;/SlideTitle&gt;&#10;  &lt;/SectionSlideOptions&gt;&#10;  &lt;SubSectionSlideOptions&gt;&#10;    &lt;ContainsOtherSubsections&gt;true&lt;/ContainsOtherSubsections&gt;&#10;    &lt;ContainsOwnSlides&gt;true&lt;/ContainsOwnSlides&gt;&#10;    &lt;ContainsParentSection&gt;true&lt;/ContainsParentSection&gt;&#10;    &lt;ContainsOtherSections&gt;true&lt;/ContainsOtherSections&gt;&#10;    &lt;containsAppendix&gt;true&lt;/containsAppendix&gt;&#10;    &lt;containsUnnumberedSections&gt;true&lt;/containsUnnumberedSections&gt;&#10;    &lt;SlideTitle&gt;Table of contents&lt;/SlideTitle&gt;&#10;  &lt;/SubSectionSlideOptions&gt;&#10;  &lt;UsedSlideLayouts&gt;&#10;    &lt;TocSlidesLayout&gt;&#10;      &lt;DesignName&gt;DRAFT-FR-A4-Deliverable-201619&lt;/DesignName&gt;&#10;      &lt;LayoutName&gt;Blank page&lt;/LayoutName&gt;&#10;    &lt;/TocSlidesLayout&gt;&#10;    &lt;SectionLayout&gt;&#10;      &lt;DesignName&gt;DRAFT-FR-A4-Deliverable-201619&lt;/DesignName&gt;&#10;      &lt;LayoutName&gt;Blank page&lt;/LayoutName&gt;&#10;    &lt;/SectionLayout&gt;&#10;    &lt;SubsectionLayout&gt;&#10;      &lt;DesignName&gt;DRAFT-FR-A4-Deliverable-201619&lt;/DesignName&gt;&#10;      &lt;LayoutName&gt;Blank page&lt;/LayoutName&gt;&#10;    &lt;/SubsectionLayout&gt;&#10;    &lt;TitleSliLayout&gt;&#10;      &lt;DesignName&gt;DRAFT-FR-A4-Deliverable-201619&lt;/DesignName&gt;&#10;      &lt;LayoutName&gt;Cover White + Image&lt;/LayoutName&gt;&#10;    &lt;/TitleSliLayout&gt;&#10;  &lt;/UsedSlideLayouts&gt;&#10;  &lt;ActiveReminders&gt;&#10;    &lt;ReminderScriptList&gt;&#10;      &lt;ReminderScript&gt;&#10;        &lt;Key xsi:type=&quot;xsd:string&quot;&gt;Reminder19/07/2016 13:48:31518297754&lt;/Key&gt;&#10;        &lt;Value xsi:type=&quot;xsd:string&quot;&gt;&amp;lt;%SubSecNumElseSecNum%&amp;gt;&amp;lt;%DotIfSubSecOrSecNum%&amp;gt; &amp;lt;%SubSecNameElseSecName%&amp;gt;&lt;/Value&gt;&#10;      &lt;/ReminderScript&gt;&#10;    &lt;/ReminderScriptList&gt;&#10;  &lt;/ActiveReminders&gt;&#10;  &lt;CustomAlgoOptions xsi:type=&quot;ScriptedSpecificAlgoOptions&quot;&gt;&#10;    &lt;CustomBaseAlgoOptions&gt;&#10;      &lt;UseSlideTitleAsSubSectionMarker&gt;false&lt;/UseSlideTitleAsSubSectionMarker&gt;&#10;      &lt;SlideTitleAsSectionMarker&gt;&#10;        &lt;UseTitleAsReminder&gt;false&lt;/UseTitleAsReminder&gt;&#10;      &lt;/SlideTitleAsSectionMarker&gt;&#10;      &lt;ShowSectionNums&gt;true&lt;/ShowSectionNums&gt;&#10;      &lt;ShowSlideIndex&gt;true&lt;/ShowSlideIndex&gt;&#10;      &lt;myColorOfNonCurrentItems&gt;&#10;        &lt;UseFixedColor&gt;false&lt;/UseFixedColor&gt;&#10;        &lt;R&gt;0&lt;/R&gt;&#10;        &lt;G&gt;0&lt;/G&gt;&#10;        &lt;B&gt;0&lt;/B&gt;&#10;      &lt;/myColorOfNonCurrentItems&gt;&#10;      &lt;currentItemFormat&gt;&#10;        &lt;UseBanner&gt;false&lt;/UseBanner&gt;&#10;        &lt;BannerFillR&gt;0&lt;/BannerFillR&gt;&#10;        &lt;BannerFillG&gt;0&lt;/BannerFillG&gt;&#10;        &lt;BannerFillB&gt;0&lt;/BannerFillB&gt;&#10;        &lt;ForceBold&gt;false&lt;/ForceBold&gt;&#10;        &lt;ApplyToSubSections&gt;true&lt;/ApplyToSubSections&gt;&#10;        &lt;ApplyToSectionsOnSubSectionDividers&gt;false&lt;/ApplyToSectionsOnSubSectionDividers&gt;&#10;        &lt;UseSubSecSpecificBanner&gt;false&lt;/UseSubSecSpecificBanner&gt;&#10;        &lt;SubSecBannerFillR&gt;0&lt;/SubSecBannerFillR&gt;&#10;        &lt;SubSecBannerFillG&gt;0&lt;/SubSecBannerFillG&gt;&#10;        &lt;SubSecBannerFillB&gt;0&lt;/SubSecBannerFillB&gt;&#10;      &lt;/currentItemFormat&gt;&#10;      &lt;nonCurrentItemAttenuation&gt;&#10;        &lt;Shading&gt;0.6&lt;/Shading&gt;&#10;      &lt;/nonCurrentItemAttenuation&gt;&#10;      &lt;ForceDisplayTOCOnTwocolumns&gt;false&lt;/ForceDisplayTOCOnTwocolumns&gt;&#10;      &lt;DisplayTOCOnTwocolumns&gt;false&lt;/DisplayTOCOnTwocolumns&gt;&#10;      &lt;Scripts&gt;&#10;        &lt;BeforeSubSecTitle /&gt;&#10;        &lt;BeforeSlideIndex&gt;Page &lt;/BeforeSlideIndex&gt;&#10;        &lt;AfterSecNum /&gt;&#10;        &lt;BeforeSecNum&gt;0&lt;/BeforeSecNum&gt;&#10;        &lt;AfterSubSecNum /&gt;&#10;        &lt;BeforeSubSecNum /&gt;&#10;      &lt;/Scripts&gt;&#10;      &lt;Lines&gt;&#10;        &lt;UseLineBelowSections&gt;false&lt;/UseLineBelowSections&gt;&#10;        &lt;LineBelowSection&gt;&#10;          &lt;XOffset&gt;0&lt;/XOffset&gt;&#10;          &lt;YOffset&gt;0&lt;/YOffset&gt;&#10;          &lt;Weight&gt;0&lt;/Weight&gt;&#10;          &lt;R&gt;0&lt;/R&gt;&#10;          &lt;G&gt;0&lt;/G&gt;&#10;          &lt;B&gt;0&lt;/B&gt;&#10;          &lt;LineStyle&gt;1&lt;/LineStyle&gt;&#10;        &lt;/LineBelowSection&gt;&#10;      &lt;/Lines&gt;&#10;      &lt;ManVerticalSpacing&gt;&#10;        &lt;UseManualSpacing&gt;false&lt;/UseManualSpacing&gt;&#10;        &lt;ManualSpacing&gt;&#10;          &lt;SpaceBeforeSections&gt;17.4750233&lt;/SpaceBeforeSections&gt;&#10;          &lt;SpaceBeforeSubSections&gt;11.6500158&lt;/SpaceBeforeSubSections&gt;&#10;          &lt;SpaceBeforeSlides&gt;5.825008&lt;/SpaceBeforeSlides&gt;&#10;        &lt;/ManualSpacing&gt;&#10;        &lt;ManualSpacingSections&gt;&#10;          &lt;SpaceBeforeSections&gt;0&lt;/SpaceBeforeSections&gt;&#10;          &lt;SpaceBeforeSubSections&gt;0&lt;/SpaceBeforeSubSections&gt;&#10;          &lt;SpaceBeforeSlides&gt;0&lt;/SpaceBeforeSlides&gt;&#10;        &lt;/ManualSpacingSections&gt;&#10;        &lt;ManualSpacingSubSections&gt;&#10;          &lt;SpaceBeforeSections&gt;0&lt;/SpaceBeforeSections&gt;&#10;          &lt;SpaceBeforeSubSections&gt;0&lt;/SpaceBeforeSubSections&gt;&#10;          &lt;SpaceBeforeSlides&gt;0&lt;/SpaceBeforeSlides&gt;&#10;        &lt;/ManualSpacingSubSections&gt;&#10;        &lt;UseSpecificSpacingForSecDivider&gt;false&lt;/UseSpecificSpacingForSecDivider&gt;&#10;        &lt;UseSpecificSpacingForSubSecDivider&gt;false&lt;/UseSpecificSpacingForSubSecDivider&gt;&#10;      &lt;/ManVerticalSpacing&gt;&#10;    &lt;/CustomBaseAlgoOptions&gt;&#10;    &lt;Sh1SecDividerOptions&gt;&#10;      &lt;UseShapeInDividers&gt;true&lt;/UseShapeInDividers&gt;&#10;      &lt;script&gt;0&amp;lt;%SectionNum%&amp;gt;&lt;/script&gt;&#10;    &lt;/Sh1SecDividerOptions&gt;&#10;    &lt;Sh2SecDividerOptions&gt;&#10;      &lt;UseShapeInDividers&gt;true&lt;/UseShapeInDividers&gt;&#10;      &lt;script&gt;&amp;lt;%SectionName%&amp;gt;&lt;/script&gt;&#10;    &lt;/Sh2SecDividerOptions&gt;&#10;    &lt;Sh3SecDividerOptions&gt;&#10;      &lt;UseShapeInDividers&gt;false&lt;/UseShapeInDividers&gt;&#10;    &lt;/Sh3SecDividerOptions&gt;&#10;    &lt;Sh1SubSecDividerOptions&gt;&#10;      &lt;UseShapeInDividers&gt;false&lt;/UseShapeInDividers&gt;&#10;      &lt;script&gt;&amp;lt;%SectionName%&amp;gt;&lt;/script&gt;&#10;    &lt;/Sh1SubSecDividerOptions&gt;&#10;    &lt;Sh2SubSecDividerOptions&gt;&#10;      &lt;UseShapeInDividers&gt;false&lt;/UseShapeInDividers&gt;&#10;    &lt;/Sh2SubSecDividerOptions&gt;&#10;    &lt;Sh3SubSecDividerOptions&gt;&#10;      &lt;UseShapeInDividers&gt;false&lt;/UseShapeInDividers&gt;&#10;    &lt;/Sh3SubSecDividerOptions&gt;&#10;  &lt;/CustomAlgoOptions&gt;&#10;  &lt;XmlSubSectionsHaveSlide&gt;false&lt;/XmlSubSectionsHaveSlide&gt;&#10;  &lt;AllowDuplicateTitleSlides&gt;true&lt;/AllowDuplicateTitleSlides&gt;&#10;  &lt;ShowEmptySlideTitles&gt;false&lt;/ShowEmptySlideTitles&gt;&#10;  &lt;NumberingOption&gt;&#10;    &lt;NumType&gt;FullArabic&lt;/NumType&gt;&#10;  &lt;/NumberingOption&gt;&#10;  &lt;NumberingOptionForAppendix&gt;&#10;    &lt;NumType&gt;RomanAndLetters&lt;/NumType&gt;&#10;  &lt;/NumberingOptionForAppendix&gt;&#10;&lt;/TocContentOptions&gt;"/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8532872075120257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j.desmonstiers\AppData\Local\Temp\Templafy\PowerPointVsto\Assets\651b303d-eada-4b75-bb5b-799487d6dab1.jpe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4693891e-164f-4594-a652-62f3152696e6&quot; /&gt;"/>
  <p:tag name="SP_POWERSHAPE" val="&lt;PowerShapeTag ClassVersion=&quot;0&quot; GUID=&quot;9fdd7b89-8651-4bbc-b36a-27f100af7d08&quot; IsConsolidated=&quot;False&quot; IsTopLevel=&quot;True&quot; Layer=&quot;Group 2&quot; Source=&quot;Group 2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522ae06-00df-47b7-b402-f4b67a3edda4&quot; /&gt;"/>
  <p:tag name="SP_POWERSHAPE" val="&lt;PowerShapeTag ClassVersion=&quot;0&quot; GUID=&quot;c30da5d0-97bd-4c06-be65-50b3ed020ea6&quot; IsConsolidated=&quot;False&quot; IsTopLevel=&quot;True&quot; Layer=&quot;Group 2&quot; Source=&quot;Group 2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79cfe55c-171d-4f8d-a08b-99f6f8388000&quot; /&gt;"/>
  <p:tag name="SP_POWERSHAPE" val="&lt;PowerShapeTag ClassVersion=&quot;0&quot; GUID=&quot;702bc3f9-88b5-43f6-b02a-aaed6b6a75c7&quot; IsConsolidated=&quot;False&quot; IsTopLevel=&quot;True&quot; Layer=&quot;Group 3&quot; Source=&quot;Group 3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e28842c5-50a9-48bd-94e6-e9b60908db33&quot; /&gt;"/>
  <p:tag name="SP_POWERSHAPE" val="&lt;PowerShapeTag ClassVersion=&quot;0&quot; GUID=&quot;e7b903df-0747-4f90-8313-628d10ab8154&quot; IsConsolidated=&quot;False&quot; IsTopLevel=&quot;True&quot; Layer=&quot;Group 4&quot; Source=&quot;Group 4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961329ec-9ff4-4376-ad96-1fc44a81d601&quot; /&gt;"/>
  <p:tag name="SP_POWERSHAPE" val="&lt;PowerShapeTag ClassVersion=&quot;0&quot; GUID=&quot;e2ef9472-089b-4f33-99e2-656047f47afb&quot; IsConsolidated=&quot;False&quot; IsTopLevel=&quot;True&quot; Layer=&quot;Group 3&quot; Source=&quot;Group 3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0ebbadc4-32bf-44b5-84b5-c10284109d23&quot; /&gt;"/>
  <p:tag name="SP_POWERSHAPE" val="&lt;PowerShapeTag ClassVersion=&quot;0&quot; GUID=&quot;39cacf99-7dd3-4c71-a58e-7eb4012058cb&quot; IsConsolidated=&quot;False&quot; IsTopLevel=&quot;True&quot; Layer=&quot;Group 2&quot; Source=&quot;Group 2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9c6c12d0-99a0-4c15-a7ca-fe2fc0c02426&quot; /&gt;"/>
  <p:tag name="SP_POWERSHAPE" val="&lt;PowerShapeTag ClassVersion=&quot;0&quot; GUID=&quot;50e83b6d-75f1-4be7-b470-3168e3912396&quot; IsConsolidated=&quot;False&quot; IsTopLevel=&quot;True&quot; Layer=&quot;Group 2&quot; Source=&quot;Group 2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f640ac74-5388-48ed-939c-1e96f5a096ae&quot; /&gt;"/>
  <p:tag name="SP_POWERSHAPE" val="&lt;PowerShapeTag ClassVersion=&quot;0&quot; GUID=&quot;7f441e84-3308-47c7-a57c-34a23e9e200d&quot; IsConsolidated=&quot;False&quot; IsTopLevel=&quot;True&quot; Layer=&quot;Group 3&quot; Source=&quot;Group 3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e4ed3c25-edc8-4d59-9f8a-7237cc489fae&quot; /&gt;"/>
  <p:tag name="SP_POWERSHAPE" val="&lt;PowerShapeTag ClassVersion=&quot;0&quot; GUID=&quot;f8c51c8f-7653-4aa6-a0d2-6d370268a563&quot; IsConsolidated=&quot;False&quot; IsTopLevel=&quot;True&quot; Layer=&quot;Group 2&quot; Source=&quot;Group 2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a47d844-6007-40f2-af6e-70367c9a4d18&quot; /&gt;"/>
  <p:tag name="SP_POWERSHAPE" val="&lt;PowerShapeTag ClassVersion=&quot;0&quot; GUID=&quot;5d39168a-23a2-49a9-882a-c3c25c39980f&quot; IsConsolidated=&quot;False&quot; IsTopLevel=&quot;True&quot; Layer=&quot;Group 2&quot; Source=&quot;Group 2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5d39168a-23a2-49a9-882a-c3c25c39980f&quot; IsConsolidated=&quot;False&quot; IsTopLevel=&quot;False&quot; Layer=&quot;Idea [0]&quot; Source=&quot;Group 2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5d39168a-23a2-49a9-882a-c3c25c39980f&quot; IsConsolidated=&quot;False&quot; IsTopLevel=&quot;False&quot; Layer=&quot;Idea [1]&quot; Source=&quot;Group 2&quot; /&gt;"/>
  <p:tag name="TEMPLAFYSLIDEID" val="63852259887411074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f8c51c8f-7653-4aa6-a0d2-6d370268a563&quot; IsConsolidated=&quot;False&quot; IsTopLevel=&quot;False&quot; Layer=&quot;Idea [0]&quot; Source=&quot;Group 2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f8c51c8f-7653-4aa6-a0d2-6d370268a563&quot; IsConsolidated=&quot;False&quot; IsTopLevel=&quot;False&quot; Layer=&quot;Idea [1]&quot; Source=&quot;Group 2&quot; /&gt;"/>
  <p:tag name="TEMPLAFYSLIDEID" val="63852259887411070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7f441e84-3308-47c7-a57c-34a23e9e200d&quot; IsConsolidated=&quot;False&quot; IsTopLevel=&quot;False&quot; Layer=&quot;Balance [0]&quot; Source=&quot;Group 3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7f441e84-3308-47c7-a57c-34a23e9e200d&quot; IsConsolidated=&quot;False&quot; IsTopLevel=&quot;False&quot; Layer=&quot;Balance [1]&quot; Source=&quot;Group 3&quot; /&gt;"/>
  <p:tag name="TEMPLAFYSLIDEID" val="63852259887376014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50e83b6d-75f1-4be7-b470-3168e3912396&quot; IsConsolidated=&quot;False&quot; IsTopLevel=&quot;False&quot; Layer=&quot;Graphic 4 [0]&quot; Source=&quot;Group 2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50e83b6d-75f1-4be7-b470-3168e3912396&quot; IsConsolidated=&quot;False&quot; IsTopLevel=&quot;False&quot; Layer=&quot;Graphic 4 [1]&quot; Source=&quot;Group 2&quot; /&gt;"/>
  <p:tag name="TEMPLAFYSLIDEID" val="63852259887360386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39cacf99-7dd3-4c71-a58e-7eb4012058cb&quot; IsConsolidated=&quot;False&quot; IsTopLevel=&quot;False&quot; Layer=&quot;Graphic 4 - Waves [0]&quot; Source=&quot;Group 2&quot; /&gt;"/>
  <p:tag name="TEMPLAFYSLIDEID" val="638522598872822586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39cacf99-7dd3-4c71-a58e-7eb4012058cb&quot; IsConsolidated=&quot;False&quot; IsTopLevel=&quot;False&quot; Layer=&quot;Graphic - Waves [1]&quot; Source=&quot;Group 2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e2ef9472-089b-4f33-99e2-656047f47afb&quot; IsConsolidated=&quot;False&quot; IsTopLevel=&quot;False&quot; Layer=&quot;Graphic - Fractured heart [0]&quot; Source=&quot;Group 3&quot; /&gt;"/>
  <p:tag name="TEMPLAFYSLIDEID" val="638522598872822616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e2ef9472-089b-4f33-99e2-656047f47afb&quot; IsConsolidated=&quot;False&quot; IsTopLevel=&quot;False&quot; Layer=&quot;Graphic - Fractured heart [1]&quot; Source=&quot;Group 3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e7b903df-0747-4f90-8313-628d10ab8154&quot; IsConsolidated=&quot;False&quot; IsTopLevel=&quot;False&quot; Layer=&quot;Graphic - Growth graphic [0]&quot; Source=&quot;Group 4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e7b903df-0747-4f90-8313-628d10ab8154&quot; IsConsolidated=&quot;False&quot; IsTopLevel=&quot;False&quot; Layer=&quot;Graphic - Growth graphic [1]&quot; Source=&quot;Group 4&quot; /&gt;"/>
  <p:tag name="TEMPLAFYSLIDEID" val="638522598873291367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702bc3f9-88b5-43f6-b02a-aaed6b6a75c7&quot; IsConsolidated=&quot;False&quot; IsTopLevel=&quot;False&quot; Layer=&quot;Graphic - Money - currency [0]&quot; Source=&quot;Group 3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702bc3f9-88b5-43f6-b02a-aaed6b6a75c7&quot; IsConsolidated=&quot;False&quot; IsTopLevel=&quot;False&quot; Layer=&quot;Graphic - Money - currency [1]&quot; Source=&quot;Group 3&quot; /&gt;"/>
  <p:tag name="TEMPLAFYSLIDEID" val="63852259887297888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c30da5d0-97bd-4c06-be65-50b3ed020ea6&quot; IsConsolidated=&quot;False&quot; IsTopLevel=&quot;False&quot; Layer=&quot;Graphic 13 [0]&quot; Source=&quot;Group 2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c30da5d0-97bd-4c06-be65-50b3ed020ea6&quot; IsConsolidated=&quot;False&quot; IsTopLevel=&quot;False&quot; Layer=&quot;Graphic 13 [1]&quot; Source=&quot;Group 2&quot; /&gt;"/>
  <p:tag name="TEMPLAFYSLIDEID" val="63852259887360386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9fdd7b89-8651-4bbc-b36a-27f100af7d08&quot; IsConsolidated=&quot;False&quot; IsTopLevel=&quot;False&quot; Layer=&quot;Play [0]&quot; Source=&quot;Group 2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9fdd7b89-8651-4bbc-b36a-27f100af7d08&quot; IsConsolidated=&quot;False&quot; IsTopLevel=&quot;False&quot; Layer=&quot;Play [1]&quot; Source=&quot;Group 2&quot; /&gt;"/>
  <p:tag name="TEMPLAFYSLIDEID" val="63852259887329140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ecf2a015-c47d-49da-b7ca-14c3553e6e44&quot; IsConsolidated=&quot;False&quot; IsTopLevel=&quot;True&quot; Layer=&quot;Group 15&quot; Source=&quot;Group 15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bcb015a-05ab-4bc7-b88b-37a93628e9f5&quot; IsConsolidated=&quot;False&quot; IsTopLevel=&quot;True&quot; Layer=&quot;Group 9&quot; Source=&quot;Group 9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df2c4dbb-6619-418c-9594-4a9ae6ad58eb&quot; IsConsolidated=&quot;False&quot; IsTopLevel=&quot;True&quot; Layer=&quot;Group 10&quot; Source=&quot;Group 1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104b5a2a-0b74-434a-a0f7-181de8068556&quot; IsConsolidated=&quot;False&quot; IsTopLevel=&quot;True&quot; Layer=&quot;Group 15&quot; Source=&quot;Group 15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ecf2a015-c47d-49da-b7ca-14c3553e6e44&quot; IsConsolidated=&quot;False&quot; IsTopLevel=&quot;True&quot; Layer=&quot;Group 15&quot; Source=&quot;Group 15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ecf2a015-c47d-49da-b7ca-14c3553e6e44&quot; IsConsolidated=&quot;False&quot; IsTopLevel=&quot;False&quot; Layer=&quot;Graphic 2 [2]&quot; Source=&quot;Group 15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ecf2a015-c47d-49da-b7ca-14c3553e6e44&quot; IsConsolidated=&quot;False&quot; IsTopLevel=&quot;False&quot; Layer=&quot;Graphic 4 [0]&quot; Source=&quot;Group 15&quot; /&gt;"/>
  <p:tag name="TEMPLAFYSLIDEID" val="637696491008436385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ecf2a015-c47d-49da-b7ca-14c3553e6e44&quot; IsConsolidated=&quot;False&quot; IsTopLevel=&quot;False&quot; Layer=&quot;Graphic 8 [1]&quot; Source=&quot;Group 15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104b5a2a-0b74-434a-a0f7-181de8068556&quot; IsConsolidated=&quot;False&quot; IsTopLevel=&quot;False&quot; Layer=&quot;Graphic 2 [2]&quot; Source=&quot;Group 15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104b5a2a-0b74-434a-a0f7-181de8068556&quot; IsConsolidated=&quot;False&quot; IsTopLevel=&quot;False&quot; Layer=&quot;Graphic 4 [0]&quot; Source=&quot;Group 15&quot; /&gt;"/>
  <p:tag name="TEMPLAFYSLIDEID" val="63769649100937391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104b5a2a-0b74-434a-a0f7-181de8068556&quot; IsConsolidated=&quot;False&quot; IsTopLevel=&quot;False&quot; Layer=&quot;Graphic 8 [1]&quot; Source=&quot;Group 15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df2c4dbb-6619-418c-9594-4a9ae6ad58eb&quot; IsConsolidated=&quot;False&quot; IsTopLevel=&quot;False&quot; Layer=&quot;Graphic 2 [2]&quot; Source=&quot;Group 1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df2c4dbb-6619-418c-9594-4a9ae6ad58eb&quot; IsConsolidated=&quot;False&quot; IsTopLevel=&quot;False&quot; Layer=&quot;Graphic 4 [1]&quot; Source=&quot;Group 10&quot; /&gt;"/>
  <p:tag name="TEMPLAFYSLIDEID" val="637696491008280126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df2c4dbb-6619-418c-9594-4a9ae6ad58eb&quot; IsConsolidated=&quot;False&quot; IsTopLevel=&quot;False&quot; Layer=&quot;Graphic 7 [0]&quot; Source=&quot;Group 1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bcb015a-05ab-4bc7-b88b-37a93628e9f5&quot; IsConsolidated=&quot;False&quot; IsTopLevel=&quot;False&quot; Layer=&quot;Graphic 2 [3]&quot; Source=&quot;Group 9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bcb015a-05ab-4bc7-b88b-37a93628e9f5&quot; IsConsolidated=&quot;False&quot; IsTopLevel=&quot;False&quot; Layer=&quot;Graphic 4 [2]&quot; Source=&quot;Group 9&quot; /&gt;"/>
  <p:tag name="TEMPLAFYSLIDEID" val="637696491007967606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bcb015a-05ab-4bc7-b88b-37a93628e9f5&quot; IsConsolidated=&quot;False&quot; IsTopLevel=&quot;False&quot; Layer=&quot;Graphic 6 [0]&quot; Source=&quot;Group 9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ecf2a015-c47d-49da-b7ca-14c3553e6e44&quot; IsConsolidated=&quot;False&quot; IsTopLevel=&quot;False&quot; Layer=&quot;Graphic 2 [2]&quot; Source=&quot;Group 15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ecf2a015-c47d-49da-b7ca-14c3553e6e44&quot; IsConsolidated=&quot;False&quot; IsTopLevel=&quot;False&quot; Layer=&quot;Graphic 4 [0]&quot; Source=&quot;Group 15&quot; /&gt;"/>
  <p:tag name="TEMPLAFYSLIDEID" val="637696491008436385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ecf2a015-c47d-49da-b7ca-14c3553e6e44&quot; IsConsolidated=&quot;False&quot; IsTopLevel=&quot;False&quot; Layer=&quot;Graphic 8 [1]&quot; Source=&quot;Group 15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1a3ac849-413f-4f18-a909-146e915ee7d9&quot; IsConsolidated=&quot;False&quot; IsTopLevel=&quot;False&quot; Layer=&quot;Graphic 8 [1]&quot; Source=&quot;Group 15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f576ccaf-9ac8-48d6-b749-045cf96c95f4&quot; /&gt;"/>
  <p:tag name="SP_POWERSHAPE" val="&lt;PowerShapeTag ClassVersion=&quot;0&quot; GUID=&quot;fbe3a22f-13de-409c-8d63-fdb3b1abed34&quot; IsConsolidated=&quot;False&quot; IsTopLevel=&quot;True&quot; Layer=&quot;Group 3&quot; Source=&quot;Group 3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718c55a1-43b1-414e-9ec4-b4e78bb87d18&quot; /&gt;"/>
  <p:tag name="SP_POWERSHAPE" val="&lt;PowerShapeTag ClassVersion=&quot;0&quot; GUID=&quot;bea0735d-ca9e-4929-9d75-26eb215215b1&quot; IsConsolidated=&quot;False&quot; IsTopLevel=&quot;True&quot; Layer=&quot;Group 2&quot; Source=&quot;Group 2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0edf2e52-a925-4801-a51e-37ed332bb2b7&quot; /&gt;"/>
  <p:tag name="SP_POWERSHAPE" val="&lt;PowerShapeTag ClassVersion=&quot;0&quot; GUID=&quot;74b0b1a9-2192-49c0-9d3a-9a486fb8eebe&quot; IsConsolidated=&quot;False&quot; IsTopLevel=&quot;True&quot; Layer=&quot;Group 3&quot; Source=&quot;Group 3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fd2a187f-e473-41c4-8783-a002aef9794f&quot; /&gt;"/>
  <p:tag name="SP_POWERSHAPE" val="&lt;PowerShapeTag ClassVersion=&quot;0&quot; GUID=&quot;6b5e7e31-cfeb-40b1-abf0-822fac64df49&quot; IsConsolidated=&quot;False&quot; IsTopLevel=&quot;True&quot; Layer=&quot;Group 2&quot; Source=&quot;Group 2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93c923c7-6ba4-4ba1-8b0d-6d45fcb5c83e&quot; /&gt;"/>
  <p:tag name="SP_POWERSHAPE" val="&lt;PowerShapeTag ClassVersion=&quot;0&quot; GUID=&quot;6b1a02c0-1adb-46b2-88f4-45d0431698fc&quot; IsConsolidated=&quot;False&quot; IsTopLevel=&quot;True&quot; Layer=&quot;Group 2&quot; Source=&quot;Group 2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fd2a187f-e473-41c4-8783-a002aef9794f&quot; /&gt;"/>
  <p:tag name="SP_POWERSHAPE" val="&lt;PowerShapeTag ClassVersion=&quot;0&quot; GUID=&quot;6b5e7e31-cfeb-40b1-abf0-822fac64df49&quot; IsConsolidated=&quot;False&quot; IsTopLevel=&quot;True&quot; Layer=&quot;Group 2&quot; Source=&quot;Group 2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93c923c7-6ba4-4ba1-8b0d-6d45fcb5c83e&quot; /&gt;"/>
  <p:tag name="SP_POWERSHAPE" val="&lt;PowerShapeTag ClassVersion=&quot;0&quot; GUID=&quot;6b1a02c0-1adb-46b2-88f4-45d0431698fc&quot; IsConsolidated=&quot;False&quot; IsTopLevel=&quot;True&quot; Layer=&quot;Group 2&quot; Source=&quot;Group 2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48b76374-eee3-4409-9cb5-8c8b9ae01a63&quot; /&gt;"/>
  <p:tag name="SP_POWERSHAPE" val="&lt;PowerShapeTag ClassVersion=&quot;0&quot; GUID=&quot;4839c416-72b9-4cef-9037-d676d1400d72&quot; IsConsolidated=&quot;False&quot; IsTopLevel=&quot;True&quot; Layer=&quot;Group 2&quot; Source=&quot;Group 2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6775df84-cd51-42b6-b32b-f648fbce25c4&quot; /&gt;"/>
  <p:tag name="SP_POWERSHAPE" val="&lt;PowerShapeTag ClassVersion=&quot;0&quot; GUID=&quot;a1ad6e38-f824-45e7-808a-1907e6564ee9&quot; IsConsolidated=&quot;False&quot; IsTopLevel=&quot;True&quot; Layer=&quot;Group 3&quot; Source=&quot;Group 3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a1ad6e38-f824-45e7-808a-1907e6564ee9&quot; IsConsolidated=&quot;False&quot; IsTopLevel=&quot;False&quot; Layer=&quot;Graphic - Shield [0]&quot; Source=&quot;Group 3&quot; /&gt;"/>
  <p:tag name="TEMPLAFYSLIDEID" val="638522598872822599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a1ad6e38-f824-45e7-808a-1907e6564ee9&quot; IsConsolidated=&quot;False&quot; IsTopLevel=&quot;False&quot; Layer=&quot;Graphic - Shield [1]&quot; Source=&quot;Group 3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4839c416-72b9-4cef-9037-d676d1400d72&quot; IsConsolidated=&quot;False&quot; IsTopLevel=&quot;False&quot; Layer=&quot;Graphic - Safe [0]&quot; Source=&quot;Group 2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4839c416-72b9-4cef-9037-d676d1400d72&quot; IsConsolidated=&quot;False&quot; IsTopLevel=&quot;False&quot; Layer=&quot;Graphic - Safe [1]&quot; Source=&quot;Group 2&quot; /&gt;"/>
  <p:tag name="TEMPLAFYSLIDEID" val="638522598872978876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6b1a02c0-1adb-46b2-88f4-45d0431698fc&quot; IsConsolidated=&quot;False&quot; IsTopLevel=&quot;False&quot; Layer=&quot;Graphic 5 [0]&quot; Source=&quot;Group 2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6b1a02c0-1adb-46b2-88f4-45d0431698fc&quot; IsConsolidated=&quot;False&quot; IsTopLevel=&quot;False&quot; Layer=&quot;Graphic 5 [1]&quot; Source=&quot;Group 2&quot; /&gt;"/>
  <p:tag name="TEMPLAFYSLIDEID" val="638522598873603904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6b5e7e31-cfeb-40b1-abf0-822fac64df49&quot; IsConsolidated=&quot;False&quot; IsTopLevel=&quot;False&quot; Layer=&quot;Chip [0]&quot; Source=&quot;Group 2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6b5e7e31-cfeb-40b1-abf0-822fac64df49&quot; IsConsolidated=&quot;False&quot; IsTopLevel=&quot;False&quot; Layer=&quot;Chip [1]&quot; Source=&quot;Group 2&quot; /&gt;"/>
  <p:tag name="TEMPLAFYSLIDEID" val="638522598873954427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6b1a02c0-1adb-46b2-88f4-45d0431698fc&quot; IsConsolidated=&quot;False&quot; IsTopLevel=&quot;False&quot; Layer=&quot;Graphic 5 [0]&quot; Source=&quot;Group 2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6b1a02c0-1adb-46b2-88f4-45d0431698fc&quot; IsConsolidated=&quot;False&quot; IsTopLevel=&quot;False&quot; Layer=&quot;Graphic 5 [1]&quot; Source=&quot;Group 2&quot; /&gt;"/>
  <p:tag name="TEMPLAFYSLIDEID" val="638522598873603904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6b5e7e31-cfeb-40b1-abf0-822fac64df49&quot; IsConsolidated=&quot;False&quot; IsTopLevel=&quot;False&quot; Layer=&quot;Chip [0]&quot; Source=&quot;Group 2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6b5e7e31-cfeb-40b1-abf0-822fac64df49&quot; IsConsolidated=&quot;False&quot; IsTopLevel=&quot;False&quot; Layer=&quot;Chip [1]&quot; Source=&quot;Group 2&quot; /&gt;"/>
  <p:tag name="TEMPLAFYSLIDEID" val="638522598873954427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74b0b1a9-2192-49c0-9d3a-9a486fb8eebe&quot; IsConsolidated=&quot;False&quot; IsTopLevel=&quot;False&quot; Layer=&quot;Balance [0]&quot; Source=&quot;Group 3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74b0b1a9-2192-49c0-9d3a-9a486fb8eebe&quot; IsConsolidated=&quot;False&quot; IsTopLevel=&quot;False&quot; Layer=&quot;Balance [1]&quot; Source=&quot;Group 3&quot; /&gt;"/>
  <p:tag name="TEMPLAFYSLIDEID" val="638522598873954393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bea0735d-ca9e-4929-9d75-26eb215215b1&quot; IsConsolidated=&quot;False&quot; IsTopLevel=&quot;False&quot; Layer=&quot;Graphic 4 [0]&quot; Source=&quot;Group 2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bea0735d-ca9e-4929-9d75-26eb215215b1&quot; IsConsolidated=&quot;False&quot; IsTopLevel=&quot;False&quot; Layer=&quot;Graphic 4 [1]&quot; Source=&quot;Group 2&quot; /&gt;"/>
  <p:tag name="TEMPLAFYSLIDEID" val="638522598873760103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fbe3a22f-13de-409c-8d63-fdb3b1abed34&quot; IsConsolidated=&quot;False&quot; IsTopLevel=&quot;False&quot; Layer=&quot;Graphic - Ambulance [0]&quot; Source=&quot;Group 3&quot; /&gt;"/>
  <p:tag name="TEMPLAFYSLIDEID" val="638522598872978862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fbe3a22f-13de-409c-8d63-fdb3b1abed34&quot; IsConsolidated=&quot;False&quot; IsTopLevel=&quot;False&quot; Layer=&quot;Graphic - Ambulance [1]&quot; Source=&quot;Group 3&quot; /&gt;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df2c4dbb-6619-418c-9594-4a9ae6ad58eb&quot; IsConsolidated=&quot;False&quot; IsTopLevel=&quot;True&quot; Layer=&quot;Group 10&quot; Source=&quot;Group 10&quot; /&gt;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104b5a2a-0b74-434a-a0f7-181de8068556&quot; IsConsolidated=&quot;False&quot; IsTopLevel=&quot;True&quot; Layer=&quot;Group 15&quot; Source=&quot;Group 15&quot; /&gt;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ecf2a015-c47d-49da-b7ca-14c3553e6e44&quot; IsConsolidated=&quot;False&quot; IsTopLevel=&quot;True&quot; Layer=&quot;Group 15&quot; Source=&quot;Group 15&quot; /&gt;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ecf2a015-c47d-49da-b7ca-14c3553e6e44&quot; IsConsolidated=&quot;False&quot; IsTopLevel=&quot;False&quot; Layer=&quot;Graphic 2 [2]&quot; Source=&quot;Group 15&quot; /&gt;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ecf2a015-c47d-49da-b7ca-14c3553e6e44&quot; IsConsolidated=&quot;False&quot; IsTopLevel=&quot;False&quot; Layer=&quot;Graphic 4 [0]&quot; Source=&quot;Group 15&quot; /&gt;"/>
  <p:tag name="TEMPLAFYSLIDEID" val="63769649100843638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ecf2a015-c47d-49da-b7ca-14c3553e6e44&quot; IsConsolidated=&quot;False&quot; IsTopLevel=&quot;False&quot; Layer=&quot;Graphic 8 [1]&quot; Source=&quot;Group 15&quot; /&gt;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104b5a2a-0b74-434a-a0f7-181de8068556&quot; IsConsolidated=&quot;False&quot; IsTopLevel=&quot;False&quot; Layer=&quot;Graphic 2 [2]&quot; Source=&quot;Group 15&quot; /&gt;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104b5a2a-0b74-434a-a0f7-181de8068556&quot; IsConsolidated=&quot;False&quot; IsTopLevel=&quot;False&quot; Layer=&quot;Graphic 4 [0]&quot; Source=&quot;Group 15&quot; /&gt;"/>
  <p:tag name="TEMPLAFYSLIDEID" val="63769649100937391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104b5a2a-0b74-434a-a0f7-181de8068556&quot; IsConsolidated=&quot;False&quot; IsTopLevel=&quot;False&quot; Layer=&quot;Graphic 8 [1]&quot; Source=&quot;Group 15&quot; /&gt;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df2c4dbb-6619-418c-9594-4a9ae6ad58eb&quot; IsConsolidated=&quot;False&quot; IsTopLevel=&quot;False&quot; Layer=&quot;Graphic 2 [2]&quot; Source=&quot;Group 10&quot; /&gt;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df2c4dbb-6619-418c-9594-4a9ae6ad58eb&quot; IsConsolidated=&quot;False&quot; IsTopLevel=&quot;False&quot; Layer=&quot;Graphic 4 [1]&quot; Source=&quot;Group 10&quot; /&gt;"/>
  <p:tag name="TEMPLAFYSLIDEID" val="637696491008280126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df2c4dbb-6619-418c-9594-4a9ae6ad58eb&quot; IsConsolidated=&quot;False&quot; IsTopLevel=&quot;False&quot; Layer=&quot;Graphic 7 [0]&quot; Source=&quot;Group 10&quot; /&gt;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8532872075589028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39cacf99-7dd3-4c71-a58e-7eb4012058cb&quot; IsConsolidated=&quot;False&quot; IsTopLevel=&quot;False&quot; Layer=&quot;Graphic - Waves [1]&quot; Source=&quot;Group 2&quot; /&gt;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e27d15ce-b51e-4b53-950d-e8621658980e&quot; IsConsolidated=&quot;False&quot; IsTopLevel=&quot;False&quot; Layer=&quot;Play [1]&quot; Source=&quot;Group 2&quot; /&gt;"/>
  <p:tag name="TEMPLAFYSLIDEID" val="638522598873291400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pa.fourre\AppData\Local\Temp\Templafy\PowerPointVsto\Assets\c56c1712-2c84-401c-b8b5-a9c3ab8e490d.jpe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pa.fourre\AppData\Local\Temp\Templafy\PowerPointVsto\Assets\d97a47a1-6241-4929-8d2c-c73a1f5dedd3.jpeg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pa.fourre\AppData\Local\Temp\Templafy\PowerPointVsto\Assets\da5e634c-2b49-4886-86e6-2533899e9ea3.jpeg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wassim.alidra\AppData\Local\Temp\Templafy\PowerPointVsto\Assets\137c0b54-6fec-4fbf-a123-2dfac94cca82.jpeg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pa.fourre\AppData\Local\Temp\Templafy\PowerPointVsto\Assets\af911740-5a10-40ca-82e1-63c8dfe109d9.jpe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pa.fourre\AppData\Local\Temp\Templafy\PowerPointVsto\Assets\56c62bf6-2e48-4ca6-b660-d440997ef393.jpeg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pa.fourre\AppData\Local\Temp\Templafy\PowerPointVsto\Assets\3d8d8db1-ac17-49c4-b770-35d11becd204.jpeg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pa.fourre\AppData\Local\Temp\Templafy\PowerPointVsto\Assets\7bc27b98-563a-47df-91c8-3b56a6cd957c.jpeg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pa.fourre\AppData\Local\Temp\Templafy\PowerPointVsto\Assets\dac473b4-34c1-4b78-bad9-61d74c5e1c2c.jpeg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TAINEDIMAGEPATH" val="C:\Users\pa.fourre\AppData\Local\Temp\Templafy\PowerPointVsto\Assets\0bbfde9b-b712-4976-9790-2fddb95fff05.jpeg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8577786495592039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a47d844-6007-40f2-af6e-70367c9a4d18&quot; /&gt;"/>
  <p:tag name="SP_POWERSHAPE" val="&lt;PowerShapeTag ClassVersion=&quot;0&quot; GUID=&quot;5d39168a-23a2-49a9-882a-c3c25c39980f&quot; IsConsolidated=&quot;False&quot; IsTopLevel=&quot;True&quot; Layer=&quot;Group 2&quot; Source=&quot;Group 2&quot; /&gt;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5d39168a-23a2-49a9-882a-c3c25c39980f&quot; IsConsolidated=&quot;False&quot; IsTopLevel=&quot;False&quot; Layer=&quot;Idea [0]&quot; Source=&quot;Group 2&quot; /&gt;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5d39168a-23a2-49a9-882a-c3c25c39980f&quot; IsConsolidated=&quot;False&quot; IsTopLevel=&quot;False&quot; Layer=&quot;Idea [1]&quot; Source=&quot;Group 2&quot; /&gt;"/>
  <p:tag name="TEMPLAFYSLIDEID" val="638522598874110748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e4ed3c25-edc8-4d59-9f8a-7237cc489fae&quot; /&gt;"/>
  <p:tag name="SP_POWERSHAPE" val="&lt;PowerShapeTag ClassVersion=&quot;0&quot; GUID=&quot;f8c51c8f-7653-4aa6-a0d2-6d370268a563&quot; IsConsolidated=&quot;False&quot; IsTopLevel=&quot;True&quot; Layer=&quot;Group 2&quot; Source=&quot;Group 2&quot; /&gt;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f8c51c8f-7653-4aa6-a0d2-6d370268a563&quot; IsConsolidated=&quot;False&quot; IsTopLevel=&quot;False&quot; Layer=&quot;Idea [0]&quot; Source=&quot;Group 2&quot; /&gt;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f8c51c8f-7653-4aa6-a0d2-6d370268a563&quot; IsConsolidated=&quot;False&quot; IsTopLevel=&quot;False&quot; Layer=&quot;Idea [1]&quot; Source=&quot;Group 2&quot; /&gt;"/>
  <p:tag name="TEMPLAFYSLIDEID" val="63852259887411070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f640ac74-5388-48ed-939c-1e96f5a096ae&quot; /&gt;"/>
  <p:tag name="SP_POWERSHAPE" val="&lt;PowerShapeTag ClassVersion=&quot;0&quot; GUID=&quot;7f441e84-3308-47c7-a57c-34a23e9e200d&quot; IsConsolidated=&quot;False&quot; IsTopLevel=&quot;True&quot; Layer=&quot;Group 3&quot; Source=&quot;Group 3&quot; /&gt;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7f441e84-3308-47c7-a57c-34a23e9e200d&quot; IsConsolidated=&quot;False&quot; IsTopLevel=&quot;False&quot; Layer=&quot;Balance [0]&quot; Source=&quot;Group 3&quot; /&gt;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7f441e84-3308-47c7-a57c-34a23e9e200d&quot; IsConsolidated=&quot;False&quot; IsTopLevel=&quot;False&quot; Layer=&quot;Balance [1]&quot; Source=&quot;Group 3&quot; /&gt;"/>
  <p:tag name="TEMPLAFYSLIDEID" val="638522598873760140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9c6c12d0-99a0-4c15-a7ca-fe2fc0c02426&quot; /&gt;"/>
  <p:tag name="SP_POWERSHAPE" val="&lt;PowerShapeTag ClassVersion=&quot;0&quot; GUID=&quot;50e83b6d-75f1-4be7-b470-3168e3912396&quot; IsConsolidated=&quot;False&quot; IsTopLevel=&quot;True&quot; Layer=&quot;Group 2&quot; Source=&quot;Group 2&quot; /&gt;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50e83b6d-75f1-4be7-b470-3168e3912396&quot; IsConsolidated=&quot;False&quot; IsTopLevel=&quot;False&quot; Layer=&quot;Graphic 4 [0]&quot; Source=&quot;Group 2&quot; /&gt;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50e83b6d-75f1-4be7-b470-3168e3912396&quot; IsConsolidated=&quot;False&quot; IsTopLevel=&quot;False&quot; Layer=&quot;Graphic 4 [1]&quot; Source=&quot;Group 2&quot; /&gt;"/>
  <p:tag name="TEMPLAFYSLIDEID" val="638522598873603863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0ebbadc4-32bf-44b5-84b5-c10284109d23&quot; /&gt;"/>
  <p:tag name="SP_POWERSHAPE" val="&lt;PowerShapeTag ClassVersion=&quot;0&quot; GUID=&quot;39cacf99-7dd3-4c71-a58e-7eb4012058cb&quot; IsConsolidated=&quot;False&quot; IsTopLevel=&quot;True&quot; Layer=&quot;Group 2&quot; Source=&quot;Group 2&quot; /&gt;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39cacf99-7dd3-4c71-a58e-7eb4012058cb&quot; IsConsolidated=&quot;False&quot; IsTopLevel=&quot;False&quot; Layer=&quot;Graphic 4 - Waves [0]&quot; Source=&quot;Group 2&quot; /&gt;"/>
  <p:tag name="TEMPLAFYSLIDEID" val="638522598872822586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39cacf99-7dd3-4c71-a58e-7eb4012058cb&quot; IsConsolidated=&quot;False&quot; IsTopLevel=&quot;False&quot; Layer=&quot;Graphic - Waves [1]&quot; Source=&quot;Group 2&quot; /&gt;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961329ec-9ff4-4376-ad96-1fc44a81d601&quot; /&gt;"/>
  <p:tag name="SP_POWERSHAPE" val="&lt;PowerShapeTag ClassVersion=&quot;0&quot; GUID=&quot;e2ef9472-089b-4f33-99e2-656047f47afb&quot; IsConsolidated=&quot;False&quot; IsTopLevel=&quot;True&quot; Layer=&quot;Group 3&quot; Source=&quot;Group 3&quot; /&gt;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e2ef9472-089b-4f33-99e2-656047f47afb&quot; IsConsolidated=&quot;False&quot; IsTopLevel=&quot;False&quot; Layer=&quot;Graphic - Fractured heart [0]&quot; Source=&quot;Group 3&quot; /&gt;"/>
  <p:tag name="TEMPLAFYSLIDEID" val="638522598872822616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e2ef9472-089b-4f33-99e2-656047f47afb&quot; IsConsolidated=&quot;False&quot; IsTopLevel=&quot;False&quot; Layer=&quot;Graphic - Fractured heart [1]&quot; Source=&quot;Group 3&quot; /&gt;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79cfe55c-171d-4f8d-a08b-99f6f8388000&quot; /&gt;"/>
  <p:tag name="SP_POWERSHAPE" val="&lt;PowerShapeTag ClassVersion=&quot;0&quot; GUID=&quot;702bc3f9-88b5-43f6-b02a-aaed6b6a75c7&quot; IsConsolidated=&quot;False&quot; IsTopLevel=&quot;True&quot; Layer=&quot;Group 3&quot; Source=&quot;Group 3&quot; /&gt;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702bc3f9-88b5-43f6-b02a-aaed6b6a75c7&quot; IsConsolidated=&quot;False&quot; IsTopLevel=&quot;False&quot; Layer=&quot;Graphic - Money - currency [0]&quot; Source=&quot;Group 3&quot; /&gt;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702bc3f9-88b5-43f6-b02a-aaed6b6a75c7&quot; IsConsolidated=&quot;False&quot; IsTopLevel=&quot;False&quot; Layer=&quot;Graphic - Money - currency [1]&quot; Source=&quot;Group 3&quot; /&gt;"/>
  <p:tag name="TEMPLAFYSLIDEID" val="63852259887297888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522ae06-00df-47b7-b402-f4b67a3edda4&quot; /&gt;"/>
  <p:tag name="SP_POWERSHAPE" val="&lt;PowerShapeTag ClassVersion=&quot;0&quot; GUID=&quot;c30da5d0-97bd-4c06-be65-50b3ed020ea6&quot; IsConsolidated=&quot;False&quot; IsTopLevel=&quot;True&quot; Layer=&quot;Group 2&quot; Source=&quot;Group 2&quot; /&gt;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c30da5d0-97bd-4c06-be65-50b3ed020ea6&quot; IsConsolidated=&quot;False&quot; IsTopLevel=&quot;False&quot; Layer=&quot;Graphic 13 [0]&quot; Source=&quot;Group 2&quot; /&gt;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c30da5d0-97bd-4c06-be65-50b3ed020ea6&quot; IsConsolidated=&quot;False&quot; IsTopLevel=&quot;False&quot; Layer=&quot;Graphic 13 [1]&quot; Source=&quot;Group 2&quot; /&gt;"/>
  <p:tag name="TEMPLAFYSLIDEID" val="63852259887360386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4693891e-164f-4594-a652-62f3152696e6&quot; /&gt;"/>
  <p:tag name="SP_POWERSHAPE" val="&lt;PowerShapeTag ClassVersion=&quot;0&quot; GUID=&quot;9fdd7b89-8651-4bbc-b36a-27f100af7d08&quot; IsConsolidated=&quot;False&quot; IsTopLevel=&quot;True&quot; Layer=&quot;Group 2&quot; Source=&quot;Group 2&quot; /&gt;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9fdd7b89-8651-4bbc-b36a-27f100af7d08&quot; IsConsolidated=&quot;False&quot; IsTopLevel=&quot;False&quot; Layer=&quot;Play [0]&quot; Source=&quot;Group 2&quot; /&gt;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9fdd7b89-8651-4bbc-b36a-27f100af7d08&quot; IsConsolidated=&quot;False&quot; IsTopLevel=&quot;False&quot; Layer=&quot;Play [1]&quot; Source=&quot;Group 2&quot; /&gt;"/>
  <p:tag name="TEMPLAFYSLIDEID" val="63852259887329140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e28842c5-50a9-48bd-94e6-e9b60908db33&quot; /&gt;"/>
  <p:tag name="SP_POWERSHAPE" val="&lt;PowerShapeTag ClassVersion=&quot;0&quot; GUID=&quot;e7b903df-0747-4f90-8313-628d10ab8154&quot; IsConsolidated=&quot;False&quot; IsTopLevel=&quot;True&quot; Layer=&quot;Group 4&quot; Source=&quot;Group 4&quot; /&gt;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e7b903df-0747-4f90-8313-628d10ab8154&quot; IsConsolidated=&quot;False&quot; IsTopLevel=&quot;False&quot; Layer=&quot;Graphic - Growth graphic [0]&quot; Source=&quot;Group 4&quot; /&gt;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e7b903df-0747-4f90-8313-628d10ab8154&quot; IsConsolidated=&quot;False&quot; IsTopLevel=&quot;False&quot; Layer=&quot;Graphic - Growth graphic [1]&quot; Source=&quot;Group 4&quot; /&gt;"/>
  <p:tag name="TEMPLAFYSLIDEID" val="638522598873291367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25aac08-ef30-4214-9229-635d47a78664&quot; /&gt;"/>
  <p:tag name="SP_POWERSHAPE" val="&lt;PowerShapeTag ClassVersion=&quot;0&quot; GUID=&quot;77e5e9cc-32a2-4181-90f6-b7b5e2d3ce18&quot; IsConsolidated=&quot;False&quot; IsTopLevel=&quot;True&quot; Layer=&quot;Group 3&quot; Source=&quot;Group 3&quot; /&gt;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77e5e9cc-32a2-4181-90f6-b7b5e2d3ce18&quot; IsConsolidated=&quot;False&quot; IsTopLevel=&quot;False&quot; Layer=&quot;Graphic - Magnifying glass - house [0]&quot; Source=&quot;Group 3&quot; /&gt;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77e5e9cc-32a2-4181-90f6-b7b5e2d3ce18&quot; IsConsolidated=&quot;False&quot; IsTopLevel=&quot;False&quot; Layer=&quot;Graphic - Magnifying glass - house [1]&quot; Source=&quot;Group 3&quot; /&gt;"/>
  <p:tag name="TEMPLAFYSLIDEID" val="638522598872978879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8524035077122482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8577786498091557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8532872075589028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39cacf99-7dd3-4c71-a58e-7eb4012058cb&quot; IsConsolidated=&quot;False&quot; IsTopLevel=&quot;False&quot; Layer=&quot;Graphic - Waves [1]&quot; Source=&quot;Group 2&quot; /&gt;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e27d15ce-b51e-4b53-950d-e8621658980e&quot; IsConsolidated=&quot;False&quot; IsTopLevel=&quot;False&quot; Layer=&quot;Play [1]&quot; Source=&quot;Group 2&quot; /&gt;"/>
  <p:tag name="TEMPLAFYSLIDEID" val="638522598873291400"/>
</p:tagLst>
</file>

<file path=ppt/theme/theme1.xml><?xml version="1.0" encoding="utf-8"?>
<a:theme xmlns:a="http://schemas.openxmlformats.org/drawingml/2006/main" name="Wavestone template-EN-16.9-Landscape-2024">
  <a:themeElements>
    <a:clrScheme name="Wavestone May 24">
      <a:dk1>
        <a:srgbClr val="000000"/>
      </a:dk1>
      <a:lt1>
        <a:srgbClr val="FFFFFF"/>
      </a:lt1>
      <a:dk2>
        <a:srgbClr val="FFFFFF"/>
      </a:dk2>
      <a:lt2>
        <a:srgbClr val="451DC7"/>
      </a:lt2>
      <a:accent1>
        <a:srgbClr val="04F06A"/>
      </a:accent1>
      <a:accent2>
        <a:srgbClr val="CAFEE0"/>
      </a:accent2>
      <a:accent3>
        <a:srgbClr val="250F6B"/>
      </a:accent3>
      <a:accent4>
        <a:srgbClr val="331595"/>
      </a:accent4>
      <a:accent5>
        <a:srgbClr val="5C32E2"/>
      </a:accent5>
      <a:accent6>
        <a:srgbClr val="F6F6F6"/>
      </a:accent6>
      <a:hlink>
        <a:srgbClr val="451DC7"/>
      </a:hlink>
      <a:folHlink>
        <a:srgbClr val="451DC7"/>
      </a:folHlink>
    </a:clrScheme>
    <a:fontScheme name="Wavestone NEW">
      <a:majorFont>
        <a:latin typeface="Aptos SemiBold"/>
        <a:ea typeface=""/>
        <a:cs typeface=""/>
      </a:majorFont>
      <a:minorFont>
        <a:latin typeface="Aptos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100000"/>
          </a:schemeClr>
        </a:solidFill>
        <a:ln>
          <a:noFill/>
        </a:ln>
      </a:spPr>
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spcBef>
            <a:spcPts val="600"/>
          </a:spcBef>
          <a:defRPr sz="2000" dirty="0" err="1" smtClean="0">
            <a:solidFill>
              <a:schemeClr val="bg2"/>
            </a:solidFill>
            <a:ea typeface="+mj-ea"/>
            <a:cs typeface="+mj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000" rIns="0" bIns="36000" rtlCol="0">
        <a:spAutoFit/>
      </a:bodyPr>
      <a:lstStyle>
        <a:defPPr algn="l">
          <a:spcBef>
            <a:spcPts val="6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W+Q shared transition template - Landscape 16-9.potx" id="{665AFD69-305F-41A6-A52D-4956F3F8A12E}" vid="{A3E2CB7A-C858-4B38-981D-43C1CDC55852}"/>
    </a:ext>
  </a:extLst>
</a:theme>
</file>

<file path=ppt/theme/theme2.xml><?xml version="1.0" encoding="utf-8"?>
<a:theme xmlns:a="http://schemas.openxmlformats.org/drawingml/2006/main" name="1_Wavestone template-EN-16.9-Landscape-2024">
  <a:themeElements>
    <a:clrScheme name="Wavestone May 24">
      <a:dk1>
        <a:srgbClr val="000000"/>
      </a:dk1>
      <a:lt1>
        <a:srgbClr val="FFFFFF"/>
      </a:lt1>
      <a:dk2>
        <a:srgbClr val="FFFFFF"/>
      </a:dk2>
      <a:lt2>
        <a:srgbClr val="451DC7"/>
      </a:lt2>
      <a:accent1>
        <a:srgbClr val="04F06A"/>
      </a:accent1>
      <a:accent2>
        <a:srgbClr val="CAFEE0"/>
      </a:accent2>
      <a:accent3>
        <a:srgbClr val="250F6B"/>
      </a:accent3>
      <a:accent4>
        <a:srgbClr val="331595"/>
      </a:accent4>
      <a:accent5>
        <a:srgbClr val="5C32E2"/>
      </a:accent5>
      <a:accent6>
        <a:srgbClr val="F6F6F6"/>
      </a:accent6>
      <a:hlink>
        <a:srgbClr val="451DC7"/>
      </a:hlink>
      <a:folHlink>
        <a:srgbClr val="451DC7"/>
      </a:folHlink>
    </a:clrScheme>
    <a:fontScheme name="Wavestone NEW">
      <a:majorFont>
        <a:latin typeface="Aptos SemiBold"/>
        <a:ea typeface=""/>
        <a:cs typeface=""/>
      </a:majorFont>
      <a:minorFont>
        <a:latin typeface="Aptos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100000"/>
          </a:schemeClr>
        </a:solidFill>
        <a:ln>
          <a:noFill/>
        </a:ln>
      </a:spPr>
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spcBef>
            <a:spcPts val="600"/>
          </a:spcBef>
          <a:defRPr sz="2000" dirty="0" err="1" smtClean="0">
            <a:solidFill>
              <a:schemeClr val="bg2"/>
            </a:solidFill>
            <a:ea typeface="+mj-ea"/>
            <a:cs typeface="+mj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000" rIns="0" bIns="36000" rtlCol="0">
        <a:spAutoFit/>
      </a:bodyPr>
      <a:lstStyle>
        <a:defPPr algn="l">
          <a:spcBef>
            <a:spcPts val="6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W+Q shared transition template - Landscape 16-9.potx" id="{665AFD69-305F-41A6-A52D-4956F3F8A12E}" vid="{A3E2CB7A-C858-4B38-981D-43C1CDC5585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Groups X - Document" ma:contentTypeID="0x0101002FECBCFE27A94FA4A49D56DA0627A7A700D5CF0826E9A3234B8339779C1FAEB6D1" ma:contentTypeVersion="26" ma:contentTypeDescription="Content type used in default document library in Groups for external groups (no extra fields for metadata provided)" ma:contentTypeScope="" ma:versionID="279e6f4b32e9b65a6d75abd62779577b">
  <xsd:schema xmlns:xsd="http://www.w3.org/2001/XMLSchema" xmlns:xs="http://www.w3.org/2001/XMLSchema" xmlns:p="http://schemas.microsoft.com/office/2006/metadata/properties" xmlns:ns1="http://schemas.microsoft.com/sharepoint/v3" xmlns:ns2="0e0560a2-5f28-40fd-a47f-413e3deae4f7" xmlns:ns3="49800bc8-27f6-4a38-98b2-e471baa92d6a" targetNamespace="http://schemas.microsoft.com/office/2006/metadata/properties" ma:root="true" ma:fieldsID="16811575601f31dfff62ec4a7f080727" ns1:_="" ns2:_="" ns3:_="">
    <xsd:import namespace="http://schemas.microsoft.com/sharepoint/v3"/>
    <xsd:import namespace="0e0560a2-5f28-40fd-a47f-413e3deae4f7"/>
    <xsd:import namespace="49800bc8-27f6-4a38-98b2-e471baa92d6a"/>
    <xsd:element name="properties">
      <xsd:complexType>
        <xsd:sequence>
          <xsd:element name="documentManagement">
            <xsd:complexType>
              <xsd:all>
                <xsd:element ref="ns1:Editor" minOccurs="0"/>
                <xsd:element ref="ns1:_UIVersionString" minOccurs="0"/>
                <xsd:element ref="ns2:WS_KM" minOccurs="0"/>
                <xsd:element ref="ns2:TaxKeywordTaxHTField" minOccurs="0"/>
                <xsd:element ref="ns2:TaxCatchAll" minOccurs="0"/>
                <xsd:element ref="ns2:TaxCatchAllLabel" minOccurs="0"/>
                <xsd:element ref="ns2:i51f003d86e044fa8787db0c1fd77971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ObjectDetectorVersions" minOccurs="0"/>
                <xsd:element ref="ns3:MediaServiceSearchProperties" minOccurs="0"/>
                <xsd:element ref="ns3:Language" minOccurs="0"/>
                <xsd:element ref="ns3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Editor" ma:index="1" nillable="true" ma:displayName="Modifié par" ma:list="UserInfo" ma:internalName="Editor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UIVersionString" ma:index="2" nillable="true" ma:displayName="Version" ma:internalName="_UIVersionString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0560a2-5f28-40fd-a47f-413e3deae4f7" elementFormDefault="qualified">
    <xsd:import namespace="http://schemas.microsoft.com/office/2006/documentManagement/types"/>
    <xsd:import namespace="http://schemas.microsoft.com/office/infopath/2007/PartnerControls"/>
    <xsd:element name="WS_KM" ma:index="3" nillable="true" ma:displayName="KM" ma:default="0" ma:description="" ma:internalName="WS_KM">
      <xsd:simpleType>
        <xsd:restriction base="dms:Boolean"/>
      </xsd:simpleType>
    </xsd:element>
    <xsd:element name="TaxKeywordTaxHTField" ma:index="8" nillable="true" ma:taxonomy="true" ma:internalName="TaxKeywordTaxHTField" ma:taxonomyFieldName="TaxKeyword" ma:displayName="Mots clés d’entreprise" ma:fieldId="{23f27201-bee3-471e-b2e7-b64fd8b7ca38}" ma:taxonomyMulti="true" ma:sspId="f9efb03f-e9de-4143-b61f-0d56fef76e3e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90578134-4c9a-4616-af2f-441798225895}" ma:internalName="TaxCatchAll" ma:showField="CatchAllData" ma:web="0e0560a2-5f28-40fd-a47f-413e3deae4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90578134-4c9a-4616-af2f-441798225895}" ma:internalName="TaxCatchAllLabel" ma:readOnly="true" ma:showField="CatchAllDataLabel" ma:web="0e0560a2-5f28-40fd-a47f-413e3deae4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i51f003d86e044fa8787db0c1fd77971" ma:index="15" nillable="true" ma:taxonomy="true" ma:internalName="i51f003d86e044fa8787db0c1fd77971" ma:taxonomyFieldName="WSDocumentType" ma:displayName="Type de document" ma:fieldId="{251f003d-86e0-44fa-8787-db0c1fd77971}" ma:sspId="f9efb03f-e9de-4143-b61f-0d56fef76e3e" ma:termSetId="401140da-6a5d-431c-946b-19bb8ebb57b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26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7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800bc8-27f6-4a38-98b2-e471baa92d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7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8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alises d’images" ma:readOnly="false" ma:fieldId="{5cf76f15-5ced-4ddc-b409-7134ff3c332f}" ma:taxonomyMulti="true" ma:sspId="f9efb03f-e9de-4143-b61f-0d56fef76e3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anguage" ma:index="30" nillable="true" ma:displayName="Language" ma:format="Dropdown" ma:internalName="Language">
      <xsd:simpleType>
        <xsd:restriction base="dms:Choice">
          <xsd:enumeration value="French"/>
          <xsd:enumeration value="English"/>
          <xsd:enumeration value="German"/>
          <xsd:enumeration value="Spanish"/>
          <xsd:enumeration value="Multilingual"/>
        </xsd:restriction>
      </xsd:simpleType>
    </xsd:element>
    <xsd:element name="_Flow_SignoffStatus" ma:index="31" nillable="true" ma:displayName="État de validation" ma:internalName="_x0024_Resources_x003a_core_x002c_Signoff_Status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1" ma:displayName="Type de contenu"/>
        <xsd:element ref="dc:title" minOccurs="0" maxOccurs="1" ma:index="16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800bc8-27f6-4a38-98b2-e471baa92d6a">
      <Terms xmlns="http://schemas.microsoft.com/office/infopath/2007/PartnerControls"/>
    </lcf76f155ced4ddcb4097134ff3c332f>
    <SharedWithUsers xmlns="0e0560a2-5f28-40fd-a47f-413e3deae4f7">
      <UserInfo>
        <DisplayName>LAMIGEON Sarah</DisplayName>
        <AccountId>18</AccountId>
        <AccountType/>
      </UserInfo>
    </SharedWithUsers>
    <WS_KM xmlns="0e0560a2-5f28-40fd-a47f-413e3deae4f7">false</WS_KM>
    <TaxCatchAll xmlns="0e0560a2-5f28-40fd-a47f-413e3deae4f7" xsi:nil="true"/>
    <TaxKeywordTaxHTField xmlns="0e0560a2-5f28-40fd-a47f-413e3deae4f7">
      <Terms xmlns="http://schemas.microsoft.com/office/infopath/2007/PartnerControls"/>
    </TaxKeywordTaxHTField>
    <i51f003d86e044fa8787db0c1fd77971 xmlns="0e0560a2-5f28-40fd-a47f-413e3deae4f7">
      <Terms xmlns="http://schemas.microsoft.com/office/infopath/2007/PartnerControls"/>
    </i51f003d86e044fa8787db0c1fd77971>
    <Language xmlns="49800bc8-27f6-4a38-98b2-e471baa92d6a" xsi:nil="true"/>
    <_Flow_SignoffStatus xmlns="49800bc8-27f6-4a38-98b2-e471baa92d6a" xsi:nil="true"/>
  </documentManagement>
</p:properties>
</file>

<file path=customXml/item4.xml><?xml version="1.0" encoding="utf-8"?>
<TemplafySlideTemplateConfiguration><![CDATA[{"slideVersion":1,"isValidatorEnabled":false,"isLocked":false,"elementsMetadata":[],"slideId":"1000786770908676176","enableDocumentContentUpdater":false,"version":"2.0"}]]></TemplafySlideTemplateConfiguration>
</file>

<file path=customXml/item5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8F887104-9DE4-4F92-AEDB-8F6E80ECDE68}"/>
</file>

<file path=customXml/itemProps2.xml><?xml version="1.0" encoding="utf-8"?>
<ds:datastoreItem xmlns:ds="http://schemas.openxmlformats.org/officeDocument/2006/customXml" ds:itemID="{39CA0A77-A734-4EA3-BC5A-E795AFED71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B69CF8-0A8E-4948-891D-B6F82A36F6FD}">
  <ds:schemaRefs>
    <ds:schemaRef ds:uri="http://purl.org/dc/elements/1.1/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49800bc8-27f6-4a38-98b2-e471baa92d6a"/>
    <ds:schemaRef ds:uri="http://schemas.openxmlformats.org/package/2006/metadata/core-properties"/>
    <ds:schemaRef ds:uri="http://purl.org/dc/dcmitype/"/>
    <ds:schemaRef ds:uri="0e0560a2-5f28-40fd-a47f-413e3deae4f7"/>
    <ds:schemaRef ds:uri="http://schemas.microsoft.com/sharepoint/v3"/>
    <ds:schemaRef ds:uri="http://schemas.microsoft.com/office/2006/metadata/properties"/>
  </ds:schemaRefs>
</ds:datastoreItem>
</file>

<file path=customXml/itemProps4.xml><?xml version="1.0" encoding="utf-8"?>
<ds:datastoreItem xmlns:ds="http://schemas.openxmlformats.org/officeDocument/2006/customXml" ds:itemID="{E215D320-A097-4F20-9B15-B1B3C9042E33}">
  <ds:schemaRefs/>
</ds:datastoreItem>
</file>

<file path=customXml/itemProps5.xml><?xml version="1.0" encoding="utf-8"?>
<ds:datastoreItem xmlns:ds="http://schemas.openxmlformats.org/officeDocument/2006/customXml" ds:itemID="{34560E1E-555C-4577-B31D-787839887A5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24607</TotalTime>
  <Words>4287</Words>
  <Application>Microsoft Office PowerPoint</Application>
  <PresentationFormat>Grand écran</PresentationFormat>
  <Paragraphs>520</Paragraphs>
  <Slides>19</Slides>
  <Notes>10</Notes>
  <HiddenSlides>5</HiddenSlides>
  <MMClips>0</MMClips>
  <ScaleCrop>false</ScaleCrop>
  <HeadingPairs>
    <vt:vector size="6" baseType="variant">
      <vt:variant>
        <vt:lpstr>Polices utilisées</vt:lpstr>
      </vt:variant>
      <vt:variant>
        <vt:i4>13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19</vt:i4>
      </vt:variant>
    </vt:vector>
  </HeadingPairs>
  <TitlesOfParts>
    <vt:vector size="34" baseType="lpstr">
      <vt:lpstr>Aptos</vt:lpstr>
      <vt:lpstr>Aptos Light</vt:lpstr>
      <vt:lpstr>Aptos SemiBold</vt:lpstr>
      <vt:lpstr>Arial</vt:lpstr>
      <vt:lpstr>Avenir Next LT Pro</vt:lpstr>
      <vt:lpstr>Calibri</vt:lpstr>
      <vt:lpstr>Courier New</vt:lpstr>
      <vt:lpstr>Poppins</vt:lpstr>
      <vt:lpstr>Segoe UI</vt:lpstr>
      <vt:lpstr>Tahoma</vt:lpstr>
      <vt:lpstr>Tahoma (en-tête)</vt:lpstr>
      <vt:lpstr>Tempus Sans ITC</vt:lpstr>
      <vt:lpstr>Wingdings</vt:lpstr>
      <vt:lpstr>Wavestone template-EN-16.9-Landscape-2024</vt:lpstr>
      <vt:lpstr>1_Wavestone template-EN-16.9-Landscape-2024</vt:lpstr>
      <vt:lpstr>Critical Entities Resilience Directive  CER</vt:lpstr>
      <vt:lpstr>Context and objectives of the CER directive</vt:lpstr>
      <vt:lpstr>Complementarity between CER and NIS 2</vt:lpstr>
      <vt:lpstr>Examples of critical infrastructures and Vital Important Point per sector</vt:lpstr>
      <vt:lpstr>Focus on French transposition | Scope</vt:lpstr>
      <vt:lpstr>Focus on French CER | Legal Obligations</vt:lpstr>
      <vt:lpstr>Focus on current SAIV obligations | Resilience plan</vt:lpstr>
      <vt:lpstr>Focus on major risk analysis methodologies </vt:lpstr>
      <vt:lpstr>Focus on legal obligations for classified information</vt:lpstr>
      <vt:lpstr>Physical protection : defense in depth principle</vt:lpstr>
      <vt:lpstr>End page</vt:lpstr>
      <vt:lpstr>Best practices and recommendations</vt:lpstr>
      <vt:lpstr>Focus on risk major analysis methodologies </vt:lpstr>
      <vt:lpstr>Présentation PowerPoint</vt:lpstr>
      <vt:lpstr>Focus on French CER | Legal Obligations</vt:lpstr>
      <vt:lpstr>Sommaire</vt:lpstr>
      <vt:lpstr>De la Cyber résilience - Loi n° XXX – Articles issus de la NIS2</vt:lpstr>
      <vt:lpstr>Exemple de dispositifs de sécurité physique d’un PIV</vt:lpstr>
      <vt:lpstr>Les dispositifs de sécurité/sureté : moyens de protection et source de compromission potentielle</vt:lpstr>
    </vt:vector>
  </TitlesOfParts>
  <Manager>© WAVESTONE</Manager>
  <Company>Wavestone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CANOEN Léa</dc:creator>
  <cp:lastModifiedBy>ALIDRA Wassim</cp:lastModifiedBy>
  <cp:revision>7</cp:revision>
  <cp:lastPrinted>2024-04-04T16:28:45Z</cp:lastPrinted>
  <dcterms:created xsi:type="dcterms:W3CDTF">2019-11-01T10:37:01Z</dcterms:created>
  <dcterms:modified xsi:type="dcterms:W3CDTF">2026-01-13T15:24:52Z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0x0101002FECBCFE27A94FA4A49D56DA0627A7A700D5CF0826E9A3234B8339779C1FAEB6D1</vt:lpwstr>
  </property>
  <property fmtid="{D5CDD505-2E9C-101B-9397-08002B2CF9AE}" pid="3" name="TemplafyTimeStamp">
    <vt:lpwstr>2023-01-10T20:59:42.7256574Z</vt:lpwstr>
  </property>
  <property fmtid="{D5CDD505-2E9C-101B-9397-08002B2CF9AE}" pid="4" name="MediaServiceImageTags">
    <vt:lpwstr/>
  </property>
  <property fmtid="{D5CDD505-2E9C-101B-9397-08002B2CF9AE}" pid="5" name="ClassificationContentMarkingFooterLocations">
    <vt:lpwstr>Wavestone template-EN-16.9-Landscape-2024:6</vt:lpwstr>
  </property>
  <property fmtid="{D5CDD505-2E9C-101B-9397-08002B2CF9AE}" pid="6" name="ClassificationContentMarkingFooterText">
    <vt:lpwstr>Confidential 
</vt:lpwstr>
  </property>
  <property fmtid="{D5CDD505-2E9C-101B-9397-08002B2CF9AE}" pid="7" name="MSIP_Label_aa56c84a-c06d-4947-abf3-939e8bbae422_Enabled">
    <vt:lpwstr>true</vt:lpwstr>
  </property>
  <property fmtid="{D5CDD505-2E9C-101B-9397-08002B2CF9AE}" pid="8" name="MSIP_Label_aa56c84a-c06d-4947-abf3-939e8bbae422_SetDate">
    <vt:lpwstr>2024-03-26T15:58:05Z</vt:lpwstr>
  </property>
  <property fmtid="{D5CDD505-2E9C-101B-9397-08002B2CF9AE}" pid="9" name="MSIP_Label_aa56c84a-c06d-4947-abf3-939e8bbae422_Method">
    <vt:lpwstr>Privileged</vt:lpwstr>
  </property>
  <property fmtid="{D5CDD505-2E9C-101B-9397-08002B2CF9AE}" pid="10" name="MSIP_Label_aa56c84a-c06d-4947-abf3-939e8bbae422_Name">
    <vt:lpwstr>aa56c84a-c06d-4947-abf3-939e8bbae422</vt:lpwstr>
  </property>
  <property fmtid="{D5CDD505-2E9C-101B-9397-08002B2CF9AE}" pid="11" name="MSIP_Label_aa56c84a-c06d-4947-abf3-939e8bbae422_SiteId">
    <vt:lpwstr>5de96c96-c87c-4dce-aad9-f5c557b52ac1</vt:lpwstr>
  </property>
  <property fmtid="{D5CDD505-2E9C-101B-9397-08002B2CF9AE}" pid="12" name="MSIP_Label_aa56c84a-c06d-4947-abf3-939e8bbae422_ActionId">
    <vt:lpwstr>ffef77b8-f84d-4a18-ab5c-a9eea021b54e</vt:lpwstr>
  </property>
  <property fmtid="{D5CDD505-2E9C-101B-9397-08002B2CF9AE}" pid="13" name="MSIP_Label_aa56c84a-c06d-4947-abf3-939e8bbae422_ContentBits">
    <vt:lpwstr>0</vt:lpwstr>
  </property>
  <property fmtid="{D5CDD505-2E9C-101B-9397-08002B2CF9AE}" pid="14" name="CustomerId">
    <vt:lpwstr>wavestone</vt:lpwstr>
  </property>
  <property fmtid="{D5CDD505-2E9C-101B-9397-08002B2CF9AE}" pid="15" name="TemplateId">
    <vt:lpwstr>638522709684454599</vt:lpwstr>
  </property>
  <property fmtid="{D5CDD505-2E9C-101B-9397-08002B2CF9AE}" pid="16" name="UserProfileId">
    <vt:lpwstr>638512683069672643</vt:lpwstr>
  </property>
  <property fmtid="{D5CDD505-2E9C-101B-9397-08002B2CF9AE}" pid="17" name="TaxKeyword">
    <vt:lpwstr/>
  </property>
  <property fmtid="{D5CDD505-2E9C-101B-9397-08002B2CF9AE}" pid="18" name="WSDocumentType">
    <vt:lpwstr/>
  </property>
</Properties>
</file>